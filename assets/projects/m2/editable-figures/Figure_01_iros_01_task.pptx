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iros_01_task.pdf.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0" y="0"/>
            <a:ext cx="12191999" cy="6857999"/>
          </a:xfrm>
          <a:custGeom>
            <a:avLst/>
            <a:gdLst/>
            <a:ahLst/>
            <a:cxnLst/>
            <a:rect l="l" t="t" r="r" b="b"/>
            <a:pathLst>
              <a:path w="12191999" h="6857999">
                <a:moveTo>
                  <a:pt x="0" y="0"/>
                </a:moveTo>
                <a:lnTo>
                  <a:pt x="12191999" y="0"/>
                </a:lnTo>
                <a:lnTo>
                  <a:pt x="12191999" y="6857999"/>
                </a:lnTo>
                <a:lnTo>
                  <a:pt x="0" y="685799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8" cy="6857999"/>
          </a:xfrm>
          <a:prstGeom prst="rect">
            <a:avLst/>
          </a:prstGeom>
        </p:spPr>
      </p:pic>
      <p:sp>
        <p:nvSpPr>
          <p:cNvPr id="4" name="Editable path 2"/>
          <p:cNvSpPr/>
          <p:nvPr/>
        </p:nvSpPr>
        <p:spPr>
          <a:xfrm>
            <a:off x="2478598" y="3035531"/>
            <a:ext cx="7482083" cy="2472566"/>
          </a:xfrm>
          <a:custGeom>
            <a:avLst/>
            <a:gdLst/>
            <a:ahLst/>
            <a:cxnLst/>
            <a:rect l="l" t="t" r="r" b="b"/>
            <a:pathLst>
              <a:path w="7482083" h="2472566">
                <a:moveTo>
                  <a:pt x="624543" y="2472566"/>
                </a:moveTo>
                <a:lnTo>
                  <a:pt x="624267" y="2472182"/>
                </a:lnTo>
                <a:lnTo>
                  <a:pt x="556481" y="2446603"/>
                </a:lnTo>
                <a:lnTo>
                  <a:pt x="556729" y="2446654"/>
                </a:lnTo>
                <a:lnTo>
                  <a:pt x="537842" y="2394394"/>
                </a:lnTo>
                <a:lnTo>
                  <a:pt x="505876" y="2285902"/>
                </a:lnTo>
                <a:lnTo>
                  <a:pt x="494810" y="2238072"/>
                </a:lnTo>
                <a:lnTo>
                  <a:pt x="492357" y="2242947"/>
                </a:lnTo>
                <a:lnTo>
                  <a:pt x="455794" y="2264815"/>
                </a:lnTo>
                <a:lnTo>
                  <a:pt x="409368" y="2284878"/>
                </a:lnTo>
                <a:lnTo>
                  <a:pt x="361792" y="2297501"/>
                </a:lnTo>
                <a:lnTo>
                  <a:pt x="313963" y="2302552"/>
                </a:lnTo>
                <a:lnTo>
                  <a:pt x="269545" y="2299956"/>
                </a:lnTo>
                <a:lnTo>
                  <a:pt x="226548" y="2290365"/>
                </a:lnTo>
                <a:lnTo>
                  <a:pt x="185337" y="2273674"/>
                </a:lnTo>
                <a:lnTo>
                  <a:pt x="149311" y="2252036"/>
                </a:lnTo>
                <a:lnTo>
                  <a:pt x="115899" y="2224229"/>
                </a:lnTo>
                <a:lnTo>
                  <a:pt x="85725" y="2190427"/>
                </a:lnTo>
                <a:lnTo>
                  <a:pt x="57484" y="2147476"/>
                </a:lnTo>
                <a:lnTo>
                  <a:pt x="34128" y="2097601"/>
                </a:lnTo>
                <a:lnTo>
                  <a:pt x="15376" y="2036876"/>
                </a:lnTo>
                <a:lnTo>
                  <a:pt x="5376" y="1982863"/>
                </a:lnTo>
                <a:lnTo>
                  <a:pt x="0" y="1919296"/>
                </a:lnTo>
                <a:lnTo>
                  <a:pt x="1368" y="1844645"/>
                </a:lnTo>
                <a:lnTo>
                  <a:pt x="9902" y="1769534"/>
                </a:lnTo>
                <a:lnTo>
                  <a:pt x="25225" y="1694900"/>
                </a:lnTo>
                <a:lnTo>
                  <a:pt x="46926" y="1621100"/>
                </a:lnTo>
                <a:lnTo>
                  <a:pt x="78702" y="1539816"/>
                </a:lnTo>
                <a:lnTo>
                  <a:pt x="114614" y="1466183"/>
                </a:lnTo>
                <a:lnTo>
                  <a:pt x="162809" y="1383590"/>
                </a:lnTo>
                <a:lnTo>
                  <a:pt x="224912" y="1292557"/>
                </a:lnTo>
                <a:lnTo>
                  <a:pt x="288414" y="1211394"/>
                </a:lnTo>
                <a:lnTo>
                  <a:pt x="366729" y="1123446"/>
                </a:lnTo>
                <a:lnTo>
                  <a:pt x="441979" y="1049253"/>
                </a:lnTo>
                <a:lnTo>
                  <a:pt x="520960" y="979710"/>
                </a:lnTo>
                <a:lnTo>
                  <a:pt x="595377" y="921829"/>
                </a:lnTo>
                <a:lnTo>
                  <a:pt x="628057" y="897203"/>
                </a:lnTo>
                <a:lnTo>
                  <a:pt x="784220" y="811118"/>
                </a:lnTo>
                <a:lnTo>
                  <a:pt x="896794" y="756949"/>
                </a:lnTo>
                <a:lnTo>
                  <a:pt x="1022946" y="704507"/>
                </a:lnTo>
                <a:lnTo>
                  <a:pt x="1173238" y="649830"/>
                </a:lnTo>
                <a:lnTo>
                  <a:pt x="1370563" y="586037"/>
                </a:lnTo>
                <a:lnTo>
                  <a:pt x="1658669" y="500926"/>
                </a:lnTo>
                <a:lnTo>
                  <a:pt x="2277006" y="327518"/>
                </a:lnTo>
                <a:lnTo>
                  <a:pt x="2776997" y="192628"/>
                </a:lnTo>
                <a:lnTo>
                  <a:pt x="3160351" y="97469"/>
                </a:lnTo>
                <a:lnTo>
                  <a:pt x="3469219" y="28104"/>
                </a:lnTo>
                <a:lnTo>
                  <a:pt x="3576567" y="10628"/>
                </a:lnTo>
                <a:lnTo>
                  <a:pt x="3668684" y="1925"/>
                </a:lnTo>
                <a:lnTo>
                  <a:pt x="3756155" y="0"/>
                </a:lnTo>
                <a:lnTo>
                  <a:pt x="3860180" y="5107"/>
                </a:lnTo>
                <a:lnTo>
                  <a:pt x="3977611" y="18796"/>
                </a:lnTo>
                <a:lnTo>
                  <a:pt x="4133696" y="44416"/>
                </a:lnTo>
                <a:lnTo>
                  <a:pt x="4686377" y="140938"/>
                </a:lnTo>
                <a:lnTo>
                  <a:pt x="4929933" y="173136"/>
                </a:lnTo>
                <a:lnTo>
                  <a:pt x="5176516" y="197865"/>
                </a:lnTo>
                <a:lnTo>
                  <a:pt x="5424757" y="215088"/>
                </a:lnTo>
                <a:lnTo>
                  <a:pt x="5659513" y="224292"/>
                </a:lnTo>
                <a:lnTo>
                  <a:pt x="5893004" y="226729"/>
                </a:lnTo>
                <a:lnTo>
                  <a:pt x="6124897" y="222491"/>
                </a:lnTo>
                <a:lnTo>
                  <a:pt x="6366785" y="210948"/>
                </a:lnTo>
                <a:lnTo>
                  <a:pt x="6590860" y="193543"/>
                </a:lnTo>
                <a:lnTo>
                  <a:pt x="6822713" y="168193"/>
                </a:lnTo>
                <a:lnTo>
                  <a:pt x="7035746" y="137966"/>
                </a:lnTo>
                <a:lnTo>
                  <a:pt x="7241205" y="101740"/>
                </a:lnTo>
                <a:lnTo>
                  <a:pt x="7437664" y="60045"/>
                </a:lnTo>
                <a:lnTo>
                  <a:pt x="7482083" y="50225"/>
                </a:lnTo>
                <a:lnTo>
                  <a:pt x="7474913" y="48074"/>
                </a:lnTo>
                <a:lnTo>
                  <a:pt x="7472053" y="47665"/>
                </a:lnTo>
                <a:lnTo>
                  <a:pt x="7475779" y="47993"/>
                </a:lnTo>
                <a:lnTo>
                  <a:pt x="7472676" y="47473"/>
                </a:lnTo>
              </a:path>
            </a:pathLst>
          </a:custGeom>
          <a:noFill/>
          <a:ln w="92074">
            <a:solidFill>
              <a:srgbClr val="FFFFFF">
                <a:alpha val="8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path 3"/>
          <p:cNvSpPr/>
          <p:nvPr/>
        </p:nvSpPr>
        <p:spPr>
          <a:xfrm>
            <a:off x="1980078" y="1531637"/>
            <a:ext cx="6619988" cy="1401367"/>
          </a:xfrm>
          <a:custGeom>
            <a:avLst/>
            <a:gdLst/>
            <a:ahLst/>
            <a:cxnLst/>
            <a:rect l="l" t="t" r="r" b="b"/>
            <a:pathLst>
              <a:path w="6619988" h="1401367">
                <a:moveTo>
                  <a:pt x="0" y="1388424"/>
                </a:moveTo>
                <a:lnTo>
                  <a:pt x="22159" y="1375775"/>
                </a:lnTo>
                <a:lnTo>
                  <a:pt x="84790" y="1326261"/>
                </a:lnTo>
                <a:lnTo>
                  <a:pt x="133907" y="1301062"/>
                </a:lnTo>
                <a:lnTo>
                  <a:pt x="222219" y="1269731"/>
                </a:lnTo>
                <a:lnTo>
                  <a:pt x="232906" y="1266327"/>
                </a:lnTo>
                <a:lnTo>
                  <a:pt x="237109" y="1268986"/>
                </a:lnTo>
                <a:lnTo>
                  <a:pt x="249264" y="1293842"/>
                </a:lnTo>
                <a:lnTo>
                  <a:pt x="285480" y="1376614"/>
                </a:lnTo>
                <a:lnTo>
                  <a:pt x="515406" y="1333031"/>
                </a:lnTo>
                <a:lnTo>
                  <a:pt x="782867" y="1289810"/>
                </a:lnTo>
                <a:lnTo>
                  <a:pt x="1035191" y="1256030"/>
                </a:lnTo>
                <a:lnTo>
                  <a:pt x="1284938" y="1229463"/>
                </a:lnTo>
                <a:lnTo>
                  <a:pt x="1533024" y="1210110"/>
                </a:lnTo>
                <a:lnTo>
                  <a:pt x="1778813" y="1197821"/>
                </a:lnTo>
                <a:lnTo>
                  <a:pt x="2023037" y="1192602"/>
                </a:lnTo>
                <a:lnTo>
                  <a:pt x="2252382" y="1194233"/>
                </a:lnTo>
                <a:lnTo>
                  <a:pt x="2492578" y="1203045"/>
                </a:lnTo>
                <a:lnTo>
                  <a:pt x="2731064" y="1219119"/>
                </a:lnTo>
                <a:lnTo>
                  <a:pt x="2967371" y="1242549"/>
                </a:lnTo>
                <a:lnTo>
                  <a:pt x="3189510" y="1271749"/>
                </a:lnTo>
                <a:lnTo>
                  <a:pt x="3422633" y="1309464"/>
                </a:lnTo>
                <a:lnTo>
                  <a:pt x="3906237" y="1390728"/>
                </a:lnTo>
                <a:lnTo>
                  <a:pt x="4022375" y="1400327"/>
                </a:lnTo>
                <a:lnTo>
                  <a:pt x="4121223" y="1401367"/>
                </a:lnTo>
                <a:lnTo>
                  <a:pt x="4212381" y="1395507"/>
                </a:lnTo>
                <a:lnTo>
                  <a:pt x="4309110" y="1382379"/>
                </a:lnTo>
                <a:lnTo>
                  <a:pt x="4432283" y="1357922"/>
                </a:lnTo>
                <a:lnTo>
                  <a:pt x="4563412" y="1322619"/>
                </a:lnTo>
                <a:lnTo>
                  <a:pt x="4604353" y="1315084"/>
                </a:lnTo>
                <a:lnTo>
                  <a:pt x="4825313" y="1256538"/>
                </a:lnTo>
                <a:lnTo>
                  <a:pt x="5889151" y="966590"/>
                </a:lnTo>
                <a:lnTo>
                  <a:pt x="6093846" y="904747"/>
                </a:lnTo>
                <a:lnTo>
                  <a:pt x="6222829" y="859385"/>
                </a:lnTo>
                <a:lnTo>
                  <a:pt x="6320205" y="818300"/>
                </a:lnTo>
                <a:lnTo>
                  <a:pt x="6410083" y="772690"/>
                </a:lnTo>
                <a:lnTo>
                  <a:pt x="6466307" y="738063"/>
                </a:lnTo>
                <a:lnTo>
                  <a:pt x="6502967" y="706757"/>
                </a:lnTo>
                <a:lnTo>
                  <a:pt x="6532197" y="671747"/>
                </a:lnTo>
                <a:lnTo>
                  <a:pt x="6550970" y="638840"/>
                </a:lnTo>
                <a:lnTo>
                  <a:pt x="6584845" y="559993"/>
                </a:lnTo>
                <a:lnTo>
                  <a:pt x="6606237" y="492728"/>
                </a:lnTo>
                <a:lnTo>
                  <a:pt x="6617198" y="436760"/>
                </a:lnTo>
                <a:lnTo>
                  <a:pt x="6619988" y="387516"/>
                </a:lnTo>
                <a:lnTo>
                  <a:pt x="6615305" y="340760"/>
                </a:lnTo>
                <a:lnTo>
                  <a:pt x="6604149" y="300332"/>
                </a:lnTo>
                <a:lnTo>
                  <a:pt x="6585034" y="258903"/>
                </a:lnTo>
                <a:lnTo>
                  <a:pt x="6557683" y="217242"/>
                </a:lnTo>
                <a:lnTo>
                  <a:pt x="6522284" y="175865"/>
                </a:lnTo>
                <a:lnTo>
                  <a:pt x="6476707" y="133445"/>
                </a:lnTo>
                <a:lnTo>
                  <a:pt x="6421202" y="92464"/>
                </a:lnTo>
                <a:lnTo>
                  <a:pt x="6363995" y="59476"/>
                </a:lnTo>
                <a:lnTo>
                  <a:pt x="6303892" y="33176"/>
                </a:lnTo>
                <a:lnTo>
                  <a:pt x="6244615" y="14723"/>
                </a:lnTo>
                <a:lnTo>
                  <a:pt x="6185241" y="3387"/>
                </a:lnTo>
                <a:lnTo>
                  <a:pt x="6129153" y="0"/>
                </a:lnTo>
                <a:lnTo>
                  <a:pt x="6080146" y="4081"/>
                </a:lnTo>
                <a:lnTo>
                  <a:pt x="6040149" y="14129"/>
                </a:lnTo>
                <a:lnTo>
                  <a:pt x="6013890" y="25238"/>
                </a:lnTo>
                <a:lnTo>
                  <a:pt x="6016258" y="25944"/>
                </a:lnTo>
                <a:lnTo>
                  <a:pt x="6017729" y="26911"/>
                </a:lnTo>
                <a:lnTo>
                  <a:pt x="6015297" y="26523"/>
                </a:lnTo>
                <a:lnTo>
                  <a:pt x="6017362" y="26837"/>
                </a:lnTo>
              </a:path>
            </a:pathLst>
          </a:custGeom>
          <a:noFill/>
          <a:ln w="92074">
            <a:solidFill>
              <a:srgbClr val="FFFFFF">
                <a:alpha val="8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ditable path 4"/>
          <p:cNvSpPr/>
          <p:nvPr/>
        </p:nvSpPr>
        <p:spPr>
          <a:xfrm>
            <a:off x="2478598" y="3035531"/>
            <a:ext cx="7482083" cy="2472566"/>
          </a:xfrm>
          <a:custGeom>
            <a:avLst/>
            <a:gdLst/>
            <a:ahLst/>
            <a:cxnLst/>
            <a:rect l="l" t="t" r="r" b="b"/>
            <a:pathLst>
              <a:path w="7482083" h="2472566">
                <a:moveTo>
                  <a:pt x="624543" y="2472566"/>
                </a:moveTo>
                <a:lnTo>
                  <a:pt x="624267" y="2472182"/>
                </a:lnTo>
                <a:lnTo>
                  <a:pt x="556481" y="2446603"/>
                </a:lnTo>
                <a:lnTo>
                  <a:pt x="556729" y="2446654"/>
                </a:lnTo>
                <a:lnTo>
                  <a:pt x="537842" y="2394394"/>
                </a:lnTo>
                <a:lnTo>
                  <a:pt x="505876" y="2285902"/>
                </a:lnTo>
                <a:lnTo>
                  <a:pt x="494810" y="2238072"/>
                </a:lnTo>
                <a:lnTo>
                  <a:pt x="492357" y="2242947"/>
                </a:lnTo>
                <a:lnTo>
                  <a:pt x="455794" y="2264815"/>
                </a:lnTo>
                <a:lnTo>
                  <a:pt x="409368" y="2284878"/>
                </a:lnTo>
                <a:lnTo>
                  <a:pt x="361792" y="2297501"/>
                </a:lnTo>
                <a:lnTo>
                  <a:pt x="313963" y="2302552"/>
                </a:lnTo>
                <a:lnTo>
                  <a:pt x="269545" y="2299956"/>
                </a:lnTo>
                <a:lnTo>
                  <a:pt x="226548" y="2290365"/>
                </a:lnTo>
                <a:lnTo>
                  <a:pt x="185337" y="2273674"/>
                </a:lnTo>
                <a:lnTo>
                  <a:pt x="149311" y="2252036"/>
                </a:lnTo>
                <a:lnTo>
                  <a:pt x="115899" y="2224229"/>
                </a:lnTo>
                <a:lnTo>
                  <a:pt x="85725" y="2190427"/>
                </a:lnTo>
                <a:lnTo>
                  <a:pt x="57484" y="2147476"/>
                </a:lnTo>
                <a:lnTo>
                  <a:pt x="34128" y="2097601"/>
                </a:lnTo>
                <a:lnTo>
                  <a:pt x="15376" y="2036876"/>
                </a:lnTo>
                <a:lnTo>
                  <a:pt x="5376" y="1982863"/>
                </a:lnTo>
                <a:lnTo>
                  <a:pt x="0" y="1919296"/>
                </a:lnTo>
                <a:lnTo>
                  <a:pt x="1368" y="1844645"/>
                </a:lnTo>
                <a:lnTo>
                  <a:pt x="9902" y="1769534"/>
                </a:lnTo>
                <a:lnTo>
                  <a:pt x="25225" y="1694900"/>
                </a:lnTo>
                <a:lnTo>
                  <a:pt x="46926" y="1621100"/>
                </a:lnTo>
                <a:lnTo>
                  <a:pt x="78702" y="1539816"/>
                </a:lnTo>
                <a:lnTo>
                  <a:pt x="114614" y="1466183"/>
                </a:lnTo>
                <a:lnTo>
                  <a:pt x="162809" y="1383590"/>
                </a:lnTo>
                <a:lnTo>
                  <a:pt x="224912" y="1292557"/>
                </a:lnTo>
                <a:lnTo>
                  <a:pt x="288414" y="1211394"/>
                </a:lnTo>
                <a:lnTo>
                  <a:pt x="366729" y="1123446"/>
                </a:lnTo>
                <a:lnTo>
                  <a:pt x="441979" y="1049253"/>
                </a:lnTo>
                <a:lnTo>
                  <a:pt x="520960" y="979710"/>
                </a:lnTo>
                <a:lnTo>
                  <a:pt x="595377" y="921829"/>
                </a:lnTo>
                <a:lnTo>
                  <a:pt x="628057" y="897203"/>
                </a:lnTo>
                <a:lnTo>
                  <a:pt x="784220" y="811118"/>
                </a:lnTo>
                <a:lnTo>
                  <a:pt x="896794" y="756949"/>
                </a:lnTo>
                <a:lnTo>
                  <a:pt x="1022946" y="704507"/>
                </a:lnTo>
                <a:lnTo>
                  <a:pt x="1173238" y="649830"/>
                </a:lnTo>
                <a:lnTo>
                  <a:pt x="1370563" y="586037"/>
                </a:lnTo>
                <a:lnTo>
                  <a:pt x="1658669" y="500926"/>
                </a:lnTo>
                <a:lnTo>
                  <a:pt x="2277006" y="327518"/>
                </a:lnTo>
                <a:lnTo>
                  <a:pt x="2776997" y="192628"/>
                </a:lnTo>
                <a:lnTo>
                  <a:pt x="3160351" y="97469"/>
                </a:lnTo>
                <a:lnTo>
                  <a:pt x="3469219" y="28104"/>
                </a:lnTo>
                <a:lnTo>
                  <a:pt x="3576567" y="10628"/>
                </a:lnTo>
                <a:lnTo>
                  <a:pt x="3668684" y="1925"/>
                </a:lnTo>
                <a:lnTo>
                  <a:pt x="3756155" y="0"/>
                </a:lnTo>
                <a:lnTo>
                  <a:pt x="3860180" y="5107"/>
                </a:lnTo>
                <a:lnTo>
                  <a:pt x="3977611" y="18796"/>
                </a:lnTo>
                <a:lnTo>
                  <a:pt x="4133696" y="44416"/>
                </a:lnTo>
                <a:lnTo>
                  <a:pt x="4686377" y="140938"/>
                </a:lnTo>
                <a:lnTo>
                  <a:pt x="4929933" y="173136"/>
                </a:lnTo>
                <a:lnTo>
                  <a:pt x="5176516" y="197865"/>
                </a:lnTo>
                <a:lnTo>
                  <a:pt x="5424757" y="215088"/>
                </a:lnTo>
                <a:lnTo>
                  <a:pt x="5659513" y="224292"/>
                </a:lnTo>
                <a:lnTo>
                  <a:pt x="5893004" y="226729"/>
                </a:lnTo>
                <a:lnTo>
                  <a:pt x="6124897" y="222491"/>
                </a:lnTo>
                <a:lnTo>
                  <a:pt x="6366785" y="210948"/>
                </a:lnTo>
                <a:lnTo>
                  <a:pt x="6590860" y="193543"/>
                </a:lnTo>
                <a:lnTo>
                  <a:pt x="6822713" y="168193"/>
                </a:lnTo>
                <a:lnTo>
                  <a:pt x="7035746" y="137966"/>
                </a:lnTo>
                <a:lnTo>
                  <a:pt x="7241205" y="101740"/>
                </a:lnTo>
                <a:lnTo>
                  <a:pt x="7437664" y="60045"/>
                </a:lnTo>
                <a:lnTo>
                  <a:pt x="7482083" y="50225"/>
                </a:lnTo>
                <a:lnTo>
                  <a:pt x="7474913" y="48074"/>
                </a:lnTo>
                <a:lnTo>
                  <a:pt x="7472053" y="47665"/>
                </a:lnTo>
                <a:lnTo>
                  <a:pt x="7475779" y="47993"/>
                </a:lnTo>
                <a:lnTo>
                  <a:pt x="7472676" y="47473"/>
                </a:lnTo>
              </a:path>
            </a:pathLst>
          </a:custGeom>
          <a:noFill/>
          <a:ln w="5714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path 5"/>
          <p:cNvSpPr/>
          <p:nvPr/>
        </p:nvSpPr>
        <p:spPr>
          <a:xfrm>
            <a:off x="1980078" y="1531637"/>
            <a:ext cx="6619988" cy="1401367"/>
          </a:xfrm>
          <a:custGeom>
            <a:avLst/>
            <a:gdLst/>
            <a:ahLst/>
            <a:cxnLst/>
            <a:rect l="l" t="t" r="r" b="b"/>
            <a:pathLst>
              <a:path w="6619988" h="1401367">
                <a:moveTo>
                  <a:pt x="0" y="1388424"/>
                </a:moveTo>
                <a:lnTo>
                  <a:pt x="22159" y="1375775"/>
                </a:lnTo>
                <a:lnTo>
                  <a:pt x="84790" y="1326261"/>
                </a:lnTo>
                <a:lnTo>
                  <a:pt x="133907" y="1301062"/>
                </a:lnTo>
                <a:lnTo>
                  <a:pt x="222219" y="1269731"/>
                </a:lnTo>
                <a:lnTo>
                  <a:pt x="232906" y="1266327"/>
                </a:lnTo>
                <a:lnTo>
                  <a:pt x="237109" y="1268986"/>
                </a:lnTo>
                <a:lnTo>
                  <a:pt x="249264" y="1293842"/>
                </a:lnTo>
                <a:lnTo>
                  <a:pt x="285480" y="1376614"/>
                </a:lnTo>
                <a:lnTo>
                  <a:pt x="515406" y="1333031"/>
                </a:lnTo>
                <a:lnTo>
                  <a:pt x="782867" y="1289810"/>
                </a:lnTo>
                <a:lnTo>
                  <a:pt x="1035191" y="1256030"/>
                </a:lnTo>
                <a:lnTo>
                  <a:pt x="1284938" y="1229463"/>
                </a:lnTo>
                <a:lnTo>
                  <a:pt x="1533024" y="1210110"/>
                </a:lnTo>
                <a:lnTo>
                  <a:pt x="1778813" y="1197821"/>
                </a:lnTo>
                <a:lnTo>
                  <a:pt x="2023037" y="1192602"/>
                </a:lnTo>
                <a:lnTo>
                  <a:pt x="2252382" y="1194233"/>
                </a:lnTo>
                <a:lnTo>
                  <a:pt x="2492578" y="1203045"/>
                </a:lnTo>
                <a:lnTo>
                  <a:pt x="2731064" y="1219119"/>
                </a:lnTo>
                <a:lnTo>
                  <a:pt x="2967371" y="1242549"/>
                </a:lnTo>
                <a:lnTo>
                  <a:pt x="3189510" y="1271749"/>
                </a:lnTo>
                <a:lnTo>
                  <a:pt x="3422633" y="1309464"/>
                </a:lnTo>
                <a:lnTo>
                  <a:pt x="3906237" y="1390728"/>
                </a:lnTo>
                <a:lnTo>
                  <a:pt x="4022375" y="1400327"/>
                </a:lnTo>
                <a:lnTo>
                  <a:pt x="4121223" y="1401367"/>
                </a:lnTo>
                <a:lnTo>
                  <a:pt x="4212381" y="1395507"/>
                </a:lnTo>
                <a:lnTo>
                  <a:pt x="4309110" y="1382379"/>
                </a:lnTo>
                <a:lnTo>
                  <a:pt x="4432283" y="1357922"/>
                </a:lnTo>
                <a:lnTo>
                  <a:pt x="4563412" y="1322619"/>
                </a:lnTo>
                <a:lnTo>
                  <a:pt x="4604353" y="1315084"/>
                </a:lnTo>
                <a:lnTo>
                  <a:pt x="4825313" y="1256538"/>
                </a:lnTo>
                <a:lnTo>
                  <a:pt x="5889151" y="966590"/>
                </a:lnTo>
                <a:lnTo>
                  <a:pt x="6093846" y="904747"/>
                </a:lnTo>
                <a:lnTo>
                  <a:pt x="6222829" y="859385"/>
                </a:lnTo>
                <a:lnTo>
                  <a:pt x="6320205" y="818300"/>
                </a:lnTo>
                <a:lnTo>
                  <a:pt x="6410083" y="772690"/>
                </a:lnTo>
                <a:lnTo>
                  <a:pt x="6466307" y="738063"/>
                </a:lnTo>
                <a:lnTo>
                  <a:pt x="6502967" y="706757"/>
                </a:lnTo>
                <a:lnTo>
                  <a:pt x="6532197" y="671747"/>
                </a:lnTo>
                <a:lnTo>
                  <a:pt x="6550970" y="638840"/>
                </a:lnTo>
                <a:lnTo>
                  <a:pt x="6584845" y="559993"/>
                </a:lnTo>
                <a:lnTo>
                  <a:pt x="6606237" y="492728"/>
                </a:lnTo>
                <a:lnTo>
                  <a:pt x="6617198" y="436760"/>
                </a:lnTo>
                <a:lnTo>
                  <a:pt x="6619988" y="387516"/>
                </a:lnTo>
                <a:lnTo>
                  <a:pt x="6615305" y="340760"/>
                </a:lnTo>
                <a:lnTo>
                  <a:pt x="6604149" y="300332"/>
                </a:lnTo>
                <a:lnTo>
                  <a:pt x="6585034" y="258903"/>
                </a:lnTo>
                <a:lnTo>
                  <a:pt x="6557683" y="217242"/>
                </a:lnTo>
                <a:lnTo>
                  <a:pt x="6522284" y="175865"/>
                </a:lnTo>
                <a:lnTo>
                  <a:pt x="6476707" y="133445"/>
                </a:lnTo>
                <a:lnTo>
                  <a:pt x="6421202" y="92464"/>
                </a:lnTo>
                <a:lnTo>
                  <a:pt x="6363995" y="59476"/>
                </a:lnTo>
                <a:lnTo>
                  <a:pt x="6303892" y="33176"/>
                </a:lnTo>
                <a:lnTo>
                  <a:pt x="6244615" y="14723"/>
                </a:lnTo>
                <a:lnTo>
                  <a:pt x="6185241" y="3387"/>
                </a:lnTo>
                <a:lnTo>
                  <a:pt x="6129153" y="0"/>
                </a:lnTo>
                <a:lnTo>
                  <a:pt x="6080146" y="4081"/>
                </a:lnTo>
                <a:lnTo>
                  <a:pt x="6040149" y="14129"/>
                </a:lnTo>
                <a:lnTo>
                  <a:pt x="6013890" y="25238"/>
                </a:lnTo>
                <a:lnTo>
                  <a:pt x="6016258" y="25944"/>
                </a:lnTo>
                <a:lnTo>
                  <a:pt x="6017729" y="26911"/>
                </a:lnTo>
                <a:lnTo>
                  <a:pt x="6015297" y="26523"/>
                </a:lnTo>
                <a:lnTo>
                  <a:pt x="6017362" y="26837"/>
                </a:lnTo>
              </a:path>
            </a:pathLst>
          </a:custGeom>
          <a:noFill/>
          <a:ln w="57149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path 6"/>
          <p:cNvSpPr/>
          <p:nvPr/>
        </p:nvSpPr>
        <p:spPr>
          <a:xfrm>
            <a:off x="2764796" y="5334556"/>
            <a:ext cx="37476" cy="28"/>
          </a:xfrm>
          <a:custGeom>
            <a:avLst/>
            <a:gdLst/>
            <a:ahLst/>
            <a:cxnLst/>
            <a:rect l="l" t="t" r="r" b="b"/>
            <a:pathLst>
              <a:path w="37476" h="28">
                <a:moveTo>
                  <a:pt x="2594" y="2"/>
                </a:moveTo>
                <a:lnTo>
                  <a:pt x="891" y="1"/>
                </a:lnTo>
                <a:lnTo>
                  <a:pt x="27" y="0"/>
                </a:lnTo>
                <a:lnTo>
                  <a:pt x="0" y="0"/>
                </a:lnTo>
                <a:lnTo>
                  <a:pt x="811" y="1"/>
                </a:lnTo>
                <a:lnTo>
                  <a:pt x="2461" y="2"/>
                </a:lnTo>
                <a:lnTo>
                  <a:pt x="4949" y="4"/>
                </a:lnTo>
                <a:lnTo>
                  <a:pt x="8275" y="6"/>
                </a:lnTo>
                <a:lnTo>
                  <a:pt x="12439" y="9"/>
                </a:lnTo>
                <a:lnTo>
                  <a:pt x="17441" y="13"/>
                </a:lnTo>
                <a:lnTo>
                  <a:pt x="23281" y="17"/>
                </a:lnTo>
                <a:lnTo>
                  <a:pt x="29960" y="22"/>
                </a:lnTo>
                <a:lnTo>
                  <a:pt x="37476" y="28"/>
                </a:lnTo>
              </a:path>
            </a:pathLst>
          </a:custGeom>
          <a:noFill/>
          <a:ln w="539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path 7"/>
          <p:cNvSpPr/>
          <p:nvPr/>
        </p:nvSpPr>
        <p:spPr>
          <a:xfrm>
            <a:off x="2802272" y="5277519"/>
            <a:ext cx="114343" cy="114300"/>
          </a:xfrm>
          <a:custGeom>
            <a:avLst/>
            <a:gdLst/>
            <a:ahLst/>
            <a:cxnLst/>
            <a:rect l="l" t="t" r="r" b="b"/>
            <a:pathLst>
              <a:path w="114343" h="114300">
                <a:moveTo>
                  <a:pt x="114258" y="114300"/>
                </a:moveTo>
                <a:lnTo>
                  <a:pt x="0" y="57065"/>
                </a:lnTo>
                <a:lnTo>
                  <a:pt x="114343" y="0"/>
                </a:lnTo>
                <a:lnTo>
                  <a:pt x="114258" y="114300"/>
                </a:lnTo>
                <a:close/>
              </a:path>
            </a:pathLst>
          </a:custGeom>
          <a:solidFill>
            <a:srgbClr val="FF9500"/>
          </a:solidFill>
          <a:ln w="539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ditable path 8"/>
          <p:cNvSpPr/>
          <p:nvPr/>
        </p:nvSpPr>
        <p:spPr>
          <a:xfrm>
            <a:off x="4357953" y="3436386"/>
            <a:ext cx="134436" cy="37626"/>
          </a:xfrm>
          <a:custGeom>
            <a:avLst/>
            <a:gdLst/>
            <a:ahLst/>
            <a:cxnLst/>
            <a:rect l="l" t="t" r="r" b="b"/>
            <a:pathLst>
              <a:path w="134436" h="37626">
                <a:moveTo>
                  <a:pt x="0" y="37626"/>
                </a:moveTo>
                <a:lnTo>
                  <a:pt x="15642" y="33248"/>
                </a:lnTo>
                <a:lnTo>
                  <a:pt x="30477" y="29096"/>
                </a:lnTo>
                <a:lnTo>
                  <a:pt x="44505" y="25170"/>
                </a:lnTo>
                <a:lnTo>
                  <a:pt x="57726" y="21470"/>
                </a:lnTo>
                <a:lnTo>
                  <a:pt x="70140" y="17995"/>
                </a:lnTo>
                <a:lnTo>
                  <a:pt x="81746" y="14747"/>
                </a:lnTo>
                <a:lnTo>
                  <a:pt x="92546" y="11724"/>
                </a:lnTo>
                <a:lnTo>
                  <a:pt x="102538" y="8928"/>
                </a:lnTo>
                <a:lnTo>
                  <a:pt x="111723" y="6357"/>
                </a:lnTo>
                <a:lnTo>
                  <a:pt x="120101" y="4012"/>
                </a:lnTo>
                <a:lnTo>
                  <a:pt x="127672" y="1893"/>
                </a:lnTo>
                <a:lnTo>
                  <a:pt x="134436" y="0"/>
                </a:lnTo>
              </a:path>
            </a:pathLst>
          </a:custGeom>
          <a:noFill/>
          <a:ln w="539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path 9"/>
          <p:cNvSpPr/>
          <p:nvPr/>
        </p:nvSpPr>
        <p:spPr>
          <a:xfrm>
            <a:off x="4366916" y="3412158"/>
            <a:ext cx="125473" cy="110070"/>
          </a:xfrm>
          <a:custGeom>
            <a:avLst/>
            <a:gdLst/>
            <a:ahLst/>
            <a:cxnLst/>
            <a:rect l="l" t="t" r="r" b="b"/>
            <a:pathLst>
              <a:path w="125473" h="110070">
                <a:moveTo>
                  <a:pt x="0" y="0"/>
                </a:moveTo>
                <a:lnTo>
                  <a:pt x="125473" y="24228"/>
                </a:lnTo>
                <a:lnTo>
                  <a:pt x="30807" y="110070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539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path 10"/>
          <p:cNvSpPr/>
          <p:nvPr/>
        </p:nvSpPr>
        <p:spPr>
          <a:xfrm>
            <a:off x="9452580" y="3155322"/>
            <a:ext cx="157122" cy="26235"/>
          </a:xfrm>
          <a:custGeom>
            <a:avLst/>
            <a:gdLst/>
            <a:ahLst/>
            <a:cxnLst/>
            <a:rect l="l" t="t" r="r" b="b"/>
            <a:pathLst>
              <a:path w="157122" h="26235">
                <a:moveTo>
                  <a:pt x="0" y="26235"/>
                </a:moveTo>
                <a:lnTo>
                  <a:pt x="17640" y="23289"/>
                </a:lnTo>
                <a:lnTo>
                  <a:pt x="34454" y="20482"/>
                </a:lnTo>
                <a:lnTo>
                  <a:pt x="50441" y="17813"/>
                </a:lnTo>
                <a:lnTo>
                  <a:pt x="65601" y="15281"/>
                </a:lnTo>
                <a:lnTo>
                  <a:pt x="79935" y="12888"/>
                </a:lnTo>
                <a:lnTo>
                  <a:pt x="93442" y="10633"/>
                </a:lnTo>
                <a:lnTo>
                  <a:pt x="106122" y="8515"/>
                </a:lnTo>
                <a:lnTo>
                  <a:pt x="117975" y="6536"/>
                </a:lnTo>
                <a:lnTo>
                  <a:pt x="129002" y="4695"/>
                </a:lnTo>
                <a:lnTo>
                  <a:pt x="139202" y="2992"/>
                </a:lnTo>
                <a:lnTo>
                  <a:pt x="148576" y="1427"/>
                </a:lnTo>
                <a:lnTo>
                  <a:pt x="157122" y="0"/>
                </a:lnTo>
              </a:path>
            </a:pathLst>
          </a:custGeom>
          <a:noFill/>
          <a:ln w="539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path 11"/>
          <p:cNvSpPr/>
          <p:nvPr/>
        </p:nvSpPr>
        <p:spPr>
          <a:xfrm>
            <a:off x="9487551" y="3117777"/>
            <a:ext cx="122151" cy="112739"/>
          </a:xfrm>
          <a:custGeom>
            <a:avLst/>
            <a:gdLst/>
            <a:ahLst/>
            <a:cxnLst/>
            <a:rect l="l" t="t" r="r" b="b"/>
            <a:pathLst>
              <a:path w="122151" h="112739">
                <a:moveTo>
                  <a:pt x="0" y="0"/>
                </a:moveTo>
                <a:lnTo>
                  <a:pt x="122151" y="37545"/>
                </a:lnTo>
                <a:lnTo>
                  <a:pt x="18824" y="112739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539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path 12"/>
          <p:cNvSpPr/>
          <p:nvPr/>
        </p:nvSpPr>
        <p:spPr>
          <a:xfrm>
            <a:off x="9957084" y="3084692"/>
            <a:ext cx="47632" cy="36724"/>
          </a:xfrm>
          <a:custGeom>
            <a:avLst/>
            <a:gdLst/>
            <a:ahLst/>
            <a:cxnLst/>
            <a:rect l="l" t="t" r="r" b="b"/>
            <a:pathLst>
              <a:path w="47632" h="36724">
                <a:moveTo>
                  <a:pt x="0" y="0"/>
                </a:moveTo>
                <a:lnTo>
                  <a:pt x="319" y="246"/>
                </a:lnTo>
                <a:lnTo>
                  <a:pt x="1301" y="1003"/>
                </a:lnTo>
                <a:lnTo>
                  <a:pt x="2947" y="2273"/>
                </a:lnTo>
                <a:lnTo>
                  <a:pt x="5257" y="4054"/>
                </a:lnTo>
                <a:lnTo>
                  <a:pt x="8230" y="6346"/>
                </a:lnTo>
                <a:lnTo>
                  <a:pt x="11868" y="9151"/>
                </a:lnTo>
                <a:lnTo>
                  <a:pt x="16169" y="12467"/>
                </a:lnTo>
                <a:lnTo>
                  <a:pt x="21134" y="16295"/>
                </a:lnTo>
                <a:lnTo>
                  <a:pt x="26763" y="20635"/>
                </a:lnTo>
                <a:lnTo>
                  <a:pt x="33055" y="25486"/>
                </a:lnTo>
                <a:lnTo>
                  <a:pt x="40012" y="30849"/>
                </a:lnTo>
                <a:lnTo>
                  <a:pt x="47632" y="36724"/>
                </a:lnTo>
              </a:path>
            </a:pathLst>
          </a:custGeom>
          <a:noFill/>
          <a:ln w="539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path 13"/>
          <p:cNvSpPr/>
          <p:nvPr/>
        </p:nvSpPr>
        <p:spPr>
          <a:xfrm>
            <a:off x="10004716" y="3121416"/>
            <a:ext cx="125414" cy="115051"/>
          </a:xfrm>
          <a:custGeom>
            <a:avLst/>
            <a:gdLst/>
            <a:ahLst/>
            <a:cxnLst/>
            <a:rect l="l" t="t" r="r" b="b"/>
            <a:pathLst>
              <a:path w="125414" h="115051">
                <a:moveTo>
                  <a:pt x="55623" y="115051"/>
                </a:moveTo>
                <a:lnTo>
                  <a:pt x="0" y="0"/>
                </a:lnTo>
                <a:lnTo>
                  <a:pt x="125414" y="24532"/>
                </a:lnTo>
                <a:lnTo>
                  <a:pt x="55623" y="115051"/>
                </a:lnTo>
                <a:close/>
              </a:path>
            </a:pathLst>
          </a:custGeom>
          <a:solidFill>
            <a:srgbClr val="FF9500"/>
          </a:solidFill>
          <a:ln w="539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ditable path 14"/>
          <p:cNvSpPr/>
          <p:nvPr/>
        </p:nvSpPr>
        <p:spPr>
          <a:xfrm>
            <a:off x="9952705" y="3083262"/>
            <a:ext cx="59552" cy="7967"/>
          </a:xfrm>
          <a:custGeom>
            <a:avLst/>
            <a:gdLst/>
            <a:ahLst/>
            <a:cxnLst/>
            <a:rect l="l" t="t" r="r" b="b"/>
            <a:pathLst>
              <a:path w="59552" h="7967">
                <a:moveTo>
                  <a:pt x="0" y="0"/>
                </a:moveTo>
                <a:lnTo>
                  <a:pt x="394" y="53"/>
                </a:lnTo>
                <a:lnTo>
                  <a:pt x="1618" y="217"/>
                </a:lnTo>
                <a:lnTo>
                  <a:pt x="3673" y="492"/>
                </a:lnTo>
                <a:lnTo>
                  <a:pt x="6559" y="878"/>
                </a:lnTo>
                <a:lnTo>
                  <a:pt x="10276" y="1375"/>
                </a:lnTo>
                <a:lnTo>
                  <a:pt x="14823" y="1983"/>
                </a:lnTo>
                <a:lnTo>
                  <a:pt x="20201" y="2703"/>
                </a:lnTo>
                <a:lnTo>
                  <a:pt x="26410" y="3533"/>
                </a:lnTo>
                <a:lnTo>
                  <a:pt x="33449" y="4475"/>
                </a:lnTo>
                <a:lnTo>
                  <a:pt x="41319" y="5528"/>
                </a:lnTo>
                <a:lnTo>
                  <a:pt x="50020" y="6692"/>
                </a:lnTo>
                <a:lnTo>
                  <a:pt x="59552" y="7967"/>
                </a:lnTo>
              </a:path>
            </a:pathLst>
          </a:custGeom>
          <a:noFill/>
          <a:ln w="539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ditable path 15"/>
          <p:cNvSpPr/>
          <p:nvPr/>
        </p:nvSpPr>
        <p:spPr>
          <a:xfrm>
            <a:off x="10012257" y="3049740"/>
            <a:ext cx="120870" cy="113291"/>
          </a:xfrm>
          <a:custGeom>
            <a:avLst/>
            <a:gdLst/>
            <a:ahLst/>
            <a:cxnLst/>
            <a:rect l="l" t="t" r="r" b="b"/>
            <a:pathLst>
              <a:path w="120870" h="113291">
                <a:moveTo>
                  <a:pt x="105713" y="113291"/>
                </a:moveTo>
                <a:lnTo>
                  <a:pt x="0" y="41489"/>
                </a:lnTo>
                <a:lnTo>
                  <a:pt x="120870" y="0"/>
                </a:lnTo>
                <a:lnTo>
                  <a:pt x="105713" y="113291"/>
                </a:lnTo>
                <a:close/>
              </a:path>
            </a:pathLst>
          </a:custGeom>
          <a:solidFill>
            <a:srgbClr val="FF9500"/>
          </a:solidFill>
          <a:ln w="539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path 16"/>
          <p:cNvSpPr/>
          <p:nvPr/>
        </p:nvSpPr>
        <p:spPr>
          <a:xfrm>
            <a:off x="2945745" y="2776333"/>
            <a:ext cx="183407" cy="20955"/>
          </a:xfrm>
          <a:custGeom>
            <a:avLst/>
            <a:gdLst/>
            <a:ahLst/>
            <a:cxnLst/>
            <a:rect l="l" t="t" r="r" b="b"/>
            <a:pathLst>
              <a:path w="183407" h="20955">
                <a:moveTo>
                  <a:pt x="0" y="20955"/>
                </a:moveTo>
                <a:lnTo>
                  <a:pt x="19863" y="18685"/>
                </a:lnTo>
                <a:lnTo>
                  <a:pt x="38895" y="16511"/>
                </a:lnTo>
                <a:lnTo>
                  <a:pt x="57093" y="14432"/>
                </a:lnTo>
                <a:lnTo>
                  <a:pt x="74459" y="12448"/>
                </a:lnTo>
                <a:lnTo>
                  <a:pt x="90992" y="10559"/>
                </a:lnTo>
                <a:lnTo>
                  <a:pt x="106692" y="8765"/>
                </a:lnTo>
                <a:lnTo>
                  <a:pt x="121560" y="7066"/>
                </a:lnTo>
                <a:lnTo>
                  <a:pt x="135595" y="5463"/>
                </a:lnTo>
                <a:lnTo>
                  <a:pt x="148797" y="3954"/>
                </a:lnTo>
                <a:lnTo>
                  <a:pt x="161166" y="2541"/>
                </a:lnTo>
                <a:lnTo>
                  <a:pt x="172703" y="1223"/>
                </a:lnTo>
                <a:lnTo>
                  <a:pt x="183407" y="0"/>
                </a:lnTo>
              </a:path>
            </a:pathLst>
          </a:custGeom>
          <a:noFill/>
          <a:ln w="539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path 17"/>
          <p:cNvSpPr/>
          <p:nvPr/>
        </p:nvSpPr>
        <p:spPr>
          <a:xfrm>
            <a:off x="3009103" y="2732527"/>
            <a:ext cx="120049" cy="113561"/>
          </a:xfrm>
          <a:custGeom>
            <a:avLst/>
            <a:gdLst/>
            <a:ahLst/>
            <a:cxnLst/>
            <a:rect l="l" t="t" r="r" b="b"/>
            <a:pathLst>
              <a:path w="120049" h="113561">
                <a:moveTo>
                  <a:pt x="0" y="0"/>
                </a:moveTo>
                <a:lnTo>
                  <a:pt x="120049" y="43806"/>
                </a:lnTo>
                <a:lnTo>
                  <a:pt x="12975" y="113561"/>
                </a:lnTo>
                <a:lnTo>
                  <a:pt x="0" y="0"/>
                </a:lnTo>
                <a:close/>
              </a:path>
            </a:pathLst>
          </a:custGeom>
          <a:solidFill>
            <a:srgbClr val="0ABAB5"/>
          </a:solidFill>
          <a:ln w="539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path 18"/>
          <p:cNvSpPr/>
          <p:nvPr/>
        </p:nvSpPr>
        <p:spPr>
          <a:xfrm>
            <a:off x="7546664" y="2568051"/>
            <a:ext cx="70913" cy="19394"/>
          </a:xfrm>
          <a:custGeom>
            <a:avLst/>
            <a:gdLst/>
            <a:ahLst/>
            <a:cxnLst/>
            <a:rect l="l" t="t" r="r" b="b"/>
            <a:pathLst>
              <a:path w="70913" h="19394">
                <a:moveTo>
                  <a:pt x="0" y="19394"/>
                </a:moveTo>
                <a:lnTo>
                  <a:pt x="10356" y="16562"/>
                </a:lnTo>
                <a:lnTo>
                  <a:pt x="19903" y="13951"/>
                </a:lnTo>
                <a:lnTo>
                  <a:pt x="28642" y="11561"/>
                </a:lnTo>
                <a:lnTo>
                  <a:pt x="36573" y="9392"/>
                </a:lnTo>
                <a:lnTo>
                  <a:pt x="43695" y="7444"/>
                </a:lnTo>
                <a:lnTo>
                  <a:pt x="50009" y="5718"/>
                </a:lnTo>
                <a:lnTo>
                  <a:pt x="55514" y="4212"/>
                </a:lnTo>
                <a:lnTo>
                  <a:pt x="60211" y="2927"/>
                </a:lnTo>
                <a:lnTo>
                  <a:pt x="64099" y="1864"/>
                </a:lnTo>
                <a:lnTo>
                  <a:pt x="67179" y="1022"/>
                </a:lnTo>
                <a:lnTo>
                  <a:pt x="69450" y="400"/>
                </a:lnTo>
                <a:lnTo>
                  <a:pt x="70913" y="0"/>
                </a:lnTo>
              </a:path>
            </a:pathLst>
          </a:custGeom>
          <a:noFill/>
          <a:ln w="539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path 19"/>
          <p:cNvSpPr/>
          <p:nvPr/>
        </p:nvSpPr>
        <p:spPr>
          <a:xfrm>
            <a:off x="7492250" y="2543078"/>
            <a:ext cx="125327" cy="110251"/>
          </a:xfrm>
          <a:custGeom>
            <a:avLst/>
            <a:gdLst/>
            <a:ahLst/>
            <a:cxnLst/>
            <a:rect l="l" t="t" r="r" b="b"/>
            <a:pathLst>
              <a:path w="125327" h="110251">
                <a:moveTo>
                  <a:pt x="0" y="0"/>
                </a:moveTo>
                <a:lnTo>
                  <a:pt x="125327" y="24973"/>
                </a:lnTo>
                <a:lnTo>
                  <a:pt x="30153" y="110251"/>
                </a:lnTo>
                <a:lnTo>
                  <a:pt x="0" y="0"/>
                </a:lnTo>
                <a:close/>
              </a:path>
            </a:pathLst>
          </a:custGeom>
          <a:solidFill>
            <a:srgbClr val="0ABAB5"/>
          </a:solidFill>
          <a:ln w="539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path 20"/>
          <p:cNvSpPr/>
          <p:nvPr/>
        </p:nvSpPr>
        <p:spPr>
          <a:xfrm>
            <a:off x="8070062" y="1532158"/>
            <a:ext cx="16664" cy="3146"/>
          </a:xfrm>
          <a:custGeom>
            <a:avLst/>
            <a:gdLst/>
            <a:ahLst/>
            <a:cxnLst/>
            <a:rect l="l" t="t" r="r" b="b"/>
            <a:pathLst>
              <a:path w="16664" h="3146">
                <a:moveTo>
                  <a:pt x="12985" y="694"/>
                </a:moveTo>
                <a:lnTo>
                  <a:pt x="8762" y="1492"/>
                </a:lnTo>
                <a:lnTo>
                  <a:pt x="5363" y="2134"/>
                </a:lnTo>
                <a:lnTo>
                  <a:pt x="2787" y="2620"/>
                </a:lnTo>
                <a:lnTo>
                  <a:pt x="1034" y="2951"/>
                </a:lnTo>
                <a:lnTo>
                  <a:pt x="105" y="3126"/>
                </a:lnTo>
                <a:lnTo>
                  <a:pt x="0" y="3146"/>
                </a:lnTo>
                <a:lnTo>
                  <a:pt x="718" y="3010"/>
                </a:lnTo>
                <a:lnTo>
                  <a:pt x="2260" y="2719"/>
                </a:lnTo>
                <a:lnTo>
                  <a:pt x="4625" y="2273"/>
                </a:lnTo>
                <a:lnTo>
                  <a:pt x="7815" y="1671"/>
                </a:lnTo>
                <a:lnTo>
                  <a:pt x="11827" y="913"/>
                </a:lnTo>
                <a:lnTo>
                  <a:pt x="16664" y="0"/>
                </a:lnTo>
              </a:path>
            </a:pathLst>
          </a:custGeom>
          <a:noFill/>
          <a:ln w="539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path 21"/>
          <p:cNvSpPr/>
          <p:nvPr/>
        </p:nvSpPr>
        <p:spPr>
          <a:xfrm>
            <a:off x="8086726" y="1454798"/>
            <a:ext cx="122917" cy="112316"/>
          </a:xfrm>
          <a:custGeom>
            <a:avLst/>
            <a:gdLst/>
            <a:ahLst/>
            <a:cxnLst/>
            <a:rect l="l" t="t" r="r" b="b"/>
            <a:pathLst>
              <a:path w="122917" h="112316">
                <a:moveTo>
                  <a:pt x="122917" y="112316"/>
                </a:moveTo>
                <a:lnTo>
                  <a:pt x="0" y="77360"/>
                </a:lnTo>
                <a:lnTo>
                  <a:pt x="101714" y="0"/>
                </a:lnTo>
                <a:lnTo>
                  <a:pt x="122917" y="112316"/>
                </a:lnTo>
                <a:close/>
              </a:path>
            </a:pathLst>
          </a:custGeom>
          <a:solidFill>
            <a:srgbClr val="0ABAB5"/>
          </a:solidFill>
          <a:ln w="539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path 22"/>
          <p:cNvSpPr/>
          <p:nvPr/>
        </p:nvSpPr>
        <p:spPr>
          <a:xfrm>
            <a:off x="7984310" y="1498604"/>
            <a:ext cx="12103" cy="59046"/>
          </a:xfrm>
          <a:custGeom>
            <a:avLst/>
            <a:gdLst/>
            <a:ahLst/>
            <a:cxnLst/>
            <a:rect l="l" t="t" r="r" b="b"/>
            <a:pathLst>
              <a:path w="12103" h="59046">
                <a:moveTo>
                  <a:pt x="12103" y="59046"/>
                </a:moveTo>
                <a:lnTo>
                  <a:pt x="12020" y="58641"/>
                </a:lnTo>
                <a:lnTo>
                  <a:pt x="11769" y="57416"/>
                </a:lnTo>
                <a:lnTo>
                  <a:pt x="11349" y="55369"/>
                </a:lnTo>
                <a:lnTo>
                  <a:pt x="10761" y="52501"/>
                </a:lnTo>
                <a:lnTo>
                  <a:pt x="10005" y="48812"/>
                </a:lnTo>
                <a:lnTo>
                  <a:pt x="9081" y="44302"/>
                </a:lnTo>
                <a:lnTo>
                  <a:pt x="7988" y="38971"/>
                </a:lnTo>
                <a:lnTo>
                  <a:pt x="6727" y="32819"/>
                </a:lnTo>
                <a:lnTo>
                  <a:pt x="5298" y="25846"/>
                </a:lnTo>
                <a:lnTo>
                  <a:pt x="3700" y="18051"/>
                </a:lnTo>
                <a:lnTo>
                  <a:pt x="1934" y="9436"/>
                </a:lnTo>
                <a:lnTo>
                  <a:pt x="0" y="0"/>
                </a:lnTo>
              </a:path>
            </a:pathLst>
          </a:custGeom>
          <a:noFill/>
          <a:ln w="539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path 23"/>
          <p:cNvSpPr/>
          <p:nvPr/>
        </p:nvSpPr>
        <p:spPr>
          <a:xfrm>
            <a:off x="7905374" y="1375156"/>
            <a:ext cx="111972" cy="123448"/>
          </a:xfrm>
          <a:custGeom>
            <a:avLst/>
            <a:gdLst/>
            <a:ahLst/>
            <a:cxnLst/>
            <a:rect l="l" t="t" r="r" b="b"/>
            <a:pathLst>
              <a:path w="111972" h="123448">
                <a:moveTo>
                  <a:pt x="111972" y="0"/>
                </a:moveTo>
                <a:lnTo>
                  <a:pt x="78936" y="123448"/>
                </a:lnTo>
                <a:lnTo>
                  <a:pt x="0" y="22950"/>
                </a:lnTo>
                <a:lnTo>
                  <a:pt x="111972" y="0"/>
                </a:lnTo>
                <a:close/>
              </a:path>
            </a:pathLst>
          </a:custGeom>
          <a:solidFill>
            <a:srgbClr val="0ABAB5"/>
          </a:solidFill>
          <a:ln w="539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path 24"/>
          <p:cNvSpPr/>
          <p:nvPr/>
        </p:nvSpPr>
        <p:spPr>
          <a:xfrm>
            <a:off x="7936639" y="1558025"/>
            <a:ext cx="59896" cy="1277"/>
          </a:xfrm>
          <a:custGeom>
            <a:avLst/>
            <a:gdLst/>
            <a:ahLst/>
            <a:cxnLst/>
            <a:rect l="l" t="t" r="r" b="b"/>
            <a:pathLst>
              <a:path w="59896" h="1277">
                <a:moveTo>
                  <a:pt x="59896" y="0"/>
                </a:moveTo>
                <a:lnTo>
                  <a:pt x="59513" y="8"/>
                </a:lnTo>
                <a:lnTo>
                  <a:pt x="58293" y="34"/>
                </a:lnTo>
                <a:lnTo>
                  <a:pt x="56234" y="78"/>
                </a:lnTo>
                <a:lnTo>
                  <a:pt x="53338" y="140"/>
                </a:lnTo>
                <a:lnTo>
                  <a:pt x="49603" y="220"/>
                </a:lnTo>
                <a:lnTo>
                  <a:pt x="45031" y="317"/>
                </a:lnTo>
                <a:lnTo>
                  <a:pt x="39621" y="432"/>
                </a:lnTo>
                <a:lnTo>
                  <a:pt x="33373" y="566"/>
                </a:lnTo>
                <a:lnTo>
                  <a:pt x="26287" y="717"/>
                </a:lnTo>
                <a:lnTo>
                  <a:pt x="18362" y="886"/>
                </a:lnTo>
                <a:lnTo>
                  <a:pt x="9600" y="1073"/>
                </a:lnTo>
                <a:lnTo>
                  <a:pt x="0" y="1277"/>
                </a:lnTo>
              </a:path>
            </a:pathLst>
          </a:custGeom>
          <a:noFill/>
          <a:ln w="539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path 25"/>
          <p:cNvSpPr/>
          <p:nvPr/>
        </p:nvSpPr>
        <p:spPr>
          <a:xfrm>
            <a:off x="7821147" y="1504602"/>
            <a:ext cx="115492" cy="114274"/>
          </a:xfrm>
          <a:custGeom>
            <a:avLst/>
            <a:gdLst/>
            <a:ahLst/>
            <a:cxnLst/>
            <a:rect l="l" t="t" r="r" b="b"/>
            <a:pathLst>
              <a:path w="115492" h="114274">
                <a:moveTo>
                  <a:pt x="0" y="0"/>
                </a:moveTo>
                <a:lnTo>
                  <a:pt x="115492" y="54700"/>
                </a:lnTo>
                <a:lnTo>
                  <a:pt x="2437" y="114274"/>
                </a:lnTo>
                <a:lnTo>
                  <a:pt x="0" y="0"/>
                </a:lnTo>
                <a:close/>
              </a:path>
            </a:pathLst>
          </a:custGeom>
          <a:solidFill>
            <a:srgbClr val="0ABAB5"/>
          </a:solidFill>
          <a:ln w="539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path 26"/>
          <p:cNvSpPr/>
          <p:nvPr/>
        </p:nvSpPr>
        <p:spPr>
          <a:xfrm>
            <a:off x="2570663" y="2239041"/>
            <a:ext cx="6289103" cy="1694201"/>
          </a:xfrm>
          <a:custGeom>
            <a:avLst/>
            <a:gdLst/>
            <a:ahLst/>
            <a:cxnLst/>
            <a:rect l="l" t="t" r="r" b="b"/>
            <a:pathLst>
              <a:path w="6289103" h="1694201">
                <a:moveTo>
                  <a:pt x="0" y="1694201"/>
                </a:moveTo>
                <a:lnTo>
                  <a:pt x="1623207" y="1435136"/>
                </a:lnTo>
                <a:lnTo>
                  <a:pt x="1744932" y="1407401"/>
                </a:lnTo>
                <a:lnTo>
                  <a:pt x="1843764" y="1376502"/>
                </a:lnTo>
                <a:lnTo>
                  <a:pt x="1943602" y="1335667"/>
                </a:lnTo>
                <a:lnTo>
                  <a:pt x="2044549" y="1286021"/>
                </a:lnTo>
                <a:lnTo>
                  <a:pt x="2345469" y="1131763"/>
                </a:lnTo>
                <a:lnTo>
                  <a:pt x="2470071" y="1077990"/>
                </a:lnTo>
                <a:lnTo>
                  <a:pt x="2637086" y="1015594"/>
                </a:lnTo>
                <a:lnTo>
                  <a:pt x="2848241" y="946956"/>
                </a:lnTo>
                <a:lnTo>
                  <a:pt x="3137031" y="862306"/>
                </a:lnTo>
                <a:lnTo>
                  <a:pt x="4278571" y="535803"/>
                </a:lnTo>
                <a:lnTo>
                  <a:pt x="4455209" y="473948"/>
                </a:lnTo>
                <a:lnTo>
                  <a:pt x="4561823" y="430923"/>
                </a:lnTo>
                <a:lnTo>
                  <a:pt x="4630551" y="396366"/>
                </a:lnTo>
                <a:lnTo>
                  <a:pt x="4708107" y="347909"/>
                </a:lnTo>
                <a:lnTo>
                  <a:pt x="4870872" y="245662"/>
                </a:lnTo>
                <a:lnTo>
                  <a:pt x="4942723" y="208612"/>
                </a:lnTo>
                <a:lnTo>
                  <a:pt x="5015881" y="179828"/>
                </a:lnTo>
                <a:lnTo>
                  <a:pt x="5089976" y="159336"/>
                </a:lnTo>
                <a:lnTo>
                  <a:pt x="5182751" y="141891"/>
                </a:lnTo>
                <a:lnTo>
                  <a:pt x="5367233" y="116745"/>
                </a:lnTo>
                <a:lnTo>
                  <a:pt x="6289103" y="0"/>
                </a:lnTo>
              </a:path>
            </a:pathLst>
          </a:custGeom>
          <a:noFill/>
          <a:ln w="126999">
            <a:solidFill>
              <a:srgbClr val="FFFFFF">
                <a:alpha val="9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path 27"/>
          <p:cNvSpPr/>
          <p:nvPr/>
        </p:nvSpPr>
        <p:spPr>
          <a:xfrm>
            <a:off x="2570663" y="2239041"/>
            <a:ext cx="6289103" cy="1694201"/>
          </a:xfrm>
          <a:custGeom>
            <a:avLst/>
            <a:gdLst/>
            <a:ahLst/>
            <a:cxnLst/>
            <a:rect l="l" t="t" r="r" b="b"/>
            <a:pathLst>
              <a:path w="6289103" h="1694201">
                <a:moveTo>
                  <a:pt x="0" y="1694201"/>
                </a:moveTo>
                <a:lnTo>
                  <a:pt x="1623207" y="1435136"/>
                </a:lnTo>
                <a:lnTo>
                  <a:pt x="1744932" y="1407401"/>
                </a:lnTo>
                <a:lnTo>
                  <a:pt x="1843764" y="1376502"/>
                </a:lnTo>
                <a:lnTo>
                  <a:pt x="1943602" y="1335667"/>
                </a:lnTo>
                <a:lnTo>
                  <a:pt x="2044549" y="1286021"/>
                </a:lnTo>
                <a:lnTo>
                  <a:pt x="2345469" y="1131763"/>
                </a:lnTo>
                <a:lnTo>
                  <a:pt x="2470071" y="1077990"/>
                </a:lnTo>
                <a:lnTo>
                  <a:pt x="2637086" y="1015594"/>
                </a:lnTo>
                <a:lnTo>
                  <a:pt x="2848241" y="946956"/>
                </a:lnTo>
                <a:lnTo>
                  <a:pt x="3137031" y="862306"/>
                </a:lnTo>
                <a:lnTo>
                  <a:pt x="4278571" y="535803"/>
                </a:lnTo>
                <a:lnTo>
                  <a:pt x="4455209" y="473948"/>
                </a:lnTo>
                <a:lnTo>
                  <a:pt x="4561823" y="430923"/>
                </a:lnTo>
                <a:lnTo>
                  <a:pt x="4630551" y="396366"/>
                </a:lnTo>
                <a:lnTo>
                  <a:pt x="4708107" y="347909"/>
                </a:lnTo>
                <a:lnTo>
                  <a:pt x="4870872" y="245662"/>
                </a:lnTo>
                <a:lnTo>
                  <a:pt x="4942723" y="208612"/>
                </a:lnTo>
                <a:lnTo>
                  <a:pt x="5015881" y="179828"/>
                </a:lnTo>
                <a:lnTo>
                  <a:pt x="5089976" y="159336"/>
                </a:lnTo>
                <a:lnTo>
                  <a:pt x="5182751" y="141891"/>
                </a:lnTo>
                <a:lnTo>
                  <a:pt x="5367233" y="116745"/>
                </a:lnTo>
                <a:lnTo>
                  <a:pt x="6289103" y="0"/>
                </a:lnTo>
              </a:path>
            </a:pathLst>
          </a:custGeom>
          <a:noFill/>
          <a:ln w="8254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path 28"/>
          <p:cNvSpPr/>
          <p:nvPr/>
        </p:nvSpPr>
        <p:spPr>
          <a:xfrm>
            <a:off x="3868457" y="3725582"/>
            <a:ext cx="18809" cy="2984"/>
          </a:xfrm>
          <a:custGeom>
            <a:avLst/>
            <a:gdLst/>
            <a:ahLst/>
            <a:cxnLst/>
            <a:rect l="l" t="t" r="r" b="b"/>
            <a:pathLst>
              <a:path w="18809" h="2984">
                <a:moveTo>
                  <a:pt x="2558" y="2578"/>
                </a:moveTo>
                <a:lnTo>
                  <a:pt x="7701" y="1762"/>
                </a:lnTo>
                <a:lnTo>
                  <a:pt x="11870" y="1100"/>
                </a:lnTo>
                <a:lnTo>
                  <a:pt x="15066" y="593"/>
                </a:lnTo>
                <a:lnTo>
                  <a:pt x="17287" y="241"/>
                </a:lnTo>
                <a:lnTo>
                  <a:pt x="18535" y="43"/>
                </a:lnTo>
                <a:lnTo>
                  <a:pt x="18809" y="0"/>
                </a:lnTo>
                <a:lnTo>
                  <a:pt x="18109" y="111"/>
                </a:lnTo>
                <a:lnTo>
                  <a:pt x="16435" y="376"/>
                </a:lnTo>
                <a:lnTo>
                  <a:pt x="13787" y="796"/>
                </a:lnTo>
                <a:lnTo>
                  <a:pt x="10165" y="1371"/>
                </a:lnTo>
                <a:lnTo>
                  <a:pt x="5570" y="2100"/>
                </a:lnTo>
                <a:lnTo>
                  <a:pt x="0" y="2984"/>
                </a:lnTo>
              </a:path>
            </a:pathLst>
          </a:custGeom>
          <a:noFill/>
          <a:ln w="63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path 29"/>
          <p:cNvSpPr/>
          <p:nvPr/>
        </p:nvSpPr>
        <p:spPr>
          <a:xfrm>
            <a:off x="3733076" y="3685753"/>
            <a:ext cx="135381" cy="125430"/>
          </a:xfrm>
          <a:custGeom>
            <a:avLst/>
            <a:gdLst/>
            <a:ahLst/>
            <a:cxnLst/>
            <a:rect l="l" t="t" r="r" b="b"/>
            <a:pathLst>
              <a:path w="135381" h="125430">
                <a:moveTo>
                  <a:pt x="0" y="0"/>
                </a:moveTo>
                <a:lnTo>
                  <a:pt x="135381" y="42813"/>
                </a:lnTo>
                <a:lnTo>
                  <a:pt x="19902" y="125430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63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path 30"/>
          <p:cNvSpPr/>
          <p:nvPr/>
        </p:nvSpPr>
        <p:spPr>
          <a:xfrm>
            <a:off x="6128554" y="2958407"/>
            <a:ext cx="92011" cy="25551"/>
          </a:xfrm>
          <a:custGeom>
            <a:avLst/>
            <a:gdLst/>
            <a:ahLst/>
            <a:cxnLst/>
            <a:rect l="l" t="t" r="r" b="b"/>
            <a:pathLst>
              <a:path w="92011" h="25551">
                <a:moveTo>
                  <a:pt x="0" y="25551"/>
                </a:moveTo>
                <a:lnTo>
                  <a:pt x="12893" y="21971"/>
                </a:lnTo>
                <a:lnTo>
                  <a:pt x="24836" y="18654"/>
                </a:lnTo>
                <a:lnTo>
                  <a:pt x="35829" y="15602"/>
                </a:lnTo>
                <a:lnTo>
                  <a:pt x="45871" y="12813"/>
                </a:lnTo>
                <a:lnTo>
                  <a:pt x="54964" y="10288"/>
                </a:lnTo>
                <a:lnTo>
                  <a:pt x="63107" y="8027"/>
                </a:lnTo>
                <a:lnTo>
                  <a:pt x="70299" y="6029"/>
                </a:lnTo>
                <a:lnTo>
                  <a:pt x="76542" y="4296"/>
                </a:lnTo>
                <a:lnTo>
                  <a:pt x="81834" y="2826"/>
                </a:lnTo>
                <a:lnTo>
                  <a:pt x="86176" y="1620"/>
                </a:lnTo>
                <a:lnTo>
                  <a:pt x="89568" y="678"/>
                </a:lnTo>
                <a:lnTo>
                  <a:pt x="92011" y="0"/>
                </a:lnTo>
              </a:path>
            </a:pathLst>
          </a:custGeom>
          <a:noFill/>
          <a:ln w="63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path 31"/>
          <p:cNvSpPr/>
          <p:nvPr/>
        </p:nvSpPr>
        <p:spPr>
          <a:xfrm>
            <a:off x="6081204" y="2931204"/>
            <a:ext cx="139361" cy="122369"/>
          </a:xfrm>
          <a:custGeom>
            <a:avLst/>
            <a:gdLst/>
            <a:ahLst/>
            <a:cxnLst/>
            <a:rect l="l" t="t" r="r" b="b"/>
            <a:pathLst>
              <a:path w="139361" h="122369">
                <a:moveTo>
                  <a:pt x="0" y="0"/>
                </a:moveTo>
                <a:lnTo>
                  <a:pt x="139361" y="27203"/>
                </a:lnTo>
                <a:lnTo>
                  <a:pt x="33982" y="122369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63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path 32"/>
          <p:cNvSpPr/>
          <p:nvPr/>
        </p:nvSpPr>
        <p:spPr>
          <a:xfrm>
            <a:off x="7951203" y="2347616"/>
            <a:ext cx="51087" cy="6482"/>
          </a:xfrm>
          <a:custGeom>
            <a:avLst/>
            <a:gdLst/>
            <a:ahLst/>
            <a:cxnLst/>
            <a:rect l="l" t="t" r="r" b="b"/>
            <a:pathLst>
              <a:path w="51087" h="6482">
                <a:moveTo>
                  <a:pt x="49567" y="193"/>
                </a:moveTo>
                <a:lnTo>
                  <a:pt x="50816" y="35"/>
                </a:lnTo>
                <a:lnTo>
                  <a:pt x="51087" y="0"/>
                </a:lnTo>
                <a:lnTo>
                  <a:pt x="50381" y="90"/>
                </a:lnTo>
                <a:lnTo>
                  <a:pt x="48696" y="304"/>
                </a:lnTo>
                <a:lnTo>
                  <a:pt x="46032" y="642"/>
                </a:lnTo>
                <a:lnTo>
                  <a:pt x="42391" y="1104"/>
                </a:lnTo>
                <a:lnTo>
                  <a:pt x="37771" y="1690"/>
                </a:lnTo>
                <a:lnTo>
                  <a:pt x="32173" y="2400"/>
                </a:lnTo>
                <a:lnTo>
                  <a:pt x="25597" y="3234"/>
                </a:lnTo>
                <a:lnTo>
                  <a:pt x="18043" y="4193"/>
                </a:lnTo>
                <a:lnTo>
                  <a:pt x="9511" y="5275"/>
                </a:lnTo>
                <a:lnTo>
                  <a:pt x="0" y="6482"/>
                </a:lnTo>
              </a:path>
            </a:pathLst>
          </a:custGeom>
          <a:noFill/>
          <a:ln w="63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path 33"/>
          <p:cNvSpPr/>
          <p:nvPr/>
        </p:nvSpPr>
        <p:spPr>
          <a:xfrm>
            <a:off x="7817221" y="2307087"/>
            <a:ext cx="133982" cy="125989"/>
          </a:xfrm>
          <a:custGeom>
            <a:avLst/>
            <a:gdLst/>
            <a:ahLst/>
            <a:cxnLst/>
            <a:rect l="l" t="t" r="r" b="b"/>
            <a:pathLst>
              <a:path w="133982" h="125989">
                <a:moveTo>
                  <a:pt x="0" y="0"/>
                </a:moveTo>
                <a:lnTo>
                  <a:pt x="133982" y="47011"/>
                </a:lnTo>
                <a:lnTo>
                  <a:pt x="15984" y="125989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63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path 34"/>
          <p:cNvSpPr/>
          <p:nvPr/>
        </p:nvSpPr>
        <p:spPr>
          <a:xfrm>
            <a:off x="1262972" y="752408"/>
            <a:ext cx="686012" cy="2072567"/>
          </a:xfrm>
          <a:custGeom>
            <a:avLst/>
            <a:gdLst/>
            <a:ahLst/>
            <a:cxnLst/>
            <a:rect l="l" t="t" r="r" b="b"/>
            <a:pathLst>
              <a:path w="686012" h="2072567">
                <a:moveTo>
                  <a:pt x="0" y="0"/>
                </a:moveTo>
                <a:lnTo>
                  <a:pt x="57892" y="174902"/>
                </a:lnTo>
                <a:lnTo>
                  <a:pt x="115652" y="349407"/>
                </a:lnTo>
                <a:lnTo>
                  <a:pt x="173280" y="523513"/>
                </a:lnTo>
                <a:lnTo>
                  <a:pt x="230777" y="697221"/>
                </a:lnTo>
                <a:lnTo>
                  <a:pt x="288143" y="870532"/>
                </a:lnTo>
                <a:lnTo>
                  <a:pt x="345376" y="1043445"/>
                </a:lnTo>
                <a:lnTo>
                  <a:pt x="402478" y="1215960"/>
                </a:lnTo>
                <a:lnTo>
                  <a:pt x="459448" y="1388077"/>
                </a:lnTo>
                <a:lnTo>
                  <a:pt x="516286" y="1559796"/>
                </a:lnTo>
                <a:lnTo>
                  <a:pt x="572993" y="1731118"/>
                </a:lnTo>
                <a:lnTo>
                  <a:pt x="629568" y="1902041"/>
                </a:lnTo>
                <a:lnTo>
                  <a:pt x="686012" y="2072567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path 35"/>
          <p:cNvSpPr/>
          <p:nvPr/>
        </p:nvSpPr>
        <p:spPr>
          <a:xfrm>
            <a:off x="1877848" y="2725205"/>
            <a:ext cx="85603" cy="99770"/>
          </a:xfrm>
          <a:custGeom>
            <a:avLst/>
            <a:gdLst/>
            <a:ahLst/>
            <a:cxnLst/>
            <a:rect l="l" t="t" r="r" b="b"/>
            <a:pathLst>
              <a:path w="85603" h="99770">
                <a:moveTo>
                  <a:pt x="85603" y="0"/>
                </a:moveTo>
                <a:lnTo>
                  <a:pt x="71136" y="99770"/>
                </a:lnTo>
                <a:lnTo>
                  <a:pt x="0" y="28334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path 36"/>
          <p:cNvSpPr/>
          <p:nvPr/>
        </p:nvSpPr>
        <p:spPr>
          <a:xfrm>
            <a:off x="576339" y="372683"/>
            <a:ext cx="1222387" cy="303621"/>
          </a:xfrm>
          <a:custGeom>
            <a:avLst/>
            <a:gdLst/>
            <a:ahLst/>
            <a:cxnLst/>
            <a:rect l="l" t="t" r="r" b="b"/>
            <a:pathLst>
              <a:path w="1222387" h="303621">
                <a:moveTo>
                  <a:pt x="51848" y="303621"/>
                </a:moveTo>
                <a:lnTo>
                  <a:pt x="1170539" y="303621"/>
                </a:lnTo>
                <a:lnTo>
                  <a:pt x="1178821" y="303261"/>
                </a:lnTo>
                <a:lnTo>
                  <a:pt x="1186382" y="302181"/>
                </a:lnTo>
                <a:lnTo>
                  <a:pt x="1193223" y="300381"/>
                </a:lnTo>
                <a:lnTo>
                  <a:pt x="1199344" y="297860"/>
                </a:lnTo>
                <a:lnTo>
                  <a:pt x="1204744" y="294620"/>
                </a:lnTo>
                <a:lnTo>
                  <a:pt x="1209425" y="290659"/>
                </a:lnTo>
                <a:lnTo>
                  <a:pt x="1213386" y="285979"/>
                </a:lnTo>
                <a:lnTo>
                  <a:pt x="1216626" y="280578"/>
                </a:lnTo>
                <a:lnTo>
                  <a:pt x="1219147" y="274457"/>
                </a:lnTo>
                <a:lnTo>
                  <a:pt x="1220947" y="267616"/>
                </a:lnTo>
                <a:lnTo>
                  <a:pt x="1222027" y="260055"/>
                </a:lnTo>
                <a:lnTo>
                  <a:pt x="1222387" y="251773"/>
                </a:lnTo>
                <a:lnTo>
                  <a:pt x="1222387" y="51848"/>
                </a:lnTo>
                <a:lnTo>
                  <a:pt x="1222027" y="43566"/>
                </a:lnTo>
                <a:lnTo>
                  <a:pt x="1220947" y="36005"/>
                </a:lnTo>
                <a:lnTo>
                  <a:pt x="1219147" y="29164"/>
                </a:lnTo>
                <a:lnTo>
                  <a:pt x="1216626" y="23043"/>
                </a:lnTo>
                <a:lnTo>
                  <a:pt x="1213386" y="17642"/>
                </a:lnTo>
                <a:lnTo>
                  <a:pt x="1209425" y="12962"/>
                </a:lnTo>
                <a:lnTo>
                  <a:pt x="1204744" y="9001"/>
                </a:lnTo>
                <a:lnTo>
                  <a:pt x="1199344" y="5761"/>
                </a:lnTo>
                <a:lnTo>
                  <a:pt x="1193223" y="3240"/>
                </a:lnTo>
                <a:lnTo>
                  <a:pt x="1186382" y="1440"/>
                </a:lnTo>
                <a:lnTo>
                  <a:pt x="1178821" y="360"/>
                </a:lnTo>
                <a:lnTo>
                  <a:pt x="1170539" y="0"/>
                </a:lnTo>
                <a:lnTo>
                  <a:pt x="51848" y="0"/>
                </a:lnTo>
                <a:lnTo>
                  <a:pt x="43567" y="360"/>
                </a:lnTo>
                <a:lnTo>
                  <a:pt x="36006" y="1440"/>
                </a:lnTo>
                <a:lnTo>
                  <a:pt x="29165" y="3240"/>
                </a:lnTo>
                <a:lnTo>
                  <a:pt x="23044" y="5761"/>
                </a:lnTo>
                <a:lnTo>
                  <a:pt x="17643" y="9001"/>
                </a:lnTo>
                <a:lnTo>
                  <a:pt x="12962" y="12962"/>
                </a:lnTo>
                <a:lnTo>
                  <a:pt x="9002" y="17642"/>
                </a:lnTo>
                <a:lnTo>
                  <a:pt x="5761" y="23043"/>
                </a:lnTo>
                <a:lnTo>
                  <a:pt x="3241" y="29164"/>
                </a:lnTo>
                <a:lnTo>
                  <a:pt x="1441" y="36005"/>
                </a:lnTo>
                <a:lnTo>
                  <a:pt x="360" y="43566"/>
                </a:lnTo>
                <a:lnTo>
                  <a:pt x="0" y="51848"/>
                </a:lnTo>
                <a:lnTo>
                  <a:pt x="0" y="251773"/>
                </a:lnTo>
                <a:lnTo>
                  <a:pt x="360" y="260055"/>
                </a:lnTo>
                <a:lnTo>
                  <a:pt x="1441" y="267616"/>
                </a:lnTo>
                <a:lnTo>
                  <a:pt x="3241" y="274457"/>
                </a:lnTo>
                <a:lnTo>
                  <a:pt x="5761" y="280578"/>
                </a:lnTo>
                <a:lnTo>
                  <a:pt x="9002" y="285979"/>
                </a:lnTo>
                <a:lnTo>
                  <a:pt x="12962" y="290659"/>
                </a:lnTo>
                <a:lnTo>
                  <a:pt x="17643" y="294620"/>
                </a:lnTo>
                <a:lnTo>
                  <a:pt x="23044" y="297860"/>
                </a:lnTo>
                <a:lnTo>
                  <a:pt x="29165" y="300381"/>
                </a:lnTo>
                <a:lnTo>
                  <a:pt x="36006" y="302181"/>
                </a:lnTo>
                <a:lnTo>
                  <a:pt x="43567" y="303261"/>
                </a:lnTo>
                <a:lnTo>
                  <a:pt x="51848" y="303621"/>
                </a:lnTo>
                <a:close/>
              </a:path>
            </a:pathLst>
          </a:custGeom>
          <a:solidFill>
            <a:srgbClr val="FFF8EC">
              <a:alpha val="97000"/>
            </a:srgbClr>
          </a:solidFill>
          <a:ln w="31749">
            <a:solidFill>
              <a:srgbClr val="FF9500">
                <a:alpha val="9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8187" y="391785"/>
            <a:ext cx="1170631" cy="2705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74" b="0" i="0">
                <a:solidFill>
                  <a:srgbClr val="2B2B2B"/>
                </a:solidFill>
                <a:latin typeface="Times New Roman"/>
              </a:rPr>
              <a:t>1  Approach</a:t>
            </a:r>
          </a:p>
        </p:txBody>
      </p:sp>
      <p:sp>
        <p:nvSpPr>
          <p:cNvPr id="40" name="Editable path 37"/>
          <p:cNvSpPr/>
          <p:nvPr/>
        </p:nvSpPr>
        <p:spPr>
          <a:xfrm>
            <a:off x="2496137" y="747273"/>
            <a:ext cx="1097325" cy="1917755"/>
          </a:xfrm>
          <a:custGeom>
            <a:avLst/>
            <a:gdLst/>
            <a:ahLst/>
            <a:cxnLst/>
            <a:rect l="l" t="t" r="r" b="b"/>
            <a:pathLst>
              <a:path w="1097325" h="1917755">
                <a:moveTo>
                  <a:pt x="1097325" y="0"/>
                </a:moveTo>
                <a:lnTo>
                  <a:pt x="1004737" y="161813"/>
                </a:lnTo>
                <a:lnTo>
                  <a:pt x="912357" y="323263"/>
                </a:lnTo>
                <a:lnTo>
                  <a:pt x="820184" y="484349"/>
                </a:lnTo>
                <a:lnTo>
                  <a:pt x="728220" y="645071"/>
                </a:lnTo>
                <a:lnTo>
                  <a:pt x="636464" y="805430"/>
                </a:lnTo>
                <a:lnTo>
                  <a:pt x="544916" y="965424"/>
                </a:lnTo>
                <a:lnTo>
                  <a:pt x="453577" y="1125056"/>
                </a:lnTo>
                <a:lnTo>
                  <a:pt x="362445" y="1284323"/>
                </a:lnTo>
                <a:lnTo>
                  <a:pt x="271522" y="1443226"/>
                </a:lnTo>
                <a:lnTo>
                  <a:pt x="180806" y="1601766"/>
                </a:lnTo>
                <a:lnTo>
                  <a:pt x="90299" y="1759942"/>
                </a:lnTo>
                <a:lnTo>
                  <a:pt x="0" y="1917755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path 38"/>
          <p:cNvSpPr/>
          <p:nvPr/>
        </p:nvSpPr>
        <p:spPr>
          <a:xfrm>
            <a:off x="2496137" y="2564373"/>
            <a:ext cx="83914" cy="100655"/>
          </a:xfrm>
          <a:custGeom>
            <a:avLst/>
            <a:gdLst/>
            <a:ahLst/>
            <a:cxnLst/>
            <a:rect l="l" t="t" r="r" b="b"/>
            <a:pathLst>
              <a:path w="83914" h="100655">
                <a:moveTo>
                  <a:pt x="83914" y="44782"/>
                </a:moveTo>
                <a:lnTo>
                  <a:pt x="0" y="100655"/>
                </a:lnTo>
                <a:lnTo>
                  <a:pt x="5650" y="0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path 39"/>
          <p:cNvSpPr/>
          <p:nvPr/>
        </p:nvSpPr>
        <p:spPr>
          <a:xfrm>
            <a:off x="3285855" y="372683"/>
            <a:ext cx="870160" cy="303621"/>
          </a:xfrm>
          <a:custGeom>
            <a:avLst/>
            <a:gdLst/>
            <a:ahLst/>
            <a:cxnLst/>
            <a:rect l="l" t="t" r="r" b="b"/>
            <a:pathLst>
              <a:path w="870160" h="303621">
                <a:moveTo>
                  <a:pt x="51848" y="303621"/>
                </a:moveTo>
                <a:lnTo>
                  <a:pt x="818312" y="303621"/>
                </a:lnTo>
                <a:lnTo>
                  <a:pt x="826594" y="303261"/>
                </a:lnTo>
                <a:lnTo>
                  <a:pt x="834155" y="302181"/>
                </a:lnTo>
                <a:lnTo>
                  <a:pt x="840996" y="300381"/>
                </a:lnTo>
                <a:lnTo>
                  <a:pt x="847117" y="297860"/>
                </a:lnTo>
                <a:lnTo>
                  <a:pt x="852517" y="294620"/>
                </a:lnTo>
                <a:lnTo>
                  <a:pt x="857198" y="290659"/>
                </a:lnTo>
                <a:lnTo>
                  <a:pt x="861159" y="285979"/>
                </a:lnTo>
                <a:lnTo>
                  <a:pt x="864399" y="280578"/>
                </a:lnTo>
                <a:lnTo>
                  <a:pt x="866920" y="274457"/>
                </a:lnTo>
                <a:lnTo>
                  <a:pt x="868720" y="267616"/>
                </a:lnTo>
                <a:lnTo>
                  <a:pt x="869800" y="260055"/>
                </a:lnTo>
                <a:lnTo>
                  <a:pt x="870160" y="251773"/>
                </a:lnTo>
                <a:lnTo>
                  <a:pt x="870160" y="51848"/>
                </a:lnTo>
                <a:lnTo>
                  <a:pt x="869800" y="43566"/>
                </a:lnTo>
                <a:lnTo>
                  <a:pt x="868720" y="36005"/>
                </a:lnTo>
                <a:lnTo>
                  <a:pt x="866920" y="29164"/>
                </a:lnTo>
                <a:lnTo>
                  <a:pt x="864399" y="23043"/>
                </a:lnTo>
                <a:lnTo>
                  <a:pt x="861159" y="17642"/>
                </a:lnTo>
                <a:lnTo>
                  <a:pt x="857198" y="12962"/>
                </a:lnTo>
                <a:lnTo>
                  <a:pt x="852517" y="9001"/>
                </a:lnTo>
                <a:lnTo>
                  <a:pt x="847117" y="5761"/>
                </a:lnTo>
                <a:lnTo>
                  <a:pt x="840996" y="3240"/>
                </a:lnTo>
                <a:lnTo>
                  <a:pt x="834155" y="1440"/>
                </a:lnTo>
                <a:lnTo>
                  <a:pt x="826594" y="360"/>
                </a:lnTo>
                <a:lnTo>
                  <a:pt x="818312" y="0"/>
                </a:lnTo>
                <a:lnTo>
                  <a:pt x="51848" y="0"/>
                </a:lnTo>
                <a:lnTo>
                  <a:pt x="43566" y="360"/>
                </a:lnTo>
                <a:lnTo>
                  <a:pt x="36005" y="1440"/>
                </a:lnTo>
                <a:lnTo>
                  <a:pt x="29164" y="3240"/>
                </a:lnTo>
                <a:lnTo>
                  <a:pt x="23043" y="5761"/>
                </a:lnTo>
                <a:lnTo>
                  <a:pt x="17642" y="9001"/>
                </a:lnTo>
                <a:lnTo>
                  <a:pt x="12962" y="12962"/>
                </a:lnTo>
                <a:lnTo>
                  <a:pt x="9001" y="17642"/>
                </a:lnTo>
                <a:lnTo>
                  <a:pt x="5761" y="23043"/>
                </a:lnTo>
                <a:lnTo>
                  <a:pt x="3240" y="29164"/>
                </a:lnTo>
                <a:lnTo>
                  <a:pt x="1440" y="36005"/>
                </a:lnTo>
                <a:lnTo>
                  <a:pt x="360" y="43566"/>
                </a:lnTo>
                <a:lnTo>
                  <a:pt x="0" y="51848"/>
                </a:lnTo>
                <a:lnTo>
                  <a:pt x="0" y="251773"/>
                </a:lnTo>
                <a:lnTo>
                  <a:pt x="360" y="260055"/>
                </a:lnTo>
                <a:lnTo>
                  <a:pt x="1440" y="267616"/>
                </a:lnTo>
                <a:lnTo>
                  <a:pt x="3240" y="274457"/>
                </a:lnTo>
                <a:lnTo>
                  <a:pt x="5761" y="280578"/>
                </a:lnTo>
                <a:lnTo>
                  <a:pt x="9001" y="285979"/>
                </a:lnTo>
                <a:lnTo>
                  <a:pt x="12962" y="290659"/>
                </a:lnTo>
                <a:lnTo>
                  <a:pt x="17642" y="294620"/>
                </a:lnTo>
                <a:lnTo>
                  <a:pt x="23043" y="297860"/>
                </a:lnTo>
                <a:lnTo>
                  <a:pt x="29164" y="300381"/>
                </a:lnTo>
                <a:lnTo>
                  <a:pt x="36005" y="302181"/>
                </a:lnTo>
                <a:lnTo>
                  <a:pt x="43566" y="303261"/>
                </a:lnTo>
                <a:lnTo>
                  <a:pt x="51848" y="303621"/>
                </a:lnTo>
                <a:close/>
              </a:path>
            </a:pathLst>
          </a:custGeom>
          <a:solidFill>
            <a:srgbClr val="FFF8EC">
              <a:alpha val="97000"/>
            </a:srgbClr>
          </a:solidFill>
          <a:ln w="31749">
            <a:solidFill>
              <a:srgbClr val="FF9500">
                <a:alpha val="9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37702" y="391785"/>
            <a:ext cx="820096" cy="2705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74" b="0" i="0">
                <a:solidFill>
                  <a:srgbClr val="2B2B2B"/>
                </a:solidFill>
                <a:latin typeface="Times New Roman"/>
              </a:rPr>
              <a:t>2  Grasp</a:t>
            </a:r>
          </a:p>
        </p:txBody>
      </p:sp>
      <p:sp>
        <p:nvSpPr>
          <p:cNvPr id="44" name="Editable path 40"/>
          <p:cNvSpPr/>
          <p:nvPr/>
        </p:nvSpPr>
        <p:spPr>
          <a:xfrm>
            <a:off x="883568" y="3528547"/>
            <a:ext cx="1490816" cy="500540"/>
          </a:xfrm>
          <a:custGeom>
            <a:avLst/>
            <a:gdLst/>
            <a:ahLst/>
            <a:cxnLst/>
            <a:rect l="l" t="t" r="r" b="b"/>
            <a:pathLst>
              <a:path w="1490816" h="500540">
                <a:moveTo>
                  <a:pt x="0" y="500540"/>
                </a:moveTo>
                <a:lnTo>
                  <a:pt x="126420" y="458095"/>
                </a:lnTo>
                <a:lnTo>
                  <a:pt x="252442" y="415783"/>
                </a:lnTo>
                <a:lnTo>
                  <a:pt x="378067" y="373605"/>
                </a:lnTo>
                <a:lnTo>
                  <a:pt x="503295" y="331559"/>
                </a:lnTo>
                <a:lnTo>
                  <a:pt x="628126" y="289648"/>
                </a:lnTo>
                <a:lnTo>
                  <a:pt x="752559" y="247869"/>
                </a:lnTo>
                <a:lnTo>
                  <a:pt x="876595" y="206224"/>
                </a:lnTo>
                <a:lnTo>
                  <a:pt x="1000234" y="164713"/>
                </a:lnTo>
                <a:lnTo>
                  <a:pt x="1123475" y="123335"/>
                </a:lnTo>
                <a:lnTo>
                  <a:pt x="1246319" y="82090"/>
                </a:lnTo>
                <a:lnTo>
                  <a:pt x="1368766" y="40978"/>
                </a:lnTo>
                <a:lnTo>
                  <a:pt x="1490816" y="0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path 41"/>
          <p:cNvSpPr/>
          <p:nvPr/>
        </p:nvSpPr>
        <p:spPr>
          <a:xfrm>
            <a:off x="2274553" y="3514507"/>
            <a:ext cx="99831" cy="85481"/>
          </a:xfrm>
          <a:custGeom>
            <a:avLst/>
            <a:gdLst/>
            <a:ahLst/>
            <a:cxnLst/>
            <a:rect l="l" t="t" r="r" b="b"/>
            <a:pathLst>
              <a:path w="99831" h="85481">
                <a:moveTo>
                  <a:pt x="0" y="0"/>
                </a:moveTo>
                <a:lnTo>
                  <a:pt x="99831" y="14040"/>
                </a:lnTo>
                <a:lnTo>
                  <a:pt x="28700" y="85481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ditable path 42"/>
          <p:cNvSpPr/>
          <p:nvPr/>
        </p:nvSpPr>
        <p:spPr>
          <a:xfrm>
            <a:off x="140144" y="4014448"/>
            <a:ext cx="669738" cy="303622"/>
          </a:xfrm>
          <a:custGeom>
            <a:avLst/>
            <a:gdLst/>
            <a:ahLst/>
            <a:cxnLst/>
            <a:rect l="l" t="t" r="r" b="b"/>
            <a:pathLst>
              <a:path w="669738" h="303622">
                <a:moveTo>
                  <a:pt x="51848" y="303622"/>
                </a:moveTo>
                <a:lnTo>
                  <a:pt x="617891" y="303622"/>
                </a:lnTo>
                <a:lnTo>
                  <a:pt x="626172" y="303262"/>
                </a:lnTo>
                <a:lnTo>
                  <a:pt x="633733" y="302182"/>
                </a:lnTo>
                <a:lnTo>
                  <a:pt x="640574" y="300382"/>
                </a:lnTo>
                <a:lnTo>
                  <a:pt x="646695" y="297861"/>
                </a:lnTo>
                <a:lnTo>
                  <a:pt x="652096" y="294621"/>
                </a:lnTo>
                <a:lnTo>
                  <a:pt x="656777" y="290660"/>
                </a:lnTo>
                <a:lnTo>
                  <a:pt x="660737" y="285979"/>
                </a:lnTo>
                <a:lnTo>
                  <a:pt x="663978" y="280578"/>
                </a:lnTo>
                <a:lnTo>
                  <a:pt x="666498" y="274457"/>
                </a:lnTo>
                <a:lnTo>
                  <a:pt x="668298" y="267616"/>
                </a:lnTo>
                <a:lnTo>
                  <a:pt x="669378" y="260055"/>
                </a:lnTo>
                <a:lnTo>
                  <a:pt x="669738" y="251774"/>
                </a:lnTo>
                <a:lnTo>
                  <a:pt x="669738" y="51848"/>
                </a:lnTo>
                <a:lnTo>
                  <a:pt x="669378" y="43567"/>
                </a:lnTo>
                <a:lnTo>
                  <a:pt x="668298" y="36006"/>
                </a:lnTo>
                <a:lnTo>
                  <a:pt x="666498" y="29165"/>
                </a:lnTo>
                <a:lnTo>
                  <a:pt x="663978" y="23044"/>
                </a:lnTo>
                <a:lnTo>
                  <a:pt x="660737" y="17643"/>
                </a:lnTo>
                <a:lnTo>
                  <a:pt x="656777" y="12962"/>
                </a:lnTo>
                <a:lnTo>
                  <a:pt x="652096" y="9002"/>
                </a:lnTo>
                <a:lnTo>
                  <a:pt x="646695" y="5761"/>
                </a:lnTo>
                <a:lnTo>
                  <a:pt x="640574" y="3241"/>
                </a:lnTo>
                <a:lnTo>
                  <a:pt x="633733" y="1441"/>
                </a:lnTo>
                <a:lnTo>
                  <a:pt x="626172" y="360"/>
                </a:lnTo>
                <a:lnTo>
                  <a:pt x="617891" y="0"/>
                </a:lnTo>
                <a:lnTo>
                  <a:pt x="51848" y="0"/>
                </a:lnTo>
                <a:lnTo>
                  <a:pt x="43567" y="360"/>
                </a:lnTo>
                <a:lnTo>
                  <a:pt x="36005" y="1441"/>
                </a:lnTo>
                <a:lnTo>
                  <a:pt x="29164" y="3241"/>
                </a:lnTo>
                <a:lnTo>
                  <a:pt x="23044" y="5761"/>
                </a:lnTo>
                <a:lnTo>
                  <a:pt x="17643" y="9002"/>
                </a:lnTo>
                <a:lnTo>
                  <a:pt x="12962" y="12962"/>
                </a:lnTo>
                <a:lnTo>
                  <a:pt x="9001" y="17643"/>
                </a:lnTo>
                <a:lnTo>
                  <a:pt x="5761" y="23044"/>
                </a:lnTo>
                <a:lnTo>
                  <a:pt x="3241" y="29165"/>
                </a:lnTo>
                <a:lnTo>
                  <a:pt x="1440" y="36006"/>
                </a:lnTo>
                <a:lnTo>
                  <a:pt x="360" y="43567"/>
                </a:lnTo>
                <a:lnTo>
                  <a:pt x="0" y="51848"/>
                </a:lnTo>
                <a:lnTo>
                  <a:pt x="0" y="251774"/>
                </a:lnTo>
                <a:lnTo>
                  <a:pt x="360" y="260055"/>
                </a:lnTo>
                <a:lnTo>
                  <a:pt x="1440" y="267616"/>
                </a:lnTo>
                <a:lnTo>
                  <a:pt x="3241" y="274457"/>
                </a:lnTo>
                <a:lnTo>
                  <a:pt x="5761" y="280578"/>
                </a:lnTo>
                <a:lnTo>
                  <a:pt x="9001" y="285979"/>
                </a:lnTo>
                <a:lnTo>
                  <a:pt x="12962" y="290660"/>
                </a:lnTo>
                <a:lnTo>
                  <a:pt x="17643" y="294621"/>
                </a:lnTo>
                <a:lnTo>
                  <a:pt x="23044" y="297861"/>
                </a:lnTo>
                <a:lnTo>
                  <a:pt x="29164" y="300382"/>
                </a:lnTo>
                <a:lnTo>
                  <a:pt x="36005" y="302182"/>
                </a:lnTo>
                <a:lnTo>
                  <a:pt x="43567" y="303262"/>
                </a:lnTo>
                <a:lnTo>
                  <a:pt x="51848" y="303622"/>
                </a:lnTo>
                <a:close/>
              </a:path>
            </a:pathLst>
          </a:custGeom>
          <a:solidFill>
            <a:srgbClr val="FFF8EC">
              <a:alpha val="97000"/>
            </a:srgbClr>
          </a:solidFill>
          <a:ln w="31749">
            <a:solidFill>
              <a:srgbClr val="FF9500">
                <a:alpha val="9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1991" y="4033551"/>
            <a:ext cx="619918" cy="2705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74" b="0" i="0">
                <a:solidFill>
                  <a:srgbClr val="2B2B2B"/>
                </a:solidFill>
                <a:latin typeface="Times New Roman"/>
              </a:rPr>
              <a:t>3  Lift</a:t>
            </a:r>
          </a:p>
        </p:txBody>
      </p:sp>
      <p:sp>
        <p:nvSpPr>
          <p:cNvPr id="48" name="Editable path 43"/>
          <p:cNvSpPr/>
          <p:nvPr/>
        </p:nvSpPr>
        <p:spPr>
          <a:xfrm>
            <a:off x="3468156" y="3436969"/>
            <a:ext cx="667969" cy="2558538"/>
          </a:xfrm>
          <a:custGeom>
            <a:avLst/>
            <a:gdLst/>
            <a:ahLst/>
            <a:cxnLst/>
            <a:rect l="l" t="t" r="r" b="b"/>
            <a:pathLst>
              <a:path w="667969" h="2558538">
                <a:moveTo>
                  <a:pt x="667969" y="2558538"/>
                </a:moveTo>
                <a:lnTo>
                  <a:pt x="611722" y="2343097"/>
                </a:lnTo>
                <a:lnTo>
                  <a:pt x="555582" y="2128060"/>
                </a:lnTo>
                <a:lnTo>
                  <a:pt x="499547" y="1913430"/>
                </a:lnTo>
                <a:lnTo>
                  <a:pt x="443619" y="1699204"/>
                </a:lnTo>
                <a:lnTo>
                  <a:pt x="387796" y="1485385"/>
                </a:lnTo>
                <a:lnTo>
                  <a:pt x="332079" y="1271970"/>
                </a:lnTo>
                <a:lnTo>
                  <a:pt x="276468" y="1058962"/>
                </a:lnTo>
                <a:lnTo>
                  <a:pt x="220962" y="846358"/>
                </a:lnTo>
                <a:lnTo>
                  <a:pt x="165563" y="634160"/>
                </a:lnTo>
                <a:lnTo>
                  <a:pt x="110269" y="422368"/>
                </a:lnTo>
                <a:lnTo>
                  <a:pt x="55082" y="210981"/>
                </a:lnTo>
                <a:lnTo>
                  <a:pt x="0" y="0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path 44"/>
          <p:cNvSpPr/>
          <p:nvPr/>
        </p:nvSpPr>
        <p:spPr>
          <a:xfrm>
            <a:off x="3447310" y="3436969"/>
            <a:ext cx="87246" cy="98634"/>
          </a:xfrm>
          <a:custGeom>
            <a:avLst/>
            <a:gdLst/>
            <a:ahLst/>
            <a:cxnLst/>
            <a:rect l="l" t="t" r="r" b="b"/>
            <a:pathLst>
              <a:path w="87246" h="98634">
                <a:moveTo>
                  <a:pt x="0" y="98634"/>
                </a:moveTo>
                <a:lnTo>
                  <a:pt x="20846" y="0"/>
                </a:lnTo>
                <a:lnTo>
                  <a:pt x="87246" y="75857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path 45"/>
          <p:cNvSpPr/>
          <p:nvPr/>
        </p:nvSpPr>
        <p:spPr>
          <a:xfrm>
            <a:off x="3694639" y="6072838"/>
            <a:ext cx="1002618" cy="303621"/>
          </a:xfrm>
          <a:custGeom>
            <a:avLst/>
            <a:gdLst/>
            <a:ahLst/>
            <a:cxnLst/>
            <a:rect l="l" t="t" r="r" b="b"/>
            <a:pathLst>
              <a:path w="1002618" h="303621">
                <a:moveTo>
                  <a:pt x="51848" y="303621"/>
                </a:moveTo>
                <a:lnTo>
                  <a:pt x="950770" y="303621"/>
                </a:lnTo>
                <a:lnTo>
                  <a:pt x="959051" y="303261"/>
                </a:lnTo>
                <a:lnTo>
                  <a:pt x="966612" y="302181"/>
                </a:lnTo>
                <a:lnTo>
                  <a:pt x="973453" y="300381"/>
                </a:lnTo>
                <a:lnTo>
                  <a:pt x="979574" y="297860"/>
                </a:lnTo>
                <a:lnTo>
                  <a:pt x="984975" y="294620"/>
                </a:lnTo>
                <a:lnTo>
                  <a:pt x="989656" y="290659"/>
                </a:lnTo>
                <a:lnTo>
                  <a:pt x="993616" y="285978"/>
                </a:lnTo>
                <a:lnTo>
                  <a:pt x="996857" y="280578"/>
                </a:lnTo>
                <a:lnTo>
                  <a:pt x="999377" y="274457"/>
                </a:lnTo>
                <a:lnTo>
                  <a:pt x="1001177" y="267616"/>
                </a:lnTo>
                <a:lnTo>
                  <a:pt x="1002258" y="260054"/>
                </a:lnTo>
                <a:lnTo>
                  <a:pt x="1002618" y="251773"/>
                </a:lnTo>
                <a:lnTo>
                  <a:pt x="1002618" y="51847"/>
                </a:lnTo>
                <a:lnTo>
                  <a:pt x="1002258" y="43566"/>
                </a:lnTo>
                <a:lnTo>
                  <a:pt x="1001177" y="36005"/>
                </a:lnTo>
                <a:lnTo>
                  <a:pt x="999377" y="29164"/>
                </a:lnTo>
                <a:lnTo>
                  <a:pt x="996857" y="23043"/>
                </a:lnTo>
                <a:lnTo>
                  <a:pt x="993616" y="17642"/>
                </a:lnTo>
                <a:lnTo>
                  <a:pt x="989656" y="12962"/>
                </a:lnTo>
                <a:lnTo>
                  <a:pt x="984975" y="9001"/>
                </a:lnTo>
                <a:lnTo>
                  <a:pt x="979574" y="5761"/>
                </a:lnTo>
                <a:lnTo>
                  <a:pt x="973453" y="3240"/>
                </a:lnTo>
                <a:lnTo>
                  <a:pt x="966612" y="1440"/>
                </a:lnTo>
                <a:lnTo>
                  <a:pt x="959051" y="360"/>
                </a:lnTo>
                <a:lnTo>
                  <a:pt x="950770" y="0"/>
                </a:lnTo>
                <a:lnTo>
                  <a:pt x="51848" y="0"/>
                </a:lnTo>
                <a:lnTo>
                  <a:pt x="43567" y="360"/>
                </a:lnTo>
                <a:lnTo>
                  <a:pt x="36006" y="1440"/>
                </a:lnTo>
                <a:lnTo>
                  <a:pt x="29165" y="3240"/>
                </a:lnTo>
                <a:lnTo>
                  <a:pt x="23044" y="5761"/>
                </a:lnTo>
                <a:lnTo>
                  <a:pt x="17643" y="9001"/>
                </a:lnTo>
                <a:lnTo>
                  <a:pt x="12962" y="12962"/>
                </a:lnTo>
                <a:lnTo>
                  <a:pt x="9002" y="17642"/>
                </a:lnTo>
                <a:lnTo>
                  <a:pt x="5761" y="23043"/>
                </a:lnTo>
                <a:lnTo>
                  <a:pt x="3241" y="29164"/>
                </a:lnTo>
                <a:lnTo>
                  <a:pt x="1440" y="36005"/>
                </a:lnTo>
                <a:lnTo>
                  <a:pt x="360" y="43566"/>
                </a:lnTo>
                <a:lnTo>
                  <a:pt x="0" y="51847"/>
                </a:lnTo>
                <a:lnTo>
                  <a:pt x="0" y="251773"/>
                </a:lnTo>
                <a:lnTo>
                  <a:pt x="360" y="260054"/>
                </a:lnTo>
                <a:lnTo>
                  <a:pt x="1440" y="267616"/>
                </a:lnTo>
                <a:lnTo>
                  <a:pt x="3241" y="274457"/>
                </a:lnTo>
                <a:lnTo>
                  <a:pt x="5761" y="280578"/>
                </a:lnTo>
                <a:lnTo>
                  <a:pt x="9002" y="285978"/>
                </a:lnTo>
                <a:lnTo>
                  <a:pt x="12962" y="290659"/>
                </a:lnTo>
                <a:lnTo>
                  <a:pt x="17643" y="294620"/>
                </a:lnTo>
                <a:lnTo>
                  <a:pt x="23044" y="297860"/>
                </a:lnTo>
                <a:lnTo>
                  <a:pt x="29165" y="300381"/>
                </a:lnTo>
                <a:lnTo>
                  <a:pt x="36006" y="302181"/>
                </a:lnTo>
                <a:lnTo>
                  <a:pt x="43567" y="303261"/>
                </a:lnTo>
                <a:lnTo>
                  <a:pt x="51848" y="303621"/>
                </a:lnTo>
                <a:close/>
              </a:path>
            </a:pathLst>
          </a:custGeom>
          <a:solidFill>
            <a:srgbClr val="FFF8EC">
              <a:alpha val="97000"/>
            </a:srgbClr>
          </a:solidFill>
          <a:ln w="31749">
            <a:solidFill>
              <a:srgbClr val="FF9500">
                <a:alpha val="9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46487" y="6091939"/>
            <a:ext cx="951744" cy="2705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74" b="0" i="0">
                <a:solidFill>
                  <a:srgbClr val="2B2B2B"/>
                </a:solidFill>
                <a:latin typeface="Times New Roman"/>
              </a:rPr>
              <a:t>4  Turn in</a:t>
            </a:r>
          </a:p>
        </p:txBody>
      </p:sp>
      <p:sp>
        <p:nvSpPr>
          <p:cNvPr id="52" name="Editable path 46"/>
          <p:cNvSpPr/>
          <p:nvPr/>
        </p:nvSpPr>
        <p:spPr>
          <a:xfrm>
            <a:off x="6146587" y="834495"/>
            <a:ext cx="302689" cy="1641411"/>
          </a:xfrm>
          <a:custGeom>
            <a:avLst/>
            <a:gdLst/>
            <a:ahLst/>
            <a:cxnLst/>
            <a:rect l="l" t="t" r="r" b="b"/>
            <a:pathLst>
              <a:path w="302689" h="1641411">
                <a:moveTo>
                  <a:pt x="302689" y="0"/>
                </a:moveTo>
                <a:lnTo>
                  <a:pt x="277047" y="139051"/>
                </a:lnTo>
                <a:lnTo>
                  <a:pt x="251481" y="277690"/>
                </a:lnTo>
                <a:lnTo>
                  <a:pt x="225991" y="415917"/>
                </a:lnTo>
                <a:lnTo>
                  <a:pt x="200577" y="553731"/>
                </a:lnTo>
                <a:lnTo>
                  <a:pt x="175239" y="691133"/>
                </a:lnTo>
                <a:lnTo>
                  <a:pt x="149977" y="828124"/>
                </a:lnTo>
                <a:lnTo>
                  <a:pt x="124791" y="964702"/>
                </a:lnTo>
                <a:lnTo>
                  <a:pt x="99681" y="1100868"/>
                </a:lnTo>
                <a:lnTo>
                  <a:pt x="74647" y="1236622"/>
                </a:lnTo>
                <a:lnTo>
                  <a:pt x="49689" y="1371964"/>
                </a:lnTo>
                <a:lnTo>
                  <a:pt x="24807" y="1506893"/>
                </a:lnTo>
                <a:lnTo>
                  <a:pt x="0" y="1641411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path 47"/>
          <p:cNvSpPr/>
          <p:nvPr/>
        </p:nvSpPr>
        <p:spPr>
          <a:xfrm>
            <a:off x="6118602" y="2379055"/>
            <a:ext cx="88675" cy="96851"/>
          </a:xfrm>
          <a:custGeom>
            <a:avLst/>
            <a:gdLst/>
            <a:ahLst/>
            <a:cxnLst/>
            <a:rect l="l" t="t" r="r" b="b"/>
            <a:pathLst>
              <a:path w="88675" h="96851">
                <a:moveTo>
                  <a:pt x="88675" y="16352"/>
                </a:moveTo>
                <a:lnTo>
                  <a:pt x="27985" y="96851"/>
                </a:lnTo>
                <a:lnTo>
                  <a:pt x="0" y="0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path 48"/>
          <p:cNvSpPr/>
          <p:nvPr/>
        </p:nvSpPr>
        <p:spPr>
          <a:xfrm>
            <a:off x="5905951" y="451108"/>
            <a:ext cx="1171785" cy="305109"/>
          </a:xfrm>
          <a:custGeom>
            <a:avLst/>
            <a:gdLst/>
            <a:ahLst/>
            <a:cxnLst/>
            <a:rect l="l" t="t" r="r" b="b"/>
            <a:pathLst>
              <a:path w="1171785" h="305109">
                <a:moveTo>
                  <a:pt x="51848" y="305109"/>
                </a:moveTo>
                <a:lnTo>
                  <a:pt x="1119937" y="305109"/>
                </a:lnTo>
                <a:lnTo>
                  <a:pt x="1128219" y="304749"/>
                </a:lnTo>
                <a:lnTo>
                  <a:pt x="1135780" y="303669"/>
                </a:lnTo>
                <a:lnTo>
                  <a:pt x="1142621" y="301868"/>
                </a:lnTo>
                <a:lnTo>
                  <a:pt x="1148742" y="299348"/>
                </a:lnTo>
                <a:lnTo>
                  <a:pt x="1154142" y="296108"/>
                </a:lnTo>
                <a:lnTo>
                  <a:pt x="1158823" y="292147"/>
                </a:lnTo>
                <a:lnTo>
                  <a:pt x="1162784" y="287466"/>
                </a:lnTo>
                <a:lnTo>
                  <a:pt x="1166024" y="282066"/>
                </a:lnTo>
                <a:lnTo>
                  <a:pt x="1168544" y="275945"/>
                </a:lnTo>
                <a:lnTo>
                  <a:pt x="1170345" y="269104"/>
                </a:lnTo>
                <a:lnTo>
                  <a:pt x="1171425" y="261542"/>
                </a:lnTo>
                <a:lnTo>
                  <a:pt x="1171785" y="253261"/>
                </a:lnTo>
                <a:lnTo>
                  <a:pt x="1171785" y="51847"/>
                </a:lnTo>
                <a:lnTo>
                  <a:pt x="1171425" y="43566"/>
                </a:lnTo>
                <a:lnTo>
                  <a:pt x="1170345" y="36005"/>
                </a:lnTo>
                <a:lnTo>
                  <a:pt x="1168544" y="29164"/>
                </a:lnTo>
                <a:lnTo>
                  <a:pt x="1166024" y="23043"/>
                </a:lnTo>
                <a:lnTo>
                  <a:pt x="1162784" y="17642"/>
                </a:lnTo>
                <a:lnTo>
                  <a:pt x="1158823" y="12961"/>
                </a:lnTo>
                <a:lnTo>
                  <a:pt x="1154142" y="9001"/>
                </a:lnTo>
                <a:lnTo>
                  <a:pt x="1148742" y="5760"/>
                </a:lnTo>
                <a:lnTo>
                  <a:pt x="1142621" y="3240"/>
                </a:lnTo>
                <a:lnTo>
                  <a:pt x="1135780" y="1440"/>
                </a:lnTo>
                <a:lnTo>
                  <a:pt x="1128219" y="360"/>
                </a:lnTo>
                <a:lnTo>
                  <a:pt x="1119937" y="0"/>
                </a:lnTo>
                <a:lnTo>
                  <a:pt x="51848" y="0"/>
                </a:lnTo>
                <a:lnTo>
                  <a:pt x="43566" y="360"/>
                </a:lnTo>
                <a:lnTo>
                  <a:pt x="36005" y="1440"/>
                </a:lnTo>
                <a:lnTo>
                  <a:pt x="29164" y="3240"/>
                </a:lnTo>
                <a:lnTo>
                  <a:pt x="23043" y="5760"/>
                </a:lnTo>
                <a:lnTo>
                  <a:pt x="17643" y="9001"/>
                </a:lnTo>
                <a:lnTo>
                  <a:pt x="12962" y="12961"/>
                </a:lnTo>
                <a:lnTo>
                  <a:pt x="9001" y="17642"/>
                </a:lnTo>
                <a:lnTo>
                  <a:pt x="5761" y="23043"/>
                </a:lnTo>
                <a:lnTo>
                  <a:pt x="3241" y="29164"/>
                </a:lnTo>
                <a:lnTo>
                  <a:pt x="1440" y="36005"/>
                </a:lnTo>
                <a:lnTo>
                  <a:pt x="360" y="43566"/>
                </a:lnTo>
                <a:lnTo>
                  <a:pt x="0" y="51847"/>
                </a:lnTo>
                <a:lnTo>
                  <a:pt x="0" y="253261"/>
                </a:lnTo>
                <a:lnTo>
                  <a:pt x="360" y="261542"/>
                </a:lnTo>
                <a:lnTo>
                  <a:pt x="1440" y="269104"/>
                </a:lnTo>
                <a:lnTo>
                  <a:pt x="3241" y="275945"/>
                </a:lnTo>
                <a:lnTo>
                  <a:pt x="5761" y="282066"/>
                </a:lnTo>
                <a:lnTo>
                  <a:pt x="9001" y="287466"/>
                </a:lnTo>
                <a:lnTo>
                  <a:pt x="12962" y="292147"/>
                </a:lnTo>
                <a:lnTo>
                  <a:pt x="17643" y="296108"/>
                </a:lnTo>
                <a:lnTo>
                  <a:pt x="23043" y="299348"/>
                </a:lnTo>
                <a:lnTo>
                  <a:pt x="29164" y="301868"/>
                </a:lnTo>
                <a:lnTo>
                  <a:pt x="36005" y="303669"/>
                </a:lnTo>
                <a:lnTo>
                  <a:pt x="43566" y="304749"/>
                </a:lnTo>
                <a:lnTo>
                  <a:pt x="51848" y="305109"/>
                </a:lnTo>
                <a:close/>
              </a:path>
            </a:pathLst>
          </a:custGeom>
          <a:solidFill>
            <a:srgbClr val="FFF8EC">
              <a:alpha val="97000"/>
            </a:srgbClr>
          </a:solidFill>
          <a:ln w="31749">
            <a:solidFill>
              <a:srgbClr val="FF9500">
                <a:alpha val="9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57798" y="471202"/>
            <a:ext cx="1120587" cy="2705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74" b="0" i="0">
                <a:solidFill>
                  <a:srgbClr val="2B2B2B"/>
                </a:solidFill>
                <a:latin typeface="Times New Roman"/>
              </a:rPr>
              <a:t>5  Doorway</a:t>
            </a:r>
          </a:p>
        </p:txBody>
      </p:sp>
      <p:sp>
        <p:nvSpPr>
          <p:cNvPr id="56" name="Editable path 49"/>
          <p:cNvSpPr/>
          <p:nvPr/>
        </p:nvSpPr>
        <p:spPr>
          <a:xfrm>
            <a:off x="8259709" y="2020440"/>
            <a:ext cx="718345" cy="3499306"/>
          </a:xfrm>
          <a:custGeom>
            <a:avLst/>
            <a:gdLst/>
            <a:ahLst/>
            <a:cxnLst/>
            <a:rect l="l" t="t" r="r" b="b"/>
            <a:pathLst>
              <a:path w="718345" h="3499306">
                <a:moveTo>
                  <a:pt x="718345" y="3499306"/>
                </a:moveTo>
                <a:lnTo>
                  <a:pt x="658019" y="3205439"/>
                </a:lnTo>
                <a:lnTo>
                  <a:pt x="597778" y="2911983"/>
                </a:lnTo>
                <a:lnTo>
                  <a:pt x="537621" y="2618937"/>
                </a:lnTo>
                <a:lnTo>
                  <a:pt x="477548" y="2326302"/>
                </a:lnTo>
                <a:lnTo>
                  <a:pt x="417560" y="2034078"/>
                </a:lnTo>
                <a:lnTo>
                  <a:pt x="357655" y="1742264"/>
                </a:lnTo>
                <a:lnTo>
                  <a:pt x="297836" y="1450860"/>
                </a:lnTo>
                <a:lnTo>
                  <a:pt x="238100" y="1159867"/>
                </a:lnTo>
                <a:lnTo>
                  <a:pt x="178449" y="869285"/>
                </a:lnTo>
                <a:lnTo>
                  <a:pt x="118881" y="579113"/>
                </a:lnTo>
                <a:lnTo>
                  <a:pt x="59399" y="289351"/>
                </a:lnTo>
                <a:lnTo>
                  <a:pt x="0" y="0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path 50"/>
          <p:cNvSpPr/>
          <p:nvPr/>
        </p:nvSpPr>
        <p:spPr>
          <a:xfrm>
            <a:off x="8233677" y="2020440"/>
            <a:ext cx="88328" cy="97395"/>
          </a:xfrm>
          <a:custGeom>
            <a:avLst/>
            <a:gdLst/>
            <a:ahLst/>
            <a:cxnLst/>
            <a:rect l="l" t="t" r="r" b="b"/>
            <a:pathLst>
              <a:path w="88328" h="97395">
                <a:moveTo>
                  <a:pt x="0" y="97395"/>
                </a:moveTo>
                <a:lnTo>
                  <a:pt x="26032" y="0"/>
                </a:lnTo>
                <a:lnTo>
                  <a:pt x="88328" y="79262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path 51"/>
          <p:cNvSpPr/>
          <p:nvPr/>
        </p:nvSpPr>
        <p:spPr>
          <a:xfrm>
            <a:off x="8398177" y="5597825"/>
            <a:ext cx="1254137" cy="303621"/>
          </a:xfrm>
          <a:custGeom>
            <a:avLst/>
            <a:gdLst/>
            <a:ahLst/>
            <a:cxnLst/>
            <a:rect l="l" t="t" r="r" b="b"/>
            <a:pathLst>
              <a:path w="1254137" h="303621">
                <a:moveTo>
                  <a:pt x="51848" y="303621"/>
                </a:moveTo>
                <a:lnTo>
                  <a:pt x="1202289" y="303621"/>
                </a:lnTo>
                <a:lnTo>
                  <a:pt x="1210571" y="303261"/>
                </a:lnTo>
                <a:lnTo>
                  <a:pt x="1218132" y="302181"/>
                </a:lnTo>
                <a:lnTo>
                  <a:pt x="1224973" y="300381"/>
                </a:lnTo>
                <a:lnTo>
                  <a:pt x="1231094" y="297860"/>
                </a:lnTo>
                <a:lnTo>
                  <a:pt x="1236495" y="294620"/>
                </a:lnTo>
                <a:lnTo>
                  <a:pt x="1241175" y="290659"/>
                </a:lnTo>
                <a:lnTo>
                  <a:pt x="1245136" y="285979"/>
                </a:lnTo>
                <a:lnTo>
                  <a:pt x="1248376" y="280578"/>
                </a:lnTo>
                <a:lnTo>
                  <a:pt x="1250897" y="274457"/>
                </a:lnTo>
                <a:lnTo>
                  <a:pt x="1252697" y="267616"/>
                </a:lnTo>
                <a:lnTo>
                  <a:pt x="1253777" y="260055"/>
                </a:lnTo>
                <a:lnTo>
                  <a:pt x="1254137" y="251773"/>
                </a:lnTo>
                <a:lnTo>
                  <a:pt x="1254137" y="51848"/>
                </a:lnTo>
                <a:lnTo>
                  <a:pt x="1253777" y="43566"/>
                </a:lnTo>
                <a:lnTo>
                  <a:pt x="1252697" y="36005"/>
                </a:lnTo>
                <a:lnTo>
                  <a:pt x="1250897" y="29164"/>
                </a:lnTo>
                <a:lnTo>
                  <a:pt x="1248376" y="23043"/>
                </a:lnTo>
                <a:lnTo>
                  <a:pt x="1245136" y="17643"/>
                </a:lnTo>
                <a:lnTo>
                  <a:pt x="1241175" y="12962"/>
                </a:lnTo>
                <a:lnTo>
                  <a:pt x="1236495" y="9001"/>
                </a:lnTo>
                <a:lnTo>
                  <a:pt x="1231094" y="5761"/>
                </a:lnTo>
                <a:lnTo>
                  <a:pt x="1224973" y="3241"/>
                </a:lnTo>
                <a:lnTo>
                  <a:pt x="1218132" y="1440"/>
                </a:lnTo>
                <a:lnTo>
                  <a:pt x="1210571" y="360"/>
                </a:lnTo>
                <a:lnTo>
                  <a:pt x="1202289" y="0"/>
                </a:lnTo>
                <a:lnTo>
                  <a:pt x="51848" y="0"/>
                </a:lnTo>
                <a:lnTo>
                  <a:pt x="43567" y="360"/>
                </a:lnTo>
                <a:lnTo>
                  <a:pt x="36006" y="1440"/>
                </a:lnTo>
                <a:lnTo>
                  <a:pt x="29165" y="3241"/>
                </a:lnTo>
                <a:lnTo>
                  <a:pt x="23044" y="5761"/>
                </a:lnTo>
                <a:lnTo>
                  <a:pt x="17643" y="9001"/>
                </a:lnTo>
                <a:lnTo>
                  <a:pt x="12962" y="12962"/>
                </a:lnTo>
                <a:lnTo>
                  <a:pt x="9002" y="17643"/>
                </a:lnTo>
                <a:lnTo>
                  <a:pt x="5761" y="23043"/>
                </a:lnTo>
                <a:lnTo>
                  <a:pt x="3241" y="29164"/>
                </a:lnTo>
                <a:lnTo>
                  <a:pt x="1441" y="36005"/>
                </a:lnTo>
                <a:lnTo>
                  <a:pt x="360" y="43566"/>
                </a:lnTo>
                <a:lnTo>
                  <a:pt x="0" y="51848"/>
                </a:lnTo>
                <a:lnTo>
                  <a:pt x="0" y="251773"/>
                </a:lnTo>
                <a:lnTo>
                  <a:pt x="360" y="260055"/>
                </a:lnTo>
                <a:lnTo>
                  <a:pt x="1441" y="267616"/>
                </a:lnTo>
                <a:lnTo>
                  <a:pt x="3241" y="274457"/>
                </a:lnTo>
                <a:lnTo>
                  <a:pt x="5761" y="280578"/>
                </a:lnTo>
                <a:lnTo>
                  <a:pt x="9002" y="285979"/>
                </a:lnTo>
                <a:lnTo>
                  <a:pt x="12962" y="290659"/>
                </a:lnTo>
                <a:lnTo>
                  <a:pt x="17643" y="294620"/>
                </a:lnTo>
                <a:lnTo>
                  <a:pt x="23044" y="297860"/>
                </a:lnTo>
                <a:lnTo>
                  <a:pt x="29165" y="300381"/>
                </a:lnTo>
                <a:lnTo>
                  <a:pt x="36006" y="302181"/>
                </a:lnTo>
                <a:lnTo>
                  <a:pt x="43567" y="303261"/>
                </a:lnTo>
                <a:lnTo>
                  <a:pt x="51848" y="303621"/>
                </a:lnTo>
                <a:close/>
              </a:path>
            </a:pathLst>
          </a:custGeom>
          <a:solidFill>
            <a:srgbClr val="FFF8EC">
              <a:alpha val="97000"/>
            </a:srgbClr>
          </a:solidFill>
          <a:ln w="31749">
            <a:solidFill>
              <a:srgbClr val="FF9500">
                <a:alpha val="9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50025" y="5616927"/>
            <a:ext cx="1201965" cy="2705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74" b="0" i="0">
                <a:solidFill>
                  <a:srgbClr val="2B2B2B"/>
                </a:solidFill>
                <a:latin typeface="Times New Roman"/>
              </a:rPr>
              <a:t>6  Turn back</a:t>
            </a:r>
          </a:p>
        </p:txBody>
      </p:sp>
      <p:sp>
        <p:nvSpPr>
          <p:cNvPr id="60" name="Editable path 52"/>
          <p:cNvSpPr/>
          <p:nvPr/>
        </p:nvSpPr>
        <p:spPr>
          <a:xfrm>
            <a:off x="8937308" y="875646"/>
            <a:ext cx="1977533" cy="938462"/>
          </a:xfrm>
          <a:custGeom>
            <a:avLst/>
            <a:gdLst/>
            <a:ahLst/>
            <a:cxnLst/>
            <a:rect l="l" t="t" r="r" b="b"/>
            <a:pathLst>
              <a:path w="1977533" h="938462">
                <a:moveTo>
                  <a:pt x="1977533" y="0"/>
                </a:moveTo>
                <a:lnTo>
                  <a:pt x="1810657" y="79193"/>
                </a:lnTo>
                <a:lnTo>
                  <a:pt x="1644158" y="158207"/>
                </a:lnTo>
                <a:lnTo>
                  <a:pt x="1478039" y="237041"/>
                </a:lnTo>
                <a:lnTo>
                  <a:pt x="1312298" y="315695"/>
                </a:lnTo>
                <a:lnTo>
                  <a:pt x="1146935" y="394170"/>
                </a:lnTo>
                <a:lnTo>
                  <a:pt x="981952" y="472465"/>
                </a:lnTo>
                <a:lnTo>
                  <a:pt x="817347" y="550580"/>
                </a:lnTo>
                <a:lnTo>
                  <a:pt x="653120" y="628516"/>
                </a:lnTo>
                <a:lnTo>
                  <a:pt x="489272" y="706272"/>
                </a:lnTo>
                <a:lnTo>
                  <a:pt x="325803" y="783848"/>
                </a:lnTo>
                <a:lnTo>
                  <a:pt x="162712" y="861245"/>
                </a:lnTo>
                <a:lnTo>
                  <a:pt x="0" y="938462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path 53"/>
          <p:cNvSpPr/>
          <p:nvPr/>
        </p:nvSpPr>
        <p:spPr>
          <a:xfrm>
            <a:off x="8937308" y="1734718"/>
            <a:ext cx="100792" cy="81462"/>
          </a:xfrm>
          <a:custGeom>
            <a:avLst/>
            <a:gdLst/>
            <a:ahLst/>
            <a:cxnLst/>
            <a:rect l="l" t="t" r="r" b="b"/>
            <a:pathLst>
              <a:path w="100792" h="81462">
                <a:moveTo>
                  <a:pt x="100792" y="81462"/>
                </a:moveTo>
                <a:lnTo>
                  <a:pt x="0" y="79390"/>
                </a:lnTo>
                <a:lnTo>
                  <a:pt x="62133" y="0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path 54"/>
          <p:cNvSpPr/>
          <p:nvPr/>
        </p:nvSpPr>
        <p:spPr>
          <a:xfrm>
            <a:off x="10936167" y="531020"/>
            <a:ext cx="769950" cy="303622"/>
          </a:xfrm>
          <a:custGeom>
            <a:avLst/>
            <a:gdLst/>
            <a:ahLst/>
            <a:cxnLst/>
            <a:rect l="l" t="t" r="r" b="b"/>
            <a:pathLst>
              <a:path w="769950" h="303622">
                <a:moveTo>
                  <a:pt x="51848" y="303622"/>
                </a:moveTo>
                <a:lnTo>
                  <a:pt x="718102" y="303622"/>
                </a:lnTo>
                <a:lnTo>
                  <a:pt x="726383" y="303262"/>
                </a:lnTo>
                <a:lnTo>
                  <a:pt x="733944" y="302182"/>
                </a:lnTo>
                <a:lnTo>
                  <a:pt x="740785" y="300381"/>
                </a:lnTo>
                <a:lnTo>
                  <a:pt x="746906" y="297861"/>
                </a:lnTo>
                <a:lnTo>
                  <a:pt x="752307" y="294620"/>
                </a:lnTo>
                <a:lnTo>
                  <a:pt x="756987" y="290660"/>
                </a:lnTo>
                <a:lnTo>
                  <a:pt x="760948" y="285979"/>
                </a:lnTo>
                <a:lnTo>
                  <a:pt x="764189" y="280578"/>
                </a:lnTo>
                <a:lnTo>
                  <a:pt x="766709" y="274457"/>
                </a:lnTo>
                <a:lnTo>
                  <a:pt x="768509" y="267616"/>
                </a:lnTo>
                <a:lnTo>
                  <a:pt x="769589" y="260055"/>
                </a:lnTo>
                <a:lnTo>
                  <a:pt x="769950" y="251774"/>
                </a:lnTo>
                <a:lnTo>
                  <a:pt x="769950" y="51848"/>
                </a:lnTo>
                <a:lnTo>
                  <a:pt x="769589" y="43567"/>
                </a:lnTo>
                <a:lnTo>
                  <a:pt x="768509" y="36006"/>
                </a:lnTo>
                <a:lnTo>
                  <a:pt x="766709" y="29165"/>
                </a:lnTo>
                <a:lnTo>
                  <a:pt x="764189" y="23044"/>
                </a:lnTo>
                <a:lnTo>
                  <a:pt x="760948" y="17643"/>
                </a:lnTo>
                <a:lnTo>
                  <a:pt x="756987" y="12962"/>
                </a:lnTo>
                <a:lnTo>
                  <a:pt x="752307" y="9002"/>
                </a:lnTo>
                <a:lnTo>
                  <a:pt x="746906" y="5761"/>
                </a:lnTo>
                <a:lnTo>
                  <a:pt x="740785" y="3241"/>
                </a:lnTo>
                <a:lnTo>
                  <a:pt x="733944" y="1441"/>
                </a:lnTo>
                <a:lnTo>
                  <a:pt x="726383" y="360"/>
                </a:lnTo>
                <a:lnTo>
                  <a:pt x="718102" y="0"/>
                </a:lnTo>
                <a:lnTo>
                  <a:pt x="51848" y="0"/>
                </a:lnTo>
                <a:lnTo>
                  <a:pt x="43567" y="360"/>
                </a:lnTo>
                <a:lnTo>
                  <a:pt x="36005" y="1441"/>
                </a:lnTo>
                <a:lnTo>
                  <a:pt x="29164" y="3241"/>
                </a:lnTo>
                <a:lnTo>
                  <a:pt x="23043" y="5761"/>
                </a:lnTo>
                <a:lnTo>
                  <a:pt x="17642" y="9002"/>
                </a:lnTo>
                <a:lnTo>
                  <a:pt x="12962" y="12962"/>
                </a:lnTo>
                <a:lnTo>
                  <a:pt x="9001" y="17643"/>
                </a:lnTo>
                <a:lnTo>
                  <a:pt x="5760" y="23044"/>
                </a:lnTo>
                <a:lnTo>
                  <a:pt x="3240" y="29165"/>
                </a:lnTo>
                <a:lnTo>
                  <a:pt x="1440" y="36006"/>
                </a:lnTo>
                <a:lnTo>
                  <a:pt x="360" y="43567"/>
                </a:lnTo>
                <a:lnTo>
                  <a:pt x="0" y="51848"/>
                </a:lnTo>
                <a:lnTo>
                  <a:pt x="0" y="251774"/>
                </a:lnTo>
                <a:lnTo>
                  <a:pt x="360" y="260055"/>
                </a:lnTo>
                <a:lnTo>
                  <a:pt x="1440" y="267616"/>
                </a:lnTo>
                <a:lnTo>
                  <a:pt x="3240" y="274457"/>
                </a:lnTo>
                <a:lnTo>
                  <a:pt x="5760" y="280578"/>
                </a:lnTo>
                <a:lnTo>
                  <a:pt x="9001" y="285979"/>
                </a:lnTo>
                <a:lnTo>
                  <a:pt x="12962" y="290660"/>
                </a:lnTo>
                <a:lnTo>
                  <a:pt x="17642" y="294620"/>
                </a:lnTo>
                <a:lnTo>
                  <a:pt x="23043" y="297861"/>
                </a:lnTo>
                <a:lnTo>
                  <a:pt x="29164" y="300381"/>
                </a:lnTo>
                <a:lnTo>
                  <a:pt x="36005" y="302182"/>
                </a:lnTo>
                <a:lnTo>
                  <a:pt x="43567" y="303262"/>
                </a:lnTo>
                <a:lnTo>
                  <a:pt x="51848" y="303622"/>
                </a:lnTo>
                <a:close/>
              </a:path>
            </a:pathLst>
          </a:custGeom>
          <a:solidFill>
            <a:srgbClr val="FFF8EC">
              <a:alpha val="97000"/>
            </a:srgbClr>
          </a:solidFill>
          <a:ln w="31749">
            <a:solidFill>
              <a:srgbClr val="FF9500">
                <a:alpha val="9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988015" y="550123"/>
            <a:ext cx="720006" cy="2705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74" b="0" i="0">
                <a:solidFill>
                  <a:srgbClr val="2B2B2B"/>
                </a:solidFill>
                <a:latin typeface="Times New Roman"/>
              </a:rPr>
              <a:t>7  Goal</a:t>
            </a:r>
          </a:p>
        </p:txBody>
      </p:sp>
      <p:sp>
        <p:nvSpPr>
          <p:cNvPr id="64" name="Editable path 55"/>
          <p:cNvSpPr/>
          <p:nvPr/>
        </p:nvSpPr>
        <p:spPr>
          <a:xfrm>
            <a:off x="5702774" y="2666693"/>
            <a:ext cx="1023957" cy="228223"/>
          </a:xfrm>
          <a:custGeom>
            <a:avLst/>
            <a:gdLst/>
            <a:ahLst/>
            <a:cxnLst/>
            <a:rect l="l" t="t" r="r" b="b"/>
            <a:pathLst>
              <a:path w="1023957" h="228223">
                <a:moveTo>
                  <a:pt x="29528" y="228223"/>
                </a:moveTo>
                <a:lnTo>
                  <a:pt x="994430" y="228223"/>
                </a:lnTo>
                <a:lnTo>
                  <a:pt x="999146" y="228018"/>
                </a:lnTo>
                <a:lnTo>
                  <a:pt x="1003452" y="227403"/>
                </a:lnTo>
                <a:lnTo>
                  <a:pt x="1007348" y="226378"/>
                </a:lnTo>
                <a:lnTo>
                  <a:pt x="1010834" y="224942"/>
                </a:lnTo>
                <a:lnTo>
                  <a:pt x="1013910" y="223097"/>
                </a:lnTo>
                <a:lnTo>
                  <a:pt x="1016575" y="220841"/>
                </a:lnTo>
                <a:lnTo>
                  <a:pt x="1018831" y="218176"/>
                </a:lnTo>
                <a:lnTo>
                  <a:pt x="1020676" y="215100"/>
                </a:lnTo>
                <a:lnTo>
                  <a:pt x="1022112" y="211614"/>
                </a:lnTo>
                <a:lnTo>
                  <a:pt x="1023137" y="207718"/>
                </a:lnTo>
                <a:lnTo>
                  <a:pt x="1023752" y="203412"/>
                </a:lnTo>
                <a:lnTo>
                  <a:pt x="1023957" y="198696"/>
                </a:lnTo>
                <a:lnTo>
                  <a:pt x="1023957" y="29528"/>
                </a:lnTo>
                <a:lnTo>
                  <a:pt x="1023752" y="24812"/>
                </a:lnTo>
                <a:lnTo>
                  <a:pt x="1023137" y="20505"/>
                </a:lnTo>
                <a:lnTo>
                  <a:pt x="1022112" y="16610"/>
                </a:lnTo>
                <a:lnTo>
                  <a:pt x="1020676" y="13124"/>
                </a:lnTo>
                <a:lnTo>
                  <a:pt x="1018831" y="10048"/>
                </a:lnTo>
                <a:lnTo>
                  <a:pt x="1016575" y="7382"/>
                </a:lnTo>
                <a:lnTo>
                  <a:pt x="1013910" y="5127"/>
                </a:lnTo>
                <a:lnTo>
                  <a:pt x="1010834" y="3281"/>
                </a:lnTo>
                <a:lnTo>
                  <a:pt x="1007348" y="1846"/>
                </a:lnTo>
                <a:lnTo>
                  <a:pt x="1003452" y="821"/>
                </a:lnTo>
                <a:lnTo>
                  <a:pt x="999146" y="205"/>
                </a:lnTo>
                <a:lnTo>
                  <a:pt x="994430" y="0"/>
                </a:lnTo>
                <a:lnTo>
                  <a:pt x="29528" y="0"/>
                </a:lnTo>
                <a:lnTo>
                  <a:pt x="24812" y="205"/>
                </a:lnTo>
                <a:lnTo>
                  <a:pt x="20505" y="821"/>
                </a:lnTo>
                <a:lnTo>
                  <a:pt x="16609" y="1846"/>
                </a:lnTo>
                <a:lnTo>
                  <a:pt x="13123" y="3281"/>
                </a:lnTo>
                <a:lnTo>
                  <a:pt x="10048" y="5127"/>
                </a:lnTo>
                <a:lnTo>
                  <a:pt x="7382" y="7382"/>
                </a:lnTo>
                <a:lnTo>
                  <a:pt x="5126" y="10048"/>
                </a:lnTo>
                <a:lnTo>
                  <a:pt x="3281" y="13124"/>
                </a:lnTo>
                <a:lnTo>
                  <a:pt x="1846" y="16610"/>
                </a:lnTo>
                <a:lnTo>
                  <a:pt x="820" y="20505"/>
                </a:lnTo>
                <a:lnTo>
                  <a:pt x="205" y="24812"/>
                </a:lnTo>
                <a:lnTo>
                  <a:pt x="0" y="29528"/>
                </a:lnTo>
                <a:lnTo>
                  <a:pt x="0" y="198696"/>
                </a:lnTo>
                <a:lnTo>
                  <a:pt x="205" y="203412"/>
                </a:lnTo>
                <a:lnTo>
                  <a:pt x="820" y="207718"/>
                </a:lnTo>
                <a:lnTo>
                  <a:pt x="1846" y="211614"/>
                </a:lnTo>
                <a:lnTo>
                  <a:pt x="3281" y="215100"/>
                </a:lnTo>
                <a:lnTo>
                  <a:pt x="5126" y="218176"/>
                </a:lnTo>
                <a:lnTo>
                  <a:pt x="7382" y="220841"/>
                </a:lnTo>
                <a:lnTo>
                  <a:pt x="10048" y="223097"/>
                </a:lnTo>
                <a:lnTo>
                  <a:pt x="13123" y="224942"/>
                </a:lnTo>
                <a:lnTo>
                  <a:pt x="16609" y="226378"/>
                </a:lnTo>
                <a:lnTo>
                  <a:pt x="20505" y="227403"/>
                </a:lnTo>
                <a:lnTo>
                  <a:pt x="24812" y="228018"/>
                </a:lnTo>
                <a:lnTo>
                  <a:pt x="29528" y="228223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732301" y="2665041"/>
            <a:ext cx="1006494" cy="2362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49" b="0" i="1">
                <a:solidFill>
                  <a:srgbClr val="2B2B2B"/>
                </a:solidFill>
                <a:latin typeface="Times New Roman"/>
              </a:rPr>
              <a:t>Shared load</a:t>
            </a:r>
          </a:p>
        </p:txBody>
      </p:sp>
      <p:sp>
        <p:nvSpPr>
          <p:cNvPr id="66" name="Editable path 56"/>
          <p:cNvSpPr/>
          <p:nvPr/>
        </p:nvSpPr>
        <p:spPr>
          <a:xfrm>
            <a:off x="2476677" y="4687608"/>
            <a:ext cx="155542" cy="155542"/>
          </a:xfrm>
          <a:custGeom>
            <a:avLst/>
            <a:gdLst/>
            <a:ahLst/>
            <a:cxnLst/>
            <a:rect l="l" t="t" r="r" b="b"/>
            <a:pathLst>
              <a:path w="155542" h="155542">
                <a:moveTo>
                  <a:pt x="77771" y="155542"/>
                </a:moveTo>
                <a:lnTo>
                  <a:pt x="82907" y="155373"/>
                </a:lnTo>
                <a:lnTo>
                  <a:pt x="87993" y="154868"/>
                </a:lnTo>
                <a:lnTo>
                  <a:pt x="93014" y="154034"/>
                </a:lnTo>
                <a:lnTo>
                  <a:pt x="97954" y="152878"/>
                </a:lnTo>
                <a:lnTo>
                  <a:pt x="102799" y="151405"/>
                </a:lnTo>
                <a:lnTo>
                  <a:pt x="107533" y="149622"/>
                </a:lnTo>
                <a:lnTo>
                  <a:pt x="112141" y="147536"/>
                </a:lnTo>
                <a:lnTo>
                  <a:pt x="116608" y="145151"/>
                </a:lnTo>
                <a:lnTo>
                  <a:pt x="120919" y="142476"/>
                </a:lnTo>
                <a:lnTo>
                  <a:pt x="125059" y="139515"/>
                </a:lnTo>
                <a:lnTo>
                  <a:pt x="129012" y="136276"/>
                </a:lnTo>
                <a:lnTo>
                  <a:pt x="132764" y="132764"/>
                </a:lnTo>
                <a:lnTo>
                  <a:pt x="136276" y="129012"/>
                </a:lnTo>
                <a:lnTo>
                  <a:pt x="139515" y="125059"/>
                </a:lnTo>
                <a:lnTo>
                  <a:pt x="142476" y="120919"/>
                </a:lnTo>
                <a:lnTo>
                  <a:pt x="145151" y="116608"/>
                </a:lnTo>
                <a:lnTo>
                  <a:pt x="147535" y="112141"/>
                </a:lnTo>
                <a:lnTo>
                  <a:pt x="149622" y="107533"/>
                </a:lnTo>
                <a:lnTo>
                  <a:pt x="151405" y="102799"/>
                </a:lnTo>
                <a:lnTo>
                  <a:pt x="152878" y="97955"/>
                </a:lnTo>
                <a:lnTo>
                  <a:pt x="154034" y="93014"/>
                </a:lnTo>
                <a:lnTo>
                  <a:pt x="154868" y="87994"/>
                </a:lnTo>
                <a:lnTo>
                  <a:pt x="155373" y="82908"/>
                </a:lnTo>
                <a:lnTo>
                  <a:pt x="155542" y="77771"/>
                </a:lnTo>
                <a:lnTo>
                  <a:pt x="155373" y="72635"/>
                </a:lnTo>
                <a:lnTo>
                  <a:pt x="154868" y="67549"/>
                </a:lnTo>
                <a:lnTo>
                  <a:pt x="154034" y="62529"/>
                </a:lnTo>
                <a:lnTo>
                  <a:pt x="152878" y="57588"/>
                </a:lnTo>
                <a:lnTo>
                  <a:pt x="151405" y="52744"/>
                </a:lnTo>
                <a:lnTo>
                  <a:pt x="149622" y="48010"/>
                </a:lnTo>
                <a:lnTo>
                  <a:pt x="147535" y="43402"/>
                </a:lnTo>
                <a:lnTo>
                  <a:pt x="145151" y="38935"/>
                </a:lnTo>
                <a:lnTo>
                  <a:pt x="142476" y="34624"/>
                </a:lnTo>
                <a:lnTo>
                  <a:pt x="139515" y="30484"/>
                </a:lnTo>
                <a:lnTo>
                  <a:pt x="136276" y="26531"/>
                </a:lnTo>
                <a:lnTo>
                  <a:pt x="132764" y="22779"/>
                </a:lnTo>
                <a:lnTo>
                  <a:pt x="129012" y="19267"/>
                </a:lnTo>
                <a:lnTo>
                  <a:pt x="125059" y="16028"/>
                </a:lnTo>
                <a:lnTo>
                  <a:pt x="120919" y="13067"/>
                </a:lnTo>
                <a:lnTo>
                  <a:pt x="116608" y="10391"/>
                </a:lnTo>
                <a:lnTo>
                  <a:pt x="112141" y="8007"/>
                </a:lnTo>
                <a:lnTo>
                  <a:pt x="107533" y="5920"/>
                </a:lnTo>
                <a:lnTo>
                  <a:pt x="102799" y="4138"/>
                </a:lnTo>
                <a:lnTo>
                  <a:pt x="97954" y="2665"/>
                </a:lnTo>
                <a:lnTo>
                  <a:pt x="93014" y="1508"/>
                </a:lnTo>
                <a:lnTo>
                  <a:pt x="87993" y="675"/>
                </a:lnTo>
                <a:lnTo>
                  <a:pt x="82907" y="170"/>
                </a:lnTo>
                <a:lnTo>
                  <a:pt x="77771" y="0"/>
                </a:lnTo>
                <a:lnTo>
                  <a:pt x="72635" y="170"/>
                </a:lnTo>
                <a:lnTo>
                  <a:pt x="67549" y="675"/>
                </a:lnTo>
                <a:lnTo>
                  <a:pt x="62528" y="1508"/>
                </a:lnTo>
                <a:lnTo>
                  <a:pt x="57588" y="2665"/>
                </a:lnTo>
                <a:lnTo>
                  <a:pt x="52743" y="4138"/>
                </a:lnTo>
                <a:lnTo>
                  <a:pt x="48009" y="5920"/>
                </a:lnTo>
                <a:lnTo>
                  <a:pt x="43401" y="8007"/>
                </a:lnTo>
                <a:lnTo>
                  <a:pt x="38934" y="10391"/>
                </a:lnTo>
                <a:lnTo>
                  <a:pt x="34623" y="13067"/>
                </a:lnTo>
                <a:lnTo>
                  <a:pt x="30484" y="16028"/>
                </a:lnTo>
                <a:lnTo>
                  <a:pt x="26530" y="19267"/>
                </a:lnTo>
                <a:lnTo>
                  <a:pt x="22779" y="22779"/>
                </a:lnTo>
                <a:lnTo>
                  <a:pt x="19267" y="26531"/>
                </a:lnTo>
                <a:lnTo>
                  <a:pt x="16027" y="30484"/>
                </a:lnTo>
                <a:lnTo>
                  <a:pt x="13067" y="34624"/>
                </a:lnTo>
                <a:lnTo>
                  <a:pt x="10391" y="38935"/>
                </a:lnTo>
                <a:lnTo>
                  <a:pt x="8007" y="43402"/>
                </a:lnTo>
                <a:lnTo>
                  <a:pt x="5920" y="48010"/>
                </a:lnTo>
                <a:lnTo>
                  <a:pt x="4137" y="52744"/>
                </a:lnTo>
                <a:lnTo>
                  <a:pt x="2665" y="57588"/>
                </a:lnTo>
                <a:lnTo>
                  <a:pt x="1508" y="62529"/>
                </a:lnTo>
                <a:lnTo>
                  <a:pt x="674" y="67549"/>
                </a:lnTo>
                <a:lnTo>
                  <a:pt x="170" y="72635"/>
                </a:lnTo>
                <a:lnTo>
                  <a:pt x="0" y="77771"/>
                </a:lnTo>
                <a:lnTo>
                  <a:pt x="170" y="82908"/>
                </a:lnTo>
                <a:lnTo>
                  <a:pt x="674" y="87994"/>
                </a:lnTo>
                <a:lnTo>
                  <a:pt x="1508" y="93014"/>
                </a:lnTo>
                <a:lnTo>
                  <a:pt x="2665" y="97955"/>
                </a:lnTo>
                <a:lnTo>
                  <a:pt x="4137" y="102799"/>
                </a:lnTo>
                <a:lnTo>
                  <a:pt x="5920" y="107533"/>
                </a:lnTo>
                <a:lnTo>
                  <a:pt x="8007" y="112141"/>
                </a:lnTo>
                <a:lnTo>
                  <a:pt x="10391" y="116608"/>
                </a:lnTo>
                <a:lnTo>
                  <a:pt x="13067" y="120919"/>
                </a:lnTo>
                <a:lnTo>
                  <a:pt x="16027" y="125059"/>
                </a:lnTo>
                <a:lnTo>
                  <a:pt x="19267" y="129012"/>
                </a:lnTo>
                <a:lnTo>
                  <a:pt x="22779" y="132764"/>
                </a:lnTo>
                <a:lnTo>
                  <a:pt x="26530" y="136276"/>
                </a:lnTo>
                <a:lnTo>
                  <a:pt x="30484" y="139515"/>
                </a:lnTo>
                <a:lnTo>
                  <a:pt x="34623" y="142476"/>
                </a:lnTo>
                <a:lnTo>
                  <a:pt x="38934" y="145151"/>
                </a:lnTo>
                <a:lnTo>
                  <a:pt x="43401" y="147536"/>
                </a:lnTo>
                <a:lnTo>
                  <a:pt x="48009" y="149622"/>
                </a:lnTo>
                <a:lnTo>
                  <a:pt x="52743" y="151405"/>
                </a:lnTo>
                <a:lnTo>
                  <a:pt x="57588" y="152878"/>
                </a:lnTo>
                <a:lnTo>
                  <a:pt x="62528" y="154034"/>
                </a:lnTo>
                <a:lnTo>
                  <a:pt x="67549" y="154868"/>
                </a:lnTo>
                <a:lnTo>
                  <a:pt x="72635" y="155373"/>
                </a:lnTo>
                <a:lnTo>
                  <a:pt x="77771" y="155542"/>
                </a:lnTo>
              </a:path>
            </a:pathLst>
          </a:custGeom>
          <a:noFill/>
          <a:ln w="380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path 57"/>
          <p:cNvSpPr/>
          <p:nvPr/>
        </p:nvSpPr>
        <p:spPr>
          <a:xfrm>
            <a:off x="2988116" y="4527038"/>
            <a:ext cx="155542" cy="155542"/>
          </a:xfrm>
          <a:custGeom>
            <a:avLst/>
            <a:gdLst/>
            <a:ahLst/>
            <a:cxnLst/>
            <a:rect l="l" t="t" r="r" b="b"/>
            <a:pathLst>
              <a:path w="155542" h="155542">
                <a:moveTo>
                  <a:pt x="77771" y="155542"/>
                </a:moveTo>
                <a:lnTo>
                  <a:pt x="82907" y="155373"/>
                </a:lnTo>
                <a:lnTo>
                  <a:pt x="87993" y="154868"/>
                </a:lnTo>
                <a:lnTo>
                  <a:pt x="93014" y="154034"/>
                </a:lnTo>
                <a:lnTo>
                  <a:pt x="97954" y="152878"/>
                </a:lnTo>
                <a:lnTo>
                  <a:pt x="102798" y="151405"/>
                </a:lnTo>
                <a:lnTo>
                  <a:pt x="107532" y="149622"/>
                </a:lnTo>
                <a:lnTo>
                  <a:pt x="112140" y="147535"/>
                </a:lnTo>
                <a:lnTo>
                  <a:pt x="116607" y="145151"/>
                </a:lnTo>
                <a:lnTo>
                  <a:pt x="120918" y="142476"/>
                </a:lnTo>
                <a:lnTo>
                  <a:pt x="125058" y="139515"/>
                </a:lnTo>
                <a:lnTo>
                  <a:pt x="129012" y="136276"/>
                </a:lnTo>
                <a:lnTo>
                  <a:pt x="132763" y="132764"/>
                </a:lnTo>
                <a:lnTo>
                  <a:pt x="136275" y="129012"/>
                </a:lnTo>
                <a:lnTo>
                  <a:pt x="139515" y="125059"/>
                </a:lnTo>
                <a:lnTo>
                  <a:pt x="142475" y="120919"/>
                </a:lnTo>
                <a:lnTo>
                  <a:pt x="145151" y="116608"/>
                </a:lnTo>
                <a:lnTo>
                  <a:pt x="147535" y="112141"/>
                </a:lnTo>
                <a:lnTo>
                  <a:pt x="149622" y="107533"/>
                </a:lnTo>
                <a:lnTo>
                  <a:pt x="151405" y="102799"/>
                </a:lnTo>
                <a:lnTo>
                  <a:pt x="152877" y="97954"/>
                </a:lnTo>
                <a:lnTo>
                  <a:pt x="154034" y="93014"/>
                </a:lnTo>
                <a:lnTo>
                  <a:pt x="154868" y="87993"/>
                </a:lnTo>
                <a:lnTo>
                  <a:pt x="155372" y="82907"/>
                </a:lnTo>
                <a:lnTo>
                  <a:pt x="155542" y="77771"/>
                </a:lnTo>
                <a:lnTo>
                  <a:pt x="155372" y="72635"/>
                </a:lnTo>
                <a:lnTo>
                  <a:pt x="154868" y="67549"/>
                </a:lnTo>
                <a:lnTo>
                  <a:pt x="154034" y="62528"/>
                </a:lnTo>
                <a:lnTo>
                  <a:pt x="152877" y="57588"/>
                </a:lnTo>
                <a:lnTo>
                  <a:pt x="151405" y="52743"/>
                </a:lnTo>
                <a:lnTo>
                  <a:pt x="149622" y="48009"/>
                </a:lnTo>
                <a:lnTo>
                  <a:pt x="147535" y="43401"/>
                </a:lnTo>
                <a:lnTo>
                  <a:pt x="145151" y="38934"/>
                </a:lnTo>
                <a:lnTo>
                  <a:pt x="142475" y="34623"/>
                </a:lnTo>
                <a:lnTo>
                  <a:pt x="139515" y="30484"/>
                </a:lnTo>
                <a:lnTo>
                  <a:pt x="136275" y="26530"/>
                </a:lnTo>
                <a:lnTo>
                  <a:pt x="132763" y="22779"/>
                </a:lnTo>
                <a:lnTo>
                  <a:pt x="129012" y="19267"/>
                </a:lnTo>
                <a:lnTo>
                  <a:pt x="125058" y="16027"/>
                </a:lnTo>
                <a:lnTo>
                  <a:pt x="120918" y="13067"/>
                </a:lnTo>
                <a:lnTo>
                  <a:pt x="116607" y="10391"/>
                </a:lnTo>
                <a:lnTo>
                  <a:pt x="112140" y="8007"/>
                </a:lnTo>
                <a:lnTo>
                  <a:pt x="107532" y="5920"/>
                </a:lnTo>
                <a:lnTo>
                  <a:pt x="102798" y="4137"/>
                </a:lnTo>
                <a:lnTo>
                  <a:pt x="97954" y="2665"/>
                </a:lnTo>
                <a:lnTo>
                  <a:pt x="93014" y="1508"/>
                </a:lnTo>
                <a:lnTo>
                  <a:pt x="87993" y="674"/>
                </a:lnTo>
                <a:lnTo>
                  <a:pt x="82907" y="170"/>
                </a:lnTo>
                <a:lnTo>
                  <a:pt x="77771" y="0"/>
                </a:lnTo>
                <a:lnTo>
                  <a:pt x="72634" y="170"/>
                </a:lnTo>
                <a:lnTo>
                  <a:pt x="67548" y="674"/>
                </a:lnTo>
                <a:lnTo>
                  <a:pt x="62528" y="1508"/>
                </a:lnTo>
                <a:lnTo>
                  <a:pt x="57588" y="2665"/>
                </a:lnTo>
                <a:lnTo>
                  <a:pt x="52743" y="4137"/>
                </a:lnTo>
                <a:lnTo>
                  <a:pt x="48009" y="5920"/>
                </a:lnTo>
                <a:lnTo>
                  <a:pt x="43401" y="8007"/>
                </a:lnTo>
                <a:lnTo>
                  <a:pt x="38934" y="10391"/>
                </a:lnTo>
                <a:lnTo>
                  <a:pt x="34623" y="13067"/>
                </a:lnTo>
                <a:lnTo>
                  <a:pt x="30483" y="16027"/>
                </a:lnTo>
                <a:lnTo>
                  <a:pt x="26530" y="19267"/>
                </a:lnTo>
                <a:lnTo>
                  <a:pt x="22778" y="22779"/>
                </a:lnTo>
                <a:lnTo>
                  <a:pt x="19266" y="26530"/>
                </a:lnTo>
                <a:lnTo>
                  <a:pt x="16027" y="30484"/>
                </a:lnTo>
                <a:lnTo>
                  <a:pt x="13066" y="34623"/>
                </a:lnTo>
                <a:lnTo>
                  <a:pt x="10391" y="38934"/>
                </a:lnTo>
                <a:lnTo>
                  <a:pt x="8006" y="43401"/>
                </a:lnTo>
                <a:lnTo>
                  <a:pt x="5920" y="48009"/>
                </a:lnTo>
                <a:lnTo>
                  <a:pt x="4137" y="52743"/>
                </a:lnTo>
                <a:lnTo>
                  <a:pt x="2664" y="57588"/>
                </a:lnTo>
                <a:lnTo>
                  <a:pt x="1508" y="62528"/>
                </a:lnTo>
                <a:lnTo>
                  <a:pt x="674" y="67549"/>
                </a:lnTo>
                <a:lnTo>
                  <a:pt x="169" y="72635"/>
                </a:lnTo>
                <a:lnTo>
                  <a:pt x="0" y="77771"/>
                </a:lnTo>
                <a:lnTo>
                  <a:pt x="169" y="82907"/>
                </a:lnTo>
                <a:lnTo>
                  <a:pt x="674" y="87993"/>
                </a:lnTo>
                <a:lnTo>
                  <a:pt x="1508" y="93014"/>
                </a:lnTo>
                <a:lnTo>
                  <a:pt x="2664" y="97954"/>
                </a:lnTo>
                <a:lnTo>
                  <a:pt x="4137" y="102799"/>
                </a:lnTo>
                <a:lnTo>
                  <a:pt x="5920" y="107533"/>
                </a:lnTo>
                <a:lnTo>
                  <a:pt x="8006" y="112141"/>
                </a:lnTo>
                <a:lnTo>
                  <a:pt x="10391" y="116608"/>
                </a:lnTo>
                <a:lnTo>
                  <a:pt x="13066" y="120919"/>
                </a:lnTo>
                <a:lnTo>
                  <a:pt x="16027" y="125059"/>
                </a:lnTo>
                <a:lnTo>
                  <a:pt x="19266" y="129012"/>
                </a:lnTo>
                <a:lnTo>
                  <a:pt x="22778" y="132764"/>
                </a:lnTo>
                <a:lnTo>
                  <a:pt x="26530" y="136276"/>
                </a:lnTo>
                <a:lnTo>
                  <a:pt x="30483" y="139515"/>
                </a:lnTo>
                <a:lnTo>
                  <a:pt x="34623" y="142476"/>
                </a:lnTo>
                <a:lnTo>
                  <a:pt x="38934" y="145151"/>
                </a:lnTo>
                <a:lnTo>
                  <a:pt x="43401" y="147535"/>
                </a:lnTo>
                <a:lnTo>
                  <a:pt x="48009" y="149622"/>
                </a:lnTo>
                <a:lnTo>
                  <a:pt x="52743" y="151405"/>
                </a:lnTo>
                <a:lnTo>
                  <a:pt x="57588" y="152878"/>
                </a:lnTo>
                <a:lnTo>
                  <a:pt x="62528" y="154034"/>
                </a:lnTo>
                <a:lnTo>
                  <a:pt x="67548" y="154868"/>
                </a:lnTo>
                <a:lnTo>
                  <a:pt x="72634" y="155373"/>
                </a:lnTo>
                <a:lnTo>
                  <a:pt x="77771" y="155542"/>
                </a:lnTo>
              </a:path>
            </a:pathLst>
          </a:custGeom>
          <a:noFill/>
          <a:ln w="380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path 58"/>
          <p:cNvSpPr/>
          <p:nvPr/>
        </p:nvSpPr>
        <p:spPr>
          <a:xfrm>
            <a:off x="2371896" y="2668470"/>
            <a:ext cx="155542" cy="155543"/>
          </a:xfrm>
          <a:custGeom>
            <a:avLst/>
            <a:gdLst/>
            <a:ahLst/>
            <a:cxnLst/>
            <a:rect l="l" t="t" r="r" b="b"/>
            <a:pathLst>
              <a:path w="155542" h="155543">
                <a:moveTo>
                  <a:pt x="77771" y="155543"/>
                </a:moveTo>
                <a:lnTo>
                  <a:pt x="82907" y="155374"/>
                </a:lnTo>
                <a:lnTo>
                  <a:pt x="87993" y="154869"/>
                </a:lnTo>
                <a:lnTo>
                  <a:pt x="93014" y="154035"/>
                </a:lnTo>
                <a:lnTo>
                  <a:pt x="97954" y="152879"/>
                </a:lnTo>
                <a:lnTo>
                  <a:pt x="102799" y="151406"/>
                </a:lnTo>
                <a:lnTo>
                  <a:pt x="107533" y="149623"/>
                </a:lnTo>
                <a:lnTo>
                  <a:pt x="112141" y="147536"/>
                </a:lnTo>
                <a:lnTo>
                  <a:pt x="116608" y="145152"/>
                </a:lnTo>
                <a:lnTo>
                  <a:pt x="120919" y="142476"/>
                </a:lnTo>
                <a:lnTo>
                  <a:pt x="125058" y="139516"/>
                </a:lnTo>
                <a:lnTo>
                  <a:pt x="129012" y="136276"/>
                </a:lnTo>
                <a:lnTo>
                  <a:pt x="132764" y="132765"/>
                </a:lnTo>
                <a:lnTo>
                  <a:pt x="136276" y="129013"/>
                </a:lnTo>
                <a:lnTo>
                  <a:pt x="139515" y="125059"/>
                </a:lnTo>
                <a:lnTo>
                  <a:pt x="142475" y="120920"/>
                </a:lnTo>
                <a:lnTo>
                  <a:pt x="145151" y="116609"/>
                </a:lnTo>
                <a:lnTo>
                  <a:pt x="147535" y="112142"/>
                </a:lnTo>
                <a:lnTo>
                  <a:pt x="149622" y="107534"/>
                </a:lnTo>
                <a:lnTo>
                  <a:pt x="151405" y="102800"/>
                </a:lnTo>
                <a:lnTo>
                  <a:pt x="152878" y="97955"/>
                </a:lnTo>
                <a:lnTo>
                  <a:pt x="154034" y="93015"/>
                </a:lnTo>
                <a:lnTo>
                  <a:pt x="154868" y="87994"/>
                </a:lnTo>
                <a:lnTo>
                  <a:pt x="155373" y="82908"/>
                </a:lnTo>
                <a:lnTo>
                  <a:pt x="155542" y="77772"/>
                </a:lnTo>
                <a:lnTo>
                  <a:pt x="155373" y="72636"/>
                </a:lnTo>
                <a:lnTo>
                  <a:pt x="154868" y="67550"/>
                </a:lnTo>
                <a:lnTo>
                  <a:pt x="154034" y="62529"/>
                </a:lnTo>
                <a:lnTo>
                  <a:pt x="152878" y="57589"/>
                </a:lnTo>
                <a:lnTo>
                  <a:pt x="151405" y="52744"/>
                </a:lnTo>
                <a:lnTo>
                  <a:pt x="149622" y="48010"/>
                </a:lnTo>
                <a:lnTo>
                  <a:pt x="147535" y="43402"/>
                </a:lnTo>
                <a:lnTo>
                  <a:pt x="145151" y="38935"/>
                </a:lnTo>
                <a:lnTo>
                  <a:pt x="142475" y="34624"/>
                </a:lnTo>
                <a:lnTo>
                  <a:pt x="139515" y="30485"/>
                </a:lnTo>
                <a:lnTo>
                  <a:pt x="136276" y="26531"/>
                </a:lnTo>
                <a:lnTo>
                  <a:pt x="132764" y="22780"/>
                </a:lnTo>
                <a:lnTo>
                  <a:pt x="129012" y="19268"/>
                </a:lnTo>
                <a:lnTo>
                  <a:pt x="125058" y="16028"/>
                </a:lnTo>
                <a:lnTo>
                  <a:pt x="120919" y="13068"/>
                </a:lnTo>
                <a:lnTo>
                  <a:pt x="116608" y="10392"/>
                </a:lnTo>
                <a:lnTo>
                  <a:pt x="112141" y="8008"/>
                </a:lnTo>
                <a:lnTo>
                  <a:pt x="107533" y="5921"/>
                </a:lnTo>
                <a:lnTo>
                  <a:pt x="102799" y="4138"/>
                </a:lnTo>
                <a:lnTo>
                  <a:pt x="97954" y="2665"/>
                </a:lnTo>
                <a:lnTo>
                  <a:pt x="93014" y="1509"/>
                </a:lnTo>
                <a:lnTo>
                  <a:pt x="87993" y="675"/>
                </a:lnTo>
                <a:lnTo>
                  <a:pt x="82907" y="170"/>
                </a:lnTo>
                <a:lnTo>
                  <a:pt x="77771" y="0"/>
                </a:lnTo>
                <a:lnTo>
                  <a:pt x="72635" y="170"/>
                </a:lnTo>
                <a:lnTo>
                  <a:pt x="67549" y="675"/>
                </a:lnTo>
                <a:lnTo>
                  <a:pt x="62528" y="1509"/>
                </a:lnTo>
                <a:lnTo>
                  <a:pt x="57588" y="2665"/>
                </a:lnTo>
                <a:lnTo>
                  <a:pt x="52743" y="4138"/>
                </a:lnTo>
                <a:lnTo>
                  <a:pt x="48009" y="5921"/>
                </a:lnTo>
                <a:lnTo>
                  <a:pt x="43401" y="8008"/>
                </a:lnTo>
                <a:lnTo>
                  <a:pt x="38934" y="10392"/>
                </a:lnTo>
                <a:lnTo>
                  <a:pt x="34623" y="13068"/>
                </a:lnTo>
                <a:lnTo>
                  <a:pt x="30484" y="16028"/>
                </a:lnTo>
                <a:lnTo>
                  <a:pt x="26530" y="19268"/>
                </a:lnTo>
                <a:lnTo>
                  <a:pt x="22778" y="22780"/>
                </a:lnTo>
                <a:lnTo>
                  <a:pt x="19266" y="26531"/>
                </a:lnTo>
                <a:lnTo>
                  <a:pt x="16027" y="30485"/>
                </a:lnTo>
                <a:lnTo>
                  <a:pt x="13067" y="34624"/>
                </a:lnTo>
                <a:lnTo>
                  <a:pt x="10391" y="38935"/>
                </a:lnTo>
                <a:lnTo>
                  <a:pt x="8007" y="43402"/>
                </a:lnTo>
                <a:lnTo>
                  <a:pt x="5920" y="48010"/>
                </a:lnTo>
                <a:lnTo>
                  <a:pt x="4137" y="52744"/>
                </a:lnTo>
                <a:lnTo>
                  <a:pt x="2664" y="57589"/>
                </a:lnTo>
                <a:lnTo>
                  <a:pt x="1508" y="62529"/>
                </a:lnTo>
                <a:lnTo>
                  <a:pt x="674" y="67550"/>
                </a:lnTo>
                <a:lnTo>
                  <a:pt x="169" y="72636"/>
                </a:lnTo>
                <a:lnTo>
                  <a:pt x="0" y="77772"/>
                </a:lnTo>
                <a:lnTo>
                  <a:pt x="169" y="82908"/>
                </a:lnTo>
                <a:lnTo>
                  <a:pt x="674" y="87994"/>
                </a:lnTo>
                <a:lnTo>
                  <a:pt x="1508" y="93015"/>
                </a:lnTo>
                <a:lnTo>
                  <a:pt x="2664" y="97955"/>
                </a:lnTo>
                <a:lnTo>
                  <a:pt x="4137" y="102800"/>
                </a:lnTo>
                <a:lnTo>
                  <a:pt x="5920" y="107534"/>
                </a:lnTo>
                <a:lnTo>
                  <a:pt x="8007" y="112142"/>
                </a:lnTo>
                <a:lnTo>
                  <a:pt x="10391" y="116609"/>
                </a:lnTo>
                <a:lnTo>
                  <a:pt x="13067" y="120920"/>
                </a:lnTo>
                <a:lnTo>
                  <a:pt x="16027" y="125059"/>
                </a:lnTo>
                <a:lnTo>
                  <a:pt x="19266" y="129013"/>
                </a:lnTo>
                <a:lnTo>
                  <a:pt x="22778" y="132765"/>
                </a:lnTo>
                <a:lnTo>
                  <a:pt x="26530" y="136276"/>
                </a:lnTo>
                <a:lnTo>
                  <a:pt x="30484" y="139516"/>
                </a:lnTo>
                <a:lnTo>
                  <a:pt x="34623" y="142476"/>
                </a:lnTo>
                <a:lnTo>
                  <a:pt x="38934" y="145152"/>
                </a:lnTo>
                <a:lnTo>
                  <a:pt x="43401" y="147536"/>
                </a:lnTo>
                <a:lnTo>
                  <a:pt x="48009" y="149623"/>
                </a:lnTo>
                <a:lnTo>
                  <a:pt x="52743" y="151406"/>
                </a:lnTo>
                <a:lnTo>
                  <a:pt x="57588" y="152879"/>
                </a:lnTo>
                <a:lnTo>
                  <a:pt x="62528" y="154035"/>
                </a:lnTo>
                <a:lnTo>
                  <a:pt x="67549" y="154869"/>
                </a:lnTo>
                <a:lnTo>
                  <a:pt x="72635" y="155374"/>
                </a:lnTo>
                <a:lnTo>
                  <a:pt x="77771" y="155543"/>
                </a:lnTo>
              </a:path>
            </a:pathLst>
          </a:custGeom>
          <a:noFill/>
          <a:ln w="380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ditable path 59"/>
          <p:cNvSpPr/>
          <p:nvPr/>
        </p:nvSpPr>
        <p:spPr>
          <a:xfrm>
            <a:off x="1952380" y="2769212"/>
            <a:ext cx="155543" cy="155543"/>
          </a:xfrm>
          <a:custGeom>
            <a:avLst/>
            <a:gdLst/>
            <a:ahLst/>
            <a:cxnLst/>
            <a:rect l="l" t="t" r="r" b="b"/>
            <a:pathLst>
              <a:path w="155543" h="155543">
                <a:moveTo>
                  <a:pt x="77771" y="155543"/>
                </a:moveTo>
                <a:lnTo>
                  <a:pt x="82908" y="155373"/>
                </a:lnTo>
                <a:lnTo>
                  <a:pt x="87994" y="154868"/>
                </a:lnTo>
                <a:lnTo>
                  <a:pt x="93014" y="154034"/>
                </a:lnTo>
                <a:lnTo>
                  <a:pt x="97955" y="152878"/>
                </a:lnTo>
                <a:lnTo>
                  <a:pt x="102799" y="151405"/>
                </a:lnTo>
                <a:lnTo>
                  <a:pt x="107533" y="149622"/>
                </a:lnTo>
                <a:lnTo>
                  <a:pt x="112141" y="147536"/>
                </a:lnTo>
                <a:lnTo>
                  <a:pt x="116608" y="145151"/>
                </a:lnTo>
                <a:lnTo>
                  <a:pt x="120919" y="142476"/>
                </a:lnTo>
                <a:lnTo>
                  <a:pt x="125059" y="139515"/>
                </a:lnTo>
                <a:lnTo>
                  <a:pt x="129012" y="136276"/>
                </a:lnTo>
                <a:lnTo>
                  <a:pt x="132764" y="132764"/>
                </a:lnTo>
                <a:lnTo>
                  <a:pt x="136276" y="129012"/>
                </a:lnTo>
                <a:lnTo>
                  <a:pt x="139515" y="125059"/>
                </a:lnTo>
                <a:lnTo>
                  <a:pt x="142476" y="120919"/>
                </a:lnTo>
                <a:lnTo>
                  <a:pt x="145151" y="116608"/>
                </a:lnTo>
                <a:lnTo>
                  <a:pt x="147536" y="112141"/>
                </a:lnTo>
                <a:lnTo>
                  <a:pt x="149622" y="107533"/>
                </a:lnTo>
                <a:lnTo>
                  <a:pt x="151405" y="102799"/>
                </a:lnTo>
                <a:lnTo>
                  <a:pt x="152878" y="97955"/>
                </a:lnTo>
                <a:lnTo>
                  <a:pt x="154034" y="93014"/>
                </a:lnTo>
                <a:lnTo>
                  <a:pt x="154868" y="87994"/>
                </a:lnTo>
                <a:lnTo>
                  <a:pt x="155373" y="82908"/>
                </a:lnTo>
                <a:lnTo>
                  <a:pt x="155543" y="77772"/>
                </a:lnTo>
                <a:lnTo>
                  <a:pt x="155373" y="72635"/>
                </a:lnTo>
                <a:lnTo>
                  <a:pt x="154868" y="67549"/>
                </a:lnTo>
                <a:lnTo>
                  <a:pt x="154034" y="62529"/>
                </a:lnTo>
                <a:lnTo>
                  <a:pt x="152878" y="57588"/>
                </a:lnTo>
                <a:lnTo>
                  <a:pt x="151405" y="52744"/>
                </a:lnTo>
                <a:lnTo>
                  <a:pt x="149622" y="48010"/>
                </a:lnTo>
                <a:lnTo>
                  <a:pt x="147536" y="43402"/>
                </a:lnTo>
                <a:lnTo>
                  <a:pt x="145151" y="38935"/>
                </a:lnTo>
                <a:lnTo>
                  <a:pt x="142476" y="34624"/>
                </a:lnTo>
                <a:lnTo>
                  <a:pt x="139515" y="30484"/>
                </a:lnTo>
                <a:lnTo>
                  <a:pt x="136276" y="26531"/>
                </a:lnTo>
                <a:lnTo>
                  <a:pt x="132764" y="22779"/>
                </a:lnTo>
                <a:lnTo>
                  <a:pt x="129012" y="19267"/>
                </a:lnTo>
                <a:lnTo>
                  <a:pt x="125059" y="16028"/>
                </a:lnTo>
                <a:lnTo>
                  <a:pt x="120919" y="13067"/>
                </a:lnTo>
                <a:lnTo>
                  <a:pt x="116608" y="10391"/>
                </a:lnTo>
                <a:lnTo>
                  <a:pt x="112141" y="8007"/>
                </a:lnTo>
                <a:lnTo>
                  <a:pt x="107533" y="5921"/>
                </a:lnTo>
                <a:lnTo>
                  <a:pt x="102799" y="4138"/>
                </a:lnTo>
                <a:lnTo>
                  <a:pt x="97955" y="2665"/>
                </a:lnTo>
                <a:lnTo>
                  <a:pt x="93014" y="1509"/>
                </a:lnTo>
                <a:lnTo>
                  <a:pt x="87994" y="675"/>
                </a:lnTo>
                <a:lnTo>
                  <a:pt x="82908" y="170"/>
                </a:lnTo>
                <a:lnTo>
                  <a:pt x="77771" y="0"/>
                </a:lnTo>
                <a:lnTo>
                  <a:pt x="72635" y="170"/>
                </a:lnTo>
                <a:lnTo>
                  <a:pt x="67549" y="675"/>
                </a:lnTo>
                <a:lnTo>
                  <a:pt x="62528" y="1509"/>
                </a:lnTo>
                <a:lnTo>
                  <a:pt x="57588" y="2665"/>
                </a:lnTo>
                <a:lnTo>
                  <a:pt x="52744" y="4138"/>
                </a:lnTo>
                <a:lnTo>
                  <a:pt x="48010" y="5921"/>
                </a:lnTo>
                <a:lnTo>
                  <a:pt x="43402" y="8007"/>
                </a:lnTo>
                <a:lnTo>
                  <a:pt x="38935" y="10391"/>
                </a:lnTo>
                <a:lnTo>
                  <a:pt x="34624" y="13067"/>
                </a:lnTo>
                <a:lnTo>
                  <a:pt x="30484" y="16028"/>
                </a:lnTo>
                <a:lnTo>
                  <a:pt x="26531" y="19267"/>
                </a:lnTo>
                <a:lnTo>
                  <a:pt x="22779" y="22779"/>
                </a:lnTo>
                <a:lnTo>
                  <a:pt x="19267" y="26531"/>
                </a:lnTo>
                <a:lnTo>
                  <a:pt x="16027" y="30484"/>
                </a:lnTo>
                <a:lnTo>
                  <a:pt x="13067" y="34624"/>
                </a:lnTo>
                <a:lnTo>
                  <a:pt x="10391" y="38935"/>
                </a:lnTo>
                <a:lnTo>
                  <a:pt x="8007" y="43402"/>
                </a:lnTo>
                <a:lnTo>
                  <a:pt x="5920" y="48010"/>
                </a:lnTo>
                <a:lnTo>
                  <a:pt x="4137" y="52744"/>
                </a:lnTo>
                <a:lnTo>
                  <a:pt x="2665" y="57588"/>
                </a:lnTo>
                <a:lnTo>
                  <a:pt x="1508" y="62529"/>
                </a:lnTo>
                <a:lnTo>
                  <a:pt x="675" y="67549"/>
                </a:lnTo>
                <a:lnTo>
                  <a:pt x="170" y="72635"/>
                </a:lnTo>
                <a:lnTo>
                  <a:pt x="0" y="77772"/>
                </a:lnTo>
                <a:lnTo>
                  <a:pt x="170" y="82908"/>
                </a:lnTo>
                <a:lnTo>
                  <a:pt x="675" y="87994"/>
                </a:lnTo>
                <a:lnTo>
                  <a:pt x="1508" y="93014"/>
                </a:lnTo>
                <a:lnTo>
                  <a:pt x="2665" y="97955"/>
                </a:lnTo>
                <a:lnTo>
                  <a:pt x="4137" y="102799"/>
                </a:lnTo>
                <a:lnTo>
                  <a:pt x="5920" y="107533"/>
                </a:lnTo>
                <a:lnTo>
                  <a:pt x="8007" y="112141"/>
                </a:lnTo>
                <a:lnTo>
                  <a:pt x="10391" y="116608"/>
                </a:lnTo>
                <a:lnTo>
                  <a:pt x="13067" y="120919"/>
                </a:lnTo>
                <a:lnTo>
                  <a:pt x="16027" y="125059"/>
                </a:lnTo>
                <a:lnTo>
                  <a:pt x="19267" y="129012"/>
                </a:lnTo>
                <a:lnTo>
                  <a:pt x="22779" y="132764"/>
                </a:lnTo>
                <a:lnTo>
                  <a:pt x="26531" y="136276"/>
                </a:lnTo>
                <a:lnTo>
                  <a:pt x="30484" y="139515"/>
                </a:lnTo>
                <a:lnTo>
                  <a:pt x="34624" y="142476"/>
                </a:lnTo>
                <a:lnTo>
                  <a:pt x="38935" y="145151"/>
                </a:lnTo>
                <a:lnTo>
                  <a:pt x="43402" y="147536"/>
                </a:lnTo>
                <a:lnTo>
                  <a:pt x="48010" y="149622"/>
                </a:lnTo>
                <a:lnTo>
                  <a:pt x="52744" y="151405"/>
                </a:lnTo>
                <a:lnTo>
                  <a:pt x="57588" y="152878"/>
                </a:lnTo>
                <a:lnTo>
                  <a:pt x="62528" y="154034"/>
                </a:lnTo>
                <a:lnTo>
                  <a:pt x="67549" y="154868"/>
                </a:lnTo>
                <a:lnTo>
                  <a:pt x="72635" y="155373"/>
                </a:lnTo>
                <a:lnTo>
                  <a:pt x="77771" y="155543"/>
                </a:lnTo>
              </a:path>
            </a:pathLst>
          </a:custGeom>
          <a:noFill/>
          <a:ln w="380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path 60"/>
          <p:cNvSpPr/>
          <p:nvPr/>
        </p:nvSpPr>
        <p:spPr>
          <a:xfrm>
            <a:off x="2249267" y="5326385"/>
            <a:ext cx="647012" cy="492808"/>
          </a:xfrm>
          <a:custGeom>
            <a:avLst/>
            <a:gdLst/>
            <a:ahLst/>
            <a:cxnLst/>
            <a:rect l="l" t="t" r="r" b="b"/>
            <a:pathLst>
              <a:path w="647012" h="492808">
                <a:moveTo>
                  <a:pt x="0" y="492808"/>
                </a:moveTo>
                <a:lnTo>
                  <a:pt x="55859" y="450262"/>
                </a:lnTo>
                <a:lnTo>
                  <a:pt x="111365" y="407985"/>
                </a:lnTo>
                <a:lnTo>
                  <a:pt x="166518" y="365977"/>
                </a:lnTo>
                <a:lnTo>
                  <a:pt x="221318" y="324237"/>
                </a:lnTo>
                <a:lnTo>
                  <a:pt x="275766" y="282767"/>
                </a:lnTo>
                <a:lnTo>
                  <a:pt x="329860" y="241565"/>
                </a:lnTo>
                <a:lnTo>
                  <a:pt x="383601" y="200632"/>
                </a:lnTo>
                <a:lnTo>
                  <a:pt x="436989" y="159968"/>
                </a:lnTo>
                <a:lnTo>
                  <a:pt x="490024" y="119573"/>
                </a:lnTo>
                <a:lnTo>
                  <a:pt x="542706" y="79446"/>
                </a:lnTo>
                <a:lnTo>
                  <a:pt x="595036" y="39589"/>
                </a:lnTo>
                <a:lnTo>
                  <a:pt x="647012" y="0"/>
                </a:lnTo>
              </a:path>
            </a:pathLst>
          </a:custGeom>
          <a:noFill/>
          <a:ln w="285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path 61"/>
          <p:cNvSpPr/>
          <p:nvPr/>
        </p:nvSpPr>
        <p:spPr>
          <a:xfrm>
            <a:off x="2798623" y="5326385"/>
            <a:ext cx="97656" cy="89227"/>
          </a:xfrm>
          <a:custGeom>
            <a:avLst/>
            <a:gdLst/>
            <a:ahLst/>
            <a:cxnLst/>
            <a:rect l="l" t="t" r="r" b="b"/>
            <a:pathLst>
              <a:path w="97656" h="89227">
                <a:moveTo>
                  <a:pt x="0" y="18506"/>
                </a:moveTo>
                <a:lnTo>
                  <a:pt x="97656" y="0"/>
                </a:lnTo>
                <a:lnTo>
                  <a:pt x="53867" y="89227"/>
                </a:lnTo>
              </a:path>
            </a:pathLst>
          </a:custGeom>
          <a:noFill/>
          <a:ln w="285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path 62"/>
          <p:cNvSpPr/>
          <p:nvPr/>
        </p:nvSpPr>
        <p:spPr>
          <a:xfrm>
            <a:off x="1184613" y="5857716"/>
            <a:ext cx="1272540" cy="575527"/>
          </a:xfrm>
          <a:custGeom>
            <a:avLst/>
            <a:gdLst/>
            <a:ahLst/>
            <a:cxnLst/>
            <a:rect l="l" t="t" r="r" b="b"/>
            <a:pathLst>
              <a:path w="1272540" h="575527">
                <a:moveTo>
                  <a:pt x="48895" y="575527"/>
                </a:moveTo>
                <a:lnTo>
                  <a:pt x="1223645" y="575527"/>
                </a:lnTo>
                <a:lnTo>
                  <a:pt x="1231455" y="575188"/>
                </a:lnTo>
                <a:lnTo>
                  <a:pt x="1238585" y="574169"/>
                </a:lnTo>
                <a:lnTo>
                  <a:pt x="1245037" y="572472"/>
                </a:lnTo>
                <a:lnTo>
                  <a:pt x="1250809" y="570095"/>
                </a:lnTo>
                <a:lnTo>
                  <a:pt x="1255902" y="567039"/>
                </a:lnTo>
                <a:lnTo>
                  <a:pt x="1260316" y="563304"/>
                </a:lnTo>
                <a:lnTo>
                  <a:pt x="1264051" y="558890"/>
                </a:lnTo>
                <a:lnTo>
                  <a:pt x="1267107" y="553797"/>
                </a:lnTo>
                <a:lnTo>
                  <a:pt x="1269484" y="548024"/>
                </a:lnTo>
                <a:lnTo>
                  <a:pt x="1271182" y="541573"/>
                </a:lnTo>
                <a:lnTo>
                  <a:pt x="1272201" y="534442"/>
                </a:lnTo>
                <a:lnTo>
                  <a:pt x="1272540" y="526633"/>
                </a:lnTo>
                <a:lnTo>
                  <a:pt x="1272540" y="48895"/>
                </a:lnTo>
                <a:lnTo>
                  <a:pt x="1272201" y="41085"/>
                </a:lnTo>
                <a:lnTo>
                  <a:pt x="1271182" y="33954"/>
                </a:lnTo>
                <a:lnTo>
                  <a:pt x="1269484" y="27503"/>
                </a:lnTo>
                <a:lnTo>
                  <a:pt x="1267107" y="21731"/>
                </a:lnTo>
                <a:lnTo>
                  <a:pt x="1264051" y="16637"/>
                </a:lnTo>
                <a:lnTo>
                  <a:pt x="1260316" y="12223"/>
                </a:lnTo>
                <a:lnTo>
                  <a:pt x="1255902" y="8488"/>
                </a:lnTo>
                <a:lnTo>
                  <a:pt x="1250809" y="5432"/>
                </a:lnTo>
                <a:lnTo>
                  <a:pt x="1245037" y="3056"/>
                </a:lnTo>
                <a:lnTo>
                  <a:pt x="1238585" y="1358"/>
                </a:lnTo>
                <a:lnTo>
                  <a:pt x="1231455" y="339"/>
                </a:lnTo>
                <a:lnTo>
                  <a:pt x="1223645" y="0"/>
                </a:lnTo>
                <a:lnTo>
                  <a:pt x="48895" y="0"/>
                </a:lnTo>
                <a:lnTo>
                  <a:pt x="41086" y="339"/>
                </a:lnTo>
                <a:lnTo>
                  <a:pt x="33955" y="1358"/>
                </a:lnTo>
                <a:lnTo>
                  <a:pt x="27504" y="3056"/>
                </a:lnTo>
                <a:lnTo>
                  <a:pt x="21731" y="5432"/>
                </a:lnTo>
                <a:lnTo>
                  <a:pt x="16638" y="8488"/>
                </a:lnTo>
                <a:lnTo>
                  <a:pt x="12224" y="12223"/>
                </a:lnTo>
                <a:lnTo>
                  <a:pt x="8489" y="16637"/>
                </a:lnTo>
                <a:lnTo>
                  <a:pt x="5433" y="21731"/>
                </a:lnTo>
                <a:lnTo>
                  <a:pt x="3056" y="27503"/>
                </a:lnTo>
                <a:lnTo>
                  <a:pt x="1359" y="33954"/>
                </a:lnTo>
                <a:lnTo>
                  <a:pt x="340" y="41085"/>
                </a:lnTo>
                <a:lnTo>
                  <a:pt x="0" y="48895"/>
                </a:lnTo>
                <a:lnTo>
                  <a:pt x="0" y="526633"/>
                </a:lnTo>
                <a:lnTo>
                  <a:pt x="340" y="534442"/>
                </a:lnTo>
                <a:lnTo>
                  <a:pt x="1359" y="541573"/>
                </a:lnTo>
                <a:lnTo>
                  <a:pt x="3056" y="548024"/>
                </a:lnTo>
                <a:lnTo>
                  <a:pt x="5433" y="553797"/>
                </a:lnTo>
                <a:lnTo>
                  <a:pt x="8489" y="558890"/>
                </a:lnTo>
                <a:lnTo>
                  <a:pt x="12224" y="563304"/>
                </a:lnTo>
                <a:lnTo>
                  <a:pt x="16638" y="567039"/>
                </a:lnTo>
                <a:lnTo>
                  <a:pt x="21731" y="570095"/>
                </a:lnTo>
                <a:lnTo>
                  <a:pt x="27504" y="572472"/>
                </a:lnTo>
                <a:lnTo>
                  <a:pt x="33955" y="574169"/>
                </a:lnTo>
                <a:lnTo>
                  <a:pt x="41086" y="575188"/>
                </a:lnTo>
                <a:lnTo>
                  <a:pt x="48895" y="575527"/>
                </a:lnTo>
                <a:close/>
              </a:path>
            </a:pathLst>
          </a:custGeom>
          <a:solidFill>
            <a:srgbClr val="FFFFFF">
              <a:alpha val="9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393994" y="5883311"/>
            <a:ext cx="912733" cy="2857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74" b="1" i="0">
                <a:solidFill>
                  <a:srgbClr val="FF9500"/>
                </a:solidFill>
                <a:latin typeface="Times New Roman"/>
              </a:rPr>
              <a:t>Robot 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33508" y="6155227"/>
            <a:ext cx="1118978" cy="2362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49" b="0" i="1">
                <a:solidFill>
                  <a:srgbClr val="FF9500"/>
                </a:solidFill>
                <a:latin typeface="Times New Roman"/>
              </a:rPr>
              <a:t>Local actor 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04074" y="6228726"/>
            <a:ext cx="100590" cy="1653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4" b="0" i="1">
                <a:solidFill>
                  <a:srgbClr val="FF9500"/>
                </a:solidFill>
                <a:latin typeface="Times New Roman"/>
              </a:rPr>
              <a:t>θ</a:t>
            </a:r>
          </a:p>
        </p:txBody>
      </p:sp>
      <p:sp>
        <p:nvSpPr>
          <p:cNvPr id="76" name="Editable path 63"/>
          <p:cNvSpPr/>
          <p:nvPr/>
        </p:nvSpPr>
        <p:spPr>
          <a:xfrm>
            <a:off x="1867302" y="1821990"/>
            <a:ext cx="358383" cy="991556"/>
          </a:xfrm>
          <a:custGeom>
            <a:avLst/>
            <a:gdLst/>
            <a:ahLst/>
            <a:cxnLst/>
            <a:rect l="l" t="t" r="r" b="b"/>
            <a:pathLst>
              <a:path w="358383" h="991556">
                <a:moveTo>
                  <a:pt x="0" y="0"/>
                </a:moveTo>
                <a:lnTo>
                  <a:pt x="30695" y="84925"/>
                </a:lnTo>
                <a:lnTo>
                  <a:pt x="61239" y="169433"/>
                </a:lnTo>
                <a:lnTo>
                  <a:pt x="91632" y="253523"/>
                </a:lnTo>
                <a:lnTo>
                  <a:pt x="121874" y="337196"/>
                </a:lnTo>
                <a:lnTo>
                  <a:pt x="151966" y="420451"/>
                </a:lnTo>
                <a:lnTo>
                  <a:pt x="181907" y="503290"/>
                </a:lnTo>
                <a:lnTo>
                  <a:pt x="211696" y="585711"/>
                </a:lnTo>
                <a:lnTo>
                  <a:pt x="241335" y="667714"/>
                </a:lnTo>
                <a:lnTo>
                  <a:pt x="270823" y="749301"/>
                </a:lnTo>
                <a:lnTo>
                  <a:pt x="300161" y="830470"/>
                </a:lnTo>
                <a:lnTo>
                  <a:pt x="329347" y="911222"/>
                </a:lnTo>
                <a:lnTo>
                  <a:pt x="358383" y="991556"/>
                </a:lnTo>
              </a:path>
            </a:pathLst>
          </a:custGeom>
          <a:noFill/>
          <a:ln w="285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Editable path 64"/>
          <p:cNvSpPr/>
          <p:nvPr/>
        </p:nvSpPr>
        <p:spPr>
          <a:xfrm>
            <a:off x="2153663" y="2714831"/>
            <a:ext cx="83607" cy="98715"/>
          </a:xfrm>
          <a:custGeom>
            <a:avLst/>
            <a:gdLst/>
            <a:ahLst/>
            <a:cxnLst/>
            <a:rect l="l" t="t" r="r" b="b"/>
            <a:pathLst>
              <a:path w="83607" h="98715">
                <a:moveTo>
                  <a:pt x="83607" y="0"/>
                </a:moveTo>
                <a:lnTo>
                  <a:pt x="72022" y="98715"/>
                </a:lnTo>
                <a:lnTo>
                  <a:pt x="0" y="30218"/>
                </a:lnTo>
              </a:path>
            </a:pathLst>
          </a:custGeom>
          <a:noFill/>
          <a:ln w="285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Editable path 65"/>
          <p:cNvSpPr/>
          <p:nvPr/>
        </p:nvSpPr>
        <p:spPr>
          <a:xfrm>
            <a:off x="1105445" y="1186755"/>
            <a:ext cx="1272539" cy="575528"/>
          </a:xfrm>
          <a:custGeom>
            <a:avLst/>
            <a:gdLst/>
            <a:ahLst/>
            <a:cxnLst/>
            <a:rect l="l" t="t" r="r" b="b"/>
            <a:pathLst>
              <a:path w="1272539" h="575528">
                <a:moveTo>
                  <a:pt x="48895" y="575528"/>
                </a:moveTo>
                <a:lnTo>
                  <a:pt x="1223644" y="575528"/>
                </a:lnTo>
                <a:lnTo>
                  <a:pt x="1231454" y="575189"/>
                </a:lnTo>
                <a:lnTo>
                  <a:pt x="1238584" y="574170"/>
                </a:lnTo>
                <a:lnTo>
                  <a:pt x="1245036" y="572472"/>
                </a:lnTo>
                <a:lnTo>
                  <a:pt x="1250808" y="570095"/>
                </a:lnTo>
                <a:lnTo>
                  <a:pt x="1255901" y="567040"/>
                </a:lnTo>
                <a:lnTo>
                  <a:pt x="1260316" y="563305"/>
                </a:lnTo>
                <a:lnTo>
                  <a:pt x="1264051" y="558890"/>
                </a:lnTo>
                <a:lnTo>
                  <a:pt x="1267107" y="553797"/>
                </a:lnTo>
                <a:lnTo>
                  <a:pt x="1269483" y="548025"/>
                </a:lnTo>
                <a:lnTo>
                  <a:pt x="1271181" y="541574"/>
                </a:lnTo>
                <a:lnTo>
                  <a:pt x="1272200" y="534443"/>
                </a:lnTo>
                <a:lnTo>
                  <a:pt x="1272539" y="526633"/>
                </a:lnTo>
                <a:lnTo>
                  <a:pt x="1272539" y="48895"/>
                </a:lnTo>
                <a:lnTo>
                  <a:pt x="1272200" y="41086"/>
                </a:lnTo>
                <a:lnTo>
                  <a:pt x="1271181" y="33955"/>
                </a:lnTo>
                <a:lnTo>
                  <a:pt x="1269483" y="27504"/>
                </a:lnTo>
                <a:lnTo>
                  <a:pt x="1267107" y="21731"/>
                </a:lnTo>
                <a:lnTo>
                  <a:pt x="1264051" y="16638"/>
                </a:lnTo>
                <a:lnTo>
                  <a:pt x="1260316" y="12224"/>
                </a:lnTo>
                <a:lnTo>
                  <a:pt x="1255901" y="8489"/>
                </a:lnTo>
                <a:lnTo>
                  <a:pt x="1250808" y="5433"/>
                </a:lnTo>
                <a:lnTo>
                  <a:pt x="1245036" y="3056"/>
                </a:lnTo>
                <a:lnTo>
                  <a:pt x="1238584" y="1359"/>
                </a:lnTo>
                <a:lnTo>
                  <a:pt x="1231454" y="340"/>
                </a:lnTo>
                <a:lnTo>
                  <a:pt x="1223644" y="0"/>
                </a:lnTo>
                <a:lnTo>
                  <a:pt x="48895" y="0"/>
                </a:lnTo>
                <a:lnTo>
                  <a:pt x="41085" y="340"/>
                </a:lnTo>
                <a:lnTo>
                  <a:pt x="33954" y="1359"/>
                </a:lnTo>
                <a:lnTo>
                  <a:pt x="27503" y="3056"/>
                </a:lnTo>
                <a:lnTo>
                  <a:pt x="21731" y="5433"/>
                </a:lnTo>
                <a:lnTo>
                  <a:pt x="16637" y="8489"/>
                </a:lnTo>
                <a:lnTo>
                  <a:pt x="12223" y="12224"/>
                </a:lnTo>
                <a:lnTo>
                  <a:pt x="8488" y="16638"/>
                </a:lnTo>
                <a:lnTo>
                  <a:pt x="5432" y="21731"/>
                </a:lnTo>
                <a:lnTo>
                  <a:pt x="3055" y="27504"/>
                </a:lnTo>
                <a:lnTo>
                  <a:pt x="1358" y="33955"/>
                </a:lnTo>
                <a:lnTo>
                  <a:pt x="339" y="41086"/>
                </a:lnTo>
                <a:lnTo>
                  <a:pt x="0" y="48895"/>
                </a:lnTo>
                <a:lnTo>
                  <a:pt x="0" y="526633"/>
                </a:lnTo>
                <a:lnTo>
                  <a:pt x="339" y="534443"/>
                </a:lnTo>
                <a:lnTo>
                  <a:pt x="1358" y="541574"/>
                </a:lnTo>
                <a:lnTo>
                  <a:pt x="3055" y="548025"/>
                </a:lnTo>
                <a:lnTo>
                  <a:pt x="5432" y="553797"/>
                </a:lnTo>
                <a:lnTo>
                  <a:pt x="8488" y="558890"/>
                </a:lnTo>
                <a:lnTo>
                  <a:pt x="12223" y="563305"/>
                </a:lnTo>
                <a:lnTo>
                  <a:pt x="16637" y="567040"/>
                </a:lnTo>
                <a:lnTo>
                  <a:pt x="21731" y="570095"/>
                </a:lnTo>
                <a:lnTo>
                  <a:pt x="27503" y="572472"/>
                </a:lnTo>
                <a:lnTo>
                  <a:pt x="33954" y="574170"/>
                </a:lnTo>
                <a:lnTo>
                  <a:pt x="41085" y="575189"/>
                </a:lnTo>
                <a:lnTo>
                  <a:pt x="48895" y="575528"/>
                </a:lnTo>
                <a:close/>
              </a:path>
            </a:pathLst>
          </a:custGeom>
          <a:solidFill>
            <a:srgbClr val="FFFFFF">
              <a:alpha val="9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321523" y="1212351"/>
            <a:ext cx="899636" cy="2857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74" b="1" i="0">
                <a:solidFill>
                  <a:srgbClr val="0ABAB5"/>
                </a:solidFill>
                <a:latin typeface="Times New Roman"/>
              </a:rPr>
              <a:t>Robot B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4339" y="1484267"/>
            <a:ext cx="1118978" cy="2362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49" b="0" i="1">
                <a:solidFill>
                  <a:srgbClr val="0ABAB5"/>
                </a:solidFill>
                <a:latin typeface="Times New Roman"/>
              </a:rPr>
              <a:t>Local actor 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24905" y="1557766"/>
            <a:ext cx="100590" cy="1653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4" b="0" i="1">
                <a:solidFill>
                  <a:srgbClr val="0ABAB5"/>
                </a:solidFill>
                <a:latin typeface="Times New Roman"/>
              </a:rPr>
              <a:t>θ</a:t>
            </a:r>
          </a:p>
        </p:txBody>
      </p:sp>
      <p:sp>
        <p:nvSpPr>
          <p:cNvPr id="82" name="Editable path 66"/>
          <p:cNvSpPr/>
          <p:nvPr/>
        </p:nvSpPr>
        <p:spPr>
          <a:xfrm>
            <a:off x="9161063" y="3256228"/>
            <a:ext cx="1442969" cy="427725"/>
          </a:xfrm>
          <a:custGeom>
            <a:avLst/>
            <a:gdLst/>
            <a:ahLst/>
            <a:cxnLst/>
            <a:rect l="l" t="t" r="r" b="b"/>
            <a:pathLst>
              <a:path w="1442969" h="427725">
                <a:moveTo>
                  <a:pt x="1442969" y="427725"/>
                </a:moveTo>
                <a:lnTo>
                  <a:pt x="1320382" y="391388"/>
                </a:lnTo>
                <a:lnTo>
                  <a:pt x="1198220" y="355176"/>
                </a:lnTo>
                <a:lnTo>
                  <a:pt x="1076483" y="319091"/>
                </a:lnTo>
                <a:lnTo>
                  <a:pt x="955172" y="283132"/>
                </a:lnTo>
                <a:lnTo>
                  <a:pt x="834287" y="247299"/>
                </a:lnTo>
                <a:lnTo>
                  <a:pt x="713827" y="211593"/>
                </a:lnTo>
                <a:lnTo>
                  <a:pt x="593792" y="176012"/>
                </a:lnTo>
                <a:lnTo>
                  <a:pt x="474183" y="140557"/>
                </a:lnTo>
                <a:lnTo>
                  <a:pt x="354999" y="105229"/>
                </a:lnTo>
                <a:lnTo>
                  <a:pt x="236240" y="70026"/>
                </a:lnTo>
                <a:lnTo>
                  <a:pt x="117907" y="34950"/>
                </a:lnTo>
                <a:lnTo>
                  <a:pt x="0" y="0"/>
                </a:lnTo>
              </a:path>
            </a:pathLst>
          </a:custGeom>
          <a:noFill/>
          <a:ln w="285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Editable path 67"/>
          <p:cNvSpPr/>
          <p:nvPr/>
        </p:nvSpPr>
        <p:spPr>
          <a:xfrm>
            <a:off x="9161063" y="3238876"/>
            <a:ext cx="97867" cy="85234"/>
          </a:xfrm>
          <a:custGeom>
            <a:avLst/>
            <a:gdLst/>
            <a:ahLst/>
            <a:cxnLst/>
            <a:rect l="l" t="t" r="r" b="b"/>
            <a:pathLst>
              <a:path w="97867" h="85234">
                <a:moveTo>
                  <a:pt x="72601" y="85234"/>
                </a:moveTo>
                <a:lnTo>
                  <a:pt x="0" y="17352"/>
                </a:lnTo>
                <a:lnTo>
                  <a:pt x="97867" y="0"/>
                </a:lnTo>
              </a:path>
            </a:pathLst>
          </a:custGeom>
          <a:noFill/>
          <a:ln w="285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path 68"/>
          <p:cNvSpPr/>
          <p:nvPr/>
        </p:nvSpPr>
        <p:spPr>
          <a:xfrm>
            <a:off x="10568702" y="3701966"/>
            <a:ext cx="1188204" cy="295235"/>
          </a:xfrm>
          <a:custGeom>
            <a:avLst/>
            <a:gdLst/>
            <a:ahLst/>
            <a:cxnLst/>
            <a:rect l="l" t="t" r="r" b="b"/>
            <a:pathLst>
              <a:path w="1188204" h="295235">
                <a:moveTo>
                  <a:pt x="48895" y="295235"/>
                </a:moveTo>
                <a:lnTo>
                  <a:pt x="1139309" y="295235"/>
                </a:lnTo>
                <a:lnTo>
                  <a:pt x="1147118" y="294896"/>
                </a:lnTo>
                <a:lnTo>
                  <a:pt x="1154249" y="293877"/>
                </a:lnTo>
                <a:lnTo>
                  <a:pt x="1160700" y="292179"/>
                </a:lnTo>
                <a:lnTo>
                  <a:pt x="1166473" y="289803"/>
                </a:lnTo>
                <a:lnTo>
                  <a:pt x="1171566" y="286747"/>
                </a:lnTo>
                <a:lnTo>
                  <a:pt x="1175980" y="283012"/>
                </a:lnTo>
                <a:lnTo>
                  <a:pt x="1179715" y="278598"/>
                </a:lnTo>
                <a:lnTo>
                  <a:pt x="1182771" y="273504"/>
                </a:lnTo>
                <a:lnTo>
                  <a:pt x="1185148" y="267732"/>
                </a:lnTo>
                <a:lnTo>
                  <a:pt x="1186846" y="261281"/>
                </a:lnTo>
                <a:lnTo>
                  <a:pt x="1187864" y="254150"/>
                </a:lnTo>
                <a:lnTo>
                  <a:pt x="1188204" y="246340"/>
                </a:lnTo>
                <a:lnTo>
                  <a:pt x="1188204" y="48895"/>
                </a:lnTo>
                <a:lnTo>
                  <a:pt x="1187864" y="41086"/>
                </a:lnTo>
                <a:lnTo>
                  <a:pt x="1186846" y="33955"/>
                </a:lnTo>
                <a:lnTo>
                  <a:pt x="1185148" y="27504"/>
                </a:lnTo>
                <a:lnTo>
                  <a:pt x="1182771" y="21731"/>
                </a:lnTo>
                <a:lnTo>
                  <a:pt x="1179715" y="16638"/>
                </a:lnTo>
                <a:lnTo>
                  <a:pt x="1175980" y="12224"/>
                </a:lnTo>
                <a:lnTo>
                  <a:pt x="1171566" y="8489"/>
                </a:lnTo>
                <a:lnTo>
                  <a:pt x="1166473" y="5433"/>
                </a:lnTo>
                <a:lnTo>
                  <a:pt x="1160700" y="3056"/>
                </a:lnTo>
                <a:lnTo>
                  <a:pt x="1154249" y="1359"/>
                </a:lnTo>
                <a:lnTo>
                  <a:pt x="1147118" y="340"/>
                </a:lnTo>
                <a:lnTo>
                  <a:pt x="1139309" y="0"/>
                </a:lnTo>
                <a:lnTo>
                  <a:pt x="48895" y="0"/>
                </a:lnTo>
                <a:lnTo>
                  <a:pt x="41085" y="340"/>
                </a:lnTo>
                <a:lnTo>
                  <a:pt x="33955" y="1359"/>
                </a:lnTo>
                <a:lnTo>
                  <a:pt x="27503" y="3056"/>
                </a:lnTo>
                <a:lnTo>
                  <a:pt x="21731" y="5433"/>
                </a:lnTo>
                <a:lnTo>
                  <a:pt x="16638" y="8489"/>
                </a:lnTo>
                <a:lnTo>
                  <a:pt x="12223" y="12224"/>
                </a:lnTo>
                <a:lnTo>
                  <a:pt x="8488" y="16638"/>
                </a:lnTo>
                <a:lnTo>
                  <a:pt x="5432" y="21731"/>
                </a:lnTo>
                <a:lnTo>
                  <a:pt x="3056" y="27504"/>
                </a:lnTo>
                <a:lnTo>
                  <a:pt x="1358" y="33955"/>
                </a:lnTo>
                <a:lnTo>
                  <a:pt x="339" y="41086"/>
                </a:lnTo>
                <a:lnTo>
                  <a:pt x="0" y="48895"/>
                </a:lnTo>
                <a:lnTo>
                  <a:pt x="0" y="246340"/>
                </a:lnTo>
                <a:lnTo>
                  <a:pt x="339" y="254150"/>
                </a:lnTo>
                <a:lnTo>
                  <a:pt x="1358" y="261281"/>
                </a:lnTo>
                <a:lnTo>
                  <a:pt x="3056" y="267732"/>
                </a:lnTo>
                <a:lnTo>
                  <a:pt x="5432" y="273504"/>
                </a:lnTo>
                <a:lnTo>
                  <a:pt x="8488" y="278598"/>
                </a:lnTo>
                <a:lnTo>
                  <a:pt x="12223" y="283012"/>
                </a:lnTo>
                <a:lnTo>
                  <a:pt x="16638" y="286747"/>
                </a:lnTo>
                <a:lnTo>
                  <a:pt x="21731" y="289803"/>
                </a:lnTo>
                <a:lnTo>
                  <a:pt x="27503" y="292179"/>
                </a:lnTo>
                <a:lnTo>
                  <a:pt x="33955" y="293877"/>
                </a:lnTo>
                <a:lnTo>
                  <a:pt x="41085" y="294896"/>
                </a:lnTo>
                <a:lnTo>
                  <a:pt x="48895" y="295235"/>
                </a:lnTo>
                <a:close/>
              </a:path>
            </a:pathLst>
          </a:custGeom>
          <a:solidFill>
            <a:srgbClr val="FFFFFF">
              <a:alpha val="9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617596" y="3733711"/>
            <a:ext cx="1141872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24" b="0" i="1">
                <a:solidFill>
                  <a:srgbClr val="FF9500"/>
                </a:solidFill>
                <a:latin typeface="Times New Roman"/>
              </a:rPr>
              <a:t>Robot A path</a:t>
            </a:r>
          </a:p>
        </p:txBody>
      </p:sp>
      <p:sp>
        <p:nvSpPr>
          <p:cNvPr id="86" name="Editable path 69"/>
          <p:cNvSpPr/>
          <p:nvPr/>
        </p:nvSpPr>
        <p:spPr>
          <a:xfrm>
            <a:off x="4716454" y="1983211"/>
            <a:ext cx="708905" cy="695820"/>
          </a:xfrm>
          <a:custGeom>
            <a:avLst/>
            <a:gdLst/>
            <a:ahLst/>
            <a:cxnLst/>
            <a:rect l="l" t="t" r="r" b="b"/>
            <a:pathLst>
              <a:path w="708905" h="695820">
                <a:moveTo>
                  <a:pt x="708905" y="0"/>
                </a:moveTo>
                <a:lnTo>
                  <a:pt x="648088" y="59695"/>
                </a:lnTo>
                <a:lnTo>
                  <a:pt x="587588" y="119078"/>
                </a:lnTo>
                <a:lnTo>
                  <a:pt x="527404" y="178151"/>
                </a:lnTo>
                <a:lnTo>
                  <a:pt x="467537" y="236913"/>
                </a:lnTo>
                <a:lnTo>
                  <a:pt x="407986" y="295364"/>
                </a:lnTo>
                <a:lnTo>
                  <a:pt x="348752" y="353505"/>
                </a:lnTo>
                <a:lnTo>
                  <a:pt x="289835" y="411334"/>
                </a:lnTo>
                <a:lnTo>
                  <a:pt x="231235" y="468853"/>
                </a:lnTo>
                <a:lnTo>
                  <a:pt x="172951" y="526061"/>
                </a:lnTo>
                <a:lnTo>
                  <a:pt x="114984" y="582958"/>
                </a:lnTo>
                <a:lnTo>
                  <a:pt x="57333" y="639545"/>
                </a:lnTo>
                <a:lnTo>
                  <a:pt x="0" y="695820"/>
                </a:lnTo>
              </a:path>
            </a:pathLst>
          </a:custGeom>
          <a:noFill/>
          <a:ln w="285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Editable path 70"/>
          <p:cNvSpPr/>
          <p:nvPr/>
        </p:nvSpPr>
        <p:spPr>
          <a:xfrm>
            <a:off x="4716454" y="2585036"/>
            <a:ext cx="94581" cy="93995"/>
          </a:xfrm>
          <a:custGeom>
            <a:avLst/>
            <a:gdLst/>
            <a:ahLst/>
            <a:cxnLst/>
            <a:rect l="l" t="t" r="r" b="b"/>
            <a:pathLst>
              <a:path w="94581" h="93995">
                <a:moveTo>
                  <a:pt x="94581" y="63444"/>
                </a:moveTo>
                <a:lnTo>
                  <a:pt x="0" y="93995"/>
                </a:lnTo>
                <a:lnTo>
                  <a:pt x="32308" y="0"/>
                </a:lnTo>
              </a:path>
            </a:pathLst>
          </a:custGeom>
          <a:noFill/>
          <a:ln w="285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Editable path 71"/>
          <p:cNvSpPr/>
          <p:nvPr/>
        </p:nvSpPr>
        <p:spPr>
          <a:xfrm>
            <a:off x="5026885" y="1643577"/>
            <a:ext cx="1188204" cy="295235"/>
          </a:xfrm>
          <a:custGeom>
            <a:avLst/>
            <a:gdLst/>
            <a:ahLst/>
            <a:cxnLst/>
            <a:rect l="l" t="t" r="r" b="b"/>
            <a:pathLst>
              <a:path w="1188204" h="295235">
                <a:moveTo>
                  <a:pt x="48894" y="295235"/>
                </a:moveTo>
                <a:lnTo>
                  <a:pt x="1139308" y="295235"/>
                </a:lnTo>
                <a:lnTo>
                  <a:pt x="1147118" y="294896"/>
                </a:lnTo>
                <a:lnTo>
                  <a:pt x="1154249" y="293877"/>
                </a:lnTo>
                <a:lnTo>
                  <a:pt x="1160700" y="292179"/>
                </a:lnTo>
                <a:lnTo>
                  <a:pt x="1166472" y="289802"/>
                </a:lnTo>
                <a:lnTo>
                  <a:pt x="1171566" y="286746"/>
                </a:lnTo>
                <a:lnTo>
                  <a:pt x="1175980" y="283011"/>
                </a:lnTo>
                <a:lnTo>
                  <a:pt x="1179715" y="278597"/>
                </a:lnTo>
                <a:lnTo>
                  <a:pt x="1182771" y="273504"/>
                </a:lnTo>
                <a:lnTo>
                  <a:pt x="1185148" y="267732"/>
                </a:lnTo>
                <a:lnTo>
                  <a:pt x="1186845" y="261280"/>
                </a:lnTo>
                <a:lnTo>
                  <a:pt x="1187864" y="254150"/>
                </a:lnTo>
                <a:lnTo>
                  <a:pt x="1188204" y="246340"/>
                </a:lnTo>
                <a:lnTo>
                  <a:pt x="1188204" y="48895"/>
                </a:lnTo>
                <a:lnTo>
                  <a:pt x="1187864" y="41085"/>
                </a:lnTo>
                <a:lnTo>
                  <a:pt x="1186845" y="33955"/>
                </a:lnTo>
                <a:lnTo>
                  <a:pt x="1185148" y="27503"/>
                </a:lnTo>
                <a:lnTo>
                  <a:pt x="1182771" y="21731"/>
                </a:lnTo>
                <a:lnTo>
                  <a:pt x="1179715" y="16638"/>
                </a:lnTo>
                <a:lnTo>
                  <a:pt x="1175980" y="12224"/>
                </a:lnTo>
                <a:lnTo>
                  <a:pt x="1171566" y="8489"/>
                </a:lnTo>
                <a:lnTo>
                  <a:pt x="1166472" y="5433"/>
                </a:lnTo>
                <a:lnTo>
                  <a:pt x="1160700" y="3056"/>
                </a:lnTo>
                <a:lnTo>
                  <a:pt x="1154249" y="1358"/>
                </a:lnTo>
                <a:lnTo>
                  <a:pt x="1147118" y="339"/>
                </a:lnTo>
                <a:lnTo>
                  <a:pt x="1139308" y="0"/>
                </a:lnTo>
                <a:lnTo>
                  <a:pt x="48894" y="0"/>
                </a:lnTo>
                <a:lnTo>
                  <a:pt x="41085" y="339"/>
                </a:lnTo>
                <a:lnTo>
                  <a:pt x="33954" y="1358"/>
                </a:lnTo>
                <a:lnTo>
                  <a:pt x="27503" y="3056"/>
                </a:lnTo>
                <a:lnTo>
                  <a:pt x="21731" y="5433"/>
                </a:lnTo>
                <a:lnTo>
                  <a:pt x="16638" y="8489"/>
                </a:lnTo>
                <a:lnTo>
                  <a:pt x="12223" y="12224"/>
                </a:lnTo>
                <a:lnTo>
                  <a:pt x="8488" y="16638"/>
                </a:lnTo>
                <a:lnTo>
                  <a:pt x="5432" y="21731"/>
                </a:lnTo>
                <a:lnTo>
                  <a:pt x="3056" y="27503"/>
                </a:lnTo>
                <a:lnTo>
                  <a:pt x="1358" y="33955"/>
                </a:lnTo>
                <a:lnTo>
                  <a:pt x="339" y="41085"/>
                </a:lnTo>
                <a:lnTo>
                  <a:pt x="0" y="48895"/>
                </a:lnTo>
                <a:lnTo>
                  <a:pt x="0" y="246340"/>
                </a:lnTo>
                <a:lnTo>
                  <a:pt x="339" y="254150"/>
                </a:lnTo>
                <a:lnTo>
                  <a:pt x="1358" y="261280"/>
                </a:lnTo>
                <a:lnTo>
                  <a:pt x="3056" y="267732"/>
                </a:lnTo>
                <a:lnTo>
                  <a:pt x="5432" y="273504"/>
                </a:lnTo>
                <a:lnTo>
                  <a:pt x="8488" y="278597"/>
                </a:lnTo>
                <a:lnTo>
                  <a:pt x="12223" y="283011"/>
                </a:lnTo>
                <a:lnTo>
                  <a:pt x="16638" y="286746"/>
                </a:lnTo>
                <a:lnTo>
                  <a:pt x="21731" y="289802"/>
                </a:lnTo>
                <a:lnTo>
                  <a:pt x="27503" y="292179"/>
                </a:lnTo>
                <a:lnTo>
                  <a:pt x="33954" y="293877"/>
                </a:lnTo>
                <a:lnTo>
                  <a:pt x="41085" y="294896"/>
                </a:lnTo>
                <a:lnTo>
                  <a:pt x="48894" y="295235"/>
                </a:lnTo>
                <a:close/>
              </a:path>
            </a:pathLst>
          </a:custGeom>
          <a:solidFill>
            <a:srgbClr val="FFFFFF">
              <a:alpha val="9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075779" y="1675322"/>
            <a:ext cx="1141872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24" b="0" i="1">
                <a:solidFill>
                  <a:srgbClr val="0ABAB5"/>
                </a:solidFill>
                <a:latin typeface="Times New Roman"/>
              </a:rPr>
              <a:t>Robot B path</a:t>
            </a:r>
          </a:p>
        </p:txBody>
      </p:sp>
      <p:sp>
        <p:nvSpPr>
          <p:cNvPr id="90" name="Editable path 72"/>
          <p:cNvSpPr/>
          <p:nvPr/>
        </p:nvSpPr>
        <p:spPr>
          <a:xfrm>
            <a:off x="4676411" y="3578427"/>
            <a:ext cx="1712057" cy="796510"/>
          </a:xfrm>
          <a:custGeom>
            <a:avLst/>
            <a:gdLst/>
            <a:ahLst/>
            <a:cxnLst/>
            <a:rect l="l" t="t" r="r" b="b"/>
            <a:pathLst>
              <a:path w="1712057" h="796510">
                <a:moveTo>
                  <a:pt x="1712057" y="796510"/>
                </a:moveTo>
                <a:lnTo>
                  <a:pt x="1567173" y="729105"/>
                </a:lnTo>
                <a:lnTo>
                  <a:pt x="1422691" y="661887"/>
                </a:lnTo>
                <a:lnTo>
                  <a:pt x="1278612" y="594856"/>
                </a:lnTo>
                <a:lnTo>
                  <a:pt x="1134935" y="528012"/>
                </a:lnTo>
                <a:lnTo>
                  <a:pt x="991660" y="461356"/>
                </a:lnTo>
                <a:lnTo>
                  <a:pt x="848787" y="394886"/>
                </a:lnTo>
                <a:lnTo>
                  <a:pt x="706317" y="328604"/>
                </a:lnTo>
                <a:lnTo>
                  <a:pt x="564249" y="262509"/>
                </a:lnTo>
                <a:lnTo>
                  <a:pt x="422583" y="196601"/>
                </a:lnTo>
                <a:lnTo>
                  <a:pt x="281320" y="130880"/>
                </a:lnTo>
                <a:lnTo>
                  <a:pt x="140459" y="65347"/>
                </a:lnTo>
                <a:lnTo>
                  <a:pt x="0" y="0"/>
                </a:lnTo>
              </a:path>
            </a:pathLst>
          </a:custGeom>
          <a:noFill/>
          <a:ln w="28574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Editable path 73"/>
          <p:cNvSpPr/>
          <p:nvPr/>
        </p:nvSpPr>
        <p:spPr>
          <a:xfrm>
            <a:off x="4676411" y="3575625"/>
            <a:ext cx="99354" cy="80604"/>
          </a:xfrm>
          <a:custGeom>
            <a:avLst/>
            <a:gdLst/>
            <a:ahLst/>
            <a:cxnLst/>
            <a:rect l="l" t="t" r="r" b="b"/>
            <a:pathLst>
              <a:path w="99354" h="80604">
                <a:moveTo>
                  <a:pt x="61854" y="80604"/>
                </a:moveTo>
                <a:lnTo>
                  <a:pt x="0" y="2802"/>
                </a:lnTo>
                <a:lnTo>
                  <a:pt x="99354" y="0"/>
                </a:lnTo>
              </a:path>
            </a:pathLst>
          </a:custGeom>
          <a:noFill/>
          <a:ln w="28574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Editable path 74"/>
          <p:cNvSpPr/>
          <p:nvPr/>
        </p:nvSpPr>
        <p:spPr>
          <a:xfrm>
            <a:off x="6206357" y="4401774"/>
            <a:ext cx="1679337" cy="558165"/>
          </a:xfrm>
          <a:custGeom>
            <a:avLst/>
            <a:gdLst/>
            <a:ahLst/>
            <a:cxnLst/>
            <a:rect l="l" t="t" r="r" b="b"/>
            <a:pathLst>
              <a:path w="1679337" h="558165">
                <a:moveTo>
                  <a:pt x="48895" y="558165"/>
                </a:moveTo>
                <a:lnTo>
                  <a:pt x="1630442" y="558165"/>
                </a:lnTo>
                <a:lnTo>
                  <a:pt x="1638251" y="557825"/>
                </a:lnTo>
                <a:lnTo>
                  <a:pt x="1645382" y="556807"/>
                </a:lnTo>
                <a:lnTo>
                  <a:pt x="1651833" y="555109"/>
                </a:lnTo>
                <a:lnTo>
                  <a:pt x="1657606" y="552732"/>
                </a:lnTo>
                <a:lnTo>
                  <a:pt x="1662699" y="549676"/>
                </a:lnTo>
                <a:lnTo>
                  <a:pt x="1667113" y="545941"/>
                </a:lnTo>
                <a:lnTo>
                  <a:pt x="1670848" y="541527"/>
                </a:lnTo>
                <a:lnTo>
                  <a:pt x="1673904" y="536434"/>
                </a:lnTo>
                <a:lnTo>
                  <a:pt x="1676281" y="530661"/>
                </a:lnTo>
                <a:lnTo>
                  <a:pt x="1677979" y="524210"/>
                </a:lnTo>
                <a:lnTo>
                  <a:pt x="1678997" y="517080"/>
                </a:lnTo>
                <a:lnTo>
                  <a:pt x="1679337" y="509270"/>
                </a:lnTo>
                <a:lnTo>
                  <a:pt x="1679337" y="48895"/>
                </a:lnTo>
                <a:lnTo>
                  <a:pt x="1678997" y="41085"/>
                </a:lnTo>
                <a:lnTo>
                  <a:pt x="1677979" y="33955"/>
                </a:lnTo>
                <a:lnTo>
                  <a:pt x="1676281" y="27503"/>
                </a:lnTo>
                <a:lnTo>
                  <a:pt x="1673904" y="21731"/>
                </a:lnTo>
                <a:lnTo>
                  <a:pt x="1670848" y="16638"/>
                </a:lnTo>
                <a:lnTo>
                  <a:pt x="1667113" y="12224"/>
                </a:lnTo>
                <a:lnTo>
                  <a:pt x="1662699" y="8489"/>
                </a:lnTo>
                <a:lnTo>
                  <a:pt x="1657606" y="5433"/>
                </a:lnTo>
                <a:lnTo>
                  <a:pt x="1651833" y="3056"/>
                </a:lnTo>
                <a:lnTo>
                  <a:pt x="1645382" y="1358"/>
                </a:lnTo>
                <a:lnTo>
                  <a:pt x="1638251" y="340"/>
                </a:lnTo>
                <a:lnTo>
                  <a:pt x="1630442" y="0"/>
                </a:lnTo>
                <a:lnTo>
                  <a:pt x="48895" y="0"/>
                </a:lnTo>
                <a:lnTo>
                  <a:pt x="41085" y="340"/>
                </a:lnTo>
                <a:lnTo>
                  <a:pt x="33955" y="1358"/>
                </a:lnTo>
                <a:lnTo>
                  <a:pt x="27503" y="3056"/>
                </a:lnTo>
                <a:lnTo>
                  <a:pt x="21731" y="5433"/>
                </a:lnTo>
                <a:lnTo>
                  <a:pt x="16638" y="8489"/>
                </a:lnTo>
                <a:lnTo>
                  <a:pt x="12224" y="12224"/>
                </a:lnTo>
                <a:lnTo>
                  <a:pt x="8489" y="16638"/>
                </a:lnTo>
                <a:lnTo>
                  <a:pt x="5433" y="21731"/>
                </a:lnTo>
                <a:lnTo>
                  <a:pt x="3056" y="27503"/>
                </a:lnTo>
                <a:lnTo>
                  <a:pt x="1358" y="33955"/>
                </a:lnTo>
                <a:lnTo>
                  <a:pt x="340" y="41085"/>
                </a:lnTo>
                <a:lnTo>
                  <a:pt x="0" y="48895"/>
                </a:lnTo>
                <a:lnTo>
                  <a:pt x="0" y="509270"/>
                </a:lnTo>
                <a:lnTo>
                  <a:pt x="340" y="517080"/>
                </a:lnTo>
                <a:lnTo>
                  <a:pt x="1358" y="524210"/>
                </a:lnTo>
                <a:lnTo>
                  <a:pt x="3056" y="530661"/>
                </a:lnTo>
                <a:lnTo>
                  <a:pt x="5433" y="536434"/>
                </a:lnTo>
                <a:lnTo>
                  <a:pt x="8489" y="541527"/>
                </a:lnTo>
                <a:lnTo>
                  <a:pt x="12224" y="545941"/>
                </a:lnTo>
                <a:lnTo>
                  <a:pt x="16638" y="549676"/>
                </a:lnTo>
                <a:lnTo>
                  <a:pt x="21731" y="552732"/>
                </a:lnTo>
                <a:lnTo>
                  <a:pt x="27503" y="555109"/>
                </a:lnTo>
                <a:lnTo>
                  <a:pt x="33955" y="556807"/>
                </a:lnTo>
                <a:lnTo>
                  <a:pt x="41085" y="557825"/>
                </a:lnTo>
                <a:lnTo>
                  <a:pt x="48895" y="558165"/>
                </a:lnTo>
                <a:close/>
              </a:path>
            </a:pathLst>
          </a:custGeom>
          <a:solidFill>
            <a:srgbClr val="FFFFFF">
              <a:alpha val="9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255251" y="4431339"/>
            <a:ext cx="1640681" cy="2857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74" b="1" i="0">
                <a:solidFill>
                  <a:srgbClr val="7C5AA6"/>
                </a:solidFill>
                <a:latin typeface="Times New Roman"/>
              </a:rPr>
              <a:t>Shared planner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81259" y="4710696"/>
            <a:ext cx="1366532" cy="2362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49" b="0" i="1">
                <a:solidFill>
                  <a:srgbClr val="7C5AA6"/>
                </a:solidFill>
                <a:latin typeface="Times New Roman"/>
              </a:rPr>
              <a:t>Object reference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