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61848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iros_01_task.pdf.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8618482"/>
          </a:xfrm>
          <a:custGeom>
            <a:avLst/>
            <a:gdLst/>
            <a:ahLst/>
            <a:cxnLst/>
            <a:rect l="l" t="t" r="r" b="b"/>
            <a:pathLst>
              <a:path w="12191999" h="8618482">
                <a:moveTo>
                  <a:pt x="0" y="0"/>
                </a:moveTo>
                <a:lnTo>
                  <a:pt x="12191999" y="0"/>
                </a:lnTo>
                <a:lnTo>
                  <a:pt x="12191999" y="8618482"/>
                </a:lnTo>
                <a:lnTo>
                  <a:pt x="0" y="8618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8618482"/>
          </a:xfrm>
          <a:prstGeom prst="rect">
            <a:avLst/>
          </a:prstGeom>
        </p:spPr>
      </p:pic>
      <p:sp>
        <p:nvSpPr>
          <p:cNvPr id="4" name="Editable path 2"/>
          <p:cNvSpPr/>
          <p:nvPr/>
        </p:nvSpPr>
        <p:spPr>
          <a:xfrm>
            <a:off x="5183819" y="6025273"/>
            <a:ext cx="4474160" cy="1861186"/>
          </a:xfrm>
          <a:custGeom>
            <a:avLst/>
            <a:gdLst/>
            <a:ahLst/>
            <a:cxnLst/>
            <a:rect l="l" t="t" r="r" b="b"/>
            <a:pathLst>
              <a:path w="4474160" h="1861186">
                <a:moveTo>
                  <a:pt x="268554" y="1563995"/>
                </a:moveTo>
                <a:lnTo>
                  <a:pt x="275194" y="1579777"/>
                </a:lnTo>
                <a:lnTo>
                  <a:pt x="388685" y="1786929"/>
                </a:lnTo>
                <a:lnTo>
                  <a:pt x="370876" y="1799953"/>
                </a:lnTo>
                <a:lnTo>
                  <a:pt x="241690" y="1861186"/>
                </a:lnTo>
                <a:lnTo>
                  <a:pt x="219130" y="1837268"/>
                </a:lnTo>
                <a:lnTo>
                  <a:pt x="158064" y="1739803"/>
                </a:lnTo>
                <a:lnTo>
                  <a:pt x="74026" y="1593605"/>
                </a:lnTo>
                <a:lnTo>
                  <a:pt x="0" y="1461242"/>
                </a:lnTo>
                <a:lnTo>
                  <a:pt x="1669" y="1464409"/>
                </a:lnTo>
                <a:lnTo>
                  <a:pt x="34108" y="1476854"/>
                </a:lnTo>
                <a:lnTo>
                  <a:pt x="76986" y="1491825"/>
                </a:lnTo>
                <a:lnTo>
                  <a:pt x="114199" y="1500328"/>
                </a:lnTo>
                <a:lnTo>
                  <a:pt x="164648" y="1503097"/>
                </a:lnTo>
                <a:lnTo>
                  <a:pt x="212068" y="1499784"/>
                </a:lnTo>
                <a:lnTo>
                  <a:pt x="258932" y="1491739"/>
                </a:lnTo>
                <a:lnTo>
                  <a:pt x="350108" y="1466938"/>
                </a:lnTo>
                <a:lnTo>
                  <a:pt x="442127" y="1438695"/>
                </a:lnTo>
                <a:lnTo>
                  <a:pt x="796095" y="1311198"/>
                </a:lnTo>
                <a:lnTo>
                  <a:pt x="785514" y="1302531"/>
                </a:lnTo>
                <a:lnTo>
                  <a:pt x="775366" y="1297980"/>
                </a:lnTo>
                <a:lnTo>
                  <a:pt x="772876" y="1289890"/>
                </a:lnTo>
                <a:lnTo>
                  <a:pt x="772662" y="1290899"/>
                </a:lnTo>
                <a:lnTo>
                  <a:pt x="772282" y="1289603"/>
                </a:lnTo>
                <a:lnTo>
                  <a:pt x="773064" y="1288956"/>
                </a:lnTo>
                <a:lnTo>
                  <a:pt x="786822" y="1287615"/>
                </a:lnTo>
                <a:lnTo>
                  <a:pt x="809576" y="1290234"/>
                </a:lnTo>
                <a:lnTo>
                  <a:pt x="822378" y="1293637"/>
                </a:lnTo>
                <a:lnTo>
                  <a:pt x="833335" y="1297373"/>
                </a:lnTo>
                <a:lnTo>
                  <a:pt x="833780" y="1295417"/>
                </a:lnTo>
                <a:lnTo>
                  <a:pt x="854614" y="1296210"/>
                </a:lnTo>
                <a:lnTo>
                  <a:pt x="866959" y="1296884"/>
                </a:lnTo>
                <a:lnTo>
                  <a:pt x="879864" y="1295958"/>
                </a:lnTo>
                <a:lnTo>
                  <a:pt x="881167" y="1300272"/>
                </a:lnTo>
                <a:lnTo>
                  <a:pt x="881350" y="1304656"/>
                </a:lnTo>
                <a:lnTo>
                  <a:pt x="883151" y="1307911"/>
                </a:lnTo>
                <a:lnTo>
                  <a:pt x="878271" y="1328853"/>
                </a:lnTo>
                <a:lnTo>
                  <a:pt x="875979" y="1327986"/>
                </a:lnTo>
                <a:lnTo>
                  <a:pt x="879090" y="1330395"/>
                </a:lnTo>
                <a:lnTo>
                  <a:pt x="877296" y="1341567"/>
                </a:lnTo>
                <a:lnTo>
                  <a:pt x="882153" y="1370722"/>
                </a:lnTo>
                <a:lnTo>
                  <a:pt x="874951" y="1421851"/>
                </a:lnTo>
                <a:lnTo>
                  <a:pt x="872028" y="1430076"/>
                </a:lnTo>
                <a:lnTo>
                  <a:pt x="874348" y="1431955"/>
                </a:lnTo>
                <a:lnTo>
                  <a:pt x="867988" y="1437368"/>
                </a:lnTo>
                <a:lnTo>
                  <a:pt x="866771" y="1439926"/>
                </a:lnTo>
                <a:lnTo>
                  <a:pt x="856578" y="1446133"/>
                </a:lnTo>
                <a:lnTo>
                  <a:pt x="854038" y="1451687"/>
                </a:lnTo>
                <a:lnTo>
                  <a:pt x="856837" y="1453090"/>
                </a:lnTo>
                <a:lnTo>
                  <a:pt x="853530" y="1452227"/>
                </a:lnTo>
                <a:lnTo>
                  <a:pt x="850329" y="1453034"/>
                </a:lnTo>
                <a:lnTo>
                  <a:pt x="848840" y="1453212"/>
                </a:lnTo>
                <a:lnTo>
                  <a:pt x="849153" y="1455986"/>
                </a:lnTo>
                <a:lnTo>
                  <a:pt x="861589" y="1448950"/>
                </a:lnTo>
                <a:lnTo>
                  <a:pt x="884614" y="1439008"/>
                </a:lnTo>
                <a:lnTo>
                  <a:pt x="893433" y="1432337"/>
                </a:lnTo>
                <a:lnTo>
                  <a:pt x="898147" y="1433531"/>
                </a:lnTo>
                <a:lnTo>
                  <a:pt x="930852" y="1422715"/>
                </a:lnTo>
                <a:lnTo>
                  <a:pt x="948736" y="1414624"/>
                </a:lnTo>
                <a:lnTo>
                  <a:pt x="1003823" y="1397942"/>
                </a:lnTo>
                <a:lnTo>
                  <a:pt x="1039560" y="1383820"/>
                </a:lnTo>
                <a:lnTo>
                  <a:pt x="1088811" y="1367489"/>
                </a:lnTo>
                <a:lnTo>
                  <a:pt x="1114162" y="1357249"/>
                </a:lnTo>
                <a:lnTo>
                  <a:pt x="1259725" y="1303802"/>
                </a:lnTo>
                <a:lnTo>
                  <a:pt x="1289317" y="1293237"/>
                </a:lnTo>
                <a:lnTo>
                  <a:pt x="1453540" y="1235693"/>
                </a:lnTo>
                <a:lnTo>
                  <a:pt x="1462292" y="1230804"/>
                </a:lnTo>
                <a:lnTo>
                  <a:pt x="1497763" y="1218487"/>
                </a:lnTo>
                <a:lnTo>
                  <a:pt x="1530369" y="1206264"/>
                </a:lnTo>
                <a:lnTo>
                  <a:pt x="1540551" y="1204661"/>
                </a:lnTo>
                <a:lnTo>
                  <a:pt x="1598747" y="1180816"/>
                </a:lnTo>
                <a:lnTo>
                  <a:pt x="1619627" y="1174718"/>
                </a:lnTo>
                <a:lnTo>
                  <a:pt x="1634976" y="1166073"/>
                </a:lnTo>
                <a:lnTo>
                  <a:pt x="1643544" y="1164942"/>
                </a:lnTo>
                <a:lnTo>
                  <a:pt x="1736847" y="1131973"/>
                </a:lnTo>
                <a:lnTo>
                  <a:pt x="1751352" y="1125523"/>
                </a:lnTo>
                <a:lnTo>
                  <a:pt x="1776247" y="1118696"/>
                </a:lnTo>
                <a:lnTo>
                  <a:pt x="1784307" y="1113655"/>
                </a:lnTo>
                <a:lnTo>
                  <a:pt x="1827428" y="1097655"/>
                </a:lnTo>
                <a:lnTo>
                  <a:pt x="1847811" y="1088954"/>
                </a:lnTo>
                <a:lnTo>
                  <a:pt x="1906559" y="1069205"/>
                </a:lnTo>
                <a:lnTo>
                  <a:pt x="1974928" y="1043577"/>
                </a:lnTo>
                <a:lnTo>
                  <a:pt x="1984004" y="1037448"/>
                </a:lnTo>
                <a:lnTo>
                  <a:pt x="1987677" y="1039493"/>
                </a:lnTo>
                <a:lnTo>
                  <a:pt x="2009353" y="1031991"/>
                </a:lnTo>
                <a:lnTo>
                  <a:pt x="2030117" y="1029654"/>
                </a:lnTo>
                <a:lnTo>
                  <a:pt x="2263945" y="943666"/>
                </a:lnTo>
                <a:lnTo>
                  <a:pt x="2337320" y="919377"/>
                </a:lnTo>
                <a:lnTo>
                  <a:pt x="2350948" y="911326"/>
                </a:lnTo>
                <a:lnTo>
                  <a:pt x="2371993" y="907638"/>
                </a:lnTo>
                <a:lnTo>
                  <a:pt x="2421716" y="887559"/>
                </a:lnTo>
                <a:lnTo>
                  <a:pt x="2419115" y="883022"/>
                </a:lnTo>
                <a:lnTo>
                  <a:pt x="2417191" y="884282"/>
                </a:lnTo>
                <a:lnTo>
                  <a:pt x="2368361" y="889267"/>
                </a:lnTo>
                <a:lnTo>
                  <a:pt x="2362275" y="888534"/>
                </a:lnTo>
                <a:lnTo>
                  <a:pt x="2352783" y="893726"/>
                </a:lnTo>
                <a:lnTo>
                  <a:pt x="2345454" y="891850"/>
                </a:lnTo>
                <a:lnTo>
                  <a:pt x="2346386" y="891544"/>
                </a:lnTo>
                <a:lnTo>
                  <a:pt x="2343036" y="896380"/>
                </a:lnTo>
                <a:lnTo>
                  <a:pt x="2347336" y="906796"/>
                </a:lnTo>
                <a:lnTo>
                  <a:pt x="2348228" y="904110"/>
                </a:lnTo>
                <a:lnTo>
                  <a:pt x="2351195" y="908879"/>
                </a:lnTo>
                <a:lnTo>
                  <a:pt x="2351044" y="909543"/>
                </a:lnTo>
                <a:lnTo>
                  <a:pt x="2380895" y="898244"/>
                </a:lnTo>
                <a:lnTo>
                  <a:pt x="2392547" y="892387"/>
                </a:lnTo>
                <a:lnTo>
                  <a:pt x="2417625" y="885018"/>
                </a:lnTo>
                <a:lnTo>
                  <a:pt x="2487480" y="860269"/>
                </a:lnTo>
                <a:lnTo>
                  <a:pt x="2494863" y="854983"/>
                </a:lnTo>
                <a:lnTo>
                  <a:pt x="2527305" y="846755"/>
                </a:lnTo>
                <a:lnTo>
                  <a:pt x="2664651" y="790239"/>
                </a:lnTo>
                <a:lnTo>
                  <a:pt x="2670218" y="789776"/>
                </a:lnTo>
                <a:lnTo>
                  <a:pt x="2698758" y="781098"/>
                </a:lnTo>
                <a:lnTo>
                  <a:pt x="2717853" y="777021"/>
                </a:lnTo>
                <a:lnTo>
                  <a:pt x="2865106" y="717048"/>
                </a:lnTo>
                <a:lnTo>
                  <a:pt x="2861693" y="714157"/>
                </a:lnTo>
                <a:lnTo>
                  <a:pt x="2862576" y="713090"/>
                </a:lnTo>
                <a:lnTo>
                  <a:pt x="2860123" y="712509"/>
                </a:lnTo>
                <a:lnTo>
                  <a:pt x="2859347" y="711161"/>
                </a:lnTo>
                <a:lnTo>
                  <a:pt x="2853704" y="710804"/>
                </a:lnTo>
                <a:lnTo>
                  <a:pt x="2853044" y="707470"/>
                </a:lnTo>
                <a:lnTo>
                  <a:pt x="2835219" y="707561"/>
                </a:lnTo>
                <a:lnTo>
                  <a:pt x="2837302" y="705220"/>
                </a:lnTo>
                <a:lnTo>
                  <a:pt x="2824494" y="701162"/>
                </a:lnTo>
                <a:lnTo>
                  <a:pt x="2795478" y="691631"/>
                </a:lnTo>
                <a:lnTo>
                  <a:pt x="2784264" y="682909"/>
                </a:lnTo>
                <a:lnTo>
                  <a:pt x="2753035" y="684381"/>
                </a:lnTo>
                <a:lnTo>
                  <a:pt x="2743499" y="684380"/>
                </a:lnTo>
                <a:lnTo>
                  <a:pt x="2717807" y="683990"/>
                </a:lnTo>
                <a:lnTo>
                  <a:pt x="2687625" y="698058"/>
                </a:lnTo>
                <a:lnTo>
                  <a:pt x="2718382" y="686391"/>
                </a:lnTo>
                <a:lnTo>
                  <a:pt x="2756807" y="674110"/>
                </a:lnTo>
                <a:lnTo>
                  <a:pt x="2766584" y="668756"/>
                </a:lnTo>
                <a:lnTo>
                  <a:pt x="2778401" y="665864"/>
                </a:lnTo>
                <a:lnTo>
                  <a:pt x="2864376" y="626530"/>
                </a:lnTo>
                <a:lnTo>
                  <a:pt x="3030352" y="565580"/>
                </a:lnTo>
                <a:lnTo>
                  <a:pt x="3035259" y="565802"/>
                </a:lnTo>
                <a:lnTo>
                  <a:pt x="3037367" y="563146"/>
                </a:lnTo>
                <a:lnTo>
                  <a:pt x="3099879" y="553009"/>
                </a:lnTo>
                <a:lnTo>
                  <a:pt x="3112517" y="548181"/>
                </a:lnTo>
                <a:lnTo>
                  <a:pt x="3189632" y="522651"/>
                </a:lnTo>
                <a:lnTo>
                  <a:pt x="3214409" y="510154"/>
                </a:lnTo>
                <a:lnTo>
                  <a:pt x="3241596" y="499104"/>
                </a:lnTo>
                <a:lnTo>
                  <a:pt x="3271583" y="486467"/>
                </a:lnTo>
                <a:lnTo>
                  <a:pt x="3349198" y="444716"/>
                </a:lnTo>
                <a:lnTo>
                  <a:pt x="3403165" y="415291"/>
                </a:lnTo>
                <a:lnTo>
                  <a:pt x="3455118" y="389493"/>
                </a:lnTo>
                <a:lnTo>
                  <a:pt x="3496797" y="367969"/>
                </a:lnTo>
                <a:lnTo>
                  <a:pt x="3534170" y="355568"/>
                </a:lnTo>
                <a:lnTo>
                  <a:pt x="3570542" y="338006"/>
                </a:lnTo>
                <a:lnTo>
                  <a:pt x="3588382" y="333303"/>
                </a:lnTo>
                <a:lnTo>
                  <a:pt x="3611190" y="323041"/>
                </a:lnTo>
                <a:lnTo>
                  <a:pt x="3652821" y="307160"/>
                </a:lnTo>
                <a:lnTo>
                  <a:pt x="3774583" y="262038"/>
                </a:lnTo>
                <a:lnTo>
                  <a:pt x="3801446" y="254470"/>
                </a:lnTo>
                <a:lnTo>
                  <a:pt x="3894626" y="219867"/>
                </a:lnTo>
                <a:lnTo>
                  <a:pt x="3947307" y="202425"/>
                </a:lnTo>
                <a:lnTo>
                  <a:pt x="3961512" y="194890"/>
                </a:lnTo>
                <a:lnTo>
                  <a:pt x="4016762" y="176375"/>
                </a:lnTo>
                <a:lnTo>
                  <a:pt x="4056568" y="159976"/>
                </a:lnTo>
                <a:lnTo>
                  <a:pt x="4209246" y="107123"/>
                </a:lnTo>
                <a:lnTo>
                  <a:pt x="4232718" y="94386"/>
                </a:lnTo>
                <a:lnTo>
                  <a:pt x="4313968" y="65047"/>
                </a:lnTo>
                <a:lnTo>
                  <a:pt x="4362625" y="45240"/>
                </a:lnTo>
                <a:lnTo>
                  <a:pt x="4370955" y="43834"/>
                </a:lnTo>
                <a:lnTo>
                  <a:pt x="4425933" y="22122"/>
                </a:lnTo>
                <a:lnTo>
                  <a:pt x="4443305" y="18929"/>
                </a:lnTo>
                <a:lnTo>
                  <a:pt x="4452567" y="12567"/>
                </a:lnTo>
                <a:lnTo>
                  <a:pt x="4453626" y="15231"/>
                </a:lnTo>
                <a:lnTo>
                  <a:pt x="4459079" y="20657"/>
                </a:lnTo>
                <a:lnTo>
                  <a:pt x="4456154" y="21310"/>
                </a:lnTo>
                <a:lnTo>
                  <a:pt x="4457863" y="22848"/>
                </a:lnTo>
                <a:lnTo>
                  <a:pt x="4461234" y="24385"/>
                </a:lnTo>
                <a:lnTo>
                  <a:pt x="4461141" y="24262"/>
                </a:lnTo>
                <a:lnTo>
                  <a:pt x="4468721" y="30371"/>
                </a:lnTo>
                <a:lnTo>
                  <a:pt x="4468475" y="29690"/>
                </a:lnTo>
                <a:lnTo>
                  <a:pt x="4469115" y="27215"/>
                </a:lnTo>
                <a:lnTo>
                  <a:pt x="4466787" y="27539"/>
                </a:lnTo>
                <a:lnTo>
                  <a:pt x="4464289" y="23394"/>
                </a:lnTo>
                <a:lnTo>
                  <a:pt x="4464084" y="23712"/>
                </a:lnTo>
                <a:lnTo>
                  <a:pt x="4474160" y="8444"/>
                </a:lnTo>
                <a:lnTo>
                  <a:pt x="4466801" y="3005"/>
                </a:lnTo>
                <a:lnTo>
                  <a:pt x="4454311" y="0"/>
                </a:lnTo>
                <a:lnTo>
                  <a:pt x="4436745" y="2710"/>
                </a:lnTo>
                <a:lnTo>
                  <a:pt x="4432063" y="12487"/>
                </a:lnTo>
                <a:lnTo>
                  <a:pt x="4431431" y="16673"/>
                </a:lnTo>
                <a:lnTo>
                  <a:pt x="4435896" y="19824"/>
                </a:lnTo>
                <a:lnTo>
                  <a:pt x="4443787" y="28954"/>
                </a:lnTo>
                <a:lnTo>
                  <a:pt x="4444318" y="28314"/>
                </a:lnTo>
                <a:lnTo>
                  <a:pt x="4446341" y="25401"/>
                </a:lnTo>
                <a:lnTo>
                  <a:pt x="4447169" y="24980"/>
                </a:lnTo>
                <a:lnTo>
                  <a:pt x="4444541" y="23386"/>
                </a:lnTo>
                <a:lnTo>
                  <a:pt x="4445582" y="22973"/>
                </a:lnTo>
                <a:lnTo>
                  <a:pt x="4445844" y="22575"/>
                </a:lnTo>
              </a:path>
            </a:pathLst>
          </a:custGeom>
          <a:noFill/>
          <a:ln w="66312">
            <a:solidFill>
              <a:srgbClr val="FFFF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3"/>
          <p:cNvSpPr/>
          <p:nvPr/>
        </p:nvSpPr>
        <p:spPr>
          <a:xfrm>
            <a:off x="5183819" y="6025273"/>
            <a:ext cx="4474160" cy="1861186"/>
          </a:xfrm>
          <a:custGeom>
            <a:avLst/>
            <a:gdLst/>
            <a:ahLst/>
            <a:cxnLst/>
            <a:rect l="l" t="t" r="r" b="b"/>
            <a:pathLst>
              <a:path w="4474160" h="1861186">
                <a:moveTo>
                  <a:pt x="268554" y="1563995"/>
                </a:moveTo>
                <a:lnTo>
                  <a:pt x="275194" y="1579777"/>
                </a:lnTo>
                <a:lnTo>
                  <a:pt x="388685" y="1786929"/>
                </a:lnTo>
                <a:lnTo>
                  <a:pt x="370876" y="1799953"/>
                </a:lnTo>
                <a:lnTo>
                  <a:pt x="241690" y="1861186"/>
                </a:lnTo>
                <a:lnTo>
                  <a:pt x="219130" y="1837268"/>
                </a:lnTo>
                <a:lnTo>
                  <a:pt x="158064" y="1739803"/>
                </a:lnTo>
                <a:lnTo>
                  <a:pt x="74026" y="1593605"/>
                </a:lnTo>
                <a:lnTo>
                  <a:pt x="0" y="1461242"/>
                </a:lnTo>
                <a:lnTo>
                  <a:pt x="1669" y="1464409"/>
                </a:lnTo>
                <a:lnTo>
                  <a:pt x="34108" y="1476854"/>
                </a:lnTo>
                <a:lnTo>
                  <a:pt x="76986" y="1491825"/>
                </a:lnTo>
                <a:lnTo>
                  <a:pt x="114199" y="1500328"/>
                </a:lnTo>
                <a:lnTo>
                  <a:pt x="164648" y="1503097"/>
                </a:lnTo>
                <a:lnTo>
                  <a:pt x="212068" y="1499784"/>
                </a:lnTo>
                <a:lnTo>
                  <a:pt x="258932" y="1491739"/>
                </a:lnTo>
                <a:lnTo>
                  <a:pt x="350108" y="1466938"/>
                </a:lnTo>
                <a:lnTo>
                  <a:pt x="442127" y="1438695"/>
                </a:lnTo>
                <a:lnTo>
                  <a:pt x="796095" y="1311198"/>
                </a:lnTo>
                <a:lnTo>
                  <a:pt x="785514" y="1302531"/>
                </a:lnTo>
                <a:lnTo>
                  <a:pt x="775366" y="1297980"/>
                </a:lnTo>
                <a:lnTo>
                  <a:pt x="772876" y="1289890"/>
                </a:lnTo>
                <a:lnTo>
                  <a:pt x="772662" y="1290899"/>
                </a:lnTo>
                <a:lnTo>
                  <a:pt x="772282" y="1289603"/>
                </a:lnTo>
                <a:lnTo>
                  <a:pt x="773064" y="1288956"/>
                </a:lnTo>
                <a:lnTo>
                  <a:pt x="786822" y="1287615"/>
                </a:lnTo>
                <a:lnTo>
                  <a:pt x="809576" y="1290234"/>
                </a:lnTo>
                <a:lnTo>
                  <a:pt x="822378" y="1293637"/>
                </a:lnTo>
                <a:lnTo>
                  <a:pt x="833335" y="1297373"/>
                </a:lnTo>
                <a:lnTo>
                  <a:pt x="833780" y="1295417"/>
                </a:lnTo>
                <a:lnTo>
                  <a:pt x="854614" y="1296210"/>
                </a:lnTo>
                <a:lnTo>
                  <a:pt x="866959" y="1296884"/>
                </a:lnTo>
                <a:lnTo>
                  <a:pt x="879864" y="1295958"/>
                </a:lnTo>
                <a:lnTo>
                  <a:pt x="881167" y="1300272"/>
                </a:lnTo>
                <a:lnTo>
                  <a:pt x="881350" y="1304656"/>
                </a:lnTo>
                <a:lnTo>
                  <a:pt x="883151" y="1307911"/>
                </a:lnTo>
                <a:lnTo>
                  <a:pt x="878271" y="1328853"/>
                </a:lnTo>
                <a:lnTo>
                  <a:pt x="875979" y="1327986"/>
                </a:lnTo>
                <a:lnTo>
                  <a:pt x="879090" y="1330395"/>
                </a:lnTo>
                <a:lnTo>
                  <a:pt x="877296" y="1341567"/>
                </a:lnTo>
                <a:lnTo>
                  <a:pt x="882153" y="1370722"/>
                </a:lnTo>
                <a:lnTo>
                  <a:pt x="874951" y="1421851"/>
                </a:lnTo>
                <a:lnTo>
                  <a:pt x="872028" y="1430076"/>
                </a:lnTo>
                <a:lnTo>
                  <a:pt x="874348" y="1431955"/>
                </a:lnTo>
                <a:lnTo>
                  <a:pt x="867988" y="1437368"/>
                </a:lnTo>
                <a:lnTo>
                  <a:pt x="866771" y="1439926"/>
                </a:lnTo>
                <a:lnTo>
                  <a:pt x="856578" y="1446133"/>
                </a:lnTo>
                <a:lnTo>
                  <a:pt x="854038" y="1451687"/>
                </a:lnTo>
                <a:lnTo>
                  <a:pt x="856837" y="1453090"/>
                </a:lnTo>
                <a:lnTo>
                  <a:pt x="853530" y="1452227"/>
                </a:lnTo>
                <a:lnTo>
                  <a:pt x="850329" y="1453034"/>
                </a:lnTo>
                <a:lnTo>
                  <a:pt x="848840" y="1453212"/>
                </a:lnTo>
                <a:lnTo>
                  <a:pt x="849153" y="1455986"/>
                </a:lnTo>
                <a:lnTo>
                  <a:pt x="861589" y="1448950"/>
                </a:lnTo>
                <a:lnTo>
                  <a:pt x="884614" y="1439008"/>
                </a:lnTo>
                <a:lnTo>
                  <a:pt x="893433" y="1432337"/>
                </a:lnTo>
                <a:lnTo>
                  <a:pt x="898147" y="1433531"/>
                </a:lnTo>
                <a:lnTo>
                  <a:pt x="930852" y="1422715"/>
                </a:lnTo>
                <a:lnTo>
                  <a:pt x="948736" y="1414624"/>
                </a:lnTo>
                <a:lnTo>
                  <a:pt x="1003823" y="1397942"/>
                </a:lnTo>
                <a:lnTo>
                  <a:pt x="1039560" y="1383820"/>
                </a:lnTo>
                <a:lnTo>
                  <a:pt x="1088811" y="1367489"/>
                </a:lnTo>
                <a:lnTo>
                  <a:pt x="1114162" y="1357249"/>
                </a:lnTo>
                <a:lnTo>
                  <a:pt x="1259725" y="1303802"/>
                </a:lnTo>
                <a:lnTo>
                  <a:pt x="1289317" y="1293237"/>
                </a:lnTo>
                <a:lnTo>
                  <a:pt x="1453540" y="1235693"/>
                </a:lnTo>
                <a:lnTo>
                  <a:pt x="1462292" y="1230804"/>
                </a:lnTo>
                <a:lnTo>
                  <a:pt x="1497763" y="1218487"/>
                </a:lnTo>
                <a:lnTo>
                  <a:pt x="1530369" y="1206264"/>
                </a:lnTo>
                <a:lnTo>
                  <a:pt x="1540551" y="1204661"/>
                </a:lnTo>
                <a:lnTo>
                  <a:pt x="1598747" y="1180816"/>
                </a:lnTo>
                <a:lnTo>
                  <a:pt x="1619627" y="1174718"/>
                </a:lnTo>
                <a:lnTo>
                  <a:pt x="1634976" y="1166073"/>
                </a:lnTo>
                <a:lnTo>
                  <a:pt x="1643544" y="1164942"/>
                </a:lnTo>
                <a:lnTo>
                  <a:pt x="1736847" y="1131973"/>
                </a:lnTo>
                <a:lnTo>
                  <a:pt x="1751352" y="1125523"/>
                </a:lnTo>
                <a:lnTo>
                  <a:pt x="1776247" y="1118696"/>
                </a:lnTo>
                <a:lnTo>
                  <a:pt x="1784307" y="1113655"/>
                </a:lnTo>
                <a:lnTo>
                  <a:pt x="1827428" y="1097655"/>
                </a:lnTo>
                <a:lnTo>
                  <a:pt x="1847811" y="1088954"/>
                </a:lnTo>
                <a:lnTo>
                  <a:pt x="1906559" y="1069205"/>
                </a:lnTo>
                <a:lnTo>
                  <a:pt x="1974928" y="1043577"/>
                </a:lnTo>
                <a:lnTo>
                  <a:pt x="1984004" y="1037448"/>
                </a:lnTo>
                <a:lnTo>
                  <a:pt x="1987677" y="1039493"/>
                </a:lnTo>
                <a:lnTo>
                  <a:pt x="2009353" y="1031991"/>
                </a:lnTo>
                <a:lnTo>
                  <a:pt x="2030117" y="1029654"/>
                </a:lnTo>
                <a:lnTo>
                  <a:pt x="2263945" y="943666"/>
                </a:lnTo>
                <a:lnTo>
                  <a:pt x="2337320" y="919377"/>
                </a:lnTo>
                <a:lnTo>
                  <a:pt x="2350948" y="911326"/>
                </a:lnTo>
                <a:lnTo>
                  <a:pt x="2371993" y="907638"/>
                </a:lnTo>
                <a:lnTo>
                  <a:pt x="2421716" y="887559"/>
                </a:lnTo>
                <a:lnTo>
                  <a:pt x="2419115" y="883022"/>
                </a:lnTo>
                <a:lnTo>
                  <a:pt x="2417191" y="884282"/>
                </a:lnTo>
                <a:lnTo>
                  <a:pt x="2368361" y="889267"/>
                </a:lnTo>
                <a:lnTo>
                  <a:pt x="2362275" y="888534"/>
                </a:lnTo>
                <a:lnTo>
                  <a:pt x="2352783" y="893726"/>
                </a:lnTo>
                <a:lnTo>
                  <a:pt x="2345454" y="891850"/>
                </a:lnTo>
                <a:lnTo>
                  <a:pt x="2346386" y="891544"/>
                </a:lnTo>
                <a:lnTo>
                  <a:pt x="2343036" y="896380"/>
                </a:lnTo>
                <a:lnTo>
                  <a:pt x="2347336" y="906796"/>
                </a:lnTo>
                <a:lnTo>
                  <a:pt x="2348228" y="904110"/>
                </a:lnTo>
                <a:lnTo>
                  <a:pt x="2351195" y="908879"/>
                </a:lnTo>
                <a:lnTo>
                  <a:pt x="2351044" y="909543"/>
                </a:lnTo>
                <a:lnTo>
                  <a:pt x="2380895" y="898244"/>
                </a:lnTo>
                <a:lnTo>
                  <a:pt x="2392547" y="892387"/>
                </a:lnTo>
                <a:lnTo>
                  <a:pt x="2417625" y="885018"/>
                </a:lnTo>
                <a:lnTo>
                  <a:pt x="2487480" y="860269"/>
                </a:lnTo>
                <a:lnTo>
                  <a:pt x="2494863" y="854983"/>
                </a:lnTo>
                <a:lnTo>
                  <a:pt x="2527305" y="846755"/>
                </a:lnTo>
                <a:lnTo>
                  <a:pt x="2664651" y="790239"/>
                </a:lnTo>
                <a:lnTo>
                  <a:pt x="2670218" y="789776"/>
                </a:lnTo>
                <a:lnTo>
                  <a:pt x="2698758" y="781098"/>
                </a:lnTo>
                <a:lnTo>
                  <a:pt x="2717853" y="777021"/>
                </a:lnTo>
                <a:lnTo>
                  <a:pt x="2865106" y="717048"/>
                </a:lnTo>
                <a:lnTo>
                  <a:pt x="2861693" y="714157"/>
                </a:lnTo>
                <a:lnTo>
                  <a:pt x="2862576" y="713090"/>
                </a:lnTo>
                <a:lnTo>
                  <a:pt x="2860123" y="712509"/>
                </a:lnTo>
                <a:lnTo>
                  <a:pt x="2859347" y="711161"/>
                </a:lnTo>
                <a:lnTo>
                  <a:pt x="2853704" y="710804"/>
                </a:lnTo>
                <a:lnTo>
                  <a:pt x="2853044" y="707470"/>
                </a:lnTo>
                <a:lnTo>
                  <a:pt x="2835219" y="707561"/>
                </a:lnTo>
                <a:lnTo>
                  <a:pt x="2837302" y="705220"/>
                </a:lnTo>
                <a:lnTo>
                  <a:pt x="2824494" y="701162"/>
                </a:lnTo>
                <a:lnTo>
                  <a:pt x="2795478" y="691631"/>
                </a:lnTo>
                <a:lnTo>
                  <a:pt x="2784264" y="682909"/>
                </a:lnTo>
                <a:lnTo>
                  <a:pt x="2753035" y="684381"/>
                </a:lnTo>
                <a:lnTo>
                  <a:pt x="2743499" y="684380"/>
                </a:lnTo>
                <a:lnTo>
                  <a:pt x="2717807" y="683990"/>
                </a:lnTo>
                <a:lnTo>
                  <a:pt x="2687625" y="698058"/>
                </a:lnTo>
                <a:lnTo>
                  <a:pt x="2718382" y="686391"/>
                </a:lnTo>
                <a:lnTo>
                  <a:pt x="2756807" y="674110"/>
                </a:lnTo>
                <a:lnTo>
                  <a:pt x="2766584" y="668756"/>
                </a:lnTo>
                <a:lnTo>
                  <a:pt x="2778401" y="665864"/>
                </a:lnTo>
                <a:lnTo>
                  <a:pt x="2864376" y="626530"/>
                </a:lnTo>
                <a:lnTo>
                  <a:pt x="3030352" y="565580"/>
                </a:lnTo>
                <a:lnTo>
                  <a:pt x="3035259" y="565802"/>
                </a:lnTo>
                <a:lnTo>
                  <a:pt x="3037367" y="563146"/>
                </a:lnTo>
                <a:lnTo>
                  <a:pt x="3099879" y="553009"/>
                </a:lnTo>
                <a:lnTo>
                  <a:pt x="3112517" y="548181"/>
                </a:lnTo>
                <a:lnTo>
                  <a:pt x="3189632" y="522651"/>
                </a:lnTo>
                <a:lnTo>
                  <a:pt x="3214409" y="510154"/>
                </a:lnTo>
                <a:lnTo>
                  <a:pt x="3241596" y="499104"/>
                </a:lnTo>
                <a:lnTo>
                  <a:pt x="3271583" y="486467"/>
                </a:lnTo>
                <a:lnTo>
                  <a:pt x="3349198" y="444716"/>
                </a:lnTo>
                <a:lnTo>
                  <a:pt x="3403165" y="415291"/>
                </a:lnTo>
                <a:lnTo>
                  <a:pt x="3455118" y="389493"/>
                </a:lnTo>
                <a:lnTo>
                  <a:pt x="3496797" y="367969"/>
                </a:lnTo>
                <a:lnTo>
                  <a:pt x="3534170" y="355568"/>
                </a:lnTo>
                <a:lnTo>
                  <a:pt x="3570542" y="338006"/>
                </a:lnTo>
                <a:lnTo>
                  <a:pt x="3588382" y="333303"/>
                </a:lnTo>
                <a:lnTo>
                  <a:pt x="3611190" y="323041"/>
                </a:lnTo>
                <a:lnTo>
                  <a:pt x="3652821" y="307160"/>
                </a:lnTo>
                <a:lnTo>
                  <a:pt x="3774583" y="262038"/>
                </a:lnTo>
                <a:lnTo>
                  <a:pt x="3801446" y="254470"/>
                </a:lnTo>
                <a:lnTo>
                  <a:pt x="3894626" y="219867"/>
                </a:lnTo>
                <a:lnTo>
                  <a:pt x="3947307" y="202425"/>
                </a:lnTo>
                <a:lnTo>
                  <a:pt x="3961512" y="194890"/>
                </a:lnTo>
                <a:lnTo>
                  <a:pt x="4016762" y="176375"/>
                </a:lnTo>
                <a:lnTo>
                  <a:pt x="4056568" y="159976"/>
                </a:lnTo>
                <a:lnTo>
                  <a:pt x="4209246" y="107123"/>
                </a:lnTo>
                <a:lnTo>
                  <a:pt x="4232718" y="94386"/>
                </a:lnTo>
                <a:lnTo>
                  <a:pt x="4313968" y="65047"/>
                </a:lnTo>
                <a:lnTo>
                  <a:pt x="4362625" y="45240"/>
                </a:lnTo>
                <a:lnTo>
                  <a:pt x="4370955" y="43834"/>
                </a:lnTo>
                <a:lnTo>
                  <a:pt x="4425933" y="22122"/>
                </a:lnTo>
                <a:lnTo>
                  <a:pt x="4443305" y="18929"/>
                </a:lnTo>
                <a:lnTo>
                  <a:pt x="4452567" y="12567"/>
                </a:lnTo>
                <a:lnTo>
                  <a:pt x="4453626" y="15231"/>
                </a:lnTo>
                <a:lnTo>
                  <a:pt x="4459079" y="20657"/>
                </a:lnTo>
                <a:lnTo>
                  <a:pt x="4456154" y="21310"/>
                </a:lnTo>
                <a:lnTo>
                  <a:pt x="4457863" y="22848"/>
                </a:lnTo>
                <a:lnTo>
                  <a:pt x="4461234" y="24385"/>
                </a:lnTo>
                <a:lnTo>
                  <a:pt x="4461141" y="24262"/>
                </a:lnTo>
                <a:lnTo>
                  <a:pt x="4468721" y="30371"/>
                </a:lnTo>
                <a:lnTo>
                  <a:pt x="4468475" y="29690"/>
                </a:lnTo>
                <a:lnTo>
                  <a:pt x="4469115" y="27215"/>
                </a:lnTo>
                <a:lnTo>
                  <a:pt x="4466787" y="27539"/>
                </a:lnTo>
                <a:lnTo>
                  <a:pt x="4464289" y="23394"/>
                </a:lnTo>
                <a:lnTo>
                  <a:pt x="4464084" y="23712"/>
                </a:lnTo>
                <a:lnTo>
                  <a:pt x="4474160" y="8444"/>
                </a:lnTo>
                <a:lnTo>
                  <a:pt x="4466801" y="3005"/>
                </a:lnTo>
                <a:lnTo>
                  <a:pt x="4454311" y="0"/>
                </a:lnTo>
                <a:lnTo>
                  <a:pt x="4436745" y="2710"/>
                </a:lnTo>
                <a:lnTo>
                  <a:pt x="4432063" y="12487"/>
                </a:lnTo>
                <a:lnTo>
                  <a:pt x="4431431" y="16673"/>
                </a:lnTo>
                <a:lnTo>
                  <a:pt x="4435896" y="19824"/>
                </a:lnTo>
                <a:lnTo>
                  <a:pt x="4443787" y="28954"/>
                </a:lnTo>
                <a:lnTo>
                  <a:pt x="4444318" y="28314"/>
                </a:lnTo>
                <a:lnTo>
                  <a:pt x="4446341" y="25401"/>
                </a:lnTo>
                <a:lnTo>
                  <a:pt x="4447169" y="24980"/>
                </a:lnTo>
                <a:lnTo>
                  <a:pt x="4444541" y="23386"/>
                </a:lnTo>
                <a:lnTo>
                  <a:pt x="4445582" y="22973"/>
                </a:lnTo>
                <a:lnTo>
                  <a:pt x="4445844" y="22575"/>
                </a:lnTo>
              </a:path>
            </a:pathLst>
          </a:custGeom>
          <a:noFill/>
          <a:ln w="3552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4"/>
          <p:cNvSpPr/>
          <p:nvPr/>
        </p:nvSpPr>
        <p:spPr>
          <a:xfrm>
            <a:off x="2868840" y="2692974"/>
            <a:ext cx="3959179" cy="1134904"/>
          </a:xfrm>
          <a:custGeom>
            <a:avLst/>
            <a:gdLst/>
            <a:ahLst/>
            <a:cxnLst/>
            <a:rect l="l" t="t" r="r" b="b"/>
            <a:pathLst>
              <a:path w="3959179" h="1134904">
                <a:moveTo>
                  <a:pt x="66448" y="1083177"/>
                </a:moveTo>
                <a:lnTo>
                  <a:pt x="61846" y="1075131"/>
                </a:lnTo>
                <a:lnTo>
                  <a:pt x="0" y="956208"/>
                </a:lnTo>
                <a:lnTo>
                  <a:pt x="29093" y="944193"/>
                </a:lnTo>
                <a:lnTo>
                  <a:pt x="197596" y="892052"/>
                </a:lnTo>
                <a:lnTo>
                  <a:pt x="204572" y="895338"/>
                </a:lnTo>
                <a:lnTo>
                  <a:pt x="224906" y="922484"/>
                </a:lnTo>
                <a:lnTo>
                  <a:pt x="278094" y="1009781"/>
                </a:lnTo>
                <a:lnTo>
                  <a:pt x="348754" y="1134904"/>
                </a:lnTo>
                <a:lnTo>
                  <a:pt x="348510" y="1134376"/>
                </a:lnTo>
                <a:lnTo>
                  <a:pt x="351718" y="1129808"/>
                </a:lnTo>
                <a:lnTo>
                  <a:pt x="399196" y="1090488"/>
                </a:lnTo>
                <a:lnTo>
                  <a:pt x="486726" y="1036215"/>
                </a:lnTo>
                <a:lnTo>
                  <a:pt x="552381" y="1007333"/>
                </a:lnTo>
                <a:lnTo>
                  <a:pt x="653745" y="968195"/>
                </a:lnTo>
                <a:lnTo>
                  <a:pt x="835057" y="916479"/>
                </a:lnTo>
                <a:lnTo>
                  <a:pt x="978885" y="875791"/>
                </a:lnTo>
                <a:lnTo>
                  <a:pt x="970523" y="881504"/>
                </a:lnTo>
                <a:lnTo>
                  <a:pt x="957485" y="887957"/>
                </a:lnTo>
                <a:lnTo>
                  <a:pt x="934986" y="892229"/>
                </a:lnTo>
                <a:lnTo>
                  <a:pt x="930618" y="893179"/>
                </a:lnTo>
                <a:lnTo>
                  <a:pt x="924497" y="894081"/>
                </a:lnTo>
                <a:lnTo>
                  <a:pt x="924498" y="895725"/>
                </a:lnTo>
                <a:lnTo>
                  <a:pt x="925342" y="894129"/>
                </a:lnTo>
                <a:lnTo>
                  <a:pt x="920492" y="895187"/>
                </a:lnTo>
                <a:lnTo>
                  <a:pt x="941425" y="888102"/>
                </a:lnTo>
                <a:lnTo>
                  <a:pt x="943462" y="884617"/>
                </a:lnTo>
                <a:lnTo>
                  <a:pt x="939346" y="876751"/>
                </a:lnTo>
                <a:lnTo>
                  <a:pt x="925250" y="864829"/>
                </a:lnTo>
                <a:lnTo>
                  <a:pt x="901658" y="850235"/>
                </a:lnTo>
                <a:lnTo>
                  <a:pt x="886106" y="842227"/>
                </a:lnTo>
                <a:lnTo>
                  <a:pt x="851556" y="830893"/>
                </a:lnTo>
                <a:lnTo>
                  <a:pt x="825745" y="827245"/>
                </a:lnTo>
                <a:lnTo>
                  <a:pt x="803526" y="830669"/>
                </a:lnTo>
                <a:lnTo>
                  <a:pt x="761481" y="842426"/>
                </a:lnTo>
                <a:lnTo>
                  <a:pt x="718473" y="860931"/>
                </a:lnTo>
                <a:lnTo>
                  <a:pt x="719799" y="860543"/>
                </a:lnTo>
                <a:lnTo>
                  <a:pt x="688840" y="875445"/>
                </a:lnTo>
                <a:lnTo>
                  <a:pt x="685467" y="877791"/>
                </a:lnTo>
                <a:lnTo>
                  <a:pt x="669206" y="880874"/>
                </a:lnTo>
                <a:lnTo>
                  <a:pt x="659865" y="886438"/>
                </a:lnTo>
                <a:lnTo>
                  <a:pt x="665116" y="883947"/>
                </a:lnTo>
                <a:lnTo>
                  <a:pt x="669481" y="885549"/>
                </a:lnTo>
                <a:lnTo>
                  <a:pt x="686813" y="884464"/>
                </a:lnTo>
                <a:lnTo>
                  <a:pt x="699044" y="883123"/>
                </a:lnTo>
                <a:lnTo>
                  <a:pt x="768918" y="868095"/>
                </a:lnTo>
                <a:lnTo>
                  <a:pt x="998083" y="812771"/>
                </a:lnTo>
                <a:lnTo>
                  <a:pt x="1021183" y="806497"/>
                </a:lnTo>
                <a:lnTo>
                  <a:pt x="1040239" y="802140"/>
                </a:lnTo>
                <a:lnTo>
                  <a:pt x="1082096" y="790650"/>
                </a:lnTo>
                <a:lnTo>
                  <a:pt x="1091609" y="789832"/>
                </a:lnTo>
                <a:lnTo>
                  <a:pt x="1126423" y="779777"/>
                </a:lnTo>
                <a:lnTo>
                  <a:pt x="1182111" y="764831"/>
                </a:lnTo>
                <a:lnTo>
                  <a:pt x="1219239" y="754818"/>
                </a:lnTo>
                <a:lnTo>
                  <a:pt x="1281372" y="740597"/>
                </a:lnTo>
                <a:lnTo>
                  <a:pt x="1382178" y="713306"/>
                </a:lnTo>
                <a:lnTo>
                  <a:pt x="1517059" y="678523"/>
                </a:lnTo>
                <a:lnTo>
                  <a:pt x="1532959" y="674986"/>
                </a:lnTo>
                <a:lnTo>
                  <a:pt x="1583654" y="660202"/>
                </a:lnTo>
                <a:lnTo>
                  <a:pt x="1600172" y="656488"/>
                </a:lnTo>
                <a:lnTo>
                  <a:pt x="1597481" y="657030"/>
                </a:lnTo>
                <a:lnTo>
                  <a:pt x="1594613" y="659950"/>
                </a:lnTo>
                <a:lnTo>
                  <a:pt x="1589618" y="659722"/>
                </a:lnTo>
                <a:lnTo>
                  <a:pt x="1599787" y="658225"/>
                </a:lnTo>
                <a:lnTo>
                  <a:pt x="1760296" y="616882"/>
                </a:lnTo>
                <a:lnTo>
                  <a:pt x="1792187" y="608557"/>
                </a:lnTo>
                <a:lnTo>
                  <a:pt x="1801951" y="605307"/>
                </a:lnTo>
                <a:lnTo>
                  <a:pt x="1826985" y="597282"/>
                </a:lnTo>
                <a:lnTo>
                  <a:pt x="1853488" y="592108"/>
                </a:lnTo>
                <a:lnTo>
                  <a:pt x="2000706" y="539645"/>
                </a:lnTo>
                <a:lnTo>
                  <a:pt x="2004457" y="540704"/>
                </a:lnTo>
                <a:lnTo>
                  <a:pt x="2000526" y="538922"/>
                </a:lnTo>
                <a:lnTo>
                  <a:pt x="2004587" y="539380"/>
                </a:lnTo>
                <a:lnTo>
                  <a:pt x="2008259" y="542542"/>
                </a:lnTo>
                <a:lnTo>
                  <a:pt x="1982828" y="549903"/>
                </a:lnTo>
                <a:lnTo>
                  <a:pt x="1948736" y="560698"/>
                </a:lnTo>
                <a:lnTo>
                  <a:pt x="1906797" y="575854"/>
                </a:lnTo>
                <a:lnTo>
                  <a:pt x="1894424" y="580353"/>
                </a:lnTo>
                <a:lnTo>
                  <a:pt x="1943095" y="567375"/>
                </a:lnTo>
                <a:lnTo>
                  <a:pt x="1947945" y="568323"/>
                </a:lnTo>
                <a:lnTo>
                  <a:pt x="2173182" y="506219"/>
                </a:lnTo>
                <a:lnTo>
                  <a:pt x="2241809" y="475839"/>
                </a:lnTo>
                <a:lnTo>
                  <a:pt x="2253451" y="466546"/>
                </a:lnTo>
                <a:lnTo>
                  <a:pt x="2290211" y="448701"/>
                </a:lnTo>
                <a:lnTo>
                  <a:pt x="2298459" y="450030"/>
                </a:lnTo>
                <a:lnTo>
                  <a:pt x="2312976" y="449083"/>
                </a:lnTo>
                <a:lnTo>
                  <a:pt x="2376321" y="429998"/>
                </a:lnTo>
                <a:lnTo>
                  <a:pt x="2476670" y="405252"/>
                </a:lnTo>
                <a:lnTo>
                  <a:pt x="2532621" y="393761"/>
                </a:lnTo>
                <a:lnTo>
                  <a:pt x="2557861" y="387725"/>
                </a:lnTo>
                <a:lnTo>
                  <a:pt x="2583880" y="383488"/>
                </a:lnTo>
                <a:lnTo>
                  <a:pt x="2612422" y="380548"/>
                </a:lnTo>
                <a:lnTo>
                  <a:pt x="2642616" y="371704"/>
                </a:lnTo>
                <a:lnTo>
                  <a:pt x="2708313" y="348633"/>
                </a:lnTo>
                <a:lnTo>
                  <a:pt x="2707200" y="347697"/>
                </a:lnTo>
                <a:lnTo>
                  <a:pt x="2701491" y="347493"/>
                </a:lnTo>
                <a:lnTo>
                  <a:pt x="2709482" y="347352"/>
                </a:lnTo>
                <a:lnTo>
                  <a:pt x="2744544" y="341524"/>
                </a:lnTo>
                <a:lnTo>
                  <a:pt x="2993170" y="277873"/>
                </a:lnTo>
                <a:lnTo>
                  <a:pt x="3014427" y="272550"/>
                </a:lnTo>
                <a:lnTo>
                  <a:pt x="3037158" y="267038"/>
                </a:lnTo>
                <a:lnTo>
                  <a:pt x="3142718" y="234378"/>
                </a:lnTo>
                <a:lnTo>
                  <a:pt x="3298407" y="191264"/>
                </a:lnTo>
                <a:lnTo>
                  <a:pt x="3345378" y="179958"/>
                </a:lnTo>
                <a:lnTo>
                  <a:pt x="3367550" y="172807"/>
                </a:lnTo>
                <a:lnTo>
                  <a:pt x="3445629" y="151499"/>
                </a:lnTo>
                <a:lnTo>
                  <a:pt x="3524673" y="128933"/>
                </a:lnTo>
                <a:lnTo>
                  <a:pt x="3571624" y="116895"/>
                </a:lnTo>
                <a:lnTo>
                  <a:pt x="3601333" y="109203"/>
                </a:lnTo>
                <a:lnTo>
                  <a:pt x="3623779" y="103979"/>
                </a:lnTo>
                <a:lnTo>
                  <a:pt x="3658532" y="92909"/>
                </a:lnTo>
                <a:lnTo>
                  <a:pt x="3702712" y="80248"/>
                </a:lnTo>
                <a:lnTo>
                  <a:pt x="3750233" y="65662"/>
                </a:lnTo>
                <a:lnTo>
                  <a:pt x="3778963" y="58141"/>
                </a:lnTo>
                <a:lnTo>
                  <a:pt x="3827053" y="44431"/>
                </a:lnTo>
                <a:lnTo>
                  <a:pt x="3829642" y="41744"/>
                </a:lnTo>
                <a:lnTo>
                  <a:pt x="3836240" y="41126"/>
                </a:lnTo>
                <a:lnTo>
                  <a:pt x="3865941" y="32550"/>
                </a:lnTo>
                <a:lnTo>
                  <a:pt x="3883611" y="28108"/>
                </a:lnTo>
                <a:lnTo>
                  <a:pt x="3884124" y="29193"/>
                </a:lnTo>
                <a:lnTo>
                  <a:pt x="3883017" y="27373"/>
                </a:lnTo>
                <a:lnTo>
                  <a:pt x="3885725" y="27072"/>
                </a:lnTo>
                <a:lnTo>
                  <a:pt x="3891332" y="25827"/>
                </a:lnTo>
                <a:lnTo>
                  <a:pt x="3894312" y="23465"/>
                </a:lnTo>
                <a:lnTo>
                  <a:pt x="3896519" y="21432"/>
                </a:lnTo>
                <a:lnTo>
                  <a:pt x="3910031" y="15882"/>
                </a:lnTo>
                <a:lnTo>
                  <a:pt x="3918746" y="6579"/>
                </a:lnTo>
                <a:lnTo>
                  <a:pt x="3946008" y="0"/>
                </a:lnTo>
                <a:lnTo>
                  <a:pt x="3951071" y="1438"/>
                </a:lnTo>
                <a:lnTo>
                  <a:pt x="3955054" y="9540"/>
                </a:lnTo>
                <a:lnTo>
                  <a:pt x="3959179" y="19310"/>
                </a:lnTo>
                <a:lnTo>
                  <a:pt x="3957696" y="19458"/>
                </a:lnTo>
                <a:lnTo>
                  <a:pt x="3953210" y="19444"/>
                </a:lnTo>
                <a:lnTo>
                  <a:pt x="3954300" y="20666"/>
                </a:lnTo>
              </a:path>
            </a:pathLst>
          </a:custGeom>
          <a:noFill/>
          <a:ln w="66312">
            <a:solidFill>
              <a:srgbClr val="FFFF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5"/>
          <p:cNvSpPr/>
          <p:nvPr/>
        </p:nvSpPr>
        <p:spPr>
          <a:xfrm>
            <a:off x="2868840" y="2692974"/>
            <a:ext cx="3959179" cy="1134904"/>
          </a:xfrm>
          <a:custGeom>
            <a:avLst/>
            <a:gdLst/>
            <a:ahLst/>
            <a:cxnLst/>
            <a:rect l="l" t="t" r="r" b="b"/>
            <a:pathLst>
              <a:path w="3959179" h="1134904">
                <a:moveTo>
                  <a:pt x="66448" y="1083177"/>
                </a:moveTo>
                <a:lnTo>
                  <a:pt x="61846" y="1075131"/>
                </a:lnTo>
                <a:lnTo>
                  <a:pt x="0" y="956208"/>
                </a:lnTo>
                <a:lnTo>
                  <a:pt x="29093" y="944193"/>
                </a:lnTo>
                <a:lnTo>
                  <a:pt x="197596" y="892052"/>
                </a:lnTo>
                <a:lnTo>
                  <a:pt x="204572" y="895338"/>
                </a:lnTo>
                <a:lnTo>
                  <a:pt x="224906" y="922484"/>
                </a:lnTo>
                <a:lnTo>
                  <a:pt x="278094" y="1009781"/>
                </a:lnTo>
                <a:lnTo>
                  <a:pt x="348754" y="1134904"/>
                </a:lnTo>
                <a:lnTo>
                  <a:pt x="348510" y="1134376"/>
                </a:lnTo>
                <a:lnTo>
                  <a:pt x="351718" y="1129808"/>
                </a:lnTo>
                <a:lnTo>
                  <a:pt x="399196" y="1090488"/>
                </a:lnTo>
                <a:lnTo>
                  <a:pt x="486726" y="1036215"/>
                </a:lnTo>
                <a:lnTo>
                  <a:pt x="552381" y="1007333"/>
                </a:lnTo>
                <a:lnTo>
                  <a:pt x="653745" y="968195"/>
                </a:lnTo>
                <a:lnTo>
                  <a:pt x="835057" y="916479"/>
                </a:lnTo>
                <a:lnTo>
                  <a:pt x="978885" y="875791"/>
                </a:lnTo>
                <a:lnTo>
                  <a:pt x="970523" y="881504"/>
                </a:lnTo>
                <a:lnTo>
                  <a:pt x="957485" y="887957"/>
                </a:lnTo>
                <a:lnTo>
                  <a:pt x="934986" y="892229"/>
                </a:lnTo>
                <a:lnTo>
                  <a:pt x="930618" y="893179"/>
                </a:lnTo>
                <a:lnTo>
                  <a:pt x="924497" y="894081"/>
                </a:lnTo>
                <a:lnTo>
                  <a:pt x="924498" y="895725"/>
                </a:lnTo>
                <a:lnTo>
                  <a:pt x="925342" y="894129"/>
                </a:lnTo>
                <a:lnTo>
                  <a:pt x="920492" y="895187"/>
                </a:lnTo>
                <a:lnTo>
                  <a:pt x="941425" y="888102"/>
                </a:lnTo>
                <a:lnTo>
                  <a:pt x="943462" y="884617"/>
                </a:lnTo>
                <a:lnTo>
                  <a:pt x="939346" y="876751"/>
                </a:lnTo>
                <a:lnTo>
                  <a:pt x="925250" y="864829"/>
                </a:lnTo>
                <a:lnTo>
                  <a:pt x="901658" y="850235"/>
                </a:lnTo>
                <a:lnTo>
                  <a:pt x="886106" y="842227"/>
                </a:lnTo>
                <a:lnTo>
                  <a:pt x="851556" y="830893"/>
                </a:lnTo>
                <a:lnTo>
                  <a:pt x="825745" y="827245"/>
                </a:lnTo>
                <a:lnTo>
                  <a:pt x="803526" y="830669"/>
                </a:lnTo>
                <a:lnTo>
                  <a:pt x="761481" y="842426"/>
                </a:lnTo>
                <a:lnTo>
                  <a:pt x="718473" y="860931"/>
                </a:lnTo>
                <a:lnTo>
                  <a:pt x="719799" y="860543"/>
                </a:lnTo>
                <a:lnTo>
                  <a:pt x="688840" y="875445"/>
                </a:lnTo>
                <a:lnTo>
                  <a:pt x="685467" y="877791"/>
                </a:lnTo>
                <a:lnTo>
                  <a:pt x="669206" y="880874"/>
                </a:lnTo>
                <a:lnTo>
                  <a:pt x="659865" y="886438"/>
                </a:lnTo>
                <a:lnTo>
                  <a:pt x="665116" y="883947"/>
                </a:lnTo>
                <a:lnTo>
                  <a:pt x="669481" y="885549"/>
                </a:lnTo>
                <a:lnTo>
                  <a:pt x="686813" y="884464"/>
                </a:lnTo>
                <a:lnTo>
                  <a:pt x="699044" y="883123"/>
                </a:lnTo>
                <a:lnTo>
                  <a:pt x="768918" y="868095"/>
                </a:lnTo>
                <a:lnTo>
                  <a:pt x="998083" y="812771"/>
                </a:lnTo>
                <a:lnTo>
                  <a:pt x="1021183" y="806497"/>
                </a:lnTo>
                <a:lnTo>
                  <a:pt x="1040239" y="802140"/>
                </a:lnTo>
                <a:lnTo>
                  <a:pt x="1082096" y="790650"/>
                </a:lnTo>
                <a:lnTo>
                  <a:pt x="1091609" y="789832"/>
                </a:lnTo>
                <a:lnTo>
                  <a:pt x="1126423" y="779777"/>
                </a:lnTo>
                <a:lnTo>
                  <a:pt x="1182111" y="764831"/>
                </a:lnTo>
                <a:lnTo>
                  <a:pt x="1219239" y="754818"/>
                </a:lnTo>
                <a:lnTo>
                  <a:pt x="1281372" y="740597"/>
                </a:lnTo>
                <a:lnTo>
                  <a:pt x="1382178" y="713306"/>
                </a:lnTo>
                <a:lnTo>
                  <a:pt x="1517059" y="678523"/>
                </a:lnTo>
                <a:lnTo>
                  <a:pt x="1532959" y="674986"/>
                </a:lnTo>
                <a:lnTo>
                  <a:pt x="1583654" y="660202"/>
                </a:lnTo>
                <a:lnTo>
                  <a:pt x="1600172" y="656488"/>
                </a:lnTo>
                <a:lnTo>
                  <a:pt x="1597481" y="657030"/>
                </a:lnTo>
                <a:lnTo>
                  <a:pt x="1594613" y="659950"/>
                </a:lnTo>
                <a:lnTo>
                  <a:pt x="1589618" y="659722"/>
                </a:lnTo>
                <a:lnTo>
                  <a:pt x="1599787" y="658225"/>
                </a:lnTo>
                <a:lnTo>
                  <a:pt x="1760296" y="616882"/>
                </a:lnTo>
                <a:lnTo>
                  <a:pt x="1792187" y="608557"/>
                </a:lnTo>
                <a:lnTo>
                  <a:pt x="1801951" y="605307"/>
                </a:lnTo>
                <a:lnTo>
                  <a:pt x="1826985" y="597282"/>
                </a:lnTo>
                <a:lnTo>
                  <a:pt x="1853488" y="592108"/>
                </a:lnTo>
                <a:lnTo>
                  <a:pt x="2000706" y="539645"/>
                </a:lnTo>
                <a:lnTo>
                  <a:pt x="2004457" y="540704"/>
                </a:lnTo>
                <a:lnTo>
                  <a:pt x="2000526" y="538922"/>
                </a:lnTo>
                <a:lnTo>
                  <a:pt x="2004587" y="539380"/>
                </a:lnTo>
                <a:lnTo>
                  <a:pt x="2008259" y="542542"/>
                </a:lnTo>
                <a:lnTo>
                  <a:pt x="1982828" y="549903"/>
                </a:lnTo>
                <a:lnTo>
                  <a:pt x="1948736" y="560698"/>
                </a:lnTo>
                <a:lnTo>
                  <a:pt x="1906797" y="575854"/>
                </a:lnTo>
                <a:lnTo>
                  <a:pt x="1894424" y="580353"/>
                </a:lnTo>
                <a:lnTo>
                  <a:pt x="1943095" y="567375"/>
                </a:lnTo>
                <a:lnTo>
                  <a:pt x="1947945" y="568323"/>
                </a:lnTo>
                <a:lnTo>
                  <a:pt x="2173182" y="506219"/>
                </a:lnTo>
                <a:lnTo>
                  <a:pt x="2241809" y="475839"/>
                </a:lnTo>
                <a:lnTo>
                  <a:pt x="2253451" y="466546"/>
                </a:lnTo>
                <a:lnTo>
                  <a:pt x="2290211" y="448701"/>
                </a:lnTo>
                <a:lnTo>
                  <a:pt x="2298459" y="450030"/>
                </a:lnTo>
                <a:lnTo>
                  <a:pt x="2312976" y="449083"/>
                </a:lnTo>
                <a:lnTo>
                  <a:pt x="2376321" y="429998"/>
                </a:lnTo>
                <a:lnTo>
                  <a:pt x="2476670" y="405252"/>
                </a:lnTo>
                <a:lnTo>
                  <a:pt x="2532621" y="393761"/>
                </a:lnTo>
                <a:lnTo>
                  <a:pt x="2557861" y="387725"/>
                </a:lnTo>
                <a:lnTo>
                  <a:pt x="2583880" y="383488"/>
                </a:lnTo>
                <a:lnTo>
                  <a:pt x="2612422" y="380548"/>
                </a:lnTo>
                <a:lnTo>
                  <a:pt x="2642616" y="371704"/>
                </a:lnTo>
                <a:lnTo>
                  <a:pt x="2708313" y="348633"/>
                </a:lnTo>
                <a:lnTo>
                  <a:pt x="2707200" y="347697"/>
                </a:lnTo>
                <a:lnTo>
                  <a:pt x="2701491" y="347493"/>
                </a:lnTo>
                <a:lnTo>
                  <a:pt x="2709482" y="347352"/>
                </a:lnTo>
                <a:lnTo>
                  <a:pt x="2744544" y="341524"/>
                </a:lnTo>
                <a:lnTo>
                  <a:pt x="2993170" y="277873"/>
                </a:lnTo>
                <a:lnTo>
                  <a:pt x="3014427" y="272550"/>
                </a:lnTo>
                <a:lnTo>
                  <a:pt x="3037158" y="267038"/>
                </a:lnTo>
                <a:lnTo>
                  <a:pt x="3142718" y="234378"/>
                </a:lnTo>
                <a:lnTo>
                  <a:pt x="3298407" y="191264"/>
                </a:lnTo>
                <a:lnTo>
                  <a:pt x="3345378" y="179958"/>
                </a:lnTo>
                <a:lnTo>
                  <a:pt x="3367550" y="172807"/>
                </a:lnTo>
                <a:lnTo>
                  <a:pt x="3445629" y="151499"/>
                </a:lnTo>
                <a:lnTo>
                  <a:pt x="3524673" y="128933"/>
                </a:lnTo>
                <a:lnTo>
                  <a:pt x="3571624" y="116895"/>
                </a:lnTo>
                <a:lnTo>
                  <a:pt x="3601333" y="109203"/>
                </a:lnTo>
                <a:lnTo>
                  <a:pt x="3623779" y="103979"/>
                </a:lnTo>
                <a:lnTo>
                  <a:pt x="3658532" y="92909"/>
                </a:lnTo>
                <a:lnTo>
                  <a:pt x="3702712" y="80248"/>
                </a:lnTo>
                <a:lnTo>
                  <a:pt x="3750233" y="65662"/>
                </a:lnTo>
                <a:lnTo>
                  <a:pt x="3778963" y="58141"/>
                </a:lnTo>
                <a:lnTo>
                  <a:pt x="3827053" y="44431"/>
                </a:lnTo>
                <a:lnTo>
                  <a:pt x="3829642" y="41744"/>
                </a:lnTo>
                <a:lnTo>
                  <a:pt x="3836240" y="41126"/>
                </a:lnTo>
                <a:lnTo>
                  <a:pt x="3865941" y="32550"/>
                </a:lnTo>
                <a:lnTo>
                  <a:pt x="3883611" y="28108"/>
                </a:lnTo>
                <a:lnTo>
                  <a:pt x="3884124" y="29193"/>
                </a:lnTo>
                <a:lnTo>
                  <a:pt x="3883017" y="27373"/>
                </a:lnTo>
                <a:lnTo>
                  <a:pt x="3885725" y="27072"/>
                </a:lnTo>
                <a:lnTo>
                  <a:pt x="3891332" y="25827"/>
                </a:lnTo>
                <a:lnTo>
                  <a:pt x="3894312" y="23465"/>
                </a:lnTo>
                <a:lnTo>
                  <a:pt x="3896519" y="21432"/>
                </a:lnTo>
                <a:lnTo>
                  <a:pt x="3910031" y="15882"/>
                </a:lnTo>
                <a:lnTo>
                  <a:pt x="3918746" y="6579"/>
                </a:lnTo>
                <a:lnTo>
                  <a:pt x="3946008" y="0"/>
                </a:lnTo>
                <a:lnTo>
                  <a:pt x="3951071" y="1438"/>
                </a:lnTo>
                <a:lnTo>
                  <a:pt x="3955054" y="9540"/>
                </a:lnTo>
                <a:lnTo>
                  <a:pt x="3959179" y="19310"/>
                </a:lnTo>
                <a:lnTo>
                  <a:pt x="3957696" y="19458"/>
                </a:lnTo>
                <a:lnTo>
                  <a:pt x="3953210" y="19444"/>
                </a:lnTo>
                <a:lnTo>
                  <a:pt x="3954300" y="20666"/>
                </a:lnTo>
              </a:path>
            </a:pathLst>
          </a:custGeom>
          <a:noFill/>
          <a:ln w="3552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3952818" y="2924676"/>
            <a:ext cx="4246234" cy="1669380"/>
          </a:xfrm>
          <a:custGeom>
            <a:avLst/>
            <a:gdLst/>
            <a:ahLst/>
            <a:cxnLst/>
            <a:rect l="l" t="t" r="r" b="b"/>
            <a:pathLst>
              <a:path w="4246234" h="1669380">
                <a:moveTo>
                  <a:pt x="45820" y="1669380"/>
                </a:moveTo>
                <a:lnTo>
                  <a:pt x="42023" y="1645344"/>
                </a:lnTo>
                <a:lnTo>
                  <a:pt x="3116" y="1270097"/>
                </a:lnTo>
                <a:lnTo>
                  <a:pt x="0" y="1240540"/>
                </a:lnTo>
                <a:lnTo>
                  <a:pt x="3714" y="1235782"/>
                </a:lnTo>
                <a:lnTo>
                  <a:pt x="76397" y="1223346"/>
                </a:lnTo>
                <a:lnTo>
                  <a:pt x="436816" y="1122263"/>
                </a:lnTo>
                <a:lnTo>
                  <a:pt x="752511" y="1028854"/>
                </a:lnTo>
                <a:lnTo>
                  <a:pt x="751424" y="1027946"/>
                </a:lnTo>
                <a:lnTo>
                  <a:pt x="742699" y="1021425"/>
                </a:lnTo>
                <a:lnTo>
                  <a:pt x="741776" y="1023683"/>
                </a:lnTo>
                <a:lnTo>
                  <a:pt x="739172" y="1024826"/>
                </a:lnTo>
                <a:lnTo>
                  <a:pt x="742487" y="1023262"/>
                </a:lnTo>
                <a:lnTo>
                  <a:pt x="739739" y="1023875"/>
                </a:lnTo>
                <a:lnTo>
                  <a:pt x="736427" y="1024339"/>
                </a:lnTo>
                <a:lnTo>
                  <a:pt x="739880" y="1021693"/>
                </a:lnTo>
                <a:lnTo>
                  <a:pt x="735738" y="1016592"/>
                </a:lnTo>
                <a:lnTo>
                  <a:pt x="737394" y="1012079"/>
                </a:lnTo>
                <a:lnTo>
                  <a:pt x="734773" y="1020032"/>
                </a:lnTo>
                <a:lnTo>
                  <a:pt x="739206" y="1020910"/>
                </a:lnTo>
                <a:lnTo>
                  <a:pt x="733892" y="1022154"/>
                </a:lnTo>
                <a:lnTo>
                  <a:pt x="724899" y="1023428"/>
                </a:lnTo>
                <a:lnTo>
                  <a:pt x="734828" y="1024527"/>
                </a:lnTo>
                <a:lnTo>
                  <a:pt x="735907" y="1024363"/>
                </a:lnTo>
                <a:lnTo>
                  <a:pt x="730298" y="1025926"/>
                </a:lnTo>
                <a:lnTo>
                  <a:pt x="730297" y="1026974"/>
                </a:lnTo>
                <a:lnTo>
                  <a:pt x="729127" y="1026578"/>
                </a:lnTo>
                <a:lnTo>
                  <a:pt x="723319" y="1024420"/>
                </a:lnTo>
                <a:lnTo>
                  <a:pt x="726393" y="1020324"/>
                </a:lnTo>
                <a:lnTo>
                  <a:pt x="726127" y="1020170"/>
                </a:lnTo>
                <a:lnTo>
                  <a:pt x="721227" y="1015950"/>
                </a:lnTo>
                <a:lnTo>
                  <a:pt x="721335" y="1016967"/>
                </a:lnTo>
                <a:lnTo>
                  <a:pt x="714517" y="1017386"/>
                </a:lnTo>
                <a:lnTo>
                  <a:pt x="751768" y="1014483"/>
                </a:lnTo>
                <a:lnTo>
                  <a:pt x="754811" y="1015696"/>
                </a:lnTo>
                <a:lnTo>
                  <a:pt x="752813" y="1018807"/>
                </a:lnTo>
                <a:lnTo>
                  <a:pt x="748671" y="1017547"/>
                </a:lnTo>
                <a:lnTo>
                  <a:pt x="749501" y="1019904"/>
                </a:lnTo>
                <a:lnTo>
                  <a:pt x="817807" y="998785"/>
                </a:lnTo>
                <a:lnTo>
                  <a:pt x="913124" y="973339"/>
                </a:lnTo>
                <a:lnTo>
                  <a:pt x="985727" y="952028"/>
                </a:lnTo>
                <a:lnTo>
                  <a:pt x="1041751" y="937479"/>
                </a:lnTo>
                <a:lnTo>
                  <a:pt x="1126056" y="912310"/>
                </a:lnTo>
                <a:lnTo>
                  <a:pt x="1287124" y="866955"/>
                </a:lnTo>
                <a:lnTo>
                  <a:pt x="1595240" y="775899"/>
                </a:lnTo>
                <a:lnTo>
                  <a:pt x="1604892" y="774741"/>
                </a:lnTo>
                <a:lnTo>
                  <a:pt x="1658327" y="759911"/>
                </a:lnTo>
                <a:lnTo>
                  <a:pt x="1681710" y="753529"/>
                </a:lnTo>
                <a:lnTo>
                  <a:pt x="1703825" y="745556"/>
                </a:lnTo>
                <a:lnTo>
                  <a:pt x="1886060" y="692493"/>
                </a:lnTo>
                <a:lnTo>
                  <a:pt x="1886559" y="695793"/>
                </a:lnTo>
                <a:lnTo>
                  <a:pt x="1888229" y="692334"/>
                </a:lnTo>
                <a:lnTo>
                  <a:pt x="1902662" y="692160"/>
                </a:lnTo>
                <a:lnTo>
                  <a:pt x="1935946" y="677670"/>
                </a:lnTo>
                <a:lnTo>
                  <a:pt x="1944882" y="675944"/>
                </a:lnTo>
                <a:lnTo>
                  <a:pt x="2104094" y="630151"/>
                </a:lnTo>
                <a:lnTo>
                  <a:pt x="2254216" y="589011"/>
                </a:lnTo>
                <a:lnTo>
                  <a:pt x="2253233" y="591735"/>
                </a:lnTo>
                <a:lnTo>
                  <a:pt x="2250736" y="586204"/>
                </a:lnTo>
                <a:lnTo>
                  <a:pt x="2245788" y="589442"/>
                </a:lnTo>
                <a:lnTo>
                  <a:pt x="2250056" y="588378"/>
                </a:lnTo>
                <a:lnTo>
                  <a:pt x="2250432" y="589856"/>
                </a:lnTo>
                <a:lnTo>
                  <a:pt x="2252447" y="589102"/>
                </a:lnTo>
                <a:lnTo>
                  <a:pt x="2254334" y="590618"/>
                </a:lnTo>
                <a:lnTo>
                  <a:pt x="2251257" y="590069"/>
                </a:lnTo>
                <a:lnTo>
                  <a:pt x="2253700" y="590087"/>
                </a:lnTo>
                <a:lnTo>
                  <a:pt x="2251964" y="586453"/>
                </a:lnTo>
                <a:lnTo>
                  <a:pt x="2253037" y="588285"/>
                </a:lnTo>
                <a:lnTo>
                  <a:pt x="2250288" y="589758"/>
                </a:lnTo>
                <a:lnTo>
                  <a:pt x="2263478" y="584287"/>
                </a:lnTo>
                <a:lnTo>
                  <a:pt x="2297254" y="573081"/>
                </a:lnTo>
                <a:lnTo>
                  <a:pt x="2323156" y="563988"/>
                </a:lnTo>
                <a:lnTo>
                  <a:pt x="2399275" y="541738"/>
                </a:lnTo>
                <a:lnTo>
                  <a:pt x="2403232" y="542854"/>
                </a:lnTo>
                <a:lnTo>
                  <a:pt x="2419374" y="540446"/>
                </a:lnTo>
                <a:lnTo>
                  <a:pt x="2519921" y="508839"/>
                </a:lnTo>
                <a:lnTo>
                  <a:pt x="2543810" y="501605"/>
                </a:lnTo>
                <a:lnTo>
                  <a:pt x="2573062" y="491043"/>
                </a:lnTo>
                <a:lnTo>
                  <a:pt x="2584805" y="491998"/>
                </a:lnTo>
                <a:lnTo>
                  <a:pt x="2588163" y="493315"/>
                </a:lnTo>
                <a:lnTo>
                  <a:pt x="2600796" y="489677"/>
                </a:lnTo>
                <a:lnTo>
                  <a:pt x="2591360" y="491958"/>
                </a:lnTo>
                <a:lnTo>
                  <a:pt x="2587968" y="486738"/>
                </a:lnTo>
                <a:lnTo>
                  <a:pt x="2585158" y="485066"/>
                </a:lnTo>
                <a:lnTo>
                  <a:pt x="2586393" y="483024"/>
                </a:lnTo>
                <a:lnTo>
                  <a:pt x="2593212" y="478958"/>
                </a:lnTo>
                <a:lnTo>
                  <a:pt x="2592859" y="479936"/>
                </a:lnTo>
                <a:lnTo>
                  <a:pt x="2597539" y="480144"/>
                </a:lnTo>
                <a:lnTo>
                  <a:pt x="2593259" y="479510"/>
                </a:lnTo>
                <a:lnTo>
                  <a:pt x="2591648" y="476553"/>
                </a:lnTo>
                <a:lnTo>
                  <a:pt x="2593179" y="476363"/>
                </a:lnTo>
                <a:lnTo>
                  <a:pt x="2595983" y="477802"/>
                </a:lnTo>
                <a:lnTo>
                  <a:pt x="2594208" y="478910"/>
                </a:lnTo>
                <a:lnTo>
                  <a:pt x="2591619" y="479747"/>
                </a:lnTo>
                <a:lnTo>
                  <a:pt x="2594195" y="479172"/>
                </a:lnTo>
                <a:lnTo>
                  <a:pt x="2712132" y="443670"/>
                </a:lnTo>
                <a:lnTo>
                  <a:pt x="2737261" y="434145"/>
                </a:lnTo>
                <a:lnTo>
                  <a:pt x="2821441" y="408751"/>
                </a:lnTo>
                <a:lnTo>
                  <a:pt x="2830930" y="406445"/>
                </a:lnTo>
                <a:lnTo>
                  <a:pt x="2845437" y="405659"/>
                </a:lnTo>
                <a:lnTo>
                  <a:pt x="2930074" y="384062"/>
                </a:lnTo>
                <a:lnTo>
                  <a:pt x="2929173" y="384869"/>
                </a:lnTo>
                <a:lnTo>
                  <a:pt x="2927405" y="383062"/>
                </a:lnTo>
                <a:lnTo>
                  <a:pt x="2929382" y="381938"/>
                </a:lnTo>
                <a:lnTo>
                  <a:pt x="2934468" y="378892"/>
                </a:lnTo>
                <a:lnTo>
                  <a:pt x="2929632" y="377402"/>
                </a:lnTo>
                <a:lnTo>
                  <a:pt x="2928438" y="378884"/>
                </a:lnTo>
                <a:lnTo>
                  <a:pt x="2929814" y="377423"/>
                </a:lnTo>
                <a:lnTo>
                  <a:pt x="3126204" y="327525"/>
                </a:lnTo>
                <a:lnTo>
                  <a:pt x="3179398" y="311441"/>
                </a:lnTo>
                <a:lnTo>
                  <a:pt x="3230542" y="297497"/>
                </a:lnTo>
                <a:lnTo>
                  <a:pt x="3283663" y="282133"/>
                </a:lnTo>
                <a:lnTo>
                  <a:pt x="3322839" y="273048"/>
                </a:lnTo>
                <a:lnTo>
                  <a:pt x="3403326" y="245245"/>
                </a:lnTo>
                <a:lnTo>
                  <a:pt x="3494457" y="218648"/>
                </a:lnTo>
                <a:lnTo>
                  <a:pt x="3545042" y="204009"/>
                </a:lnTo>
                <a:lnTo>
                  <a:pt x="3636284" y="178217"/>
                </a:lnTo>
                <a:lnTo>
                  <a:pt x="3739714" y="148047"/>
                </a:lnTo>
                <a:lnTo>
                  <a:pt x="3752105" y="143163"/>
                </a:lnTo>
                <a:lnTo>
                  <a:pt x="3777932" y="136947"/>
                </a:lnTo>
                <a:lnTo>
                  <a:pt x="3818301" y="124405"/>
                </a:lnTo>
                <a:lnTo>
                  <a:pt x="3856494" y="113086"/>
                </a:lnTo>
                <a:lnTo>
                  <a:pt x="3973432" y="82150"/>
                </a:lnTo>
                <a:lnTo>
                  <a:pt x="3997615" y="76007"/>
                </a:lnTo>
                <a:lnTo>
                  <a:pt x="4034808" y="62735"/>
                </a:lnTo>
                <a:lnTo>
                  <a:pt x="4086655" y="48294"/>
                </a:lnTo>
                <a:lnTo>
                  <a:pt x="4146945" y="28960"/>
                </a:lnTo>
                <a:lnTo>
                  <a:pt x="4164265" y="23615"/>
                </a:lnTo>
                <a:lnTo>
                  <a:pt x="4184612" y="18894"/>
                </a:lnTo>
                <a:lnTo>
                  <a:pt x="4213183" y="9515"/>
                </a:lnTo>
                <a:lnTo>
                  <a:pt x="4227729" y="5148"/>
                </a:lnTo>
                <a:lnTo>
                  <a:pt x="4229249" y="3373"/>
                </a:lnTo>
                <a:lnTo>
                  <a:pt x="4232100" y="4749"/>
                </a:lnTo>
                <a:lnTo>
                  <a:pt x="4232721" y="2976"/>
                </a:lnTo>
                <a:lnTo>
                  <a:pt x="4240786" y="0"/>
                </a:lnTo>
                <a:lnTo>
                  <a:pt x="4226675" y="6812"/>
                </a:lnTo>
                <a:lnTo>
                  <a:pt x="4219219" y="9546"/>
                </a:lnTo>
                <a:lnTo>
                  <a:pt x="4225140" y="9650"/>
                </a:lnTo>
                <a:lnTo>
                  <a:pt x="4225998" y="10461"/>
                </a:lnTo>
                <a:lnTo>
                  <a:pt x="4225903" y="8869"/>
                </a:lnTo>
                <a:lnTo>
                  <a:pt x="4228854" y="8944"/>
                </a:lnTo>
                <a:lnTo>
                  <a:pt x="4228430" y="10597"/>
                </a:lnTo>
                <a:lnTo>
                  <a:pt x="4226524" y="18165"/>
                </a:lnTo>
                <a:lnTo>
                  <a:pt x="4201920" y="63367"/>
                </a:lnTo>
                <a:lnTo>
                  <a:pt x="4213573" y="73218"/>
                </a:lnTo>
                <a:lnTo>
                  <a:pt x="4221023" y="68091"/>
                </a:lnTo>
                <a:lnTo>
                  <a:pt x="4225081" y="56971"/>
                </a:lnTo>
                <a:lnTo>
                  <a:pt x="4236099" y="44627"/>
                </a:lnTo>
                <a:lnTo>
                  <a:pt x="4243698" y="7527"/>
                </a:lnTo>
                <a:lnTo>
                  <a:pt x="4246234" y="4339"/>
                </a:lnTo>
                <a:lnTo>
                  <a:pt x="4239971" y="8240"/>
                </a:lnTo>
                <a:lnTo>
                  <a:pt x="4241808" y="10122"/>
                </a:lnTo>
              </a:path>
            </a:pathLst>
          </a:custGeom>
          <a:noFill/>
          <a:ln w="66312">
            <a:solidFill>
              <a:srgbClr val="FFFF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7"/>
          <p:cNvSpPr/>
          <p:nvPr/>
        </p:nvSpPr>
        <p:spPr>
          <a:xfrm>
            <a:off x="3952818" y="2924676"/>
            <a:ext cx="4246234" cy="1669380"/>
          </a:xfrm>
          <a:custGeom>
            <a:avLst/>
            <a:gdLst/>
            <a:ahLst/>
            <a:cxnLst/>
            <a:rect l="l" t="t" r="r" b="b"/>
            <a:pathLst>
              <a:path w="4246234" h="1669380">
                <a:moveTo>
                  <a:pt x="45820" y="1669380"/>
                </a:moveTo>
                <a:lnTo>
                  <a:pt x="42023" y="1645344"/>
                </a:lnTo>
                <a:lnTo>
                  <a:pt x="3116" y="1270097"/>
                </a:lnTo>
                <a:lnTo>
                  <a:pt x="0" y="1240540"/>
                </a:lnTo>
                <a:lnTo>
                  <a:pt x="3714" y="1235782"/>
                </a:lnTo>
                <a:lnTo>
                  <a:pt x="76397" y="1223346"/>
                </a:lnTo>
                <a:lnTo>
                  <a:pt x="436816" y="1122263"/>
                </a:lnTo>
                <a:lnTo>
                  <a:pt x="752511" y="1028854"/>
                </a:lnTo>
                <a:lnTo>
                  <a:pt x="751424" y="1027946"/>
                </a:lnTo>
                <a:lnTo>
                  <a:pt x="742699" y="1021425"/>
                </a:lnTo>
                <a:lnTo>
                  <a:pt x="741776" y="1023683"/>
                </a:lnTo>
                <a:lnTo>
                  <a:pt x="739172" y="1024826"/>
                </a:lnTo>
                <a:lnTo>
                  <a:pt x="742487" y="1023262"/>
                </a:lnTo>
                <a:lnTo>
                  <a:pt x="739739" y="1023875"/>
                </a:lnTo>
                <a:lnTo>
                  <a:pt x="736427" y="1024339"/>
                </a:lnTo>
                <a:lnTo>
                  <a:pt x="739880" y="1021693"/>
                </a:lnTo>
                <a:lnTo>
                  <a:pt x="735738" y="1016592"/>
                </a:lnTo>
                <a:lnTo>
                  <a:pt x="737394" y="1012079"/>
                </a:lnTo>
                <a:lnTo>
                  <a:pt x="734773" y="1020032"/>
                </a:lnTo>
                <a:lnTo>
                  <a:pt x="739206" y="1020910"/>
                </a:lnTo>
                <a:lnTo>
                  <a:pt x="733892" y="1022154"/>
                </a:lnTo>
                <a:lnTo>
                  <a:pt x="724899" y="1023428"/>
                </a:lnTo>
                <a:lnTo>
                  <a:pt x="734828" y="1024527"/>
                </a:lnTo>
                <a:lnTo>
                  <a:pt x="735907" y="1024363"/>
                </a:lnTo>
                <a:lnTo>
                  <a:pt x="730298" y="1025926"/>
                </a:lnTo>
                <a:lnTo>
                  <a:pt x="730297" y="1026974"/>
                </a:lnTo>
                <a:lnTo>
                  <a:pt x="729127" y="1026578"/>
                </a:lnTo>
                <a:lnTo>
                  <a:pt x="723319" y="1024420"/>
                </a:lnTo>
                <a:lnTo>
                  <a:pt x="726393" y="1020324"/>
                </a:lnTo>
                <a:lnTo>
                  <a:pt x="726127" y="1020170"/>
                </a:lnTo>
                <a:lnTo>
                  <a:pt x="721227" y="1015950"/>
                </a:lnTo>
                <a:lnTo>
                  <a:pt x="721335" y="1016967"/>
                </a:lnTo>
                <a:lnTo>
                  <a:pt x="714517" y="1017386"/>
                </a:lnTo>
                <a:lnTo>
                  <a:pt x="751768" y="1014483"/>
                </a:lnTo>
                <a:lnTo>
                  <a:pt x="754811" y="1015696"/>
                </a:lnTo>
                <a:lnTo>
                  <a:pt x="752813" y="1018807"/>
                </a:lnTo>
                <a:lnTo>
                  <a:pt x="748671" y="1017547"/>
                </a:lnTo>
                <a:lnTo>
                  <a:pt x="749501" y="1019904"/>
                </a:lnTo>
                <a:lnTo>
                  <a:pt x="817807" y="998785"/>
                </a:lnTo>
                <a:lnTo>
                  <a:pt x="913124" y="973339"/>
                </a:lnTo>
                <a:lnTo>
                  <a:pt x="985727" y="952028"/>
                </a:lnTo>
                <a:lnTo>
                  <a:pt x="1041751" y="937479"/>
                </a:lnTo>
                <a:lnTo>
                  <a:pt x="1126056" y="912310"/>
                </a:lnTo>
                <a:lnTo>
                  <a:pt x="1287124" y="866955"/>
                </a:lnTo>
                <a:lnTo>
                  <a:pt x="1595240" y="775899"/>
                </a:lnTo>
                <a:lnTo>
                  <a:pt x="1604892" y="774741"/>
                </a:lnTo>
                <a:lnTo>
                  <a:pt x="1658327" y="759911"/>
                </a:lnTo>
                <a:lnTo>
                  <a:pt x="1681710" y="753529"/>
                </a:lnTo>
                <a:lnTo>
                  <a:pt x="1703825" y="745556"/>
                </a:lnTo>
                <a:lnTo>
                  <a:pt x="1886060" y="692493"/>
                </a:lnTo>
                <a:lnTo>
                  <a:pt x="1886559" y="695793"/>
                </a:lnTo>
                <a:lnTo>
                  <a:pt x="1888229" y="692334"/>
                </a:lnTo>
                <a:lnTo>
                  <a:pt x="1902662" y="692160"/>
                </a:lnTo>
                <a:lnTo>
                  <a:pt x="1935946" y="677670"/>
                </a:lnTo>
                <a:lnTo>
                  <a:pt x="1944882" y="675944"/>
                </a:lnTo>
                <a:lnTo>
                  <a:pt x="2104094" y="630151"/>
                </a:lnTo>
                <a:lnTo>
                  <a:pt x="2254216" y="589011"/>
                </a:lnTo>
                <a:lnTo>
                  <a:pt x="2253233" y="591735"/>
                </a:lnTo>
                <a:lnTo>
                  <a:pt x="2250736" y="586204"/>
                </a:lnTo>
                <a:lnTo>
                  <a:pt x="2245788" y="589442"/>
                </a:lnTo>
                <a:lnTo>
                  <a:pt x="2250056" y="588378"/>
                </a:lnTo>
                <a:lnTo>
                  <a:pt x="2250432" y="589856"/>
                </a:lnTo>
                <a:lnTo>
                  <a:pt x="2252447" y="589102"/>
                </a:lnTo>
                <a:lnTo>
                  <a:pt x="2254334" y="590618"/>
                </a:lnTo>
                <a:lnTo>
                  <a:pt x="2251257" y="590069"/>
                </a:lnTo>
                <a:lnTo>
                  <a:pt x="2253700" y="590087"/>
                </a:lnTo>
                <a:lnTo>
                  <a:pt x="2251964" y="586453"/>
                </a:lnTo>
                <a:lnTo>
                  <a:pt x="2253037" y="588285"/>
                </a:lnTo>
                <a:lnTo>
                  <a:pt x="2250288" y="589758"/>
                </a:lnTo>
                <a:lnTo>
                  <a:pt x="2263478" y="584287"/>
                </a:lnTo>
                <a:lnTo>
                  <a:pt x="2297254" y="573081"/>
                </a:lnTo>
                <a:lnTo>
                  <a:pt x="2323156" y="563988"/>
                </a:lnTo>
                <a:lnTo>
                  <a:pt x="2399275" y="541738"/>
                </a:lnTo>
                <a:lnTo>
                  <a:pt x="2403232" y="542854"/>
                </a:lnTo>
                <a:lnTo>
                  <a:pt x="2419374" y="540446"/>
                </a:lnTo>
                <a:lnTo>
                  <a:pt x="2519921" y="508839"/>
                </a:lnTo>
                <a:lnTo>
                  <a:pt x="2543810" y="501605"/>
                </a:lnTo>
                <a:lnTo>
                  <a:pt x="2573062" y="491043"/>
                </a:lnTo>
                <a:lnTo>
                  <a:pt x="2584805" y="491998"/>
                </a:lnTo>
                <a:lnTo>
                  <a:pt x="2588163" y="493315"/>
                </a:lnTo>
                <a:lnTo>
                  <a:pt x="2600796" y="489677"/>
                </a:lnTo>
                <a:lnTo>
                  <a:pt x="2591360" y="491958"/>
                </a:lnTo>
                <a:lnTo>
                  <a:pt x="2587968" y="486738"/>
                </a:lnTo>
                <a:lnTo>
                  <a:pt x="2585158" y="485066"/>
                </a:lnTo>
                <a:lnTo>
                  <a:pt x="2586393" y="483024"/>
                </a:lnTo>
                <a:lnTo>
                  <a:pt x="2593212" y="478958"/>
                </a:lnTo>
                <a:lnTo>
                  <a:pt x="2592859" y="479936"/>
                </a:lnTo>
                <a:lnTo>
                  <a:pt x="2597539" y="480144"/>
                </a:lnTo>
                <a:lnTo>
                  <a:pt x="2593259" y="479510"/>
                </a:lnTo>
                <a:lnTo>
                  <a:pt x="2591648" y="476553"/>
                </a:lnTo>
                <a:lnTo>
                  <a:pt x="2593179" y="476363"/>
                </a:lnTo>
                <a:lnTo>
                  <a:pt x="2595983" y="477802"/>
                </a:lnTo>
                <a:lnTo>
                  <a:pt x="2594208" y="478910"/>
                </a:lnTo>
                <a:lnTo>
                  <a:pt x="2591619" y="479747"/>
                </a:lnTo>
                <a:lnTo>
                  <a:pt x="2594195" y="479172"/>
                </a:lnTo>
                <a:lnTo>
                  <a:pt x="2712132" y="443670"/>
                </a:lnTo>
                <a:lnTo>
                  <a:pt x="2737261" y="434145"/>
                </a:lnTo>
                <a:lnTo>
                  <a:pt x="2821441" y="408751"/>
                </a:lnTo>
                <a:lnTo>
                  <a:pt x="2830930" y="406445"/>
                </a:lnTo>
                <a:lnTo>
                  <a:pt x="2845437" y="405659"/>
                </a:lnTo>
                <a:lnTo>
                  <a:pt x="2930074" y="384062"/>
                </a:lnTo>
                <a:lnTo>
                  <a:pt x="2929173" y="384869"/>
                </a:lnTo>
                <a:lnTo>
                  <a:pt x="2927405" y="383062"/>
                </a:lnTo>
                <a:lnTo>
                  <a:pt x="2929382" y="381938"/>
                </a:lnTo>
                <a:lnTo>
                  <a:pt x="2934468" y="378892"/>
                </a:lnTo>
                <a:lnTo>
                  <a:pt x="2929632" y="377402"/>
                </a:lnTo>
                <a:lnTo>
                  <a:pt x="2928438" y="378884"/>
                </a:lnTo>
                <a:lnTo>
                  <a:pt x="2929814" y="377423"/>
                </a:lnTo>
                <a:lnTo>
                  <a:pt x="3126204" y="327525"/>
                </a:lnTo>
                <a:lnTo>
                  <a:pt x="3179398" y="311441"/>
                </a:lnTo>
                <a:lnTo>
                  <a:pt x="3230542" y="297497"/>
                </a:lnTo>
                <a:lnTo>
                  <a:pt x="3283663" y="282133"/>
                </a:lnTo>
                <a:lnTo>
                  <a:pt x="3322839" y="273048"/>
                </a:lnTo>
                <a:lnTo>
                  <a:pt x="3403326" y="245245"/>
                </a:lnTo>
                <a:lnTo>
                  <a:pt x="3494457" y="218648"/>
                </a:lnTo>
                <a:lnTo>
                  <a:pt x="3545042" y="204009"/>
                </a:lnTo>
                <a:lnTo>
                  <a:pt x="3636284" y="178217"/>
                </a:lnTo>
                <a:lnTo>
                  <a:pt x="3739714" y="148047"/>
                </a:lnTo>
                <a:lnTo>
                  <a:pt x="3752105" y="143163"/>
                </a:lnTo>
                <a:lnTo>
                  <a:pt x="3777932" y="136947"/>
                </a:lnTo>
                <a:lnTo>
                  <a:pt x="3818301" y="124405"/>
                </a:lnTo>
                <a:lnTo>
                  <a:pt x="3856494" y="113086"/>
                </a:lnTo>
                <a:lnTo>
                  <a:pt x="3973432" y="82150"/>
                </a:lnTo>
                <a:lnTo>
                  <a:pt x="3997615" y="76007"/>
                </a:lnTo>
                <a:lnTo>
                  <a:pt x="4034808" y="62735"/>
                </a:lnTo>
                <a:lnTo>
                  <a:pt x="4086655" y="48294"/>
                </a:lnTo>
                <a:lnTo>
                  <a:pt x="4146945" y="28960"/>
                </a:lnTo>
                <a:lnTo>
                  <a:pt x="4164265" y="23615"/>
                </a:lnTo>
                <a:lnTo>
                  <a:pt x="4184612" y="18894"/>
                </a:lnTo>
                <a:lnTo>
                  <a:pt x="4213183" y="9515"/>
                </a:lnTo>
                <a:lnTo>
                  <a:pt x="4227729" y="5148"/>
                </a:lnTo>
                <a:lnTo>
                  <a:pt x="4229249" y="3373"/>
                </a:lnTo>
                <a:lnTo>
                  <a:pt x="4232100" y="4749"/>
                </a:lnTo>
                <a:lnTo>
                  <a:pt x="4232721" y="2976"/>
                </a:lnTo>
                <a:lnTo>
                  <a:pt x="4240786" y="0"/>
                </a:lnTo>
                <a:lnTo>
                  <a:pt x="4226675" y="6812"/>
                </a:lnTo>
                <a:lnTo>
                  <a:pt x="4219219" y="9546"/>
                </a:lnTo>
                <a:lnTo>
                  <a:pt x="4225140" y="9650"/>
                </a:lnTo>
                <a:lnTo>
                  <a:pt x="4225998" y="10461"/>
                </a:lnTo>
                <a:lnTo>
                  <a:pt x="4225903" y="8869"/>
                </a:lnTo>
                <a:lnTo>
                  <a:pt x="4228854" y="8944"/>
                </a:lnTo>
                <a:lnTo>
                  <a:pt x="4228430" y="10597"/>
                </a:lnTo>
                <a:lnTo>
                  <a:pt x="4226524" y="18165"/>
                </a:lnTo>
                <a:lnTo>
                  <a:pt x="4201920" y="63367"/>
                </a:lnTo>
                <a:lnTo>
                  <a:pt x="4213573" y="73218"/>
                </a:lnTo>
                <a:lnTo>
                  <a:pt x="4221023" y="68091"/>
                </a:lnTo>
                <a:lnTo>
                  <a:pt x="4225081" y="56971"/>
                </a:lnTo>
                <a:lnTo>
                  <a:pt x="4236099" y="44627"/>
                </a:lnTo>
                <a:lnTo>
                  <a:pt x="4243698" y="7527"/>
                </a:lnTo>
                <a:lnTo>
                  <a:pt x="4246234" y="4339"/>
                </a:lnTo>
                <a:lnTo>
                  <a:pt x="4239971" y="8240"/>
                </a:lnTo>
                <a:lnTo>
                  <a:pt x="4241808" y="10122"/>
                </a:lnTo>
              </a:path>
            </a:pathLst>
          </a:custGeom>
          <a:noFill/>
          <a:ln w="35524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8"/>
          <p:cNvSpPr/>
          <p:nvPr/>
        </p:nvSpPr>
        <p:spPr>
          <a:xfrm>
            <a:off x="6030439" y="7320663"/>
            <a:ext cx="7941" cy="219"/>
          </a:xfrm>
          <a:custGeom>
            <a:avLst/>
            <a:gdLst/>
            <a:ahLst/>
            <a:cxnLst/>
            <a:rect l="l" t="t" r="r" b="b"/>
            <a:pathLst>
              <a:path w="7941" h="219">
                <a:moveTo>
                  <a:pt x="1" y="219"/>
                </a:moveTo>
                <a:lnTo>
                  <a:pt x="2427" y="152"/>
                </a:lnTo>
                <a:lnTo>
                  <a:pt x="4412" y="97"/>
                </a:lnTo>
                <a:lnTo>
                  <a:pt x="5956" y="55"/>
                </a:lnTo>
                <a:lnTo>
                  <a:pt x="7059" y="25"/>
                </a:lnTo>
                <a:lnTo>
                  <a:pt x="7720" y="6"/>
                </a:lnTo>
                <a:lnTo>
                  <a:pt x="7941" y="0"/>
                </a:lnTo>
                <a:lnTo>
                  <a:pt x="7720" y="6"/>
                </a:lnTo>
                <a:lnTo>
                  <a:pt x="7058" y="25"/>
                </a:lnTo>
                <a:lnTo>
                  <a:pt x="5955" y="55"/>
                </a:lnTo>
                <a:lnTo>
                  <a:pt x="4411" y="97"/>
                </a:lnTo>
                <a:lnTo>
                  <a:pt x="2426" y="152"/>
                </a:lnTo>
                <a:lnTo>
                  <a:pt x="0" y="219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9"/>
          <p:cNvSpPr/>
          <p:nvPr/>
        </p:nvSpPr>
        <p:spPr>
          <a:xfrm>
            <a:off x="5953639" y="7285091"/>
            <a:ext cx="76800" cy="75756"/>
          </a:xfrm>
          <a:custGeom>
            <a:avLst/>
            <a:gdLst/>
            <a:ahLst/>
            <a:cxnLst/>
            <a:rect l="l" t="t" r="r" b="b"/>
            <a:pathLst>
              <a:path w="76800" h="75756">
                <a:moveTo>
                  <a:pt x="0" y="0"/>
                </a:moveTo>
                <a:lnTo>
                  <a:pt x="76800" y="35791"/>
                </a:lnTo>
                <a:lnTo>
                  <a:pt x="2086" y="75756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0"/>
          <p:cNvSpPr/>
          <p:nvPr/>
        </p:nvSpPr>
        <p:spPr>
          <a:xfrm>
            <a:off x="7901281" y="6709863"/>
            <a:ext cx="27134" cy="1100"/>
          </a:xfrm>
          <a:custGeom>
            <a:avLst/>
            <a:gdLst/>
            <a:ahLst/>
            <a:cxnLst/>
            <a:rect l="l" t="t" r="r" b="b"/>
            <a:pathLst>
              <a:path w="27134" h="1100">
                <a:moveTo>
                  <a:pt x="179" y="1093"/>
                </a:moveTo>
                <a:lnTo>
                  <a:pt x="0" y="1100"/>
                </a:lnTo>
                <a:lnTo>
                  <a:pt x="262" y="1090"/>
                </a:lnTo>
                <a:lnTo>
                  <a:pt x="965" y="1061"/>
                </a:lnTo>
                <a:lnTo>
                  <a:pt x="2108" y="1015"/>
                </a:lnTo>
                <a:lnTo>
                  <a:pt x="3693" y="951"/>
                </a:lnTo>
                <a:lnTo>
                  <a:pt x="5719" y="869"/>
                </a:lnTo>
                <a:lnTo>
                  <a:pt x="8186" y="769"/>
                </a:lnTo>
                <a:lnTo>
                  <a:pt x="11093" y="651"/>
                </a:lnTo>
                <a:lnTo>
                  <a:pt x="14442" y="515"/>
                </a:lnTo>
                <a:lnTo>
                  <a:pt x="18232" y="361"/>
                </a:lnTo>
                <a:lnTo>
                  <a:pt x="22462" y="190"/>
                </a:lnTo>
                <a:lnTo>
                  <a:pt x="27134" y="0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11"/>
          <p:cNvSpPr/>
          <p:nvPr/>
        </p:nvSpPr>
        <p:spPr>
          <a:xfrm>
            <a:off x="7928415" y="6668931"/>
            <a:ext cx="77258" cy="75723"/>
          </a:xfrm>
          <a:custGeom>
            <a:avLst/>
            <a:gdLst/>
            <a:ahLst/>
            <a:cxnLst/>
            <a:rect l="l" t="t" r="r" b="b"/>
            <a:pathLst>
              <a:path w="77258" h="75723">
                <a:moveTo>
                  <a:pt x="77258" y="75723"/>
                </a:moveTo>
                <a:lnTo>
                  <a:pt x="0" y="40932"/>
                </a:lnTo>
                <a:lnTo>
                  <a:pt x="74187" y="0"/>
                </a:lnTo>
                <a:lnTo>
                  <a:pt x="77258" y="75723"/>
                </a:lnTo>
                <a:close/>
              </a:path>
            </a:pathLst>
          </a:custGeom>
          <a:solidFill>
            <a:srgbClr val="FF9500"/>
          </a:solidFill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2"/>
          <p:cNvSpPr/>
          <p:nvPr/>
        </p:nvSpPr>
        <p:spPr>
          <a:xfrm>
            <a:off x="9634888" y="6017114"/>
            <a:ext cx="5168" cy="26026"/>
          </a:xfrm>
          <a:custGeom>
            <a:avLst/>
            <a:gdLst/>
            <a:ahLst/>
            <a:cxnLst/>
            <a:rect l="l" t="t" r="r" b="b"/>
            <a:pathLst>
              <a:path w="5168" h="26026">
                <a:moveTo>
                  <a:pt x="5122" y="25795"/>
                </a:moveTo>
                <a:lnTo>
                  <a:pt x="5168" y="26026"/>
                </a:lnTo>
                <a:lnTo>
                  <a:pt x="5128" y="25824"/>
                </a:lnTo>
                <a:lnTo>
                  <a:pt x="5002" y="25189"/>
                </a:lnTo>
                <a:lnTo>
                  <a:pt x="4790" y="24122"/>
                </a:lnTo>
                <a:lnTo>
                  <a:pt x="4492" y="22622"/>
                </a:lnTo>
                <a:lnTo>
                  <a:pt x="4108" y="20689"/>
                </a:lnTo>
                <a:lnTo>
                  <a:pt x="3639" y="18323"/>
                </a:lnTo>
                <a:lnTo>
                  <a:pt x="3083" y="15524"/>
                </a:lnTo>
                <a:lnTo>
                  <a:pt x="2441" y="12292"/>
                </a:lnTo>
                <a:lnTo>
                  <a:pt x="1713" y="8628"/>
                </a:lnTo>
                <a:lnTo>
                  <a:pt x="900" y="4530"/>
                </a:lnTo>
                <a:lnTo>
                  <a:pt x="0" y="0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13"/>
          <p:cNvSpPr/>
          <p:nvPr/>
        </p:nvSpPr>
        <p:spPr>
          <a:xfrm>
            <a:off x="9582961" y="5935400"/>
            <a:ext cx="74334" cy="81714"/>
          </a:xfrm>
          <a:custGeom>
            <a:avLst/>
            <a:gdLst/>
            <a:ahLst/>
            <a:cxnLst/>
            <a:rect l="l" t="t" r="r" b="b"/>
            <a:pathLst>
              <a:path w="74334" h="81714">
                <a:moveTo>
                  <a:pt x="74334" y="0"/>
                </a:moveTo>
                <a:lnTo>
                  <a:pt x="51927" y="81714"/>
                </a:lnTo>
                <a:lnTo>
                  <a:pt x="0" y="14760"/>
                </a:lnTo>
                <a:lnTo>
                  <a:pt x="74334" y="0"/>
                </a:lnTo>
                <a:close/>
              </a:path>
            </a:pathLst>
          </a:custGeom>
          <a:solidFill>
            <a:srgbClr val="FF9500"/>
          </a:solidFill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path 14"/>
          <p:cNvSpPr/>
          <p:nvPr/>
        </p:nvSpPr>
        <p:spPr>
          <a:xfrm>
            <a:off x="3796688" y="3580690"/>
            <a:ext cx="1020" cy="12137"/>
          </a:xfrm>
          <a:custGeom>
            <a:avLst/>
            <a:gdLst/>
            <a:ahLst/>
            <a:cxnLst/>
            <a:rect l="l" t="t" r="r" b="b"/>
            <a:pathLst>
              <a:path w="1020" h="12137">
                <a:moveTo>
                  <a:pt x="640" y="4524"/>
                </a:moveTo>
                <a:lnTo>
                  <a:pt x="790" y="2740"/>
                </a:lnTo>
                <a:lnTo>
                  <a:pt x="903" y="1395"/>
                </a:lnTo>
                <a:lnTo>
                  <a:pt x="979" y="490"/>
                </a:lnTo>
                <a:lnTo>
                  <a:pt x="1018" y="25"/>
                </a:lnTo>
                <a:lnTo>
                  <a:pt x="1020" y="0"/>
                </a:lnTo>
                <a:lnTo>
                  <a:pt x="985" y="415"/>
                </a:lnTo>
                <a:lnTo>
                  <a:pt x="913" y="1269"/>
                </a:lnTo>
                <a:lnTo>
                  <a:pt x="804" y="2563"/>
                </a:lnTo>
                <a:lnTo>
                  <a:pt x="659" y="4297"/>
                </a:lnTo>
                <a:lnTo>
                  <a:pt x="476" y="6470"/>
                </a:lnTo>
                <a:lnTo>
                  <a:pt x="256" y="9084"/>
                </a:lnTo>
                <a:lnTo>
                  <a:pt x="0" y="12137"/>
                </a:lnTo>
              </a:path>
            </a:pathLst>
          </a:custGeom>
          <a:noFill/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5"/>
          <p:cNvSpPr/>
          <p:nvPr/>
        </p:nvSpPr>
        <p:spPr>
          <a:xfrm>
            <a:off x="3752580" y="3592827"/>
            <a:ext cx="75520" cy="78693"/>
          </a:xfrm>
          <a:custGeom>
            <a:avLst/>
            <a:gdLst/>
            <a:ahLst/>
            <a:cxnLst/>
            <a:rect l="l" t="t" r="r" b="b"/>
            <a:pathLst>
              <a:path w="75520" h="78693">
                <a:moveTo>
                  <a:pt x="0" y="72345"/>
                </a:moveTo>
                <a:lnTo>
                  <a:pt x="44108" y="0"/>
                </a:lnTo>
                <a:lnTo>
                  <a:pt x="75520" y="78693"/>
                </a:lnTo>
                <a:lnTo>
                  <a:pt x="0" y="72345"/>
                </a:lnTo>
                <a:close/>
              </a:path>
            </a:pathLst>
          </a:custGeom>
          <a:solidFill>
            <a:srgbClr val="0ABAB5"/>
          </a:solidFill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6"/>
          <p:cNvSpPr/>
          <p:nvPr/>
        </p:nvSpPr>
        <p:spPr>
          <a:xfrm>
            <a:off x="5190625" y="3132014"/>
            <a:ext cx="20987" cy="5337"/>
          </a:xfrm>
          <a:custGeom>
            <a:avLst/>
            <a:gdLst/>
            <a:ahLst/>
            <a:cxnLst/>
            <a:rect l="l" t="t" r="r" b="b"/>
            <a:pathLst>
              <a:path w="20987" h="5337">
                <a:moveTo>
                  <a:pt x="20052" y="238"/>
                </a:moveTo>
                <a:lnTo>
                  <a:pt x="20734" y="65"/>
                </a:lnTo>
                <a:lnTo>
                  <a:pt x="20987" y="0"/>
                </a:lnTo>
                <a:lnTo>
                  <a:pt x="20813" y="44"/>
                </a:lnTo>
                <a:lnTo>
                  <a:pt x="20212" y="197"/>
                </a:lnTo>
                <a:lnTo>
                  <a:pt x="19182" y="459"/>
                </a:lnTo>
                <a:lnTo>
                  <a:pt x="17725" y="830"/>
                </a:lnTo>
                <a:lnTo>
                  <a:pt x="15840" y="1309"/>
                </a:lnTo>
                <a:lnTo>
                  <a:pt x="13527" y="1897"/>
                </a:lnTo>
                <a:lnTo>
                  <a:pt x="10787" y="2594"/>
                </a:lnTo>
                <a:lnTo>
                  <a:pt x="7619" y="3399"/>
                </a:lnTo>
                <a:lnTo>
                  <a:pt x="4024" y="4314"/>
                </a:lnTo>
                <a:lnTo>
                  <a:pt x="0" y="5337"/>
                </a:lnTo>
              </a:path>
            </a:pathLst>
          </a:custGeom>
          <a:noFill/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7"/>
          <p:cNvSpPr/>
          <p:nvPr/>
        </p:nvSpPr>
        <p:spPr>
          <a:xfrm>
            <a:off x="5107839" y="3119303"/>
            <a:ext cx="82786" cy="73448"/>
          </a:xfrm>
          <a:custGeom>
            <a:avLst/>
            <a:gdLst/>
            <a:ahLst/>
            <a:cxnLst/>
            <a:rect l="l" t="t" r="r" b="b"/>
            <a:pathLst>
              <a:path w="82786" h="73448">
                <a:moveTo>
                  <a:pt x="0" y="0"/>
                </a:moveTo>
                <a:lnTo>
                  <a:pt x="82786" y="18048"/>
                </a:lnTo>
                <a:lnTo>
                  <a:pt x="18676" y="73448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8"/>
          <p:cNvSpPr/>
          <p:nvPr/>
        </p:nvSpPr>
        <p:spPr>
          <a:xfrm>
            <a:off x="6714160" y="2730522"/>
            <a:ext cx="9125" cy="2674"/>
          </a:xfrm>
          <a:custGeom>
            <a:avLst/>
            <a:gdLst/>
            <a:ahLst/>
            <a:cxnLst/>
            <a:rect l="l" t="t" r="r" b="b"/>
            <a:pathLst>
              <a:path w="9125" h="2674">
                <a:moveTo>
                  <a:pt x="0" y="2674"/>
                </a:moveTo>
                <a:lnTo>
                  <a:pt x="2574" y="1920"/>
                </a:lnTo>
                <a:lnTo>
                  <a:pt x="4725" y="1289"/>
                </a:lnTo>
                <a:lnTo>
                  <a:pt x="6452" y="783"/>
                </a:lnTo>
                <a:lnTo>
                  <a:pt x="7756" y="401"/>
                </a:lnTo>
                <a:lnTo>
                  <a:pt x="8636" y="143"/>
                </a:lnTo>
                <a:lnTo>
                  <a:pt x="9092" y="9"/>
                </a:lnTo>
                <a:lnTo>
                  <a:pt x="9125" y="0"/>
                </a:lnTo>
                <a:lnTo>
                  <a:pt x="8735" y="114"/>
                </a:lnTo>
                <a:lnTo>
                  <a:pt x="7921" y="353"/>
                </a:lnTo>
                <a:lnTo>
                  <a:pt x="6684" y="715"/>
                </a:lnTo>
                <a:lnTo>
                  <a:pt x="5023" y="1202"/>
                </a:lnTo>
                <a:lnTo>
                  <a:pt x="2939" y="1813"/>
                </a:lnTo>
              </a:path>
            </a:pathLst>
          </a:custGeom>
          <a:noFill/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9"/>
          <p:cNvSpPr/>
          <p:nvPr/>
        </p:nvSpPr>
        <p:spPr>
          <a:xfrm>
            <a:off x="6633715" y="2717286"/>
            <a:ext cx="83384" cy="72727"/>
          </a:xfrm>
          <a:custGeom>
            <a:avLst/>
            <a:gdLst/>
            <a:ahLst/>
            <a:cxnLst/>
            <a:rect l="l" t="t" r="r" b="b"/>
            <a:pathLst>
              <a:path w="83384" h="72727">
                <a:moveTo>
                  <a:pt x="0" y="0"/>
                </a:moveTo>
                <a:lnTo>
                  <a:pt x="83384" y="15049"/>
                </a:lnTo>
                <a:lnTo>
                  <a:pt x="21314" y="72727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20"/>
          <p:cNvSpPr/>
          <p:nvPr/>
        </p:nvSpPr>
        <p:spPr>
          <a:xfrm>
            <a:off x="4681570" y="3944250"/>
            <a:ext cx="25969" cy="4007"/>
          </a:xfrm>
          <a:custGeom>
            <a:avLst/>
            <a:gdLst/>
            <a:ahLst/>
            <a:cxnLst/>
            <a:rect l="l" t="t" r="r" b="b"/>
            <a:pathLst>
              <a:path w="25969" h="4007">
                <a:moveTo>
                  <a:pt x="256" y="3968"/>
                </a:moveTo>
                <a:lnTo>
                  <a:pt x="0" y="4007"/>
                </a:lnTo>
                <a:lnTo>
                  <a:pt x="180" y="3980"/>
                </a:lnTo>
                <a:lnTo>
                  <a:pt x="796" y="3884"/>
                </a:lnTo>
                <a:lnTo>
                  <a:pt x="1848" y="3722"/>
                </a:lnTo>
                <a:lnTo>
                  <a:pt x="3337" y="3492"/>
                </a:lnTo>
                <a:lnTo>
                  <a:pt x="5262" y="3195"/>
                </a:lnTo>
                <a:lnTo>
                  <a:pt x="7622" y="2831"/>
                </a:lnTo>
                <a:lnTo>
                  <a:pt x="10419" y="2400"/>
                </a:lnTo>
                <a:lnTo>
                  <a:pt x="13652" y="1901"/>
                </a:lnTo>
                <a:lnTo>
                  <a:pt x="17322" y="1335"/>
                </a:lnTo>
                <a:lnTo>
                  <a:pt x="21427" y="701"/>
                </a:lnTo>
                <a:lnTo>
                  <a:pt x="25969" y="0"/>
                </a:lnTo>
              </a:path>
            </a:pathLst>
          </a:custGeom>
          <a:noFill/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21"/>
          <p:cNvSpPr/>
          <p:nvPr/>
        </p:nvSpPr>
        <p:spPr>
          <a:xfrm>
            <a:off x="4707539" y="3895245"/>
            <a:ext cx="80677" cy="74899"/>
          </a:xfrm>
          <a:custGeom>
            <a:avLst/>
            <a:gdLst/>
            <a:ahLst/>
            <a:cxnLst/>
            <a:rect l="l" t="t" r="r" b="b"/>
            <a:pathLst>
              <a:path w="80677" h="74899">
                <a:moveTo>
                  <a:pt x="80677" y="74899"/>
                </a:moveTo>
                <a:lnTo>
                  <a:pt x="0" y="49005"/>
                </a:lnTo>
                <a:lnTo>
                  <a:pt x="69121" y="0"/>
                </a:lnTo>
                <a:lnTo>
                  <a:pt x="80677" y="74899"/>
                </a:lnTo>
                <a:close/>
              </a:path>
            </a:pathLst>
          </a:custGeom>
          <a:solidFill>
            <a:srgbClr val="7C5AA6"/>
          </a:solidFill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22"/>
          <p:cNvSpPr/>
          <p:nvPr/>
        </p:nvSpPr>
        <p:spPr>
          <a:xfrm>
            <a:off x="6517250" y="3405702"/>
            <a:ext cx="27097" cy="9133"/>
          </a:xfrm>
          <a:custGeom>
            <a:avLst/>
            <a:gdLst/>
            <a:ahLst/>
            <a:cxnLst/>
            <a:rect l="l" t="t" r="r" b="b"/>
            <a:pathLst>
              <a:path w="27097" h="9133">
                <a:moveTo>
                  <a:pt x="27051" y="15"/>
                </a:moveTo>
                <a:lnTo>
                  <a:pt x="27097" y="0"/>
                </a:lnTo>
                <a:lnTo>
                  <a:pt x="26724" y="125"/>
                </a:lnTo>
                <a:lnTo>
                  <a:pt x="25933" y="391"/>
                </a:lnTo>
                <a:lnTo>
                  <a:pt x="24725" y="799"/>
                </a:lnTo>
                <a:lnTo>
                  <a:pt x="23098" y="1347"/>
                </a:lnTo>
                <a:lnTo>
                  <a:pt x="21053" y="2037"/>
                </a:lnTo>
                <a:lnTo>
                  <a:pt x="18589" y="2867"/>
                </a:lnTo>
                <a:lnTo>
                  <a:pt x="15708" y="3838"/>
                </a:lnTo>
                <a:lnTo>
                  <a:pt x="12408" y="4950"/>
                </a:lnTo>
                <a:lnTo>
                  <a:pt x="8690" y="6204"/>
                </a:lnTo>
                <a:lnTo>
                  <a:pt x="4554" y="7598"/>
                </a:lnTo>
                <a:lnTo>
                  <a:pt x="0" y="9133"/>
                </a:lnTo>
              </a:path>
            </a:pathLst>
          </a:custGeom>
          <a:noFill/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23"/>
          <p:cNvSpPr/>
          <p:nvPr/>
        </p:nvSpPr>
        <p:spPr>
          <a:xfrm>
            <a:off x="6433331" y="3403133"/>
            <a:ext cx="83919" cy="71816"/>
          </a:xfrm>
          <a:custGeom>
            <a:avLst/>
            <a:gdLst/>
            <a:ahLst/>
            <a:cxnLst/>
            <a:rect l="l" t="t" r="r" b="b"/>
            <a:pathLst>
              <a:path w="83919" h="71816">
                <a:moveTo>
                  <a:pt x="0" y="0"/>
                </a:moveTo>
                <a:lnTo>
                  <a:pt x="83919" y="11702"/>
                </a:lnTo>
                <a:lnTo>
                  <a:pt x="24206" y="71816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24"/>
          <p:cNvSpPr/>
          <p:nvPr/>
        </p:nvSpPr>
        <p:spPr>
          <a:xfrm>
            <a:off x="8171954" y="2928649"/>
            <a:ext cx="17271" cy="24000"/>
          </a:xfrm>
          <a:custGeom>
            <a:avLst/>
            <a:gdLst/>
            <a:ahLst/>
            <a:cxnLst/>
            <a:rect l="l" t="t" r="r" b="b"/>
            <a:pathLst>
              <a:path w="17271" h="24000">
                <a:moveTo>
                  <a:pt x="17271" y="0"/>
                </a:moveTo>
                <a:lnTo>
                  <a:pt x="17250" y="30"/>
                </a:lnTo>
                <a:lnTo>
                  <a:pt x="16970" y="418"/>
                </a:lnTo>
                <a:lnTo>
                  <a:pt x="16433" y="1164"/>
                </a:lnTo>
                <a:lnTo>
                  <a:pt x="15638" y="2269"/>
                </a:lnTo>
                <a:lnTo>
                  <a:pt x="14586" y="3732"/>
                </a:lnTo>
                <a:lnTo>
                  <a:pt x="13275" y="5552"/>
                </a:lnTo>
                <a:lnTo>
                  <a:pt x="11707" y="7732"/>
                </a:lnTo>
                <a:lnTo>
                  <a:pt x="9881" y="10269"/>
                </a:lnTo>
                <a:lnTo>
                  <a:pt x="7797" y="13165"/>
                </a:lnTo>
                <a:lnTo>
                  <a:pt x="5456" y="16418"/>
                </a:lnTo>
                <a:lnTo>
                  <a:pt x="2857" y="20030"/>
                </a:lnTo>
                <a:lnTo>
                  <a:pt x="0" y="24000"/>
                </a:lnTo>
              </a:path>
            </a:pathLst>
          </a:custGeom>
          <a:noFill/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25"/>
          <p:cNvSpPr/>
          <p:nvPr/>
        </p:nvSpPr>
        <p:spPr>
          <a:xfrm>
            <a:off x="8096930" y="2952649"/>
            <a:ext cx="75024" cy="83647"/>
          </a:xfrm>
          <a:custGeom>
            <a:avLst/>
            <a:gdLst/>
            <a:ahLst/>
            <a:cxnLst/>
            <a:rect l="l" t="t" r="r" b="b"/>
            <a:pathLst>
              <a:path w="75024" h="83647">
                <a:moveTo>
                  <a:pt x="0" y="39380"/>
                </a:moveTo>
                <a:lnTo>
                  <a:pt x="75024" y="0"/>
                </a:lnTo>
                <a:lnTo>
                  <a:pt x="61513" y="83647"/>
                </a:lnTo>
                <a:lnTo>
                  <a:pt x="0" y="39380"/>
                </a:lnTo>
                <a:close/>
              </a:path>
            </a:pathLst>
          </a:custGeom>
          <a:solidFill>
            <a:srgbClr val="7C5AA6"/>
          </a:solidFill>
          <a:ln w="28419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26"/>
          <p:cNvSpPr/>
          <p:nvPr/>
        </p:nvSpPr>
        <p:spPr>
          <a:xfrm>
            <a:off x="1385032" y="1819538"/>
            <a:ext cx="2566618" cy="2724638"/>
          </a:xfrm>
          <a:custGeom>
            <a:avLst/>
            <a:gdLst/>
            <a:ahLst/>
            <a:cxnLst/>
            <a:rect l="l" t="t" r="r" b="b"/>
            <a:pathLst>
              <a:path w="2566618" h="2724638">
                <a:moveTo>
                  <a:pt x="0" y="0"/>
                </a:moveTo>
                <a:lnTo>
                  <a:pt x="214994" y="228231"/>
                </a:lnTo>
                <a:lnTo>
                  <a:pt x="429787" y="456248"/>
                </a:lnTo>
                <a:lnTo>
                  <a:pt x="644378" y="684050"/>
                </a:lnTo>
                <a:lnTo>
                  <a:pt x="858767" y="911639"/>
                </a:lnTo>
                <a:lnTo>
                  <a:pt x="1072955" y="1139013"/>
                </a:lnTo>
                <a:lnTo>
                  <a:pt x="1286940" y="1366174"/>
                </a:lnTo>
                <a:lnTo>
                  <a:pt x="1500724" y="1593120"/>
                </a:lnTo>
                <a:lnTo>
                  <a:pt x="1714307" y="1819852"/>
                </a:lnTo>
                <a:lnTo>
                  <a:pt x="1927687" y="2046369"/>
                </a:lnTo>
                <a:lnTo>
                  <a:pt x="2140866" y="2272673"/>
                </a:lnTo>
                <a:lnTo>
                  <a:pt x="2353843" y="2498762"/>
                </a:lnTo>
                <a:lnTo>
                  <a:pt x="2566618" y="2724638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7"/>
          <p:cNvSpPr/>
          <p:nvPr/>
        </p:nvSpPr>
        <p:spPr>
          <a:xfrm>
            <a:off x="3885030" y="4476215"/>
            <a:ext cx="66620" cy="67961"/>
          </a:xfrm>
          <a:custGeom>
            <a:avLst/>
            <a:gdLst/>
            <a:ahLst/>
            <a:cxnLst/>
            <a:rect l="l" t="t" r="r" b="b"/>
            <a:pathLst>
              <a:path w="66620" h="67961">
                <a:moveTo>
                  <a:pt x="46200" y="0"/>
                </a:moveTo>
                <a:lnTo>
                  <a:pt x="66620" y="67961"/>
                </a:lnTo>
                <a:lnTo>
                  <a:pt x="0" y="43521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8"/>
          <p:cNvSpPr/>
          <p:nvPr/>
        </p:nvSpPr>
        <p:spPr>
          <a:xfrm>
            <a:off x="721259" y="1376430"/>
            <a:ext cx="869758" cy="400242"/>
          </a:xfrm>
          <a:custGeom>
            <a:avLst/>
            <a:gdLst/>
            <a:ahLst/>
            <a:cxnLst/>
            <a:rect l="l" t="t" r="r" b="b"/>
            <a:pathLst>
              <a:path w="869758" h="400242">
                <a:moveTo>
                  <a:pt x="39669" y="400242"/>
                </a:moveTo>
                <a:lnTo>
                  <a:pt x="830089" y="400242"/>
                </a:lnTo>
                <a:lnTo>
                  <a:pt x="836425" y="399967"/>
                </a:lnTo>
                <a:lnTo>
                  <a:pt x="842210" y="399141"/>
                </a:lnTo>
                <a:lnTo>
                  <a:pt x="847444" y="397763"/>
                </a:lnTo>
                <a:lnTo>
                  <a:pt x="852127" y="395835"/>
                </a:lnTo>
                <a:lnTo>
                  <a:pt x="856259" y="393356"/>
                </a:lnTo>
                <a:lnTo>
                  <a:pt x="859840" y="390325"/>
                </a:lnTo>
                <a:lnTo>
                  <a:pt x="862871" y="386744"/>
                </a:lnTo>
                <a:lnTo>
                  <a:pt x="865350" y="382612"/>
                </a:lnTo>
                <a:lnTo>
                  <a:pt x="867278" y="377929"/>
                </a:lnTo>
                <a:lnTo>
                  <a:pt x="868656" y="372695"/>
                </a:lnTo>
                <a:lnTo>
                  <a:pt x="869482" y="366910"/>
                </a:lnTo>
                <a:lnTo>
                  <a:pt x="869758" y="360574"/>
                </a:lnTo>
                <a:lnTo>
                  <a:pt x="869758" y="39669"/>
                </a:lnTo>
                <a:lnTo>
                  <a:pt x="869482" y="33333"/>
                </a:lnTo>
                <a:lnTo>
                  <a:pt x="868656" y="27548"/>
                </a:lnTo>
                <a:lnTo>
                  <a:pt x="867278" y="22314"/>
                </a:lnTo>
                <a:lnTo>
                  <a:pt x="865350" y="17631"/>
                </a:lnTo>
                <a:lnTo>
                  <a:pt x="862871" y="13499"/>
                </a:lnTo>
                <a:lnTo>
                  <a:pt x="859840" y="9918"/>
                </a:lnTo>
                <a:lnTo>
                  <a:pt x="856259" y="6887"/>
                </a:lnTo>
                <a:lnTo>
                  <a:pt x="852127" y="4408"/>
                </a:lnTo>
                <a:lnTo>
                  <a:pt x="847444" y="2480"/>
                </a:lnTo>
                <a:lnTo>
                  <a:pt x="842210" y="1102"/>
                </a:lnTo>
                <a:lnTo>
                  <a:pt x="836425" y="276"/>
                </a:lnTo>
                <a:lnTo>
                  <a:pt x="830089" y="0"/>
                </a:lnTo>
                <a:lnTo>
                  <a:pt x="39669" y="0"/>
                </a:lnTo>
                <a:lnTo>
                  <a:pt x="33333" y="276"/>
                </a:lnTo>
                <a:lnTo>
                  <a:pt x="27548" y="1102"/>
                </a:lnTo>
                <a:lnTo>
                  <a:pt x="22314" y="2480"/>
                </a:lnTo>
                <a:lnTo>
                  <a:pt x="17631" y="4408"/>
                </a:lnTo>
                <a:lnTo>
                  <a:pt x="13499" y="6887"/>
                </a:lnTo>
                <a:lnTo>
                  <a:pt x="9917" y="9918"/>
                </a:lnTo>
                <a:lnTo>
                  <a:pt x="6887" y="13499"/>
                </a:lnTo>
                <a:lnTo>
                  <a:pt x="4408" y="17631"/>
                </a:lnTo>
                <a:lnTo>
                  <a:pt x="2479" y="22314"/>
                </a:lnTo>
                <a:lnTo>
                  <a:pt x="1102" y="27548"/>
                </a:lnTo>
                <a:lnTo>
                  <a:pt x="276" y="33333"/>
                </a:lnTo>
                <a:lnTo>
                  <a:pt x="0" y="39669"/>
                </a:lnTo>
                <a:lnTo>
                  <a:pt x="0" y="360574"/>
                </a:lnTo>
                <a:lnTo>
                  <a:pt x="276" y="366910"/>
                </a:lnTo>
                <a:lnTo>
                  <a:pt x="1102" y="372695"/>
                </a:lnTo>
                <a:lnTo>
                  <a:pt x="2479" y="377929"/>
                </a:lnTo>
                <a:lnTo>
                  <a:pt x="4408" y="382612"/>
                </a:lnTo>
                <a:lnTo>
                  <a:pt x="6887" y="386744"/>
                </a:lnTo>
                <a:lnTo>
                  <a:pt x="9917" y="390325"/>
                </a:lnTo>
                <a:lnTo>
                  <a:pt x="13499" y="393356"/>
                </a:lnTo>
                <a:lnTo>
                  <a:pt x="17631" y="395835"/>
                </a:lnTo>
                <a:lnTo>
                  <a:pt x="22314" y="397763"/>
                </a:lnTo>
                <a:lnTo>
                  <a:pt x="27548" y="399141"/>
                </a:lnTo>
                <a:lnTo>
                  <a:pt x="33333" y="399967"/>
                </a:lnTo>
                <a:lnTo>
                  <a:pt x="39669" y="400242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16578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928" y="1399429"/>
            <a:ext cx="824004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1 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158" y="1571205"/>
            <a:ext cx="339407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0.0 s</a:t>
            </a:r>
          </a:p>
        </p:txBody>
      </p:sp>
      <p:sp>
        <p:nvSpPr>
          <p:cNvPr id="33" name="Editable path 29"/>
          <p:cNvSpPr/>
          <p:nvPr/>
        </p:nvSpPr>
        <p:spPr>
          <a:xfrm>
            <a:off x="1608346" y="670209"/>
            <a:ext cx="2977953" cy="5433798"/>
          </a:xfrm>
          <a:custGeom>
            <a:avLst/>
            <a:gdLst/>
            <a:ahLst/>
            <a:cxnLst/>
            <a:rect l="l" t="t" r="r" b="b"/>
            <a:pathLst>
              <a:path w="2977953" h="5433798">
                <a:moveTo>
                  <a:pt x="0" y="0"/>
                </a:moveTo>
                <a:lnTo>
                  <a:pt x="248941" y="454235"/>
                </a:lnTo>
                <a:lnTo>
                  <a:pt x="497740" y="908213"/>
                </a:lnTo>
                <a:lnTo>
                  <a:pt x="746397" y="1361932"/>
                </a:lnTo>
                <a:lnTo>
                  <a:pt x="994914" y="1815394"/>
                </a:lnTo>
                <a:lnTo>
                  <a:pt x="1243288" y="2268597"/>
                </a:lnTo>
                <a:lnTo>
                  <a:pt x="1491522" y="2721543"/>
                </a:lnTo>
                <a:lnTo>
                  <a:pt x="1739614" y="3174230"/>
                </a:lnTo>
                <a:lnTo>
                  <a:pt x="1987564" y="3626660"/>
                </a:lnTo>
                <a:lnTo>
                  <a:pt x="2235374" y="4078831"/>
                </a:lnTo>
                <a:lnTo>
                  <a:pt x="2483042" y="4530745"/>
                </a:lnTo>
                <a:lnTo>
                  <a:pt x="2730568" y="4982400"/>
                </a:lnTo>
                <a:lnTo>
                  <a:pt x="2977953" y="5433798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30"/>
          <p:cNvSpPr/>
          <p:nvPr/>
        </p:nvSpPr>
        <p:spPr>
          <a:xfrm>
            <a:off x="4527965" y="6033095"/>
            <a:ext cx="58334" cy="70912"/>
          </a:xfrm>
          <a:custGeom>
            <a:avLst/>
            <a:gdLst/>
            <a:ahLst/>
            <a:cxnLst/>
            <a:rect l="l" t="t" r="r" b="b"/>
            <a:pathLst>
              <a:path w="58334" h="70912">
                <a:moveTo>
                  <a:pt x="55660" y="0"/>
                </a:moveTo>
                <a:lnTo>
                  <a:pt x="58334" y="70912"/>
                </a:lnTo>
                <a:lnTo>
                  <a:pt x="0" y="30504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31"/>
          <p:cNvSpPr/>
          <p:nvPr/>
        </p:nvSpPr>
        <p:spPr>
          <a:xfrm>
            <a:off x="1160905" y="220293"/>
            <a:ext cx="621086" cy="400242"/>
          </a:xfrm>
          <a:custGeom>
            <a:avLst/>
            <a:gdLst/>
            <a:ahLst/>
            <a:cxnLst/>
            <a:rect l="l" t="t" r="r" b="b"/>
            <a:pathLst>
              <a:path w="621086" h="400242">
                <a:moveTo>
                  <a:pt x="39669" y="400242"/>
                </a:moveTo>
                <a:lnTo>
                  <a:pt x="581417" y="400242"/>
                </a:lnTo>
                <a:lnTo>
                  <a:pt x="587753" y="399966"/>
                </a:lnTo>
                <a:lnTo>
                  <a:pt x="593538" y="399140"/>
                </a:lnTo>
                <a:lnTo>
                  <a:pt x="598773" y="397763"/>
                </a:lnTo>
                <a:lnTo>
                  <a:pt x="603456" y="395834"/>
                </a:lnTo>
                <a:lnTo>
                  <a:pt x="607588" y="393355"/>
                </a:lnTo>
                <a:lnTo>
                  <a:pt x="611169" y="390325"/>
                </a:lnTo>
                <a:lnTo>
                  <a:pt x="614199" y="386743"/>
                </a:lnTo>
                <a:lnTo>
                  <a:pt x="616679" y="382611"/>
                </a:lnTo>
                <a:lnTo>
                  <a:pt x="618607" y="377928"/>
                </a:lnTo>
                <a:lnTo>
                  <a:pt x="619984" y="372694"/>
                </a:lnTo>
                <a:lnTo>
                  <a:pt x="620811" y="366909"/>
                </a:lnTo>
                <a:lnTo>
                  <a:pt x="621086" y="360573"/>
                </a:lnTo>
                <a:lnTo>
                  <a:pt x="621086" y="39668"/>
                </a:lnTo>
                <a:lnTo>
                  <a:pt x="620811" y="33332"/>
                </a:lnTo>
                <a:lnTo>
                  <a:pt x="619984" y="27547"/>
                </a:lnTo>
                <a:lnTo>
                  <a:pt x="618607" y="22313"/>
                </a:lnTo>
                <a:lnTo>
                  <a:pt x="616679" y="17630"/>
                </a:lnTo>
                <a:lnTo>
                  <a:pt x="614199" y="13498"/>
                </a:lnTo>
                <a:lnTo>
                  <a:pt x="611169" y="9917"/>
                </a:lnTo>
                <a:lnTo>
                  <a:pt x="607588" y="6886"/>
                </a:lnTo>
                <a:lnTo>
                  <a:pt x="603456" y="4407"/>
                </a:lnTo>
                <a:lnTo>
                  <a:pt x="598773" y="2479"/>
                </a:lnTo>
                <a:lnTo>
                  <a:pt x="593538" y="1102"/>
                </a:lnTo>
                <a:lnTo>
                  <a:pt x="587753" y="275"/>
                </a:lnTo>
                <a:lnTo>
                  <a:pt x="581417" y="0"/>
                </a:lnTo>
                <a:lnTo>
                  <a:pt x="39669" y="0"/>
                </a:lnTo>
                <a:lnTo>
                  <a:pt x="33333" y="275"/>
                </a:lnTo>
                <a:lnTo>
                  <a:pt x="27548" y="1102"/>
                </a:lnTo>
                <a:lnTo>
                  <a:pt x="22314" y="2479"/>
                </a:lnTo>
                <a:lnTo>
                  <a:pt x="17631" y="4407"/>
                </a:lnTo>
                <a:lnTo>
                  <a:pt x="13499" y="6886"/>
                </a:lnTo>
                <a:lnTo>
                  <a:pt x="9917" y="9917"/>
                </a:lnTo>
                <a:lnTo>
                  <a:pt x="6887" y="13498"/>
                </a:lnTo>
                <a:lnTo>
                  <a:pt x="4408" y="17630"/>
                </a:lnTo>
                <a:lnTo>
                  <a:pt x="2479" y="22313"/>
                </a:lnTo>
                <a:lnTo>
                  <a:pt x="1102" y="27547"/>
                </a:lnTo>
                <a:lnTo>
                  <a:pt x="276" y="33332"/>
                </a:lnTo>
                <a:lnTo>
                  <a:pt x="0" y="39668"/>
                </a:lnTo>
                <a:lnTo>
                  <a:pt x="0" y="360573"/>
                </a:lnTo>
                <a:lnTo>
                  <a:pt x="276" y="366909"/>
                </a:lnTo>
                <a:lnTo>
                  <a:pt x="1102" y="372694"/>
                </a:lnTo>
                <a:lnTo>
                  <a:pt x="2479" y="377928"/>
                </a:lnTo>
                <a:lnTo>
                  <a:pt x="4408" y="382611"/>
                </a:lnTo>
                <a:lnTo>
                  <a:pt x="6887" y="386743"/>
                </a:lnTo>
                <a:lnTo>
                  <a:pt x="9917" y="390325"/>
                </a:lnTo>
                <a:lnTo>
                  <a:pt x="13499" y="393355"/>
                </a:lnTo>
                <a:lnTo>
                  <a:pt x="17631" y="395834"/>
                </a:lnTo>
                <a:lnTo>
                  <a:pt x="22314" y="397763"/>
                </a:lnTo>
                <a:lnTo>
                  <a:pt x="27548" y="399140"/>
                </a:lnTo>
                <a:lnTo>
                  <a:pt x="33333" y="399966"/>
                </a:lnTo>
                <a:lnTo>
                  <a:pt x="39669" y="400242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16578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0574" y="243291"/>
            <a:ext cx="577263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2  Grasp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0469" y="415067"/>
            <a:ext cx="339407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5.2 s</a:t>
            </a:r>
          </a:p>
        </p:txBody>
      </p:sp>
      <p:sp>
        <p:nvSpPr>
          <p:cNvPr id="38" name="Editable path 32"/>
          <p:cNvSpPr/>
          <p:nvPr/>
        </p:nvSpPr>
        <p:spPr>
          <a:xfrm>
            <a:off x="1501687" y="4218809"/>
            <a:ext cx="2409419" cy="3155143"/>
          </a:xfrm>
          <a:custGeom>
            <a:avLst/>
            <a:gdLst/>
            <a:ahLst/>
            <a:cxnLst/>
            <a:rect l="l" t="t" r="r" b="b"/>
            <a:pathLst>
              <a:path w="2409419" h="3155143">
                <a:moveTo>
                  <a:pt x="0" y="3155143"/>
                </a:moveTo>
                <a:lnTo>
                  <a:pt x="201767" y="2890928"/>
                </a:lnTo>
                <a:lnTo>
                  <a:pt x="403355" y="2626947"/>
                </a:lnTo>
                <a:lnTo>
                  <a:pt x="604765" y="2363201"/>
                </a:lnTo>
                <a:lnTo>
                  <a:pt x="805996" y="2099687"/>
                </a:lnTo>
                <a:lnTo>
                  <a:pt x="1007049" y="1836408"/>
                </a:lnTo>
                <a:lnTo>
                  <a:pt x="1207923" y="1573363"/>
                </a:lnTo>
                <a:lnTo>
                  <a:pt x="1408619" y="1310551"/>
                </a:lnTo>
                <a:lnTo>
                  <a:pt x="1609136" y="1047973"/>
                </a:lnTo>
                <a:lnTo>
                  <a:pt x="1809474" y="785629"/>
                </a:lnTo>
                <a:lnTo>
                  <a:pt x="2009634" y="523519"/>
                </a:lnTo>
                <a:lnTo>
                  <a:pt x="2209616" y="261643"/>
                </a:lnTo>
                <a:lnTo>
                  <a:pt x="2409419" y="0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33"/>
          <p:cNvSpPr/>
          <p:nvPr/>
        </p:nvSpPr>
        <p:spPr>
          <a:xfrm>
            <a:off x="3847362" y="4218809"/>
            <a:ext cx="63744" cy="69705"/>
          </a:xfrm>
          <a:custGeom>
            <a:avLst/>
            <a:gdLst/>
            <a:ahLst/>
            <a:cxnLst/>
            <a:rect l="l" t="t" r="r" b="b"/>
            <a:pathLst>
              <a:path w="63744" h="69705">
                <a:moveTo>
                  <a:pt x="0" y="31184"/>
                </a:moveTo>
                <a:lnTo>
                  <a:pt x="63744" y="0"/>
                </a:lnTo>
                <a:lnTo>
                  <a:pt x="50444" y="69705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34"/>
          <p:cNvSpPr/>
          <p:nvPr/>
        </p:nvSpPr>
        <p:spPr>
          <a:xfrm>
            <a:off x="771416" y="7419878"/>
            <a:ext cx="1084754" cy="400242"/>
          </a:xfrm>
          <a:custGeom>
            <a:avLst/>
            <a:gdLst/>
            <a:ahLst/>
            <a:cxnLst/>
            <a:rect l="l" t="t" r="r" b="b"/>
            <a:pathLst>
              <a:path w="1084754" h="400242">
                <a:moveTo>
                  <a:pt x="39669" y="400242"/>
                </a:moveTo>
                <a:lnTo>
                  <a:pt x="1045085" y="400242"/>
                </a:lnTo>
                <a:lnTo>
                  <a:pt x="1051421" y="399967"/>
                </a:lnTo>
                <a:lnTo>
                  <a:pt x="1057206" y="399140"/>
                </a:lnTo>
                <a:lnTo>
                  <a:pt x="1062441" y="397763"/>
                </a:lnTo>
                <a:lnTo>
                  <a:pt x="1067124" y="395835"/>
                </a:lnTo>
                <a:lnTo>
                  <a:pt x="1071256" y="393355"/>
                </a:lnTo>
                <a:lnTo>
                  <a:pt x="1074837" y="390325"/>
                </a:lnTo>
                <a:lnTo>
                  <a:pt x="1077867" y="386744"/>
                </a:lnTo>
                <a:lnTo>
                  <a:pt x="1080347" y="382612"/>
                </a:lnTo>
                <a:lnTo>
                  <a:pt x="1082275" y="377929"/>
                </a:lnTo>
                <a:lnTo>
                  <a:pt x="1083653" y="372695"/>
                </a:lnTo>
                <a:lnTo>
                  <a:pt x="1084479" y="366910"/>
                </a:lnTo>
                <a:lnTo>
                  <a:pt x="1084754" y="360574"/>
                </a:lnTo>
                <a:lnTo>
                  <a:pt x="1084754" y="39669"/>
                </a:lnTo>
                <a:lnTo>
                  <a:pt x="1084479" y="33333"/>
                </a:lnTo>
                <a:lnTo>
                  <a:pt x="1083653" y="27548"/>
                </a:lnTo>
                <a:lnTo>
                  <a:pt x="1082275" y="22314"/>
                </a:lnTo>
                <a:lnTo>
                  <a:pt x="1080347" y="17631"/>
                </a:lnTo>
                <a:lnTo>
                  <a:pt x="1077867" y="13499"/>
                </a:lnTo>
                <a:lnTo>
                  <a:pt x="1074837" y="9917"/>
                </a:lnTo>
                <a:lnTo>
                  <a:pt x="1071256" y="6887"/>
                </a:lnTo>
                <a:lnTo>
                  <a:pt x="1067124" y="4408"/>
                </a:lnTo>
                <a:lnTo>
                  <a:pt x="1062441" y="2479"/>
                </a:lnTo>
                <a:lnTo>
                  <a:pt x="1057206" y="1102"/>
                </a:lnTo>
                <a:lnTo>
                  <a:pt x="1051421" y="275"/>
                </a:lnTo>
                <a:lnTo>
                  <a:pt x="1045085" y="0"/>
                </a:lnTo>
                <a:lnTo>
                  <a:pt x="39669" y="0"/>
                </a:lnTo>
                <a:lnTo>
                  <a:pt x="33333" y="275"/>
                </a:lnTo>
                <a:lnTo>
                  <a:pt x="27548" y="1102"/>
                </a:lnTo>
                <a:lnTo>
                  <a:pt x="22314" y="2479"/>
                </a:lnTo>
                <a:lnTo>
                  <a:pt x="17630" y="4408"/>
                </a:lnTo>
                <a:lnTo>
                  <a:pt x="13498" y="6887"/>
                </a:lnTo>
                <a:lnTo>
                  <a:pt x="9917" y="9917"/>
                </a:lnTo>
                <a:lnTo>
                  <a:pt x="6887" y="13499"/>
                </a:lnTo>
                <a:lnTo>
                  <a:pt x="4407" y="17631"/>
                </a:lnTo>
                <a:lnTo>
                  <a:pt x="2479" y="22314"/>
                </a:lnTo>
                <a:lnTo>
                  <a:pt x="1102" y="27548"/>
                </a:lnTo>
                <a:lnTo>
                  <a:pt x="275" y="33333"/>
                </a:lnTo>
                <a:lnTo>
                  <a:pt x="0" y="39669"/>
                </a:lnTo>
                <a:lnTo>
                  <a:pt x="0" y="360574"/>
                </a:lnTo>
                <a:lnTo>
                  <a:pt x="275" y="366910"/>
                </a:lnTo>
                <a:lnTo>
                  <a:pt x="1102" y="372695"/>
                </a:lnTo>
                <a:lnTo>
                  <a:pt x="2479" y="377929"/>
                </a:lnTo>
                <a:lnTo>
                  <a:pt x="4407" y="382612"/>
                </a:lnTo>
                <a:lnTo>
                  <a:pt x="6887" y="386744"/>
                </a:lnTo>
                <a:lnTo>
                  <a:pt x="9917" y="390325"/>
                </a:lnTo>
                <a:lnTo>
                  <a:pt x="13498" y="393355"/>
                </a:lnTo>
                <a:lnTo>
                  <a:pt x="17630" y="395835"/>
                </a:lnTo>
                <a:lnTo>
                  <a:pt x="22314" y="397763"/>
                </a:lnTo>
                <a:lnTo>
                  <a:pt x="27548" y="399140"/>
                </a:lnTo>
                <a:lnTo>
                  <a:pt x="33333" y="399967"/>
                </a:lnTo>
                <a:lnTo>
                  <a:pt x="39669" y="400242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16578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8478" y="7442877"/>
            <a:ext cx="586149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3  Lifted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84" y="7614652"/>
            <a:ext cx="1037582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14.1 s · 0° pitch</a:t>
            </a:r>
          </a:p>
        </p:txBody>
      </p:sp>
      <p:sp>
        <p:nvSpPr>
          <p:cNvPr id="43" name="Editable path 35"/>
          <p:cNvSpPr/>
          <p:nvPr/>
        </p:nvSpPr>
        <p:spPr>
          <a:xfrm>
            <a:off x="4878418" y="676288"/>
            <a:ext cx="445687" cy="3152858"/>
          </a:xfrm>
          <a:custGeom>
            <a:avLst/>
            <a:gdLst/>
            <a:ahLst/>
            <a:cxnLst/>
            <a:rect l="l" t="t" r="r" b="b"/>
            <a:pathLst>
              <a:path w="445687" h="3152858">
                <a:moveTo>
                  <a:pt x="445687" y="0"/>
                </a:moveTo>
                <a:lnTo>
                  <a:pt x="408320" y="264340"/>
                </a:lnTo>
                <a:lnTo>
                  <a:pt x="370994" y="528389"/>
                </a:lnTo>
                <a:lnTo>
                  <a:pt x="333709" y="792147"/>
                </a:lnTo>
                <a:lnTo>
                  <a:pt x="296466" y="1055613"/>
                </a:lnTo>
                <a:lnTo>
                  <a:pt x="259264" y="1318789"/>
                </a:lnTo>
                <a:lnTo>
                  <a:pt x="222102" y="1581672"/>
                </a:lnTo>
                <a:lnTo>
                  <a:pt x="184982" y="1844265"/>
                </a:lnTo>
                <a:lnTo>
                  <a:pt x="147904" y="2106566"/>
                </a:lnTo>
                <a:lnTo>
                  <a:pt x="110866" y="2368576"/>
                </a:lnTo>
                <a:lnTo>
                  <a:pt x="73869" y="2630294"/>
                </a:lnTo>
                <a:lnTo>
                  <a:pt x="36914" y="2891722"/>
                </a:lnTo>
                <a:lnTo>
                  <a:pt x="0" y="3152858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36"/>
          <p:cNvSpPr/>
          <p:nvPr/>
        </p:nvSpPr>
        <p:spPr>
          <a:xfrm>
            <a:off x="4855879" y="3761858"/>
            <a:ext cx="62845" cy="67288"/>
          </a:xfrm>
          <a:custGeom>
            <a:avLst/>
            <a:gdLst/>
            <a:ahLst/>
            <a:cxnLst/>
            <a:rect l="l" t="t" r="r" b="b"/>
            <a:pathLst>
              <a:path w="62845" h="67288">
                <a:moveTo>
                  <a:pt x="62845" y="8884"/>
                </a:moveTo>
                <a:lnTo>
                  <a:pt x="22539" y="67288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7"/>
          <p:cNvSpPr/>
          <p:nvPr/>
        </p:nvSpPr>
        <p:spPr>
          <a:xfrm>
            <a:off x="4641016" y="219848"/>
            <a:ext cx="1438519" cy="401131"/>
          </a:xfrm>
          <a:custGeom>
            <a:avLst/>
            <a:gdLst/>
            <a:ahLst/>
            <a:cxnLst/>
            <a:rect l="l" t="t" r="r" b="b"/>
            <a:pathLst>
              <a:path w="1438519" h="401131">
                <a:moveTo>
                  <a:pt x="39669" y="401131"/>
                </a:moveTo>
                <a:lnTo>
                  <a:pt x="1398850" y="401131"/>
                </a:lnTo>
                <a:lnTo>
                  <a:pt x="1405186" y="400855"/>
                </a:lnTo>
                <a:lnTo>
                  <a:pt x="1410971" y="400029"/>
                </a:lnTo>
                <a:lnTo>
                  <a:pt x="1416205" y="398651"/>
                </a:lnTo>
                <a:lnTo>
                  <a:pt x="1420888" y="396723"/>
                </a:lnTo>
                <a:lnTo>
                  <a:pt x="1425021" y="394244"/>
                </a:lnTo>
                <a:lnTo>
                  <a:pt x="1428602" y="391214"/>
                </a:lnTo>
                <a:lnTo>
                  <a:pt x="1431632" y="387632"/>
                </a:lnTo>
                <a:lnTo>
                  <a:pt x="1434112" y="383500"/>
                </a:lnTo>
                <a:lnTo>
                  <a:pt x="1436040" y="378817"/>
                </a:lnTo>
                <a:lnTo>
                  <a:pt x="1437417" y="373583"/>
                </a:lnTo>
                <a:lnTo>
                  <a:pt x="1438244" y="367798"/>
                </a:lnTo>
                <a:lnTo>
                  <a:pt x="1438519" y="361462"/>
                </a:lnTo>
                <a:lnTo>
                  <a:pt x="1438519" y="39670"/>
                </a:lnTo>
                <a:lnTo>
                  <a:pt x="1438244" y="33334"/>
                </a:lnTo>
                <a:lnTo>
                  <a:pt x="1437417" y="27548"/>
                </a:lnTo>
                <a:lnTo>
                  <a:pt x="1436040" y="22314"/>
                </a:lnTo>
                <a:lnTo>
                  <a:pt x="1434112" y="17631"/>
                </a:lnTo>
                <a:lnTo>
                  <a:pt x="1431632" y="13499"/>
                </a:lnTo>
                <a:lnTo>
                  <a:pt x="1428602" y="9918"/>
                </a:lnTo>
                <a:lnTo>
                  <a:pt x="1425021" y="6887"/>
                </a:lnTo>
                <a:lnTo>
                  <a:pt x="1420888" y="4408"/>
                </a:lnTo>
                <a:lnTo>
                  <a:pt x="1416205" y="2480"/>
                </a:lnTo>
                <a:lnTo>
                  <a:pt x="1410971" y="1102"/>
                </a:lnTo>
                <a:lnTo>
                  <a:pt x="1405186" y="276"/>
                </a:lnTo>
                <a:lnTo>
                  <a:pt x="1398850" y="0"/>
                </a:lnTo>
                <a:lnTo>
                  <a:pt x="39669" y="0"/>
                </a:lnTo>
                <a:lnTo>
                  <a:pt x="33333" y="276"/>
                </a:lnTo>
                <a:lnTo>
                  <a:pt x="27548" y="1102"/>
                </a:lnTo>
                <a:lnTo>
                  <a:pt x="22314" y="2480"/>
                </a:lnTo>
                <a:lnTo>
                  <a:pt x="17631" y="4408"/>
                </a:lnTo>
                <a:lnTo>
                  <a:pt x="13499" y="6887"/>
                </a:lnTo>
                <a:lnTo>
                  <a:pt x="9917" y="9918"/>
                </a:lnTo>
                <a:lnTo>
                  <a:pt x="6887" y="13499"/>
                </a:lnTo>
                <a:lnTo>
                  <a:pt x="4408" y="17631"/>
                </a:lnTo>
                <a:lnTo>
                  <a:pt x="2479" y="22314"/>
                </a:lnTo>
                <a:lnTo>
                  <a:pt x="1102" y="27548"/>
                </a:lnTo>
                <a:lnTo>
                  <a:pt x="276" y="33334"/>
                </a:lnTo>
                <a:lnTo>
                  <a:pt x="0" y="39670"/>
                </a:lnTo>
                <a:lnTo>
                  <a:pt x="0" y="361462"/>
                </a:lnTo>
                <a:lnTo>
                  <a:pt x="276" y="367798"/>
                </a:lnTo>
                <a:lnTo>
                  <a:pt x="1102" y="373583"/>
                </a:lnTo>
                <a:lnTo>
                  <a:pt x="2479" y="378817"/>
                </a:lnTo>
                <a:lnTo>
                  <a:pt x="4408" y="383500"/>
                </a:lnTo>
                <a:lnTo>
                  <a:pt x="6887" y="387632"/>
                </a:lnTo>
                <a:lnTo>
                  <a:pt x="9917" y="391214"/>
                </a:lnTo>
                <a:lnTo>
                  <a:pt x="13499" y="394244"/>
                </a:lnTo>
                <a:lnTo>
                  <a:pt x="17631" y="396723"/>
                </a:lnTo>
                <a:lnTo>
                  <a:pt x="22314" y="398651"/>
                </a:lnTo>
                <a:lnTo>
                  <a:pt x="27548" y="400029"/>
                </a:lnTo>
                <a:lnTo>
                  <a:pt x="33333" y="400855"/>
                </a:lnTo>
                <a:lnTo>
                  <a:pt x="39669" y="401131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16578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0685" y="242847"/>
            <a:ext cx="1388097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4  Pitch for clearance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7602" y="415511"/>
            <a:ext cx="1116920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45.0 s · 45° pitch</a:t>
            </a:r>
          </a:p>
        </p:txBody>
      </p:sp>
      <p:sp>
        <p:nvSpPr>
          <p:cNvPr id="48" name="Editable path 38"/>
          <p:cNvSpPr/>
          <p:nvPr/>
        </p:nvSpPr>
        <p:spPr>
          <a:xfrm>
            <a:off x="6602794" y="713547"/>
            <a:ext cx="2956493" cy="2655160"/>
          </a:xfrm>
          <a:custGeom>
            <a:avLst/>
            <a:gdLst/>
            <a:ahLst/>
            <a:cxnLst/>
            <a:rect l="l" t="t" r="r" b="b"/>
            <a:pathLst>
              <a:path w="2956493" h="2655160">
                <a:moveTo>
                  <a:pt x="2956493" y="0"/>
                </a:moveTo>
                <a:lnTo>
                  <a:pt x="2708915" y="222344"/>
                </a:lnTo>
                <a:lnTo>
                  <a:pt x="2461555" y="444492"/>
                </a:lnTo>
                <a:lnTo>
                  <a:pt x="2214415" y="666444"/>
                </a:lnTo>
                <a:lnTo>
                  <a:pt x="1967493" y="888198"/>
                </a:lnTo>
                <a:lnTo>
                  <a:pt x="1720791" y="1109757"/>
                </a:lnTo>
                <a:lnTo>
                  <a:pt x="1474307" y="1331118"/>
                </a:lnTo>
                <a:lnTo>
                  <a:pt x="1228042" y="1552284"/>
                </a:lnTo>
                <a:lnTo>
                  <a:pt x="981996" y="1773252"/>
                </a:lnTo>
                <a:lnTo>
                  <a:pt x="736169" y="1994024"/>
                </a:lnTo>
                <a:lnTo>
                  <a:pt x="490560" y="2214599"/>
                </a:lnTo>
                <a:lnTo>
                  <a:pt x="245171" y="2434978"/>
                </a:lnTo>
                <a:lnTo>
                  <a:pt x="0" y="2655160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9"/>
          <p:cNvSpPr/>
          <p:nvPr/>
        </p:nvSpPr>
        <p:spPr>
          <a:xfrm>
            <a:off x="6602794" y="3302687"/>
            <a:ext cx="68427" cy="66020"/>
          </a:xfrm>
          <a:custGeom>
            <a:avLst/>
            <a:gdLst/>
            <a:ahLst/>
            <a:cxnLst/>
            <a:rect l="l" t="t" r="r" b="b"/>
            <a:pathLst>
              <a:path w="68427" h="66020">
                <a:moveTo>
                  <a:pt x="68427" y="47222"/>
                </a:moveTo>
                <a:lnTo>
                  <a:pt x="0" y="66020"/>
                </a:lnTo>
                <a:lnTo>
                  <a:pt x="26018" y="0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40"/>
          <p:cNvSpPr/>
          <p:nvPr/>
        </p:nvSpPr>
        <p:spPr>
          <a:xfrm>
            <a:off x="9170265" y="271919"/>
            <a:ext cx="1313813" cy="401723"/>
          </a:xfrm>
          <a:custGeom>
            <a:avLst/>
            <a:gdLst/>
            <a:ahLst/>
            <a:cxnLst/>
            <a:rect l="l" t="t" r="r" b="b"/>
            <a:pathLst>
              <a:path w="1313813" h="401723">
                <a:moveTo>
                  <a:pt x="39669" y="401723"/>
                </a:moveTo>
                <a:lnTo>
                  <a:pt x="1274145" y="401723"/>
                </a:lnTo>
                <a:lnTo>
                  <a:pt x="1280481" y="401447"/>
                </a:lnTo>
                <a:lnTo>
                  <a:pt x="1286266" y="400621"/>
                </a:lnTo>
                <a:lnTo>
                  <a:pt x="1291500" y="399243"/>
                </a:lnTo>
                <a:lnTo>
                  <a:pt x="1296183" y="397315"/>
                </a:lnTo>
                <a:lnTo>
                  <a:pt x="1300315" y="394836"/>
                </a:lnTo>
                <a:lnTo>
                  <a:pt x="1303896" y="391806"/>
                </a:lnTo>
                <a:lnTo>
                  <a:pt x="1306927" y="388224"/>
                </a:lnTo>
                <a:lnTo>
                  <a:pt x="1309406" y="384092"/>
                </a:lnTo>
                <a:lnTo>
                  <a:pt x="1311334" y="379409"/>
                </a:lnTo>
                <a:lnTo>
                  <a:pt x="1312712" y="374175"/>
                </a:lnTo>
                <a:lnTo>
                  <a:pt x="1313538" y="368390"/>
                </a:lnTo>
                <a:lnTo>
                  <a:pt x="1313813" y="362054"/>
                </a:lnTo>
                <a:lnTo>
                  <a:pt x="1313813" y="39669"/>
                </a:lnTo>
                <a:lnTo>
                  <a:pt x="1313538" y="33333"/>
                </a:lnTo>
                <a:lnTo>
                  <a:pt x="1312712" y="27548"/>
                </a:lnTo>
                <a:lnTo>
                  <a:pt x="1311334" y="22314"/>
                </a:lnTo>
                <a:lnTo>
                  <a:pt x="1309406" y="17631"/>
                </a:lnTo>
                <a:lnTo>
                  <a:pt x="1306927" y="13498"/>
                </a:lnTo>
                <a:lnTo>
                  <a:pt x="1303896" y="9917"/>
                </a:lnTo>
                <a:lnTo>
                  <a:pt x="1300315" y="6887"/>
                </a:lnTo>
                <a:lnTo>
                  <a:pt x="1296183" y="4408"/>
                </a:lnTo>
                <a:lnTo>
                  <a:pt x="1291500" y="2479"/>
                </a:lnTo>
                <a:lnTo>
                  <a:pt x="1286266" y="1102"/>
                </a:lnTo>
                <a:lnTo>
                  <a:pt x="1280481" y="276"/>
                </a:lnTo>
                <a:lnTo>
                  <a:pt x="1274145" y="0"/>
                </a:lnTo>
                <a:lnTo>
                  <a:pt x="39669" y="0"/>
                </a:lnTo>
                <a:lnTo>
                  <a:pt x="33333" y="276"/>
                </a:lnTo>
                <a:lnTo>
                  <a:pt x="27548" y="1102"/>
                </a:lnTo>
                <a:lnTo>
                  <a:pt x="22314" y="2479"/>
                </a:lnTo>
                <a:lnTo>
                  <a:pt x="17631" y="4408"/>
                </a:lnTo>
                <a:lnTo>
                  <a:pt x="13499" y="6887"/>
                </a:lnTo>
                <a:lnTo>
                  <a:pt x="9917" y="9917"/>
                </a:lnTo>
                <a:lnTo>
                  <a:pt x="6887" y="13498"/>
                </a:lnTo>
                <a:lnTo>
                  <a:pt x="4408" y="17631"/>
                </a:lnTo>
                <a:lnTo>
                  <a:pt x="2479" y="22314"/>
                </a:lnTo>
                <a:lnTo>
                  <a:pt x="1102" y="27548"/>
                </a:lnTo>
                <a:lnTo>
                  <a:pt x="275" y="33333"/>
                </a:lnTo>
                <a:lnTo>
                  <a:pt x="0" y="39669"/>
                </a:lnTo>
                <a:lnTo>
                  <a:pt x="0" y="362054"/>
                </a:lnTo>
                <a:lnTo>
                  <a:pt x="275" y="368390"/>
                </a:lnTo>
                <a:lnTo>
                  <a:pt x="1102" y="374175"/>
                </a:lnTo>
                <a:lnTo>
                  <a:pt x="2479" y="379409"/>
                </a:lnTo>
                <a:lnTo>
                  <a:pt x="4408" y="384092"/>
                </a:lnTo>
                <a:lnTo>
                  <a:pt x="6887" y="388224"/>
                </a:lnTo>
                <a:lnTo>
                  <a:pt x="9917" y="391806"/>
                </a:lnTo>
                <a:lnTo>
                  <a:pt x="13499" y="394836"/>
                </a:lnTo>
                <a:lnTo>
                  <a:pt x="17631" y="397315"/>
                </a:lnTo>
                <a:lnTo>
                  <a:pt x="22314" y="399243"/>
                </a:lnTo>
                <a:lnTo>
                  <a:pt x="27548" y="400621"/>
                </a:lnTo>
                <a:lnTo>
                  <a:pt x="33333" y="401447"/>
                </a:lnTo>
                <a:lnTo>
                  <a:pt x="39669" y="401723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16578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9934" y="296028"/>
            <a:ext cx="1264964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5  Crossing / return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4498" y="468174"/>
            <a:ext cx="1116920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78.0 s · 32° pitch</a:t>
            </a:r>
          </a:p>
        </p:txBody>
      </p:sp>
      <p:sp>
        <p:nvSpPr>
          <p:cNvPr id="53" name="Editable path 41"/>
          <p:cNvSpPr/>
          <p:nvPr/>
        </p:nvSpPr>
        <p:spPr>
          <a:xfrm>
            <a:off x="8263782" y="2942939"/>
            <a:ext cx="2081879" cy="241347"/>
          </a:xfrm>
          <a:custGeom>
            <a:avLst/>
            <a:gdLst/>
            <a:ahLst/>
            <a:cxnLst/>
            <a:rect l="l" t="t" r="r" b="b"/>
            <a:pathLst>
              <a:path w="2081879" h="241347">
                <a:moveTo>
                  <a:pt x="2081879" y="241347"/>
                </a:moveTo>
                <a:lnTo>
                  <a:pt x="1906782" y="221048"/>
                </a:lnTo>
                <a:lnTo>
                  <a:pt x="1731976" y="200783"/>
                </a:lnTo>
                <a:lnTo>
                  <a:pt x="1557464" y="180553"/>
                </a:lnTo>
                <a:lnTo>
                  <a:pt x="1383243" y="160356"/>
                </a:lnTo>
                <a:lnTo>
                  <a:pt x="1209315" y="140193"/>
                </a:lnTo>
                <a:lnTo>
                  <a:pt x="1035679" y="120063"/>
                </a:lnTo>
                <a:lnTo>
                  <a:pt x="862335" y="99968"/>
                </a:lnTo>
                <a:lnTo>
                  <a:pt x="689283" y="79907"/>
                </a:lnTo>
                <a:lnTo>
                  <a:pt x="516524" y="59879"/>
                </a:lnTo>
                <a:lnTo>
                  <a:pt x="344057" y="39885"/>
                </a:lnTo>
                <a:lnTo>
                  <a:pt x="171882" y="19926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42"/>
          <p:cNvSpPr/>
          <p:nvPr/>
        </p:nvSpPr>
        <p:spPr>
          <a:xfrm>
            <a:off x="8263782" y="2918724"/>
            <a:ext cx="66702" cy="63048"/>
          </a:xfrm>
          <a:custGeom>
            <a:avLst/>
            <a:gdLst/>
            <a:ahLst/>
            <a:cxnLst/>
            <a:rect l="l" t="t" r="r" b="b"/>
            <a:pathLst>
              <a:path w="66702" h="63048">
                <a:moveTo>
                  <a:pt x="59393" y="63048"/>
                </a:moveTo>
                <a:lnTo>
                  <a:pt x="0" y="24215"/>
                </a:lnTo>
                <a:lnTo>
                  <a:pt x="66702" y="0"/>
                </a:lnTo>
              </a:path>
            </a:pathLst>
          </a:custGeom>
          <a:noFill/>
          <a:ln w="18946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43"/>
          <p:cNvSpPr/>
          <p:nvPr/>
        </p:nvSpPr>
        <p:spPr>
          <a:xfrm>
            <a:off x="10400968" y="3058085"/>
            <a:ext cx="1164684" cy="400243"/>
          </a:xfrm>
          <a:custGeom>
            <a:avLst/>
            <a:gdLst/>
            <a:ahLst/>
            <a:cxnLst/>
            <a:rect l="l" t="t" r="r" b="b"/>
            <a:pathLst>
              <a:path w="1164684" h="400243">
                <a:moveTo>
                  <a:pt x="39668" y="400243"/>
                </a:moveTo>
                <a:lnTo>
                  <a:pt x="1125015" y="400243"/>
                </a:lnTo>
                <a:lnTo>
                  <a:pt x="1131351" y="399967"/>
                </a:lnTo>
                <a:lnTo>
                  <a:pt x="1137136" y="399141"/>
                </a:lnTo>
                <a:lnTo>
                  <a:pt x="1142370" y="397764"/>
                </a:lnTo>
                <a:lnTo>
                  <a:pt x="1147053" y="395835"/>
                </a:lnTo>
                <a:lnTo>
                  <a:pt x="1151185" y="393356"/>
                </a:lnTo>
                <a:lnTo>
                  <a:pt x="1154767" y="390326"/>
                </a:lnTo>
                <a:lnTo>
                  <a:pt x="1157797" y="386744"/>
                </a:lnTo>
                <a:lnTo>
                  <a:pt x="1160276" y="382612"/>
                </a:lnTo>
                <a:lnTo>
                  <a:pt x="1162204" y="377929"/>
                </a:lnTo>
                <a:lnTo>
                  <a:pt x="1163582" y="372695"/>
                </a:lnTo>
                <a:lnTo>
                  <a:pt x="1164408" y="366910"/>
                </a:lnTo>
                <a:lnTo>
                  <a:pt x="1164684" y="360574"/>
                </a:lnTo>
                <a:lnTo>
                  <a:pt x="1164684" y="39669"/>
                </a:lnTo>
                <a:lnTo>
                  <a:pt x="1164408" y="33333"/>
                </a:lnTo>
                <a:lnTo>
                  <a:pt x="1163582" y="27548"/>
                </a:lnTo>
                <a:lnTo>
                  <a:pt x="1162204" y="22314"/>
                </a:lnTo>
                <a:lnTo>
                  <a:pt x="1160276" y="17631"/>
                </a:lnTo>
                <a:lnTo>
                  <a:pt x="1157797" y="13499"/>
                </a:lnTo>
                <a:lnTo>
                  <a:pt x="1154767" y="9918"/>
                </a:lnTo>
                <a:lnTo>
                  <a:pt x="1151185" y="6887"/>
                </a:lnTo>
                <a:lnTo>
                  <a:pt x="1147053" y="4408"/>
                </a:lnTo>
                <a:lnTo>
                  <a:pt x="1142370" y="2480"/>
                </a:lnTo>
                <a:lnTo>
                  <a:pt x="1137136" y="1102"/>
                </a:lnTo>
                <a:lnTo>
                  <a:pt x="1131351" y="276"/>
                </a:lnTo>
                <a:lnTo>
                  <a:pt x="1125015" y="0"/>
                </a:lnTo>
                <a:lnTo>
                  <a:pt x="39668" y="0"/>
                </a:lnTo>
                <a:lnTo>
                  <a:pt x="33332" y="276"/>
                </a:lnTo>
                <a:lnTo>
                  <a:pt x="27547" y="1102"/>
                </a:lnTo>
                <a:lnTo>
                  <a:pt x="22313" y="2480"/>
                </a:lnTo>
                <a:lnTo>
                  <a:pt x="17630" y="4408"/>
                </a:lnTo>
                <a:lnTo>
                  <a:pt x="13498" y="6887"/>
                </a:lnTo>
                <a:lnTo>
                  <a:pt x="9917" y="9918"/>
                </a:lnTo>
                <a:lnTo>
                  <a:pt x="6886" y="13499"/>
                </a:lnTo>
                <a:lnTo>
                  <a:pt x="4407" y="17631"/>
                </a:lnTo>
                <a:lnTo>
                  <a:pt x="2479" y="22314"/>
                </a:lnTo>
                <a:lnTo>
                  <a:pt x="1102" y="27548"/>
                </a:lnTo>
                <a:lnTo>
                  <a:pt x="275" y="33333"/>
                </a:lnTo>
                <a:lnTo>
                  <a:pt x="0" y="39669"/>
                </a:lnTo>
                <a:lnTo>
                  <a:pt x="0" y="360574"/>
                </a:lnTo>
                <a:lnTo>
                  <a:pt x="275" y="366910"/>
                </a:lnTo>
                <a:lnTo>
                  <a:pt x="1102" y="372695"/>
                </a:lnTo>
                <a:lnTo>
                  <a:pt x="2479" y="377929"/>
                </a:lnTo>
                <a:lnTo>
                  <a:pt x="4407" y="382612"/>
                </a:lnTo>
                <a:lnTo>
                  <a:pt x="6886" y="386744"/>
                </a:lnTo>
                <a:lnTo>
                  <a:pt x="9917" y="390326"/>
                </a:lnTo>
                <a:lnTo>
                  <a:pt x="13498" y="393356"/>
                </a:lnTo>
                <a:lnTo>
                  <a:pt x="17630" y="395835"/>
                </a:lnTo>
                <a:lnTo>
                  <a:pt x="22313" y="397764"/>
                </a:lnTo>
                <a:lnTo>
                  <a:pt x="27547" y="399141"/>
                </a:lnTo>
                <a:lnTo>
                  <a:pt x="33332" y="399967"/>
                </a:lnTo>
                <a:lnTo>
                  <a:pt x="39668" y="400243"/>
                </a:lnTo>
                <a:close/>
              </a:path>
            </a:pathLst>
          </a:custGeom>
          <a:solidFill>
            <a:srgbClr val="FFF8EC">
              <a:alpha val="97000"/>
            </a:srgbClr>
          </a:solidFill>
          <a:ln w="16578">
            <a:solidFill>
              <a:srgbClr val="FF9500">
                <a:alpha val="9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47960" y="3081084"/>
            <a:ext cx="506811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6  Goal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0636" y="3252860"/>
            <a:ext cx="1116920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128.6 s · 0° pitch</a:t>
            </a:r>
          </a:p>
        </p:txBody>
      </p:sp>
      <p:sp>
        <p:nvSpPr>
          <p:cNvPr id="58" name="Editable path 44"/>
          <p:cNvSpPr/>
          <p:nvPr/>
        </p:nvSpPr>
        <p:spPr>
          <a:xfrm>
            <a:off x="8045701" y="8303202"/>
            <a:ext cx="4075249" cy="244231"/>
          </a:xfrm>
          <a:custGeom>
            <a:avLst/>
            <a:gdLst/>
            <a:ahLst/>
            <a:cxnLst/>
            <a:rect l="l" t="t" r="r" b="b"/>
            <a:pathLst>
              <a:path w="4075249" h="244231">
                <a:moveTo>
                  <a:pt x="28419" y="244231"/>
                </a:moveTo>
                <a:lnTo>
                  <a:pt x="4046830" y="244231"/>
                </a:lnTo>
                <a:lnTo>
                  <a:pt x="4051369" y="244034"/>
                </a:lnTo>
                <a:lnTo>
                  <a:pt x="4055513" y="243442"/>
                </a:lnTo>
                <a:lnTo>
                  <a:pt x="4059263" y="242455"/>
                </a:lnTo>
                <a:lnTo>
                  <a:pt x="4062618" y="241073"/>
                </a:lnTo>
                <a:lnTo>
                  <a:pt x="4065579" y="239297"/>
                </a:lnTo>
                <a:lnTo>
                  <a:pt x="4068144" y="237126"/>
                </a:lnTo>
                <a:lnTo>
                  <a:pt x="4070315" y="234561"/>
                </a:lnTo>
                <a:lnTo>
                  <a:pt x="4072091" y="231600"/>
                </a:lnTo>
                <a:lnTo>
                  <a:pt x="4073473" y="228245"/>
                </a:lnTo>
                <a:lnTo>
                  <a:pt x="4074460" y="224495"/>
                </a:lnTo>
                <a:lnTo>
                  <a:pt x="4075052" y="220351"/>
                </a:lnTo>
                <a:lnTo>
                  <a:pt x="4075249" y="215811"/>
                </a:lnTo>
                <a:lnTo>
                  <a:pt x="4075249" y="28420"/>
                </a:lnTo>
                <a:lnTo>
                  <a:pt x="4075052" y="23881"/>
                </a:lnTo>
                <a:lnTo>
                  <a:pt x="4074460" y="19736"/>
                </a:lnTo>
                <a:lnTo>
                  <a:pt x="4073473" y="15986"/>
                </a:lnTo>
                <a:lnTo>
                  <a:pt x="4072091" y="12631"/>
                </a:lnTo>
                <a:lnTo>
                  <a:pt x="4070315" y="9671"/>
                </a:lnTo>
                <a:lnTo>
                  <a:pt x="4068144" y="7105"/>
                </a:lnTo>
                <a:lnTo>
                  <a:pt x="4065579" y="4934"/>
                </a:lnTo>
                <a:lnTo>
                  <a:pt x="4062618" y="3158"/>
                </a:lnTo>
                <a:lnTo>
                  <a:pt x="4059263" y="1777"/>
                </a:lnTo>
                <a:lnTo>
                  <a:pt x="4055513" y="790"/>
                </a:lnTo>
                <a:lnTo>
                  <a:pt x="4051369" y="198"/>
                </a:lnTo>
                <a:lnTo>
                  <a:pt x="4046830" y="0"/>
                </a:lnTo>
                <a:lnTo>
                  <a:pt x="28419" y="0"/>
                </a:lnTo>
                <a:lnTo>
                  <a:pt x="23880" y="198"/>
                </a:lnTo>
                <a:lnTo>
                  <a:pt x="19736" y="790"/>
                </a:lnTo>
                <a:lnTo>
                  <a:pt x="15986" y="1777"/>
                </a:lnTo>
                <a:lnTo>
                  <a:pt x="12631" y="3158"/>
                </a:lnTo>
                <a:lnTo>
                  <a:pt x="9671" y="4934"/>
                </a:lnTo>
                <a:lnTo>
                  <a:pt x="7105" y="7105"/>
                </a:lnTo>
                <a:lnTo>
                  <a:pt x="4934" y="9671"/>
                </a:lnTo>
                <a:lnTo>
                  <a:pt x="3158" y="12631"/>
                </a:lnTo>
                <a:lnTo>
                  <a:pt x="1776" y="15986"/>
                </a:lnTo>
                <a:lnTo>
                  <a:pt x="790" y="19736"/>
                </a:lnTo>
                <a:lnTo>
                  <a:pt x="198" y="23881"/>
                </a:lnTo>
                <a:lnTo>
                  <a:pt x="0" y="28420"/>
                </a:lnTo>
                <a:lnTo>
                  <a:pt x="0" y="215811"/>
                </a:lnTo>
                <a:lnTo>
                  <a:pt x="198" y="220351"/>
                </a:lnTo>
                <a:lnTo>
                  <a:pt x="790" y="224495"/>
                </a:lnTo>
                <a:lnTo>
                  <a:pt x="1776" y="228245"/>
                </a:lnTo>
                <a:lnTo>
                  <a:pt x="3158" y="231600"/>
                </a:lnTo>
                <a:lnTo>
                  <a:pt x="4934" y="234561"/>
                </a:lnTo>
                <a:lnTo>
                  <a:pt x="7105" y="237126"/>
                </a:lnTo>
                <a:lnTo>
                  <a:pt x="9671" y="239297"/>
                </a:lnTo>
                <a:lnTo>
                  <a:pt x="12631" y="241073"/>
                </a:lnTo>
                <a:lnTo>
                  <a:pt x="15986" y="242455"/>
                </a:lnTo>
                <a:lnTo>
                  <a:pt x="19736" y="243442"/>
                </a:lnTo>
                <a:lnTo>
                  <a:pt x="23880" y="244034"/>
                </a:lnTo>
                <a:lnTo>
                  <a:pt x="28419" y="244231"/>
                </a:lnTo>
                <a:close/>
              </a:path>
            </a:pathLst>
          </a:custGeom>
          <a:solidFill>
            <a:srgbClr val="FFFFFF">
              <a:alpha val="95000"/>
            </a:srgbClr>
          </a:solidFill>
          <a:ln w="23682">
            <a:solidFill>
              <a:srgbClr val="CCCCCC">
                <a:alpha val="9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5"/>
          <p:cNvSpPr/>
          <p:nvPr/>
        </p:nvSpPr>
        <p:spPr>
          <a:xfrm>
            <a:off x="8102540" y="8409776"/>
            <a:ext cx="284196" cy="0"/>
          </a:xfrm>
          <a:custGeom>
            <a:avLst/>
            <a:gdLst/>
            <a:ahLst/>
            <a:cxnLst/>
            <a:rect l="l" t="t" r="r" b="b"/>
            <a:pathLst>
              <a:path w="284196" h="0">
                <a:moveTo>
                  <a:pt x="0" y="0"/>
                </a:moveTo>
                <a:lnTo>
                  <a:pt x="142098" y="0"/>
                </a:lnTo>
                <a:lnTo>
                  <a:pt x="284196" y="0"/>
                </a:lnTo>
              </a:path>
            </a:pathLst>
          </a:custGeom>
          <a:noFill/>
          <a:ln w="3552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0414" y="8343178"/>
            <a:ext cx="82089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MABEL base</a:t>
            </a:r>
          </a:p>
        </p:txBody>
      </p:sp>
      <p:sp>
        <p:nvSpPr>
          <p:cNvPr id="61" name="Editable path 46"/>
          <p:cNvSpPr/>
          <p:nvPr/>
        </p:nvSpPr>
        <p:spPr>
          <a:xfrm>
            <a:off x="9570219" y="8409776"/>
            <a:ext cx="284196" cy="0"/>
          </a:xfrm>
          <a:custGeom>
            <a:avLst/>
            <a:gdLst/>
            <a:ahLst/>
            <a:cxnLst/>
            <a:rect l="l" t="t" r="r" b="b"/>
            <a:pathLst>
              <a:path w="284196" h="0">
                <a:moveTo>
                  <a:pt x="0" y="0"/>
                </a:moveTo>
                <a:lnTo>
                  <a:pt x="142098" y="0"/>
                </a:lnTo>
                <a:lnTo>
                  <a:pt x="284196" y="0"/>
                </a:lnTo>
              </a:path>
            </a:pathLst>
          </a:custGeom>
          <a:noFill/>
          <a:ln w="35524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68093" y="8343178"/>
            <a:ext cx="686617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MILO base</a:t>
            </a:r>
          </a:p>
        </p:txBody>
      </p:sp>
      <p:sp>
        <p:nvSpPr>
          <p:cNvPr id="63" name="Editable path 47"/>
          <p:cNvSpPr/>
          <p:nvPr/>
        </p:nvSpPr>
        <p:spPr>
          <a:xfrm>
            <a:off x="10903571" y="8409776"/>
            <a:ext cx="284196" cy="0"/>
          </a:xfrm>
          <a:custGeom>
            <a:avLst/>
            <a:gdLst/>
            <a:ahLst/>
            <a:cxnLst/>
            <a:rect l="l" t="t" r="r" b="b"/>
            <a:pathLst>
              <a:path w="284196" h="0">
                <a:moveTo>
                  <a:pt x="0" y="0"/>
                </a:moveTo>
                <a:lnTo>
                  <a:pt x="142098" y="0"/>
                </a:lnTo>
                <a:lnTo>
                  <a:pt x="284196" y="0"/>
                </a:lnTo>
              </a:path>
            </a:pathLst>
          </a:custGeom>
          <a:noFill/>
          <a:ln w="35524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301444" y="8343178"/>
            <a:ext cx="797026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Object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