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8597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iros_09_reorientation.pdf.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4859748"/>
          </a:xfrm>
          <a:custGeom>
            <a:avLst/>
            <a:gdLst/>
            <a:ahLst/>
            <a:cxnLst/>
            <a:rect l="l" t="t" r="r" b="b"/>
            <a:pathLst>
              <a:path w="12191999" h="4859748">
                <a:moveTo>
                  <a:pt x="0" y="0"/>
                </a:moveTo>
                <a:lnTo>
                  <a:pt x="12191999" y="0"/>
                </a:lnTo>
                <a:lnTo>
                  <a:pt x="12191999" y="4859748"/>
                </a:lnTo>
                <a:lnTo>
                  <a:pt x="0" y="4859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3" y="24298"/>
            <a:ext cx="3703916" cy="2357037"/>
          </a:xfrm>
          <a:prstGeom prst="rect">
            <a:avLst/>
          </a:prstGeom>
        </p:spPr>
      </p:pic>
      <p:sp>
        <p:nvSpPr>
          <p:cNvPr id="4" name="Editable path 2"/>
          <p:cNvSpPr/>
          <p:nvPr/>
        </p:nvSpPr>
        <p:spPr>
          <a:xfrm>
            <a:off x="248093" y="74586"/>
            <a:ext cx="753814" cy="231309"/>
          </a:xfrm>
          <a:custGeom>
            <a:avLst/>
            <a:gdLst/>
            <a:ahLst/>
            <a:cxnLst/>
            <a:rect l="l" t="t" r="r" b="b"/>
            <a:pathLst>
              <a:path w="753814" h="231309">
                <a:moveTo>
                  <a:pt x="32208" y="231309"/>
                </a:moveTo>
                <a:lnTo>
                  <a:pt x="721605" y="231309"/>
                </a:lnTo>
                <a:lnTo>
                  <a:pt x="726750" y="231085"/>
                </a:lnTo>
                <a:lnTo>
                  <a:pt x="731447" y="230414"/>
                </a:lnTo>
                <a:lnTo>
                  <a:pt x="735697" y="229296"/>
                </a:lnTo>
                <a:lnTo>
                  <a:pt x="739499" y="227730"/>
                </a:lnTo>
                <a:lnTo>
                  <a:pt x="742854" y="225717"/>
                </a:lnTo>
                <a:lnTo>
                  <a:pt x="745762" y="223257"/>
                </a:lnTo>
                <a:lnTo>
                  <a:pt x="748222" y="220349"/>
                </a:lnTo>
                <a:lnTo>
                  <a:pt x="750235" y="216994"/>
                </a:lnTo>
                <a:lnTo>
                  <a:pt x="751801" y="213191"/>
                </a:lnTo>
                <a:lnTo>
                  <a:pt x="752919" y="208942"/>
                </a:lnTo>
                <a:lnTo>
                  <a:pt x="753590" y="204244"/>
                </a:lnTo>
                <a:lnTo>
                  <a:pt x="753814" y="199100"/>
                </a:lnTo>
                <a:lnTo>
                  <a:pt x="753814" y="32209"/>
                </a:lnTo>
                <a:lnTo>
                  <a:pt x="753590" y="27065"/>
                </a:lnTo>
                <a:lnTo>
                  <a:pt x="752919" y="22367"/>
                </a:lnTo>
                <a:lnTo>
                  <a:pt x="751801" y="18118"/>
                </a:lnTo>
                <a:lnTo>
                  <a:pt x="750235" y="14315"/>
                </a:lnTo>
                <a:lnTo>
                  <a:pt x="748222" y="10960"/>
                </a:lnTo>
                <a:lnTo>
                  <a:pt x="745762" y="8052"/>
                </a:lnTo>
                <a:lnTo>
                  <a:pt x="742854" y="5592"/>
                </a:lnTo>
                <a:lnTo>
                  <a:pt x="739499" y="3579"/>
                </a:lnTo>
                <a:lnTo>
                  <a:pt x="735697" y="2013"/>
                </a:lnTo>
                <a:lnTo>
                  <a:pt x="731447" y="895"/>
                </a:lnTo>
                <a:lnTo>
                  <a:pt x="726750" y="224"/>
                </a:lnTo>
                <a:lnTo>
                  <a:pt x="721605" y="0"/>
                </a:lnTo>
                <a:lnTo>
                  <a:pt x="32208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8"/>
                </a:lnTo>
                <a:lnTo>
                  <a:pt x="894" y="22367"/>
                </a:lnTo>
                <a:lnTo>
                  <a:pt x="223" y="27065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2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8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301" y="79721"/>
            <a:ext cx="736824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1 Raised</a:t>
            </a:r>
          </a:p>
        </p:txBody>
      </p:sp>
      <p:sp>
        <p:nvSpPr>
          <p:cNvPr id="6" name="Editable path 3"/>
          <p:cNvSpPr/>
          <p:nvPr/>
        </p:nvSpPr>
        <p:spPr>
          <a:xfrm>
            <a:off x="2825533" y="2126502"/>
            <a:ext cx="996698" cy="195547"/>
          </a:xfrm>
          <a:custGeom>
            <a:avLst/>
            <a:gdLst/>
            <a:ahLst/>
            <a:cxnLst/>
            <a:rect l="l" t="t" r="r" b="b"/>
            <a:pathLst>
              <a:path w="996698" h="195547">
                <a:moveTo>
                  <a:pt x="0" y="0"/>
                </a:moveTo>
                <a:lnTo>
                  <a:pt x="996698" y="0"/>
                </a:lnTo>
                <a:lnTo>
                  <a:pt x="996698" y="195547"/>
                </a:lnTo>
                <a:lnTo>
                  <a:pt x="0" y="195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8741" y="2127224"/>
            <a:ext cx="99170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0.2° measured</a:t>
            </a:r>
          </a:p>
        </p:txBody>
      </p:sp>
      <p:sp>
        <p:nvSpPr>
          <p:cNvPr id="8" name="Editable path 4"/>
          <p:cNvSpPr/>
          <p:nvPr/>
        </p:nvSpPr>
        <p:spPr>
          <a:xfrm>
            <a:off x="257092" y="2125392"/>
            <a:ext cx="1208735" cy="196657"/>
          </a:xfrm>
          <a:custGeom>
            <a:avLst/>
            <a:gdLst/>
            <a:ahLst/>
            <a:cxnLst/>
            <a:rect l="l" t="t" r="r" b="b"/>
            <a:pathLst>
              <a:path w="1208735" h="196657">
                <a:moveTo>
                  <a:pt x="0" y="0"/>
                </a:moveTo>
                <a:lnTo>
                  <a:pt x="1208735" y="0"/>
                </a:lnTo>
                <a:lnTo>
                  <a:pt x="1208735" y="196657"/>
                </a:lnTo>
                <a:lnTo>
                  <a:pt x="0" y="1966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301" y="2126854"/>
            <a:ext cx="1203403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7C5AA6"/>
                </a:solidFill>
                <a:latin typeface="Times New Roman"/>
              </a:rPr>
              <a:t>45° goal · teacher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041" y="24298"/>
            <a:ext cx="3703916" cy="2357037"/>
          </a:xfrm>
          <a:prstGeom prst="rect">
            <a:avLst/>
          </a:prstGeom>
        </p:spPr>
      </p:pic>
      <p:sp>
        <p:nvSpPr>
          <p:cNvPr id="11" name="Editable path 5"/>
          <p:cNvSpPr/>
          <p:nvPr/>
        </p:nvSpPr>
        <p:spPr>
          <a:xfrm>
            <a:off x="4304431" y="74586"/>
            <a:ext cx="743453" cy="231309"/>
          </a:xfrm>
          <a:custGeom>
            <a:avLst/>
            <a:gdLst/>
            <a:ahLst/>
            <a:cxnLst/>
            <a:rect l="l" t="t" r="r" b="b"/>
            <a:pathLst>
              <a:path w="743453" h="231309">
                <a:moveTo>
                  <a:pt x="32209" y="231309"/>
                </a:moveTo>
                <a:lnTo>
                  <a:pt x="711244" y="231309"/>
                </a:lnTo>
                <a:lnTo>
                  <a:pt x="716389" y="231085"/>
                </a:lnTo>
                <a:lnTo>
                  <a:pt x="721086" y="230414"/>
                </a:lnTo>
                <a:lnTo>
                  <a:pt x="725336" y="229296"/>
                </a:lnTo>
                <a:lnTo>
                  <a:pt x="729138" y="227730"/>
                </a:lnTo>
                <a:lnTo>
                  <a:pt x="732493" y="225717"/>
                </a:lnTo>
                <a:lnTo>
                  <a:pt x="735401" y="223257"/>
                </a:lnTo>
                <a:lnTo>
                  <a:pt x="737861" y="220349"/>
                </a:lnTo>
                <a:lnTo>
                  <a:pt x="739874" y="216994"/>
                </a:lnTo>
                <a:lnTo>
                  <a:pt x="741440" y="213191"/>
                </a:lnTo>
                <a:lnTo>
                  <a:pt x="742558" y="208942"/>
                </a:lnTo>
                <a:lnTo>
                  <a:pt x="743229" y="204244"/>
                </a:lnTo>
                <a:lnTo>
                  <a:pt x="743453" y="199100"/>
                </a:lnTo>
                <a:lnTo>
                  <a:pt x="743453" y="32209"/>
                </a:lnTo>
                <a:lnTo>
                  <a:pt x="743229" y="27065"/>
                </a:lnTo>
                <a:lnTo>
                  <a:pt x="742558" y="22367"/>
                </a:lnTo>
                <a:lnTo>
                  <a:pt x="741440" y="18118"/>
                </a:lnTo>
                <a:lnTo>
                  <a:pt x="739874" y="14315"/>
                </a:lnTo>
                <a:lnTo>
                  <a:pt x="737861" y="10960"/>
                </a:lnTo>
                <a:lnTo>
                  <a:pt x="735401" y="8052"/>
                </a:lnTo>
                <a:lnTo>
                  <a:pt x="732493" y="5592"/>
                </a:lnTo>
                <a:lnTo>
                  <a:pt x="729138" y="3579"/>
                </a:lnTo>
                <a:lnTo>
                  <a:pt x="725336" y="2013"/>
                </a:lnTo>
                <a:lnTo>
                  <a:pt x="721086" y="895"/>
                </a:lnTo>
                <a:lnTo>
                  <a:pt x="716389" y="224"/>
                </a:lnTo>
                <a:lnTo>
                  <a:pt x="711244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2" y="10960"/>
                </a:lnTo>
                <a:lnTo>
                  <a:pt x="3579" y="14315"/>
                </a:lnTo>
                <a:lnTo>
                  <a:pt x="2013" y="18118"/>
                </a:lnTo>
                <a:lnTo>
                  <a:pt x="894" y="22367"/>
                </a:lnTo>
                <a:lnTo>
                  <a:pt x="223" y="27065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2"/>
                </a:lnTo>
                <a:lnTo>
                  <a:pt x="2013" y="213191"/>
                </a:lnTo>
                <a:lnTo>
                  <a:pt x="3579" y="216994"/>
                </a:lnTo>
                <a:lnTo>
                  <a:pt x="5592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6639" y="79721"/>
            <a:ext cx="726025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2 Rotate</a:t>
            </a:r>
          </a:p>
        </p:txBody>
      </p:sp>
      <p:sp>
        <p:nvSpPr>
          <p:cNvPr id="13" name="Editable path 6"/>
          <p:cNvSpPr/>
          <p:nvPr/>
        </p:nvSpPr>
        <p:spPr>
          <a:xfrm>
            <a:off x="6798980" y="2126502"/>
            <a:ext cx="1079589" cy="195547"/>
          </a:xfrm>
          <a:custGeom>
            <a:avLst/>
            <a:gdLst/>
            <a:ahLst/>
            <a:cxnLst/>
            <a:rect l="l" t="t" r="r" b="b"/>
            <a:pathLst>
              <a:path w="1079589" h="195547">
                <a:moveTo>
                  <a:pt x="0" y="0"/>
                </a:moveTo>
                <a:lnTo>
                  <a:pt x="1079589" y="0"/>
                </a:lnTo>
                <a:lnTo>
                  <a:pt x="1079589" y="195547"/>
                </a:lnTo>
                <a:lnTo>
                  <a:pt x="0" y="195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2189" y="2127224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22.5° measured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380" y="24298"/>
            <a:ext cx="3703915" cy="2357037"/>
          </a:xfrm>
          <a:prstGeom prst="rect">
            <a:avLst/>
          </a:prstGeom>
        </p:spPr>
      </p:pic>
      <p:sp>
        <p:nvSpPr>
          <p:cNvPr id="16" name="Editable path 7"/>
          <p:cNvSpPr/>
          <p:nvPr/>
        </p:nvSpPr>
        <p:spPr>
          <a:xfrm>
            <a:off x="8360769" y="74586"/>
            <a:ext cx="606536" cy="231309"/>
          </a:xfrm>
          <a:custGeom>
            <a:avLst/>
            <a:gdLst/>
            <a:ahLst/>
            <a:cxnLst/>
            <a:rect l="l" t="t" r="r" b="b"/>
            <a:pathLst>
              <a:path w="606536" h="231309">
                <a:moveTo>
                  <a:pt x="32209" y="231309"/>
                </a:moveTo>
                <a:lnTo>
                  <a:pt x="574327" y="231309"/>
                </a:lnTo>
                <a:lnTo>
                  <a:pt x="579472" y="231085"/>
                </a:lnTo>
                <a:lnTo>
                  <a:pt x="584169" y="230414"/>
                </a:lnTo>
                <a:lnTo>
                  <a:pt x="588418" y="229296"/>
                </a:lnTo>
                <a:lnTo>
                  <a:pt x="592221" y="227730"/>
                </a:lnTo>
                <a:lnTo>
                  <a:pt x="595576" y="225717"/>
                </a:lnTo>
                <a:lnTo>
                  <a:pt x="598484" y="223257"/>
                </a:lnTo>
                <a:lnTo>
                  <a:pt x="600944" y="220349"/>
                </a:lnTo>
                <a:lnTo>
                  <a:pt x="602957" y="216994"/>
                </a:lnTo>
                <a:lnTo>
                  <a:pt x="604523" y="213191"/>
                </a:lnTo>
                <a:lnTo>
                  <a:pt x="605641" y="208942"/>
                </a:lnTo>
                <a:lnTo>
                  <a:pt x="606312" y="204244"/>
                </a:lnTo>
                <a:lnTo>
                  <a:pt x="606536" y="199100"/>
                </a:lnTo>
                <a:lnTo>
                  <a:pt x="606536" y="32209"/>
                </a:lnTo>
                <a:lnTo>
                  <a:pt x="606312" y="27065"/>
                </a:lnTo>
                <a:lnTo>
                  <a:pt x="605641" y="22367"/>
                </a:lnTo>
                <a:lnTo>
                  <a:pt x="604523" y="18118"/>
                </a:lnTo>
                <a:lnTo>
                  <a:pt x="602957" y="14315"/>
                </a:lnTo>
                <a:lnTo>
                  <a:pt x="600944" y="10960"/>
                </a:lnTo>
                <a:lnTo>
                  <a:pt x="598484" y="8052"/>
                </a:lnTo>
                <a:lnTo>
                  <a:pt x="595576" y="5592"/>
                </a:lnTo>
                <a:lnTo>
                  <a:pt x="592221" y="3579"/>
                </a:lnTo>
                <a:lnTo>
                  <a:pt x="588418" y="2013"/>
                </a:lnTo>
                <a:lnTo>
                  <a:pt x="584169" y="895"/>
                </a:lnTo>
                <a:lnTo>
                  <a:pt x="579472" y="224"/>
                </a:lnTo>
                <a:lnTo>
                  <a:pt x="574327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8"/>
                </a:lnTo>
                <a:lnTo>
                  <a:pt x="894" y="22367"/>
                </a:lnTo>
                <a:lnTo>
                  <a:pt x="223" y="27065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2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2977" y="79721"/>
            <a:ext cx="589611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3 Hold</a:t>
            </a:r>
          </a:p>
        </p:txBody>
      </p:sp>
      <p:sp>
        <p:nvSpPr>
          <p:cNvPr id="18" name="Editable path 8"/>
          <p:cNvSpPr/>
          <p:nvPr/>
        </p:nvSpPr>
        <p:spPr>
          <a:xfrm>
            <a:off x="10855318" y="2126502"/>
            <a:ext cx="1079589" cy="195547"/>
          </a:xfrm>
          <a:custGeom>
            <a:avLst/>
            <a:gdLst/>
            <a:ahLst/>
            <a:cxnLst/>
            <a:rect l="l" t="t" r="r" b="b"/>
            <a:pathLst>
              <a:path w="1079589" h="195547">
                <a:moveTo>
                  <a:pt x="0" y="0"/>
                </a:moveTo>
                <a:lnTo>
                  <a:pt x="1079589" y="0"/>
                </a:lnTo>
                <a:lnTo>
                  <a:pt x="1079589" y="195547"/>
                </a:lnTo>
                <a:lnTo>
                  <a:pt x="0" y="1955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78527" y="2127224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44.3° measured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03" y="2463832"/>
            <a:ext cx="3703916" cy="2357037"/>
          </a:xfrm>
          <a:prstGeom prst="rect">
            <a:avLst/>
          </a:prstGeom>
        </p:spPr>
      </p:pic>
      <p:sp>
        <p:nvSpPr>
          <p:cNvPr id="21" name="Editable path 9"/>
          <p:cNvSpPr/>
          <p:nvPr/>
        </p:nvSpPr>
        <p:spPr>
          <a:xfrm>
            <a:off x="248093" y="2514120"/>
            <a:ext cx="753814" cy="231309"/>
          </a:xfrm>
          <a:custGeom>
            <a:avLst/>
            <a:gdLst/>
            <a:ahLst/>
            <a:cxnLst/>
            <a:rect l="l" t="t" r="r" b="b"/>
            <a:pathLst>
              <a:path w="753814" h="231309">
                <a:moveTo>
                  <a:pt x="32208" y="231309"/>
                </a:moveTo>
                <a:lnTo>
                  <a:pt x="721605" y="231309"/>
                </a:lnTo>
                <a:lnTo>
                  <a:pt x="726750" y="231085"/>
                </a:lnTo>
                <a:lnTo>
                  <a:pt x="731447" y="230414"/>
                </a:lnTo>
                <a:lnTo>
                  <a:pt x="735697" y="229296"/>
                </a:lnTo>
                <a:lnTo>
                  <a:pt x="739499" y="227730"/>
                </a:lnTo>
                <a:lnTo>
                  <a:pt x="742854" y="225717"/>
                </a:lnTo>
                <a:lnTo>
                  <a:pt x="745762" y="223257"/>
                </a:lnTo>
                <a:lnTo>
                  <a:pt x="748222" y="220349"/>
                </a:lnTo>
                <a:lnTo>
                  <a:pt x="750235" y="216994"/>
                </a:lnTo>
                <a:lnTo>
                  <a:pt x="751801" y="213191"/>
                </a:lnTo>
                <a:lnTo>
                  <a:pt x="752919" y="208941"/>
                </a:lnTo>
                <a:lnTo>
                  <a:pt x="753590" y="204244"/>
                </a:lnTo>
                <a:lnTo>
                  <a:pt x="753814" y="199100"/>
                </a:lnTo>
                <a:lnTo>
                  <a:pt x="753814" y="32209"/>
                </a:lnTo>
                <a:lnTo>
                  <a:pt x="753590" y="27064"/>
                </a:lnTo>
                <a:lnTo>
                  <a:pt x="752919" y="22367"/>
                </a:lnTo>
                <a:lnTo>
                  <a:pt x="751801" y="18117"/>
                </a:lnTo>
                <a:lnTo>
                  <a:pt x="750235" y="14315"/>
                </a:lnTo>
                <a:lnTo>
                  <a:pt x="748222" y="10960"/>
                </a:lnTo>
                <a:lnTo>
                  <a:pt x="745762" y="8052"/>
                </a:lnTo>
                <a:lnTo>
                  <a:pt x="742854" y="5592"/>
                </a:lnTo>
                <a:lnTo>
                  <a:pt x="739499" y="3579"/>
                </a:lnTo>
                <a:lnTo>
                  <a:pt x="735697" y="2013"/>
                </a:lnTo>
                <a:lnTo>
                  <a:pt x="731447" y="895"/>
                </a:lnTo>
                <a:lnTo>
                  <a:pt x="726750" y="224"/>
                </a:lnTo>
                <a:lnTo>
                  <a:pt x="721605" y="0"/>
                </a:lnTo>
                <a:lnTo>
                  <a:pt x="32208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7"/>
                </a:lnTo>
                <a:lnTo>
                  <a:pt x="894" y="22367"/>
                </a:lnTo>
                <a:lnTo>
                  <a:pt x="223" y="27064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1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8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301" y="2519255"/>
            <a:ext cx="736824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1 Raised</a:t>
            </a:r>
          </a:p>
        </p:txBody>
      </p:sp>
      <p:sp>
        <p:nvSpPr>
          <p:cNvPr id="23" name="Editable path 10"/>
          <p:cNvSpPr/>
          <p:nvPr/>
        </p:nvSpPr>
        <p:spPr>
          <a:xfrm>
            <a:off x="2825533" y="4566035"/>
            <a:ext cx="996698" cy="195548"/>
          </a:xfrm>
          <a:custGeom>
            <a:avLst/>
            <a:gdLst/>
            <a:ahLst/>
            <a:cxnLst/>
            <a:rect l="l" t="t" r="r" b="b"/>
            <a:pathLst>
              <a:path w="996698" h="195548">
                <a:moveTo>
                  <a:pt x="0" y="0"/>
                </a:moveTo>
                <a:lnTo>
                  <a:pt x="996698" y="0"/>
                </a:lnTo>
                <a:lnTo>
                  <a:pt x="996698" y="195548"/>
                </a:lnTo>
                <a:lnTo>
                  <a:pt x="0" y="195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48741" y="4566758"/>
            <a:ext cx="99170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0.1° measured</a:t>
            </a:r>
          </a:p>
        </p:txBody>
      </p:sp>
      <p:sp>
        <p:nvSpPr>
          <p:cNvPr id="25" name="Editable path 11"/>
          <p:cNvSpPr/>
          <p:nvPr/>
        </p:nvSpPr>
        <p:spPr>
          <a:xfrm>
            <a:off x="257092" y="4565665"/>
            <a:ext cx="1208735" cy="195918"/>
          </a:xfrm>
          <a:custGeom>
            <a:avLst/>
            <a:gdLst/>
            <a:ahLst/>
            <a:cxnLst/>
            <a:rect l="l" t="t" r="r" b="b"/>
            <a:pathLst>
              <a:path w="1208735" h="195918">
                <a:moveTo>
                  <a:pt x="0" y="0"/>
                </a:moveTo>
                <a:lnTo>
                  <a:pt x="1208735" y="0"/>
                </a:lnTo>
                <a:lnTo>
                  <a:pt x="1208735" y="195918"/>
                </a:lnTo>
                <a:lnTo>
                  <a:pt x="0" y="1959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0301" y="4566388"/>
            <a:ext cx="1203403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7C5AA6"/>
                </a:solidFill>
                <a:latin typeface="Times New Roman"/>
              </a:rPr>
              <a:t>90° goal · teacher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041" y="2463832"/>
            <a:ext cx="3703916" cy="2357037"/>
          </a:xfrm>
          <a:prstGeom prst="rect">
            <a:avLst/>
          </a:prstGeom>
        </p:spPr>
      </p:pic>
      <p:sp>
        <p:nvSpPr>
          <p:cNvPr id="28" name="Editable path 12"/>
          <p:cNvSpPr/>
          <p:nvPr/>
        </p:nvSpPr>
        <p:spPr>
          <a:xfrm>
            <a:off x="4304431" y="2514120"/>
            <a:ext cx="743453" cy="231309"/>
          </a:xfrm>
          <a:custGeom>
            <a:avLst/>
            <a:gdLst/>
            <a:ahLst/>
            <a:cxnLst/>
            <a:rect l="l" t="t" r="r" b="b"/>
            <a:pathLst>
              <a:path w="743453" h="231309">
                <a:moveTo>
                  <a:pt x="32209" y="231309"/>
                </a:moveTo>
                <a:lnTo>
                  <a:pt x="711244" y="231309"/>
                </a:lnTo>
                <a:lnTo>
                  <a:pt x="716389" y="231085"/>
                </a:lnTo>
                <a:lnTo>
                  <a:pt x="721086" y="230414"/>
                </a:lnTo>
                <a:lnTo>
                  <a:pt x="725336" y="229296"/>
                </a:lnTo>
                <a:lnTo>
                  <a:pt x="729138" y="227730"/>
                </a:lnTo>
                <a:lnTo>
                  <a:pt x="732493" y="225717"/>
                </a:lnTo>
                <a:lnTo>
                  <a:pt x="735401" y="223257"/>
                </a:lnTo>
                <a:lnTo>
                  <a:pt x="737861" y="220349"/>
                </a:lnTo>
                <a:lnTo>
                  <a:pt x="739874" y="216994"/>
                </a:lnTo>
                <a:lnTo>
                  <a:pt x="741440" y="213191"/>
                </a:lnTo>
                <a:lnTo>
                  <a:pt x="742558" y="208941"/>
                </a:lnTo>
                <a:lnTo>
                  <a:pt x="743229" y="204244"/>
                </a:lnTo>
                <a:lnTo>
                  <a:pt x="743453" y="199100"/>
                </a:lnTo>
                <a:lnTo>
                  <a:pt x="743453" y="32209"/>
                </a:lnTo>
                <a:lnTo>
                  <a:pt x="743229" y="27064"/>
                </a:lnTo>
                <a:lnTo>
                  <a:pt x="742558" y="22367"/>
                </a:lnTo>
                <a:lnTo>
                  <a:pt x="741440" y="18117"/>
                </a:lnTo>
                <a:lnTo>
                  <a:pt x="739874" y="14315"/>
                </a:lnTo>
                <a:lnTo>
                  <a:pt x="737861" y="10960"/>
                </a:lnTo>
                <a:lnTo>
                  <a:pt x="735401" y="8052"/>
                </a:lnTo>
                <a:lnTo>
                  <a:pt x="732493" y="5592"/>
                </a:lnTo>
                <a:lnTo>
                  <a:pt x="729138" y="3579"/>
                </a:lnTo>
                <a:lnTo>
                  <a:pt x="725336" y="2013"/>
                </a:lnTo>
                <a:lnTo>
                  <a:pt x="721086" y="895"/>
                </a:lnTo>
                <a:lnTo>
                  <a:pt x="716389" y="224"/>
                </a:lnTo>
                <a:lnTo>
                  <a:pt x="711244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2" y="10960"/>
                </a:lnTo>
                <a:lnTo>
                  <a:pt x="3579" y="14315"/>
                </a:lnTo>
                <a:lnTo>
                  <a:pt x="2013" y="18117"/>
                </a:lnTo>
                <a:lnTo>
                  <a:pt x="894" y="22367"/>
                </a:lnTo>
                <a:lnTo>
                  <a:pt x="223" y="27064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1"/>
                </a:lnTo>
                <a:lnTo>
                  <a:pt x="2013" y="213191"/>
                </a:lnTo>
                <a:lnTo>
                  <a:pt x="3579" y="216994"/>
                </a:lnTo>
                <a:lnTo>
                  <a:pt x="5592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6639" y="2519255"/>
            <a:ext cx="726025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2 Rotate</a:t>
            </a:r>
          </a:p>
        </p:txBody>
      </p:sp>
      <p:sp>
        <p:nvSpPr>
          <p:cNvPr id="30" name="Editable path 13"/>
          <p:cNvSpPr/>
          <p:nvPr/>
        </p:nvSpPr>
        <p:spPr>
          <a:xfrm>
            <a:off x="6798980" y="4566035"/>
            <a:ext cx="1079589" cy="195548"/>
          </a:xfrm>
          <a:custGeom>
            <a:avLst/>
            <a:gdLst/>
            <a:ahLst/>
            <a:cxnLst/>
            <a:rect l="l" t="t" r="r" b="b"/>
            <a:pathLst>
              <a:path w="1079589" h="195548">
                <a:moveTo>
                  <a:pt x="0" y="0"/>
                </a:moveTo>
                <a:lnTo>
                  <a:pt x="1079589" y="0"/>
                </a:lnTo>
                <a:lnTo>
                  <a:pt x="1079589" y="195548"/>
                </a:lnTo>
                <a:lnTo>
                  <a:pt x="0" y="195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2189" y="4566758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45.0° measured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0380" y="2463832"/>
            <a:ext cx="3703915" cy="2357037"/>
          </a:xfrm>
          <a:prstGeom prst="rect">
            <a:avLst/>
          </a:prstGeom>
        </p:spPr>
      </p:pic>
      <p:sp>
        <p:nvSpPr>
          <p:cNvPr id="33" name="Editable path 14"/>
          <p:cNvSpPr/>
          <p:nvPr/>
        </p:nvSpPr>
        <p:spPr>
          <a:xfrm>
            <a:off x="8360769" y="2514120"/>
            <a:ext cx="606536" cy="231309"/>
          </a:xfrm>
          <a:custGeom>
            <a:avLst/>
            <a:gdLst/>
            <a:ahLst/>
            <a:cxnLst/>
            <a:rect l="l" t="t" r="r" b="b"/>
            <a:pathLst>
              <a:path w="606536" h="231309">
                <a:moveTo>
                  <a:pt x="32209" y="231309"/>
                </a:moveTo>
                <a:lnTo>
                  <a:pt x="574327" y="231309"/>
                </a:lnTo>
                <a:lnTo>
                  <a:pt x="579472" y="231085"/>
                </a:lnTo>
                <a:lnTo>
                  <a:pt x="584169" y="230414"/>
                </a:lnTo>
                <a:lnTo>
                  <a:pt x="588418" y="229296"/>
                </a:lnTo>
                <a:lnTo>
                  <a:pt x="592221" y="227730"/>
                </a:lnTo>
                <a:lnTo>
                  <a:pt x="595576" y="225717"/>
                </a:lnTo>
                <a:lnTo>
                  <a:pt x="598484" y="223257"/>
                </a:lnTo>
                <a:lnTo>
                  <a:pt x="600944" y="220349"/>
                </a:lnTo>
                <a:lnTo>
                  <a:pt x="602957" y="216994"/>
                </a:lnTo>
                <a:lnTo>
                  <a:pt x="604523" y="213191"/>
                </a:lnTo>
                <a:lnTo>
                  <a:pt x="605641" y="208941"/>
                </a:lnTo>
                <a:lnTo>
                  <a:pt x="606312" y="204244"/>
                </a:lnTo>
                <a:lnTo>
                  <a:pt x="606536" y="199100"/>
                </a:lnTo>
                <a:lnTo>
                  <a:pt x="606536" y="32209"/>
                </a:lnTo>
                <a:lnTo>
                  <a:pt x="606312" y="27064"/>
                </a:lnTo>
                <a:lnTo>
                  <a:pt x="605641" y="22367"/>
                </a:lnTo>
                <a:lnTo>
                  <a:pt x="604523" y="18117"/>
                </a:lnTo>
                <a:lnTo>
                  <a:pt x="602957" y="14315"/>
                </a:lnTo>
                <a:lnTo>
                  <a:pt x="600944" y="10960"/>
                </a:lnTo>
                <a:lnTo>
                  <a:pt x="598484" y="8052"/>
                </a:lnTo>
                <a:lnTo>
                  <a:pt x="595576" y="5592"/>
                </a:lnTo>
                <a:lnTo>
                  <a:pt x="592221" y="3579"/>
                </a:lnTo>
                <a:lnTo>
                  <a:pt x="588418" y="2013"/>
                </a:lnTo>
                <a:lnTo>
                  <a:pt x="584169" y="895"/>
                </a:lnTo>
                <a:lnTo>
                  <a:pt x="579472" y="224"/>
                </a:lnTo>
                <a:lnTo>
                  <a:pt x="574327" y="0"/>
                </a:lnTo>
                <a:lnTo>
                  <a:pt x="32209" y="0"/>
                </a:lnTo>
                <a:lnTo>
                  <a:pt x="27064" y="224"/>
                </a:lnTo>
                <a:lnTo>
                  <a:pt x="22367" y="895"/>
                </a:lnTo>
                <a:lnTo>
                  <a:pt x="18117" y="2013"/>
                </a:lnTo>
                <a:lnTo>
                  <a:pt x="14315" y="3579"/>
                </a:lnTo>
                <a:lnTo>
                  <a:pt x="10960" y="5592"/>
                </a:lnTo>
                <a:lnTo>
                  <a:pt x="8052" y="8052"/>
                </a:lnTo>
                <a:lnTo>
                  <a:pt x="5591" y="10960"/>
                </a:lnTo>
                <a:lnTo>
                  <a:pt x="3578" y="14315"/>
                </a:lnTo>
                <a:lnTo>
                  <a:pt x="2013" y="18117"/>
                </a:lnTo>
                <a:lnTo>
                  <a:pt x="894" y="22367"/>
                </a:lnTo>
                <a:lnTo>
                  <a:pt x="223" y="27064"/>
                </a:lnTo>
                <a:lnTo>
                  <a:pt x="0" y="32209"/>
                </a:lnTo>
                <a:lnTo>
                  <a:pt x="0" y="199100"/>
                </a:lnTo>
                <a:lnTo>
                  <a:pt x="223" y="204244"/>
                </a:lnTo>
                <a:lnTo>
                  <a:pt x="894" y="208941"/>
                </a:lnTo>
                <a:lnTo>
                  <a:pt x="2013" y="213191"/>
                </a:lnTo>
                <a:lnTo>
                  <a:pt x="3578" y="216994"/>
                </a:lnTo>
                <a:lnTo>
                  <a:pt x="5591" y="220349"/>
                </a:lnTo>
                <a:lnTo>
                  <a:pt x="8052" y="223257"/>
                </a:lnTo>
                <a:lnTo>
                  <a:pt x="10960" y="225717"/>
                </a:lnTo>
                <a:lnTo>
                  <a:pt x="14315" y="227730"/>
                </a:lnTo>
                <a:lnTo>
                  <a:pt x="18117" y="229296"/>
                </a:lnTo>
                <a:lnTo>
                  <a:pt x="22367" y="230414"/>
                </a:lnTo>
                <a:lnTo>
                  <a:pt x="27064" y="231085"/>
                </a:lnTo>
                <a:lnTo>
                  <a:pt x="32209" y="231309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2977" y="2519255"/>
            <a:ext cx="589611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1" i="0">
                <a:solidFill>
                  <a:srgbClr val="2B2B2B"/>
                </a:solidFill>
                <a:latin typeface="Times New Roman"/>
              </a:rPr>
              <a:t>3 Hold</a:t>
            </a:r>
          </a:p>
        </p:txBody>
      </p:sp>
      <p:sp>
        <p:nvSpPr>
          <p:cNvPr id="35" name="Editable path 15"/>
          <p:cNvSpPr/>
          <p:nvPr/>
        </p:nvSpPr>
        <p:spPr>
          <a:xfrm>
            <a:off x="10855318" y="4566035"/>
            <a:ext cx="1079589" cy="195548"/>
          </a:xfrm>
          <a:custGeom>
            <a:avLst/>
            <a:gdLst/>
            <a:ahLst/>
            <a:cxnLst/>
            <a:rect l="l" t="t" r="r" b="b"/>
            <a:pathLst>
              <a:path w="1079589" h="195548">
                <a:moveTo>
                  <a:pt x="0" y="0"/>
                </a:moveTo>
                <a:lnTo>
                  <a:pt x="1079589" y="0"/>
                </a:lnTo>
                <a:lnTo>
                  <a:pt x="1079589" y="195548"/>
                </a:lnTo>
                <a:lnTo>
                  <a:pt x="0" y="195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78527" y="4566758"/>
            <a:ext cx="1074591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88.3° measured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