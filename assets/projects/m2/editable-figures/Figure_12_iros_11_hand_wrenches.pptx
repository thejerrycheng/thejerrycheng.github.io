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22388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iros_11_hand_wrenches.pdf. Text, lines and colored regions are editable PowerPoint objects. Simulation scenes remain images. Chart traces are freeform paths, not Excel-linked charts. Compare the included original PNG before export. Math glyphs may use font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ditable path 1"/>
          <p:cNvSpPr/>
          <p:nvPr/>
        </p:nvSpPr>
        <p:spPr>
          <a:xfrm>
            <a:off x="0" y="0"/>
            <a:ext cx="12191999" cy="6223887"/>
          </a:xfrm>
          <a:custGeom>
            <a:avLst/>
            <a:gdLst/>
            <a:ahLst/>
            <a:cxnLst/>
            <a:rect l="l" t="t" r="r" b="b"/>
            <a:pathLst>
              <a:path w="12191999" h="6223887">
                <a:moveTo>
                  <a:pt x="0" y="0"/>
                </a:moveTo>
                <a:lnTo>
                  <a:pt x="12191999" y="0"/>
                </a:lnTo>
                <a:lnTo>
                  <a:pt x="12191999" y="6223887"/>
                </a:lnTo>
                <a:lnTo>
                  <a:pt x="0" y="622388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Editable path 2"/>
          <p:cNvSpPr/>
          <p:nvPr/>
        </p:nvSpPr>
        <p:spPr>
          <a:xfrm>
            <a:off x="853440" y="809105"/>
            <a:ext cx="5217979" cy="1116258"/>
          </a:xfrm>
          <a:custGeom>
            <a:avLst/>
            <a:gdLst/>
            <a:ahLst/>
            <a:cxnLst/>
            <a:rect l="l" t="t" r="r" b="b"/>
            <a:pathLst>
              <a:path w="5217979" h="1116258">
                <a:moveTo>
                  <a:pt x="0" y="0"/>
                </a:moveTo>
                <a:lnTo>
                  <a:pt x="5217979" y="0"/>
                </a:lnTo>
                <a:lnTo>
                  <a:pt x="5217979" y="1116258"/>
                </a:lnTo>
                <a:lnTo>
                  <a:pt x="0" y="11162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Editable path 3"/>
          <p:cNvSpPr/>
          <p:nvPr/>
        </p:nvSpPr>
        <p:spPr>
          <a:xfrm>
            <a:off x="1090621" y="809105"/>
            <a:ext cx="0" cy="1116258"/>
          </a:xfrm>
          <a:custGeom>
            <a:avLst/>
            <a:gdLst/>
            <a:ahLst/>
            <a:cxnLst/>
            <a:rect l="l" t="t" r="r" b="b"/>
            <a:pathLst>
              <a:path w="0" h="1116258">
                <a:moveTo>
                  <a:pt x="0" y="111625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ditable path 4"/>
          <p:cNvSpPr/>
          <p:nvPr/>
        </p:nvSpPr>
        <p:spPr>
          <a:xfrm>
            <a:off x="1090621" y="1925363"/>
            <a:ext cx="0" cy="82890"/>
          </a:xfrm>
          <a:custGeom>
            <a:avLst/>
            <a:gdLst/>
            <a:ahLst/>
            <a:cxnLst/>
            <a:rect l="l" t="t" r="r" b="b"/>
            <a:pathLst>
              <a:path w="0" h="82890">
                <a:moveTo>
                  <a:pt x="0" y="0"/>
                </a:moveTo>
                <a:lnTo>
                  <a:pt x="0" y="8289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2136" y="2078351"/>
            <a:ext cx="115454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7" name="Editable path 5"/>
          <p:cNvSpPr/>
          <p:nvPr/>
        </p:nvSpPr>
        <p:spPr>
          <a:xfrm>
            <a:off x="1937393" y="809105"/>
            <a:ext cx="0" cy="1116258"/>
          </a:xfrm>
          <a:custGeom>
            <a:avLst/>
            <a:gdLst/>
            <a:ahLst/>
            <a:cxnLst/>
            <a:rect l="l" t="t" r="r" b="b"/>
            <a:pathLst>
              <a:path w="0" h="1116258">
                <a:moveTo>
                  <a:pt x="0" y="111625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itable path 6"/>
          <p:cNvSpPr/>
          <p:nvPr/>
        </p:nvSpPr>
        <p:spPr>
          <a:xfrm>
            <a:off x="1937393" y="1925363"/>
            <a:ext cx="0" cy="82890"/>
          </a:xfrm>
          <a:custGeom>
            <a:avLst/>
            <a:gdLst/>
            <a:ahLst/>
            <a:cxnLst/>
            <a:rect l="l" t="t" r="r" b="b"/>
            <a:pathLst>
              <a:path w="0" h="82890">
                <a:moveTo>
                  <a:pt x="0" y="0"/>
                </a:moveTo>
                <a:lnTo>
                  <a:pt x="0" y="8289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60423" y="2078351"/>
            <a:ext cx="192424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10</a:t>
            </a:r>
          </a:p>
        </p:txBody>
      </p:sp>
      <p:sp>
        <p:nvSpPr>
          <p:cNvPr id="10" name="Editable path 7"/>
          <p:cNvSpPr/>
          <p:nvPr/>
        </p:nvSpPr>
        <p:spPr>
          <a:xfrm>
            <a:off x="2784165" y="809105"/>
            <a:ext cx="0" cy="1116258"/>
          </a:xfrm>
          <a:custGeom>
            <a:avLst/>
            <a:gdLst/>
            <a:ahLst/>
            <a:cxnLst/>
            <a:rect l="l" t="t" r="r" b="b"/>
            <a:pathLst>
              <a:path w="0" h="1116258">
                <a:moveTo>
                  <a:pt x="0" y="111625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ditable path 8"/>
          <p:cNvSpPr/>
          <p:nvPr/>
        </p:nvSpPr>
        <p:spPr>
          <a:xfrm>
            <a:off x="2784165" y="1925363"/>
            <a:ext cx="0" cy="82890"/>
          </a:xfrm>
          <a:custGeom>
            <a:avLst/>
            <a:gdLst/>
            <a:ahLst/>
            <a:cxnLst/>
            <a:rect l="l" t="t" r="r" b="b"/>
            <a:pathLst>
              <a:path w="0" h="82890">
                <a:moveTo>
                  <a:pt x="0" y="0"/>
                </a:moveTo>
                <a:lnTo>
                  <a:pt x="0" y="8289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07195" y="2078351"/>
            <a:ext cx="192424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13" name="Editable path 9"/>
          <p:cNvSpPr/>
          <p:nvPr/>
        </p:nvSpPr>
        <p:spPr>
          <a:xfrm>
            <a:off x="3630937" y="809105"/>
            <a:ext cx="0" cy="1116258"/>
          </a:xfrm>
          <a:custGeom>
            <a:avLst/>
            <a:gdLst/>
            <a:ahLst/>
            <a:cxnLst/>
            <a:rect l="l" t="t" r="r" b="b"/>
            <a:pathLst>
              <a:path w="0" h="1116258">
                <a:moveTo>
                  <a:pt x="0" y="111625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itable path 10"/>
          <p:cNvSpPr/>
          <p:nvPr/>
        </p:nvSpPr>
        <p:spPr>
          <a:xfrm>
            <a:off x="3630937" y="1925363"/>
            <a:ext cx="0" cy="82890"/>
          </a:xfrm>
          <a:custGeom>
            <a:avLst/>
            <a:gdLst/>
            <a:ahLst/>
            <a:cxnLst/>
            <a:rect l="l" t="t" r="r" b="b"/>
            <a:pathLst>
              <a:path w="0" h="82890">
                <a:moveTo>
                  <a:pt x="0" y="0"/>
                </a:moveTo>
                <a:lnTo>
                  <a:pt x="0" y="8289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53967" y="2078351"/>
            <a:ext cx="192424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30</a:t>
            </a:r>
          </a:p>
        </p:txBody>
      </p:sp>
      <p:sp>
        <p:nvSpPr>
          <p:cNvPr id="16" name="Editable path 11"/>
          <p:cNvSpPr/>
          <p:nvPr/>
        </p:nvSpPr>
        <p:spPr>
          <a:xfrm>
            <a:off x="4477709" y="809105"/>
            <a:ext cx="0" cy="1116258"/>
          </a:xfrm>
          <a:custGeom>
            <a:avLst/>
            <a:gdLst/>
            <a:ahLst/>
            <a:cxnLst/>
            <a:rect l="l" t="t" r="r" b="b"/>
            <a:pathLst>
              <a:path w="0" h="1116258">
                <a:moveTo>
                  <a:pt x="0" y="111625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itable path 12"/>
          <p:cNvSpPr/>
          <p:nvPr/>
        </p:nvSpPr>
        <p:spPr>
          <a:xfrm>
            <a:off x="4477709" y="1925363"/>
            <a:ext cx="0" cy="82890"/>
          </a:xfrm>
          <a:custGeom>
            <a:avLst/>
            <a:gdLst/>
            <a:ahLst/>
            <a:cxnLst/>
            <a:rect l="l" t="t" r="r" b="b"/>
            <a:pathLst>
              <a:path w="0" h="82890">
                <a:moveTo>
                  <a:pt x="0" y="0"/>
                </a:moveTo>
                <a:lnTo>
                  <a:pt x="0" y="8289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0739" y="2078351"/>
            <a:ext cx="192424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19" name="Editable path 13"/>
          <p:cNvSpPr/>
          <p:nvPr/>
        </p:nvSpPr>
        <p:spPr>
          <a:xfrm>
            <a:off x="5324481" y="809105"/>
            <a:ext cx="0" cy="1116258"/>
          </a:xfrm>
          <a:custGeom>
            <a:avLst/>
            <a:gdLst/>
            <a:ahLst/>
            <a:cxnLst/>
            <a:rect l="l" t="t" r="r" b="b"/>
            <a:pathLst>
              <a:path w="0" h="1116258">
                <a:moveTo>
                  <a:pt x="0" y="111625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itable path 14"/>
          <p:cNvSpPr/>
          <p:nvPr/>
        </p:nvSpPr>
        <p:spPr>
          <a:xfrm>
            <a:off x="5324481" y="1925363"/>
            <a:ext cx="0" cy="82890"/>
          </a:xfrm>
          <a:custGeom>
            <a:avLst/>
            <a:gdLst/>
            <a:ahLst/>
            <a:cxnLst/>
            <a:rect l="l" t="t" r="r" b="b"/>
            <a:pathLst>
              <a:path w="0" h="82890">
                <a:moveTo>
                  <a:pt x="0" y="0"/>
                </a:moveTo>
                <a:lnTo>
                  <a:pt x="0" y="8289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47511" y="2078351"/>
            <a:ext cx="192424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50</a:t>
            </a:r>
          </a:p>
        </p:txBody>
      </p:sp>
      <p:sp>
        <p:nvSpPr>
          <p:cNvPr id="22" name="Editable path 15"/>
          <p:cNvSpPr/>
          <p:nvPr/>
        </p:nvSpPr>
        <p:spPr>
          <a:xfrm>
            <a:off x="853440" y="1871449"/>
            <a:ext cx="5217979" cy="0"/>
          </a:xfrm>
          <a:custGeom>
            <a:avLst/>
            <a:gdLst/>
            <a:ahLst/>
            <a:cxnLst/>
            <a:rect l="l" t="t" r="r" b="b"/>
            <a:pathLst>
              <a:path w="5217979" h="0">
                <a:moveTo>
                  <a:pt x="0" y="0"/>
                </a:moveTo>
                <a:lnTo>
                  <a:pt x="521797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ditable path 16"/>
          <p:cNvSpPr/>
          <p:nvPr/>
        </p:nvSpPr>
        <p:spPr>
          <a:xfrm>
            <a:off x="770550" y="1871449"/>
            <a:ext cx="82890" cy="0"/>
          </a:xfrm>
          <a:custGeom>
            <a:avLst/>
            <a:gdLst/>
            <a:ahLst/>
            <a:cxnLst/>
            <a:rect l="l" t="t" r="r" b="b"/>
            <a:pathLst>
              <a:path w="82890" h="0">
                <a:moveTo>
                  <a:pt x="8289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0689" y="1802040"/>
            <a:ext cx="115454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25" name="Editable path 17"/>
          <p:cNvSpPr/>
          <p:nvPr/>
        </p:nvSpPr>
        <p:spPr>
          <a:xfrm>
            <a:off x="853440" y="1309446"/>
            <a:ext cx="5217979" cy="0"/>
          </a:xfrm>
          <a:custGeom>
            <a:avLst/>
            <a:gdLst/>
            <a:ahLst/>
            <a:cxnLst/>
            <a:rect l="l" t="t" r="r" b="b"/>
            <a:pathLst>
              <a:path w="5217979" h="0">
                <a:moveTo>
                  <a:pt x="0" y="0"/>
                </a:moveTo>
                <a:lnTo>
                  <a:pt x="521797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ditable path 18"/>
          <p:cNvSpPr/>
          <p:nvPr/>
        </p:nvSpPr>
        <p:spPr>
          <a:xfrm>
            <a:off x="770550" y="1309446"/>
            <a:ext cx="82890" cy="0"/>
          </a:xfrm>
          <a:custGeom>
            <a:avLst/>
            <a:gdLst/>
            <a:ahLst/>
            <a:cxnLst/>
            <a:rect l="l" t="t" r="r" b="b"/>
            <a:pathLst>
              <a:path w="82890" h="0">
                <a:moveTo>
                  <a:pt x="8289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3720" y="1240037"/>
            <a:ext cx="192424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50</a:t>
            </a:r>
          </a:p>
        </p:txBody>
      </p:sp>
      <p:sp>
        <p:nvSpPr>
          <p:cNvPr id="28" name="TextBox 27"/>
          <p:cNvSpPr txBox="1"/>
          <p:nvPr/>
        </p:nvSpPr>
        <p:spPr>
          <a:xfrm rot="16200000">
            <a:off x="72380" y="1249957"/>
            <a:ext cx="623146" cy="2273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91" b="0" i="0">
                <a:solidFill>
                  <a:srgbClr val="2B2B2B"/>
                </a:solidFill>
                <a:latin typeface="Times New Roman"/>
              </a:rPr>
              <a:t>Roll (°)</a:t>
            </a:r>
          </a:p>
        </p:txBody>
      </p:sp>
      <p:sp>
        <p:nvSpPr>
          <p:cNvPr id="29" name="Editable path 19"/>
          <p:cNvSpPr/>
          <p:nvPr/>
        </p:nvSpPr>
        <p:spPr>
          <a:xfrm>
            <a:off x="1090621" y="859844"/>
            <a:ext cx="4743617" cy="1011605"/>
          </a:xfrm>
          <a:custGeom>
            <a:avLst/>
            <a:gdLst/>
            <a:ahLst/>
            <a:cxnLst/>
            <a:rect l="l" t="t" r="r" b="b"/>
            <a:pathLst>
              <a:path w="4743617" h="1011605">
                <a:moveTo>
                  <a:pt x="0" y="1011605"/>
                </a:moveTo>
                <a:lnTo>
                  <a:pt x="929756" y="1009003"/>
                </a:lnTo>
                <a:lnTo>
                  <a:pt x="1073707" y="1002044"/>
                </a:lnTo>
                <a:lnTo>
                  <a:pt x="1200723" y="990693"/>
                </a:lnTo>
                <a:lnTo>
                  <a:pt x="1320965" y="974650"/>
                </a:lnTo>
                <a:lnTo>
                  <a:pt x="1437819" y="953701"/>
                </a:lnTo>
                <a:lnTo>
                  <a:pt x="1552980" y="927713"/>
                </a:lnTo>
                <a:lnTo>
                  <a:pt x="1669835" y="895936"/>
                </a:lnTo>
                <a:lnTo>
                  <a:pt x="1790076" y="857751"/>
                </a:lnTo>
                <a:lnTo>
                  <a:pt x="1917092" y="811786"/>
                </a:lnTo>
                <a:lnTo>
                  <a:pt x="2052576" y="757080"/>
                </a:lnTo>
                <a:lnTo>
                  <a:pt x="2204995" y="689704"/>
                </a:lnTo>
                <a:lnTo>
                  <a:pt x="2389591" y="602075"/>
                </a:lnTo>
                <a:lnTo>
                  <a:pt x="3048380" y="283791"/>
                </a:lnTo>
                <a:lnTo>
                  <a:pt x="3197412" y="221046"/>
                </a:lnTo>
                <a:lnTo>
                  <a:pt x="3331201" y="170367"/>
                </a:lnTo>
                <a:lnTo>
                  <a:pt x="3456524" y="128496"/>
                </a:lnTo>
                <a:lnTo>
                  <a:pt x="3576765" y="93885"/>
                </a:lnTo>
                <a:lnTo>
                  <a:pt x="3693620" y="65728"/>
                </a:lnTo>
                <a:lnTo>
                  <a:pt x="3808781" y="43338"/>
                </a:lnTo>
                <a:lnTo>
                  <a:pt x="3925635" y="25945"/>
                </a:lnTo>
                <a:lnTo>
                  <a:pt x="4047570" y="13170"/>
                </a:lnTo>
                <a:lnTo>
                  <a:pt x="4177974" y="4876"/>
                </a:lnTo>
                <a:lnTo>
                  <a:pt x="4330392" y="692"/>
                </a:lnTo>
                <a:lnTo>
                  <a:pt x="4592892" y="0"/>
                </a:lnTo>
                <a:lnTo>
                  <a:pt x="4743617" y="0"/>
                </a:lnTo>
              </a:path>
            </a:pathLst>
          </a:custGeom>
          <a:noFill/>
          <a:ln w="28419">
            <a:solidFill>
              <a:srgbClr val="7C5A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ditable path 20"/>
          <p:cNvSpPr/>
          <p:nvPr/>
        </p:nvSpPr>
        <p:spPr>
          <a:xfrm>
            <a:off x="1090621" y="877728"/>
            <a:ext cx="4743617" cy="996395"/>
          </a:xfrm>
          <a:custGeom>
            <a:avLst/>
            <a:gdLst/>
            <a:ahLst/>
            <a:cxnLst/>
            <a:rect l="l" t="t" r="r" b="b"/>
            <a:pathLst>
              <a:path w="4743617" h="996395">
                <a:moveTo>
                  <a:pt x="0" y="994784"/>
                </a:moveTo>
                <a:lnTo>
                  <a:pt x="45726" y="993320"/>
                </a:lnTo>
                <a:lnTo>
                  <a:pt x="66048" y="992903"/>
                </a:lnTo>
                <a:lnTo>
                  <a:pt x="121935" y="992437"/>
                </a:lnTo>
                <a:lnTo>
                  <a:pt x="159193" y="993039"/>
                </a:lnTo>
                <a:lnTo>
                  <a:pt x="218467" y="995230"/>
                </a:lnTo>
                <a:lnTo>
                  <a:pt x="228629" y="996395"/>
                </a:lnTo>
                <a:lnTo>
                  <a:pt x="401370" y="995901"/>
                </a:lnTo>
                <a:lnTo>
                  <a:pt x="428467" y="996116"/>
                </a:lnTo>
                <a:lnTo>
                  <a:pt x="460644" y="996236"/>
                </a:lnTo>
                <a:lnTo>
                  <a:pt x="558870" y="992184"/>
                </a:lnTo>
                <a:lnTo>
                  <a:pt x="569031" y="990991"/>
                </a:lnTo>
                <a:lnTo>
                  <a:pt x="738385" y="993732"/>
                </a:lnTo>
                <a:lnTo>
                  <a:pt x="762095" y="993893"/>
                </a:lnTo>
                <a:lnTo>
                  <a:pt x="773950" y="993064"/>
                </a:lnTo>
                <a:lnTo>
                  <a:pt x="817982" y="993118"/>
                </a:lnTo>
                <a:lnTo>
                  <a:pt x="868788" y="993356"/>
                </a:lnTo>
                <a:lnTo>
                  <a:pt x="909433" y="991384"/>
                </a:lnTo>
                <a:lnTo>
                  <a:pt x="950078" y="990393"/>
                </a:lnTo>
                <a:lnTo>
                  <a:pt x="1126207" y="984491"/>
                </a:lnTo>
                <a:lnTo>
                  <a:pt x="1219352" y="977128"/>
                </a:lnTo>
                <a:lnTo>
                  <a:pt x="1251529" y="974864"/>
                </a:lnTo>
                <a:lnTo>
                  <a:pt x="1307416" y="967760"/>
                </a:lnTo>
                <a:lnTo>
                  <a:pt x="1453061" y="946788"/>
                </a:lnTo>
                <a:lnTo>
                  <a:pt x="1475077" y="942753"/>
                </a:lnTo>
                <a:lnTo>
                  <a:pt x="1583464" y="928584"/>
                </a:lnTo>
                <a:lnTo>
                  <a:pt x="1620722" y="919054"/>
                </a:lnTo>
                <a:lnTo>
                  <a:pt x="1641044" y="907796"/>
                </a:lnTo>
                <a:lnTo>
                  <a:pt x="1685077" y="880181"/>
                </a:lnTo>
                <a:lnTo>
                  <a:pt x="1874753" y="812940"/>
                </a:lnTo>
                <a:lnTo>
                  <a:pt x="1954350" y="794099"/>
                </a:lnTo>
                <a:lnTo>
                  <a:pt x="2145720" y="729242"/>
                </a:lnTo>
                <a:lnTo>
                  <a:pt x="2176204" y="716560"/>
                </a:lnTo>
                <a:lnTo>
                  <a:pt x="2215156" y="707571"/>
                </a:lnTo>
                <a:lnTo>
                  <a:pt x="2242253" y="702189"/>
                </a:lnTo>
                <a:lnTo>
                  <a:pt x="2257494" y="700675"/>
                </a:lnTo>
                <a:lnTo>
                  <a:pt x="2291365" y="695795"/>
                </a:lnTo>
                <a:lnTo>
                  <a:pt x="2306607" y="688086"/>
                </a:lnTo>
                <a:lnTo>
                  <a:pt x="2345559" y="664904"/>
                </a:lnTo>
                <a:lnTo>
                  <a:pt x="2426849" y="627894"/>
                </a:lnTo>
                <a:lnTo>
                  <a:pt x="2453946" y="609170"/>
                </a:lnTo>
                <a:lnTo>
                  <a:pt x="2491204" y="573237"/>
                </a:lnTo>
                <a:lnTo>
                  <a:pt x="2521687" y="542085"/>
                </a:lnTo>
                <a:lnTo>
                  <a:pt x="2567413" y="504550"/>
                </a:lnTo>
                <a:lnTo>
                  <a:pt x="2587736" y="493467"/>
                </a:lnTo>
                <a:lnTo>
                  <a:pt x="2611445" y="483340"/>
                </a:lnTo>
                <a:lnTo>
                  <a:pt x="2728300" y="429589"/>
                </a:lnTo>
                <a:lnTo>
                  <a:pt x="2755396" y="416564"/>
                </a:lnTo>
                <a:lnTo>
                  <a:pt x="2763864" y="412939"/>
                </a:lnTo>
                <a:lnTo>
                  <a:pt x="2794348" y="398538"/>
                </a:lnTo>
                <a:lnTo>
                  <a:pt x="2846848" y="376623"/>
                </a:lnTo>
                <a:lnTo>
                  <a:pt x="2853622" y="374401"/>
                </a:lnTo>
                <a:lnTo>
                  <a:pt x="2919670" y="344717"/>
                </a:lnTo>
                <a:lnTo>
                  <a:pt x="2972170" y="322206"/>
                </a:lnTo>
                <a:lnTo>
                  <a:pt x="3019589" y="301441"/>
                </a:lnTo>
                <a:lnTo>
                  <a:pt x="3033138" y="295548"/>
                </a:lnTo>
                <a:lnTo>
                  <a:pt x="3158460" y="241323"/>
                </a:lnTo>
                <a:lnTo>
                  <a:pt x="3182170" y="231052"/>
                </a:lnTo>
                <a:lnTo>
                  <a:pt x="3205879" y="221492"/>
                </a:lnTo>
                <a:lnTo>
                  <a:pt x="3224508" y="214304"/>
                </a:lnTo>
                <a:lnTo>
                  <a:pt x="3238056" y="210193"/>
                </a:lnTo>
                <a:lnTo>
                  <a:pt x="3256685" y="203783"/>
                </a:lnTo>
                <a:lnTo>
                  <a:pt x="3459911" y="134930"/>
                </a:lnTo>
                <a:lnTo>
                  <a:pt x="3495475" y="122611"/>
                </a:lnTo>
                <a:lnTo>
                  <a:pt x="3625878" y="73076"/>
                </a:lnTo>
                <a:lnTo>
                  <a:pt x="3641120" y="63376"/>
                </a:lnTo>
                <a:lnTo>
                  <a:pt x="3659749" y="56731"/>
                </a:lnTo>
                <a:lnTo>
                  <a:pt x="3695314" y="56251"/>
                </a:lnTo>
                <a:lnTo>
                  <a:pt x="3700394" y="57324"/>
                </a:lnTo>
                <a:lnTo>
                  <a:pt x="3710555" y="57300"/>
                </a:lnTo>
                <a:lnTo>
                  <a:pt x="3732572" y="57456"/>
                </a:lnTo>
                <a:lnTo>
                  <a:pt x="3766442" y="48992"/>
                </a:lnTo>
                <a:lnTo>
                  <a:pt x="3805394" y="34009"/>
                </a:lnTo>
                <a:lnTo>
                  <a:pt x="3859587" y="25340"/>
                </a:lnTo>
                <a:lnTo>
                  <a:pt x="3881603" y="24722"/>
                </a:lnTo>
                <a:lnTo>
                  <a:pt x="3900232" y="23034"/>
                </a:lnTo>
                <a:lnTo>
                  <a:pt x="3927329" y="21229"/>
                </a:lnTo>
                <a:lnTo>
                  <a:pt x="3939184" y="20167"/>
                </a:lnTo>
                <a:lnTo>
                  <a:pt x="4044184" y="9928"/>
                </a:lnTo>
                <a:lnTo>
                  <a:pt x="4081442" y="7678"/>
                </a:lnTo>
                <a:lnTo>
                  <a:pt x="4139022" y="3115"/>
                </a:lnTo>
                <a:lnTo>
                  <a:pt x="4154264" y="1565"/>
                </a:lnTo>
                <a:lnTo>
                  <a:pt x="4264344" y="0"/>
                </a:lnTo>
                <a:lnTo>
                  <a:pt x="4281280" y="2348"/>
                </a:lnTo>
                <a:lnTo>
                  <a:pt x="4355796" y="4777"/>
                </a:lnTo>
                <a:lnTo>
                  <a:pt x="4364263" y="5457"/>
                </a:lnTo>
                <a:lnTo>
                  <a:pt x="4482811" y="2153"/>
                </a:lnTo>
                <a:lnTo>
                  <a:pt x="4743617" y="1281"/>
                </a:lnTo>
              </a:path>
            </a:pathLst>
          </a:custGeom>
          <a:noFill/>
          <a:ln w="2841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ditable path 21"/>
          <p:cNvSpPr/>
          <p:nvPr/>
        </p:nvSpPr>
        <p:spPr>
          <a:xfrm>
            <a:off x="853440" y="809105"/>
            <a:ext cx="0" cy="1116258"/>
          </a:xfrm>
          <a:custGeom>
            <a:avLst/>
            <a:gdLst/>
            <a:ahLst/>
            <a:cxnLst/>
            <a:rect l="l" t="t" r="r" b="b"/>
            <a:pathLst>
              <a:path w="0" h="1116258">
                <a:moveTo>
                  <a:pt x="0" y="1116258"/>
                </a:moveTo>
                <a:lnTo>
                  <a:pt x="0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ditable path 22"/>
          <p:cNvSpPr/>
          <p:nvPr/>
        </p:nvSpPr>
        <p:spPr>
          <a:xfrm>
            <a:off x="6071419" y="809105"/>
            <a:ext cx="0" cy="1116258"/>
          </a:xfrm>
          <a:custGeom>
            <a:avLst/>
            <a:gdLst/>
            <a:ahLst/>
            <a:cxnLst/>
            <a:rect l="l" t="t" r="r" b="b"/>
            <a:pathLst>
              <a:path w="0" h="1116258">
                <a:moveTo>
                  <a:pt x="0" y="1116258"/>
                </a:moveTo>
                <a:lnTo>
                  <a:pt x="0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Editable path 23"/>
          <p:cNvSpPr/>
          <p:nvPr/>
        </p:nvSpPr>
        <p:spPr>
          <a:xfrm>
            <a:off x="853440" y="1925363"/>
            <a:ext cx="5217979" cy="0"/>
          </a:xfrm>
          <a:custGeom>
            <a:avLst/>
            <a:gdLst/>
            <a:ahLst/>
            <a:cxnLst/>
            <a:rect l="l" t="t" r="r" b="b"/>
            <a:pathLst>
              <a:path w="5217979" h="0">
                <a:moveTo>
                  <a:pt x="0" y="0"/>
                </a:moveTo>
                <a:lnTo>
                  <a:pt x="5217979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Editable path 24"/>
          <p:cNvSpPr/>
          <p:nvPr/>
        </p:nvSpPr>
        <p:spPr>
          <a:xfrm>
            <a:off x="853440" y="809105"/>
            <a:ext cx="5217979" cy="0"/>
          </a:xfrm>
          <a:custGeom>
            <a:avLst/>
            <a:gdLst/>
            <a:ahLst/>
            <a:cxnLst/>
            <a:rect l="l" t="t" r="r" b="b"/>
            <a:pathLst>
              <a:path w="5217979" h="0">
                <a:moveTo>
                  <a:pt x="0" y="0"/>
                </a:moveTo>
                <a:lnTo>
                  <a:pt x="5217979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88719" y="511897"/>
            <a:ext cx="2996181" cy="2273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91" b="0" i="0">
                <a:solidFill>
                  <a:srgbClr val="2B2B2B"/>
                </a:solidFill>
                <a:latin typeface="Times New Roman"/>
              </a:rPr>
              <a:t>(a) Planner command → object motion</a:t>
            </a:r>
          </a:p>
        </p:txBody>
      </p:sp>
      <p:sp>
        <p:nvSpPr>
          <p:cNvPr id="36" name="Editable path 25"/>
          <p:cNvSpPr/>
          <p:nvPr/>
        </p:nvSpPr>
        <p:spPr>
          <a:xfrm>
            <a:off x="991986" y="1007006"/>
            <a:ext cx="307879" cy="0"/>
          </a:xfrm>
          <a:custGeom>
            <a:avLst/>
            <a:gdLst/>
            <a:ahLst/>
            <a:cxnLst/>
            <a:rect l="l" t="t" r="r" b="b"/>
            <a:pathLst>
              <a:path w="307879" h="0">
                <a:moveTo>
                  <a:pt x="0" y="0"/>
                </a:moveTo>
                <a:lnTo>
                  <a:pt x="153939" y="0"/>
                </a:lnTo>
                <a:lnTo>
                  <a:pt x="307879" y="0"/>
                </a:lnTo>
              </a:path>
            </a:pathLst>
          </a:custGeom>
          <a:noFill/>
          <a:ln w="28419">
            <a:solidFill>
              <a:srgbClr val="7C5A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23015" y="934858"/>
            <a:ext cx="508923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Planner</a:t>
            </a:r>
          </a:p>
        </p:txBody>
      </p:sp>
      <p:sp>
        <p:nvSpPr>
          <p:cNvPr id="38" name="Editable path 26"/>
          <p:cNvSpPr/>
          <p:nvPr/>
        </p:nvSpPr>
        <p:spPr>
          <a:xfrm>
            <a:off x="2201964" y="1007006"/>
            <a:ext cx="307879" cy="0"/>
          </a:xfrm>
          <a:custGeom>
            <a:avLst/>
            <a:gdLst/>
            <a:ahLst/>
            <a:cxnLst/>
            <a:rect l="l" t="t" r="r" b="b"/>
            <a:pathLst>
              <a:path w="307879" h="0">
                <a:moveTo>
                  <a:pt x="0" y="0"/>
                </a:moveTo>
                <a:lnTo>
                  <a:pt x="153939" y="0"/>
                </a:lnTo>
                <a:lnTo>
                  <a:pt x="307879" y="0"/>
                </a:lnTo>
              </a:path>
            </a:pathLst>
          </a:custGeom>
          <a:noFill/>
          <a:ln w="28419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32994" y="934858"/>
            <a:ext cx="448887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Object</a:t>
            </a:r>
          </a:p>
        </p:txBody>
      </p:sp>
      <p:sp>
        <p:nvSpPr>
          <p:cNvPr id="40" name="Editable path 27"/>
          <p:cNvSpPr/>
          <p:nvPr/>
        </p:nvSpPr>
        <p:spPr>
          <a:xfrm>
            <a:off x="6791140" y="809105"/>
            <a:ext cx="5217979" cy="1116258"/>
          </a:xfrm>
          <a:custGeom>
            <a:avLst/>
            <a:gdLst/>
            <a:ahLst/>
            <a:cxnLst/>
            <a:rect l="l" t="t" r="r" b="b"/>
            <a:pathLst>
              <a:path w="5217979" h="1116258">
                <a:moveTo>
                  <a:pt x="0" y="0"/>
                </a:moveTo>
                <a:lnTo>
                  <a:pt x="5217979" y="0"/>
                </a:lnTo>
                <a:lnTo>
                  <a:pt x="5217979" y="1116258"/>
                </a:lnTo>
                <a:lnTo>
                  <a:pt x="0" y="111625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Editable path 28"/>
          <p:cNvSpPr/>
          <p:nvPr/>
        </p:nvSpPr>
        <p:spPr>
          <a:xfrm>
            <a:off x="7028321" y="809105"/>
            <a:ext cx="0" cy="1116258"/>
          </a:xfrm>
          <a:custGeom>
            <a:avLst/>
            <a:gdLst/>
            <a:ahLst/>
            <a:cxnLst/>
            <a:rect l="l" t="t" r="r" b="b"/>
            <a:pathLst>
              <a:path w="0" h="1116258">
                <a:moveTo>
                  <a:pt x="0" y="111625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Editable path 29"/>
          <p:cNvSpPr/>
          <p:nvPr/>
        </p:nvSpPr>
        <p:spPr>
          <a:xfrm>
            <a:off x="7028321" y="1925363"/>
            <a:ext cx="0" cy="82890"/>
          </a:xfrm>
          <a:custGeom>
            <a:avLst/>
            <a:gdLst/>
            <a:ahLst/>
            <a:cxnLst/>
            <a:rect l="l" t="t" r="r" b="b"/>
            <a:pathLst>
              <a:path w="0" h="82890">
                <a:moveTo>
                  <a:pt x="0" y="0"/>
                </a:moveTo>
                <a:lnTo>
                  <a:pt x="0" y="8289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89836" y="2078351"/>
            <a:ext cx="115454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44" name="Editable path 30"/>
          <p:cNvSpPr/>
          <p:nvPr/>
        </p:nvSpPr>
        <p:spPr>
          <a:xfrm>
            <a:off x="7875093" y="809105"/>
            <a:ext cx="0" cy="1116258"/>
          </a:xfrm>
          <a:custGeom>
            <a:avLst/>
            <a:gdLst/>
            <a:ahLst/>
            <a:cxnLst/>
            <a:rect l="l" t="t" r="r" b="b"/>
            <a:pathLst>
              <a:path w="0" h="1116258">
                <a:moveTo>
                  <a:pt x="0" y="111625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Editable path 31"/>
          <p:cNvSpPr/>
          <p:nvPr/>
        </p:nvSpPr>
        <p:spPr>
          <a:xfrm>
            <a:off x="7875093" y="1925363"/>
            <a:ext cx="0" cy="82890"/>
          </a:xfrm>
          <a:custGeom>
            <a:avLst/>
            <a:gdLst/>
            <a:ahLst/>
            <a:cxnLst/>
            <a:rect l="l" t="t" r="r" b="b"/>
            <a:pathLst>
              <a:path w="0" h="82890">
                <a:moveTo>
                  <a:pt x="0" y="0"/>
                </a:moveTo>
                <a:lnTo>
                  <a:pt x="0" y="8289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98123" y="2078351"/>
            <a:ext cx="192424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10</a:t>
            </a:r>
          </a:p>
        </p:txBody>
      </p:sp>
      <p:sp>
        <p:nvSpPr>
          <p:cNvPr id="47" name="Editable path 32"/>
          <p:cNvSpPr/>
          <p:nvPr/>
        </p:nvSpPr>
        <p:spPr>
          <a:xfrm>
            <a:off x="8721865" y="809105"/>
            <a:ext cx="0" cy="1116258"/>
          </a:xfrm>
          <a:custGeom>
            <a:avLst/>
            <a:gdLst/>
            <a:ahLst/>
            <a:cxnLst/>
            <a:rect l="l" t="t" r="r" b="b"/>
            <a:pathLst>
              <a:path w="0" h="1116258">
                <a:moveTo>
                  <a:pt x="0" y="111625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Editable path 33"/>
          <p:cNvSpPr/>
          <p:nvPr/>
        </p:nvSpPr>
        <p:spPr>
          <a:xfrm>
            <a:off x="8721865" y="1925363"/>
            <a:ext cx="0" cy="82890"/>
          </a:xfrm>
          <a:custGeom>
            <a:avLst/>
            <a:gdLst/>
            <a:ahLst/>
            <a:cxnLst/>
            <a:rect l="l" t="t" r="r" b="b"/>
            <a:pathLst>
              <a:path w="0" h="82890">
                <a:moveTo>
                  <a:pt x="0" y="0"/>
                </a:moveTo>
                <a:lnTo>
                  <a:pt x="0" y="8289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44895" y="2078351"/>
            <a:ext cx="192424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50" name="Editable path 34"/>
          <p:cNvSpPr/>
          <p:nvPr/>
        </p:nvSpPr>
        <p:spPr>
          <a:xfrm>
            <a:off x="9568637" y="809105"/>
            <a:ext cx="0" cy="1116258"/>
          </a:xfrm>
          <a:custGeom>
            <a:avLst/>
            <a:gdLst/>
            <a:ahLst/>
            <a:cxnLst/>
            <a:rect l="l" t="t" r="r" b="b"/>
            <a:pathLst>
              <a:path w="0" h="1116258">
                <a:moveTo>
                  <a:pt x="0" y="111625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Editable path 35"/>
          <p:cNvSpPr/>
          <p:nvPr/>
        </p:nvSpPr>
        <p:spPr>
          <a:xfrm>
            <a:off x="9568637" y="1925363"/>
            <a:ext cx="0" cy="82890"/>
          </a:xfrm>
          <a:custGeom>
            <a:avLst/>
            <a:gdLst/>
            <a:ahLst/>
            <a:cxnLst/>
            <a:rect l="l" t="t" r="r" b="b"/>
            <a:pathLst>
              <a:path w="0" h="82890">
                <a:moveTo>
                  <a:pt x="0" y="0"/>
                </a:moveTo>
                <a:lnTo>
                  <a:pt x="0" y="8289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91667" y="2078351"/>
            <a:ext cx="192424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30</a:t>
            </a:r>
          </a:p>
        </p:txBody>
      </p:sp>
      <p:sp>
        <p:nvSpPr>
          <p:cNvPr id="53" name="Editable path 36"/>
          <p:cNvSpPr/>
          <p:nvPr/>
        </p:nvSpPr>
        <p:spPr>
          <a:xfrm>
            <a:off x="10415409" y="809105"/>
            <a:ext cx="0" cy="1116258"/>
          </a:xfrm>
          <a:custGeom>
            <a:avLst/>
            <a:gdLst/>
            <a:ahLst/>
            <a:cxnLst/>
            <a:rect l="l" t="t" r="r" b="b"/>
            <a:pathLst>
              <a:path w="0" h="1116258">
                <a:moveTo>
                  <a:pt x="0" y="111625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Editable path 37"/>
          <p:cNvSpPr/>
          <p:nvPr/>
        </p:nvSpPr>
        <p:spPr>
          <a:xfrm>
            <a:off x="10415409" y="1925363"/>
            <a:ext cx="0" cy="82890"/>
          </a:xfrm>
          <a:custGeom>
            <a:avLst/>
            <a:gdLst/>
            <a:ahLst/>
            <a:cxnLst/>
            <a:rect l="l" t="t" r="r" b="b"/>
            <a:pathLst>
              <a:path w="0" h="82890">
                <a:moveTo>
                  <a:pt x="0" y="0"/>
                </a:moveTo>
                <a:lnTo>
                  <a:pt x="0" y="8289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338439" y="2078351"/>
            <a:ext cx="192424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56" name="Editable path 38"/>
          <p:cNvSpPr/>
          <p:nvPr/>
        </p:nvSpPr>
        <p:spPr>
          <a:xfrm>
            <a:off x="11262181" y="809105"/>
            <a:ext cx="0" cy="1116258"/>
          </a:xfrm>
          <a:custGeom>
            <a:avLst/>
            <a:gdLst/>
            <a:ahLst/>
            <a:cxnLst/>
            <a:rect l="l" t="t" r="r" b="b"/>
            <a:pathLst>
              <a:path w="0" h="1116258">
                <a:moveTo>
                  <a:pt x="0" y="111625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Editable path 39"/>
          <p:cNvSpPr/>
          <p:nvPr/>
        </p:nvSpPr>
        <p:spPr>
          <a:xfrm>
            <a:off x="11262181" y="1925363"/>
            <a:ext cx="0" cy="82890"/>
          </a:xfrm>
          <a:custGeom>
            <a:avLst/>
            <a:gdLst/>
            <a:ahLst/>
            <a:cxnLst/>
            <a:rect l="l" t="t" r="r" b="b"/>
            <a:pathLst>
              <a:path w="0" h="82890">
                <a:moveTo>
                  <a:pt x="0" y="0"/>
                </a:moveTo>
                <a:lnTo>
                  <a:pt x="0" y="8289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185211" y="2078351"/>
            <a:ext cx="192424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50</a:t>
            </a:r>
          </a:p>
        </p:txBody>
      </p:sp>
      <p:sp>
        <p:nvSpPr>
          <p:cNvPr id="59" name="Editable path 40"/>
          <p:cNvSpPr/>
          <p:nvPr/>
        </p:nvSpPr>
        <p:spPr>
          <a:xfrm>
            <a:off x="6791140" y="1873244"/>
            <a:ext cx="5217979" cy="0"/>
          </a:xfrm>
          <a:custGeom>
            <a:avLst/>
            <a:gdLst/>
            <a:ahLst/>
            <a:cxnLst/>
            <a:rect l="l" t="t" r="r" b="b"/>
            <a:pathLst>
              <a:path w="5217979" h="0">
                <a:moveTo>
                  <a:pt x="0" y="0"/>
                </a:moveTo>
                <a:lnTo>
                  <a:pt x="521797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Editable path 41"/>
          <p:cNvSpPr/>
          <p:nvPr/>
        </p:nvSpPr>
        <p:spPr>
          <a:xfrm>
            <a:off x="6708250" y="1873244"/>
            <a:ext cx="82890" cy="0"/>
          </a:xfrm>
          <a:custGeom>
            <a:avLst/>
            <a:gdLst/>
            <a:ahLst/>
            <a:cxnLst/>
            <a:rect l="l" t="t" r="r" b="b"/>
            <a:pathLst>
              <a:path w="82890" h="0">
                <a:moveTo>
                  <a:pt x="8289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27471" y="1803834"/>
            <a:ext cx="336357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−0.1</a:t>
            </a:r>
          </a:p>
        </p:txBody>
      </p:sp>
      <p:sp>
        <p:nvSpPr>
          <p:cNvPr id="62" name="Editable path 42"/>
          <p:cNvSpPr/>
          <p:nvPr/>
        </p:nvSpPr>
        <p:spPr>
          <a:xfrm>
            <a:off x="6791140" y="1488028"/>
            <a:ext cx="5217979" cy="0"/>
          </a:xfrm>
          <a:custGeom>
            <a:avLst/>
            <a:gdLst/>
            <a:ahLst/>
            <a:cxnLst/>
            <a:rect l="l" t="t" r="r" b="b"/>
            <a:pathLst>
              <a:path w="5217979" h="0">
                <a:moveTo>
                  <a:pt x="0" y="0"/>
                </a:moveTo>
                <a:lnTo>
                  <a:pt x="521797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Editable path 43"/>
          <p:cNvSpPr/>
          <p:nvPr/>
        </p:nvSpPr>
        <p:spPr>
          <a:xfrm>
            <a:off x="6708250" y="1488028"/>
            <a:ext cx="82890" cy="0"/>
          </a:xfrm>
          <a:custGeom>
            <a:avLst/>
            <a:gdLst/>
            <a:ahLst/>
            <a:cxnLst/>
            <a:rect l="l" t="t" r="r" b="b"/>
            <a:pathLst>
              <a:path w="82890" h="0">
                <a:moveTo>
                  <a:pt x="8289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32934" y="1418618"/>
            <a:ext cx="230909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0.0</a:t>
            </a:r>
          </a:p>
        </p:txBody>
      </p:sp>
      <p:sp>
        <p:nvSpPr>
          <p:cNvPr id="65" name="Editable path 44"/>
          <p:cNvSpPr/>
          <p:nvPr/>
        </p:nvSpPr>
        <p:spPr>
          <a:xfrm>
            <a:off x="6791140" y="1102812"/>
            <a:ext cx="5217979" cy="0"/>
          </a:xfrm>
          <a:custGeom>
            <a:avLst/>
            <a:gdLst/>
            <a:ahLst/>
            <a:cxnLst/>
            <a:rect l="l" t="t" r="r" b="b"/>
            <a:pathLst>
              <a:path w="5217979" h="0">
                <a:moveTo>
                  <a:pt x="0" y="0"/>
                </a:moveTo>
                <a:lnTo>
                  <a:pt x="521797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Editable path 45"/>
          <p:cNvSpPr/>
          <p:nvPr/>
        </p:nvSpPr>
        <p:spPr>
          <a:xfrm>
            <a:off x="6708250" y="1102812"/>
            <a:ext cx="82890" cy="0"/>
          </a:xfrm>
          <a:custGeom>
            <a:avLst/>
            <a:gdLst/>
            <a:ahLst/>
            <a:cxnLst/>
            <a:rect l="l" t="t" r="r" b="b"/>
            <a:pathLst>
              <a:path w="82890" h="0">
                <a:moveTo>
                  <a:pt x="8289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32934" y="1033402"/>
            <a:ext cx="230909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0.1</a:t>
            </a:r>
          </a:p>
        </p:txBody>
      </p:sp>
      <p:sp>
        <p:nvSpPr>
          <p:cNvPr id="68" name="TextBox 67"/>
          <p:cNvSpPr txBox="1"/>
          <p:nvPr/>
        </p:nvSpPr>
        <p:spPr>
          <a:xfrm rot="16200000">
            <a:off x="6070163" y="1563708"/>
            <a:ext cx="177338" cy="2273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91" b="0" i="1">
                <a:solidFill>
                  <a:srgbClr val="2B2B2B"/>
                </a:solidFill>
                <a:latin typeface="Times New Roman"/>
              </a:rPr>
              <a:t>ω</a:t>
            </a:r>
          </a:p>
        </p:txBody>
      </p:sp>
      <p:sp>
        <p:nvSpPr>
          <p:cNvPr id="69" name="TextBox 68"/>
          <p:cNvSpPr txBox="1"/>
          <p:nvPr/>
        </p:nvSpPr>
        <p:spPr>
          <a:xfrm rot="16200000">
            <a:off x="6142089" y="1504520"/>
            <a:ext cx="92041" cy="15914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44" b="0" i="1">
                <a:solidFill>
                  <a:srgbClr val="2B2B2B"/>
                </a:solidFill>
                <a:latin typeface="Times New Roman"/>
              </a:rPr>
              <a:t>x</a:t>
            </a:r>
          </a:p>
        </p:txBody>
      </p:sp>
      <p:sp>
        <p:nvSpPr>
          <p:cNvPr id="70" name="TextBox 69"/>
          <p:cNvSpPr txBox="1"/>
          <p:nvPr/>
        </p:nvSpPr>
        <p:spPr>
          <a:xfrm rot="16200000">
            <a:off x="5864218" y="1160541"/>
            <a:ext cx="589229" cy="2273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91" b="0" i="0">
                <a:solidFill>
                  <a:srgbClr val="2B2B2B"/>
                </a:solidFill>
                <a:latin typeface="Times New Roman"/>
              </a:rPr>
              <a:t> (rad/s)</a:t>
            </a:r>
          </a:p>
        </p:txBody>
      </p:sp>
      <p:sp>
        <p:nvSpPr>
          <p:cNvPr id="71" name="Editable path 46"/>
          <p:cNvSpPr/>
          <p:nvPr/>
        </p:nvSpPr>
        <p:spPr>
          <a:xfrm>
            <a:off x="7028321" y="1236240"/>
            <a:ext cx="4743617" cy="251788"/>
          </a:xfrm>
          <a:custGeom>
            <a:avLst/>
            <a:gdLst/>
            <a:ahLst/>
            <a:cxnLst/>
            <a:rect l="l" t="t" r="r" b="b"/>
            <a:pathLst>
              <a:path w="4743617" h="251788">
                <a:moveTo>
                  <a:pt x="0" y="251788"/>
                </a:moveTo>
                <a:lnTo>
                  <a:pt x="779030" y="249158"/>
                </a:lnTo>
                <a:lnTo>
                  <a:pt x="889111" y="240849"/>
                </a:lnTo>
                <a:lnTo>
                  <a:pt x="1012739" y="226042"/>
                </a:lnTo>
                <a:lnTo>
                  <a:pt x="1156690" y="203309"/>
                </a:lnTo>
                <a:lnTo>
                  <a:pt x="1346367" y="167619"/>
                </a:lnTo>
                <a:lnTo>
                  <a:pt x="1889996" y="62191"/>
                </a:lnTo>
                <a:lnTo>
                  <a:pt x="2059350" y="36499"/>
                </a:lnTo>
                <a:lnTo>
                  <a:pt x="2211768" y="18579"/>
                </a:lnTo>
                <a:lnTo>
                  <a:pt x="2355720" y="6874"/>
                </a:lnTo>
                <a:lnTo>
                  <a:pt x="2496284" y="741"/>
                </a:lnTo>
                <a:lnTo>
                  <a:pt x="2633461" y="0"/>
                </a:lnTo>
                <a:lnTo>
                  <a:pt x="2772332" y="4550"/>
                </a:lnTo>
                <a:lnTo>
                  <a:pt x="2912896" y="14436"/>
                </a:lnTo>
                <a:lnTo>
                  <a:pt x="3060235" y="30143"/>
                </a:lnTo>
                <a:lnTo>
                  <a:pt x="3217733" y="52314"/>
                </a:lnTo>
                <a:lnTo>
                  <a:pt x="3395556" y="82792"/>
                </a:lnTo>
                <a:lnTo>
                  <a:pt x="3632652" y="129215"/>
                </a:lnTo>
                <a:lnTo>
                  <a:pt x="4001845" y="201532"/>
                </a:lnTo>
                <a:lnTo>
                  <a:pt x="4157651" y="226278"/>
                </a:lnTo>
                <a:lnTo>
                  <a:pt x="4286360" y="241505"/>
                </a:lnTo>
                <a:lnTo>
                  <a:pt x="4398134" y="249575"/>
                </a:lnTo>
                <a:lnTo>
                  <a:pt x="4501440" y="251788"/>
                </a:lnTo>
                <a:lnTo>
                  <a:pt x="4743617" y="251788"/>
                </a:lnTo>
              </a:path>
            </a:pathLst>
          </a:custGeom>
          <a:noFill/>
          <a:ln w="28419">
            <a:solidFill>
              <a:srgbClr val="7C5AA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Editable path 47"/>
          <p:cNvSpPr/>
          <p:nvPr/>
        </p:nvSpPr>
        <p:spPr>
          <a:xfrm>
            <a:off x="7028321" y="859844"/>
            <a:ext cx="4743617" cy="1014780"/>
          </a:xfrm>
          <a:custGeom>
            <a:avLst/>
            <a:gdLst/>
            <a:ahLst/>
            <a:cxnLst/>
            <a:rect l="l" t="t" r="r" b="b"/>
            <a:pathLst>
              <a:path w="4743617" h="1014780">
                <a:moveTo>
                  <a:pt x="0" y="634964"/>
                </a:moveTo>
                <a:lnTo>
                  <a:pt x="1693" y="637278"/>
                </a:lnTo>
                <a:lnTo>
                  <a:pt x="3387" y="621986"/>
                </a:lnTo>
                <a:lnTo>
                  <a:pt x="5081" y="623565"/>
                </a:lnTo>
                <a:lnTo>
                  <a:pt x="6774" y="626516"/>
                </a:lnTo>
                <a:lnTo>
                  <a:pt x="8468" y="637944"/>
                </a:lnTo>
                <a:lnTo>
                  <a:pt x="11854" y="615700"/>
                </a:lnTo>
                <a:lnTo>
                  <a:pt x="15242" y="630304"/>
                </a:lnTo>
                <a:lnTo>
                  <a:pt x="16935" y="620195"/>
                </a:lnTo>
                <a:lnTo>
                  <a:pt x="18629" y="628847"/>
                </a:lnTo>
                <a:lnTo>
                  <a:pt x="20323" y="619196"/>
                </a:lnTo>
                <a:lnTo>
                  <a:pt x="23710" y="651764"/>
                </a:lnTo>
                <a:lnTo>
                  <a:pt x="27097" y="623626"/>
                </a:lnTo>
                <a:lnTo>
                  <a:pt x="28791" y="623361"/>
                </a:lnTo>
                <a:lnTo>
                  <a:pt x="32177" y="646401"/>
                </a:lnTo>
                <a:lnTo>
                  <a:pt x="35564" y="573714"/>
                </a:lnTo>
                <a:lnTo>
                  <a:pt x="38952" y="590569"/>
                </a:lnTo>
                <a:lnTo>
                  <a:pt x="40645" y="597953"/>
                </a:lnTo>
                <a:lnTo>
                  <a:pt x="44032" y="473804"/>
                </a:lnTo>
                <a:lnTo>
                  <a:pt x="45726" y="519226"/>
                </a:lnTo>
                <a:lnTo>
                  <a:pt x="49113" y="603626"/>
                </a:lnTo>
                <a:lnTo>
                  <a:pt x="50806" y="604148"/>
                </a:lnTo>
                <a:lnTo>
                  <a:pt x="54194" y="635569"/>
                </a:lnTo>
                <a:lnTo>
                  <a:pt x="55887" y="634968"/>
                </a:lnTo>
                <a:lnTo>
                  <a:pt x="57581" y="613159"/>
                </a:lnTo>
                <a:lnTo>
                  <a:pt x="60967" y="638742"/>
                </a:lnTo>
                <a:lnTo>
                  <a:pt x="64355" y="628281"/>
                </a:lnTo>
                <a:lnTo>
                  <a:pt x="66048" y="646448"/>
                </a:lnTo>
                <a:lnTo>
                  <a:pt x="67742" y="632736"/>
                </a:lnTo>
                <a:lnTo>
                  <a:pt x="69435" y="642672"/>
                </a:lnTo>
                <a:lnTo>
                  <a:pt x="71129" y="625652"/>
                </a:lnTo>
                <a:lnTo>
                  <a:pt x="72823" y="631630"/>
                </a:lnTo>
                <a:lnTo>
                  <a:pt x="74516" y="657117"/>
                </a:lnTo>
                <a:lnTo>
                  <a:pt x="77903" y="634063"/>
                </a:lnTo>
                <a:lnTo>
                  <a:pt x="79597" y="636021"/>
                </a:lnTo>
                <a:lnTo>
                  <a:pt x="81290" y="624709"/>
                </a:lnTo>
                <a:lnTo>
                  <a:pt x="84677" y="653885"/>
                </a:lnTo>
                <a:lnTo>
                  <a:pt x="89758" y="601441"/>
                </a:lnTo>
                <a:lnTo>
                  <a:pt x="91451" y="618985"/>
                </a:lnTo>
                <a:lnTo>
                  <a:pt x="93145" y="619310"/>
                </a:lnTo>
                <a:lnTo>
                  <a:pt x="94839" y="616537"/>
                </a:lnTo>
                <a:lnTo>
                  <a:pt x="96532" y="629631"/>
                </a:lnTo>
                <a:lnTo>
                  <a:pt x="98226" y="584695"/>
                </a:lnTo>
                <a:lnTo>
                  <a:pt x="99919" y="591617"/>
                </a:lnTo>
                <a:lnTo>
                  <a:pt x="103307" y="613139"/>
                </a:lnTo>
                <a:lnTo>
                  <a:pt x="105000" y="590481"/>
                </a:lnTo>
                <a:lnTo>
                  <a:pt x="106693" y="593086"/>
                </a:lnTo>
                <a:lnTo>
                  <a:pt x="111774" y="623247"/>
                </a:lnTo>
                <a:lnTo>
                  <a:pt x="113468" y="622357"/>
                </a:lnTo>
                <a:lnTo>
                  <a:pt x="115161" y="620883"/>
                </a:lnTo>
                <a:lnTo>
                  <a:pt x="116854" y="626224"/>
                </a:lnTo>
                <a:lnTo>
                  <a:pt x="118548" y="643985"/>
                </a:lnTo>
                <a:lnTo>
                  <a:pt x="120242" y="643516"/>
                </a:lnTo>
                <a:lnTo>
                  <a:pt x="123629" y="577437"/>
                </a:lnTo>
                <a:lnTo>
                  <a:pt x="128710" y="675260"/>
                </a:lnTo>
                <a:lnTo>
                  <a:pt x="130403" y="668053"/>
                </a:lnTo>
                <a:lnTo>
                  <a:pt x="138871" y="611165"/>
                </a:lnTo>
                <a:lnTo>
                  <a:pt x="145645" y="679290"/>
                </a:lnTo>
                <a:lnTo>
                  <a:pt x="147339" y="676108"/>
                </a:lnTo>
                <a:lnTo>
                  <a:pt x="152419" y="631273"/>
                </a:lnTo>
                <a:lnTo>
                  <a:pt x="154113" y="641310"/>
                </a:lnTo>
                <a:lnTo>
                  <a:pt x="155806" y="634855"/>
                </a:lnTo>
                <a:lnTo>
                  <a:pt x="157500" y="596897"/>
                </a:lnTo>
                <a:lnTo>
                  <a:pt x="159193" y="613245"/>
                </a:lnTo>
                <a:lnTo>
                  <a:pt x="164274" y="652553"/>
                </a:lnTo>
                <a:lnTo>
                  <a:pt x="167661" y="615602"/>
                </a:lnTo>
                <a:lnTo>
                  <a:pt x="169354" y="639731"/>
                </a:lnTo>
                <a:lnTo>
                  <a:pt x="171048" y="605216"/>
                </a:lnTo>
                <a:lnTo>
                  <a:pt x="172742" y="625464"/>
                </a:lnTo>
                <a:lnTo>
                  <a:pt x="174435" y="622844"/>
                </a:lnTo>
                <a:lnTo>
                  <a:pt x="177822" y="634835"/>
                </a:lnTo>
                <a:lnTo>
                  <a:pt x="179516" y="643102"/>
                </a:lnTo>
                <a:lnTo>
                  <a:pt x="182903" y="713834"/>
                </a:lnTo>
                <a:lnTo>
                  <a:pt x="187984" y="622150"/>
                </a:lnTo>
                <a:lnTo>
                  <a:pt x="191370" y="625112"/>
                </a:lnTo>
                <a:lnTo>
                  <a:pt x="194758" y="658377"/>
                </a:lnTo>
                <a:lnTo>
                  <a:pt x="196451" y="648274"/>
                </a:lnTo>
                <a:lnTo>
                  <a:pt x="198145" y="662899"/>
                </a:lnTo>
                <a:lnTo>
                  <a:pt x="199838" y="662349"/>
                </a:lnTo>
                <a:lnTo>
                  <a:pt x="203226" y="594399"/>
                </a:lnTo>
                <a:lnTo>
                  <a:pt x="206612" y="692968"/>
                </a:lnTo>
                <a:lnTo>
                  <a:pt x="211693" y="582413"/>
                </a:lnTo>
                <a:lnTo>
                  <a:pt x="213387" y="684828"/>
                </a:lnTo>
                <a:lnTo>
                  <a:pt x="215080" y="675840"/>
                </a:lnTo>
                <a:lnTo>
                  <a:pt x="216774" y="677393"/>
                </a:lnTo>
                <a:lnTo>
                  <a:pt x="220161" y="793142"/>
                </a:lnTo>
                <a:lnTo>
                  <a:pt x="221854" y="649510"/>
                </a:lnTo>
                <a:lnTo>
                  <a:pt x="223548" y="667319"/>
                </a:lnTo>
                <a:lnTo>
                  <a:pt x="225241" y="665119"/>
                </a:lnTo>
                <a:lnTo>
                  <a:pt x="226935" y="614828"/>
                </a:lnTo>
                <a:lnTo>
                  <a:pt x="228629" y="640252"/>
                </a:lnTo>
                <a:lnTo>
                  <a:pt x="230322" y="616439"/>
                </a:lnTo>
                <a:lnTo>
                  <a:pt x="233709" y="636602"/>
                </a:lnTo>
                <a:lnTo>
                  <a:pt x="237096" y="626995"/>
                </a:lnTo>
                <a:lnTo>
                  <a:pt x="240483" y="638481"/>
                </a:lnTo>
                <a:lnTo>
                  <a:pt x="243870" y="610035"/>
                </a:lnTo>
                <a:lnTo>
                  <a:pt x="245564" y="614027"/>
                </a:lnTo>
                <a:lnTo>
                  <a:pt x="248951" y="597090"/>
                </a:lnTo>
                <a:lnTo>
                  <a:pt x="250644" y="558559"/>
                </a:lnTo>
                <a:lnTo>
                  <a:pt x="252338" y="575583"/>
                </a:lnTo>
                <a:lnTo>
                  <a:pt x="257419" y="633181"/>
                </a:lnTo>
                <a:lnTo>
                  <a:pt x="259112" y="649695"/>
                </a:lnTo>
                <a:lnTo>
                  <a:pt x="260805" y="592630"/>
                </a:lnTo>
                <a:lnTo>
                  <a:pt x="262500" y="607460"/>
                </a:lnTo>
                <a:lnTo>
                  <a:pt x="264193" y="630261"/>
                </a:lnTo>
                <a:lnTo>
                  <a:pt x="265886" y="626826"/>
                </a:lnTo>
                <a:lnTo>
                  <a:pt x="269273" y="621887"/>
                </a:lnTo>
                <a:lnTo>
                  <a:pt x="270967" y="635204"/>
                </a:lnTo>
                <a:lnTo>
                  <a:pt x="272661" y="615927"/>
                </a:lnTo>
                <a:lnTo>
                  <a:pt x="274354" y="652980"/>
                </a:lnTo>
                <a:lnTo>
                  <a:pt x="276048" y="635510"/>
                </a:lnTo>
                <a:lnTo>
                  <a:pt x="277742" y="605244"/>
                </a:lnTo>
                <a:lnTo>
                  <a:pt x="279435" y="489549"/>
                </a:lnTo>
                <a:lnTo>
                  <a:pt x="281128" y="539891"/>
                </a:lnTo>
                <a:lnTo>
                  <a:pt x="282822" y="636076"/>
                </a:lnTo>
                <a:lnTo>
                  <a:pt x="284515" y="633193"/>
                </a:lnTo>
                <a:lnTo>
                  <a:pt x="287903" y="602973"/>
                </a:lnTo>
                <a:lnTo>
                  <a:pt x="289596" y="625676"/>
                </a:lnTo>
                <a:lnTo>
                  <a:pt x="291290" y="604741"/>
                </a:lnTo>
                <a:lnTo>
                  <a:pt x="292983" y="654428"/>
                </a:lnTo>
                <a:lnTo>
                  <a:pt x="294677" y="639167"/>
                </a:lnTo>
                <a:lnTo>
                  <a:pt x="296370" y="615237"/>
                </a:lnTo>
                <a:lnTo>
                  <a:pt x="298064" y="621554"/>
                </a:lnTo>
                <a:lnTo>
                  <a:pt x="299757" y="650674"/>
                </a:lnTo>
                <a:lnTo>
                  <a:pt x="301451" y="645349"/>
                </a:lnTo>
                <a:lnTo>
                  <a:pt x="303145" y="626307"/>
                </a:lnTo>
                <a:lnTo>
                  <a:pt x="304838" y="687978"/>
                </a:lnTo>
                <a:lnTo>
                  <a:pt x="306532" y="658872"/>
                </a:lnTo>
                <a:lnTo>
                  <a:pt x="308225" y="663010"/>
                </a:lnTo>
                <a:lnTo>
                  <a:pt x="311612" y="769475"/>
                </a:lnTo>
                <a:lnTo>
                  <a:pt x="314999" y="616890"/>
                </a:lnTo>
                <a:lnTo>
                  <a:pt x="316693" y="625722"/>
                </a:lnTo>
                <a:lnTo>
                  <a:pt x="318386" y="627369"/>
                </a:lnTo>
                <a:lnTo>
                  <a:pt x="320080" y="624574"/>
                </a:lnTo>
                <a:lnTo>
                  <a:pt x="326854" y="685111"/>
                </a:lnTo>
                <a:lnTo>
                  <a:pt x="328548" y="689251"/>
                </a:lnTo>
                <a:lnTo>
                  <a:pt x="331935" y="610731"/>
                </a:lnTo>
                <a:lnTo>
                  <a:pt x="333628" y="637274"/>
                </a:lnTo>
                <a:lnTo>
                  <a:pt x="335321" y="627384"/>
                </a:lnTo>
                <a:lnTo>
                  <a:pt x="337016" y="576816"/>
                </a:lnTo>
                <a:lnTo>
                  <a:pt x="338709" y="588851"/>
                </a:lnTo>
                <a:lnTo>
                  <a:pt x="343789" y="633533"/>
                </a:lnTo>
                <a:lnTo>
                  <a:pt x="348870" y="650219"/>
                </a:lnTo>
                <a:lnTo>
                  <a:pt x="353951" y="621765"/>
                </a:lnTo>
                <a:lnTo>
                  <a:pt x="355644" y="623084"/>
                </a:lnTo>
                <a:lnTo>
                  <a:pt x="357338" y="621063"/>
                </a:lnTo>
                <a:lnTo>
                  <a:pt x="362419" y="592620"/>
                </a:lnTo>
                <a:lnTo>
                  <a:pt x="364112" y="639474"/>
                </a:lnTo>
                <a:lnTo>
                  <a:pt x="365805" y="631984"/>
                </a:lnTo>
                <a:lnTo>
                  <a:pt x="369193" y="610913"/>
                </a:lnTo>
                <a:lnTo>
                  <a:pt x="370886" y="616485"/>
                </a:lnTo>
                <a:lnTo>
                  <a:pt x="372580" y="613201"/>
                </a:lnTo>
                <a:lnTo>
                  <a:pt x="375967" y="661698"/>
                </a:lnTo>
                <a:lnTo>
                  <a:pt x="377661" y="637647"/>
                </a:lnTo>
                <a:lnTo>
                  <a:pt x="379354" y="563540"/>
                </a:lnTo>
                <a:lnTo>
                  <a:pt x="384434" y="661767"/>
                </a:lnTo>
                <a:lnTo>
                  <a:pt x="386128" y="652455"/>
                </a:lnTo>
                <a:lnTo>
                  <a:pt x="389515" y="570239"/>
                </a:lnTo>
                <a:lnTo>
                  <a:pt x="396290" y="626598"/>
                </a:lnTo>
                <a:lnTo>
                  <a:pt x="397983" y="618056"/>
                </a:lnTo>
                <a:lnTo>
                  <a:pt x="399676" y="624281"/>
                </a:lnTo>
                <a:lnTo>
                  <a:pt x="404757" y="543530"/>
                </a:lnTo>
                <a:lnTo>
                  <a:pt x="411532" y="735971"/>
                </a:lnTo>
                <a:lnTo>
                  <a:pt x="414918" y="621885"/>
                </a:lnTo>
                <a:lnTo>
                  <a:pt x="416612" y="622494"/>
                </a:lnTo>
                <a:lnTo>
                  <a:pt x="418305" y="612140"/>
                </a:lnTo>
                <a:lnTo>
                  <a:pt x="419999" y="623362"/>
                </a:lnTo>
                <a:lnTo>
                  <a:pt x="421693" y="686296"/>
                </a:lnTo>
                <a:lnTo>
                  <a:pt x="423386" y="662145"/>
                </a:lnTo>
                <a:lnTo>
                  <a:pt x="425079" y="673716"/>
                </a:lnTo>
                <a:lnTo>
                  <a:pt x="426773" y="657705"/>
                </a:lnTo>
                <a:lnTo>
                  <a:pt x="428467" y="664154"/>
                </a:lnTo>
                <a:lnTo>
                  <a:pt x="430160" y="673738"/>
                </a:lnTo>
                <a:lnTo>
                  <a:pt x="433547" y="660090"/>
                </a:lnTo>
                <a:lnTo>
                  <a:pt x="435241" y="670499"/>
                </a:lnTo>
                <a:lnTo>
                  <a:pt x="443709" y="554242"/>
                </a:lnTo>
                <a:lnTo>
                  <a:pt x="448789" y="648356"/>
                </a:lnTo>
                <a:lnTo>
                  <a:pt x="450483" y="655529"/>
                </a:lnTo>
                <a:lnTo>
                  <a:pt x="455563" y="603315"/>
                </a:lnTo>
                <a:lnTo>
                  <a:pt x="457257" y="614582"/>
                </a:lnTo>
                <a:lnTo>
                  <a:pt x="458950" y="613753"/>
                </a:lnTo>
                <a:lnTo>
                  <a:pt x="460644" y="618315"/>
                </a:lnTo>
                <a:lnTo>
                  <a:pt x="464031" y="633931"/>
                </a:lnTo>
                <a:lnTo>
                  <a:pt x="465725" y="629557"/>
                </a:lnTo>
                <a:lnTo>
                  <a:pt x="467418" y="610802"/>
                </a:lnTo>
                <a:lnTo>
                  <a:pt x="469112" y="617980"/>
                </a:lnTo>
                <a:lnTo>
                  <a:pt x="472499" y="655655"/>
                </a:lnTo>
                <a:lnTo>
                  <a:pt x="475886" y="607517"/>
                </a:lnTo>
                <a:lnTo>
                  <a:pt x="477580" y="618678"/>
                </a:lnTo>
                <a:lnTo>
                  <a:pt x="480967" y="585064"/>
                </a:lnTo>
                <a:lnTo>
                  <a:pt x="482660" y="600445"/>
                </a:lnTo>
                <a:lnTo>
                  <a:pt x="489434" y="656500"/>
                </a:lnTo>
                <a:lnTo>
                  <a:pt x="491128" y="723053"/>
                </a:lnTo>
                <a:lnTo>
                  <a:pt x="499595" y="485319"/>
                </a:lnTo>
                <a:lnTo>
                  <a:pt x="504676" y="648297"/>
                </a:lnTo>
                <a:lnTo>
                  <a:pt x="508063" y="616317"/>
                </a:lnTo>
                <a:lnTo>
                  <a:pt x="513144" y="651239"/>
                </a:lnTo>
                <a:lnTo>
                  <a:pt x="518224" y="623546"/>
                </a:lnTo>
                <a:lnTo>
                  <a:pt x="523305" y="640029"/>
                </a:lnTo>
                <a:lnTo>
                  <a:pt x="530079" y="560381"/>
                </a:lnTo>
                <a:lnTo>
                  <a:pt x="531773" y="626470"/>
                </a:lnTo>
                <a:lnTo>
                  <a:pt x="533466" y="578116"/>
                </a:lnTo>
                <a:lnTo>
                  <a:pt x="535160" y="338686"/>
                </a:lnTo>
                <a:lnTo>
                  <a:pt x="536854" y="339558"/>
                </a:lnTo>
                <a:lnTo>
                  <a:pt x="540241" y="676382"/>
                </a:lnTo>
                <a:lnTo>
                  <a:pt x="541934" y="586622"/>
                </a:lnTo>
                <a:lnTo>
                  <a:pt x="543628" y="631264"/>
                </a:lnTo>
                <a:lnTo>
                  <a:pt x="548708" y="712925"/>
                </a:lnTo>
                <a:lnTo>
                  <a:pt x="550402" y="547707"/>
                </a:lnTo>
                <a:lnTo>
                  <a:pt x="552096" y="554078"/>
                </a:lnTo>
                <a:lnTo>
                  <a:pt x="553789" y="556437"/>
                </a:lnTo>
                <a:lnTo>
                  <a:pt x="555483" y="590789"/>
                </a:lnTo>
                <a:lnTo>
                  <a:pt x="557176" y="587130"/>
                </a:lnTo>
                <a:lnTo>
                  <a:pt x="558869" y="446438"/>
                </a:lnTo>
                <a:lnTo>
                  <a:pt x="560563" y="480052"/>
                </a:lnTo>
                <a:lnTo>
                  <a:pt x="565644" y="657944"/>
                </a:lnTo>
                <a:lnTo>
                  <a:pt x="567337" y="622840"/>
                </a:lnTo>
                <a:lnTo>
                  <a:pt x="569031" y="642835"/>
                </a:lnTo>
                <a:lnTo>
                  <a:pt x="572418" y="588871"/>
                </a:lnTo>
                <a:lnTo>
                  <a:pt x="575805" y="646234"/>
                </a:lnTo>
                <a:lnTo>
                  <a:pt x="579192" y="600004"/>
                </a:lnTo>
                <a:lnTo>
                  <a:pt x="580886" y="611992"/>
                </a:lnTo>
                <a:lnTo>
                  <a:pt x="585967" y="645808"/>
                </a:lnTo>
                <a:lnTo>
                  <a:pt x="591047" y="610320"/>
                </a:lnTo>
                <a:lnTo>
                  <a:pt x="592740" y="621707"/>
                </a:lnTo>
                <a:lnTo>
                  <a:pt x="594434" y="669586"/>
                </a:lnTo>
                <a:lnTo>
                  <a:pt x="596128" y="651981"/>
                </a:lnTo>
                <a:lnTo>
                  <a:pt x="597821" y="591345"/>
                </a:lnTo>
                <a:lnTo>
                  <a:pt x="599514" y="633158"/>
                </a:lnTo>
                <a:lnTo>
                  <a:pt x="601208" y="629674"/>
                </a:lnTo>
                <a:lnTo>
                  <a:pt x="602902" y="637707"/>
                </a:lnTo>
                <a:lnTo>
                  <a:pt x="606289" y="623497"/>
                </a:lnTo>
                <a:lnTo>
                  <a:pt x="609676" y="591383"/>
                </a:lnTo>
                <a:lnTo>
                  <a:pt x="611370" y="628636"/>
                </a:lnTo>
                <a:lnTo>
                  <a:pt x="613063" y="626719"/>
                </a:lnTo>
                <a:lnTo>
                  <a:pt x="619837" y="572592"/>
                </a:lnTo>
                <a:lnTo>
                  <a:pt x="621531" y="553086"/>
                </a:lnTo>
                <a:lnTo>
                  <a:pt x="623224" y="595293"/>
                </a:lnTo>
                <a:lnTo>
                  <a:pt x="624918" y="595024"/>
                </a:lnTo>
                <a:lnTo>
                  <a:pt x="629999" y="639472"/>
                </a:lnTo>
                <a:lnTo>
                  <a:pt x="631692" y="638731"/>
                </a:lnTo>
                <a:lnTo>
                  <a:pt x="633385" y="624008"/>
                </a:lnTo>
                <a:lnTo>
                  <a:pt x="635079" y="566038"/>
                </a:lnTo>
                <a:lnTo>
                  <a:pt x="636773" y="570495"/>
                </a:lnTo>
                <a:lnTo>
                  <a:pt x="638466" y="584285"/>
                </a:lnTo>
                <a:lnTo>
                  <a:pt x="641853" y="659783"/>
                </a:lnTo>
                <a:lnTo>
                  <a:pt x="643547" y="637476"/>
                </a:lnTo>
                <a:lnTo>
                  <a:pt x="645241" y="641942"/>
                </a:lnTo>
                <a:lnTo>
                  <a:pt x="646934" y="632551"/>
                </a:lnTo>
                <a:lnTo>
                  <a:pt x="650321" y="663605"/>
                </a:lnTo>
                <a:lnTo>
                  <a:pt x="653708" y="625514"/>
                </a:lnTo>
                <a:lnTo>
                  <a:pt x="655402" y="667469"/>
                </a:lnTo>
                <a:lnTo>
                  <a:pt x="657095" y="656379"/>
                </a:lnTo>
                <a:lnTo>
                  <a:pt x="658788" y="633417"/>
                </a:lnTo>
                <a:lnTo>
                  <a:pt x="660483" y="634098"/>
                </a:lnTo>
                <a:lnTo>
                  <a:pt x="665563" y="661184"/>
                </a:lnTo>
                <a:lnTo>
                  <a:pt x="667256" y="626358"/>
                </a:lnTo>
                <a:lnTo>
                  <a:pt x="668950" y="631783"/>
                </a:lnTo>
                <a:lnTo>
                  <a:pt x="674030" y="712865"/>
                </a:lnTo>
                <a:lnTo>
                  <a:pt x="675724" y="714954"/>
                </a:lnTo>
                <a:lnTo>
                  <a:pt x="679111" y="628052"/>
                </a:lnTo>
                <a:lnTo>
                  <a:pt x="684192" y="693965"/>
                </a:lnTo>
                <a:lnTo>
                  <a:pt x="687579" y="647945"/>
                </a:lnTo>
                <a:lnTo>
                  <a:pt x="689272" y="645085"/>
                </a:lnTo>
                <a:lnTo>
                  <a:pt x="690966" y="646646"/>
                </a:lnTo>
                <a:lnTo>
                  <a:pt x="692659" y="629781"/>
                </a:lnTo>
                <a:lnTo>
                  <a:pt x="699434" y="675379"/>
                </a:lnTo>
                <a:lnTo>
                  <a:pt x="702821" y="643305"/>
                </a:lnTo>
                <a:lnTo>
                  <a:pt x="706208" y="660570"/>
                </a:lnTo>
                <a:lnTo>
                  <a:pt x="709595" y="649201"/>
                </a:lnTo>
                <a:lnTo>
                  <a:pt x="714676" y="630731"/>
                </a:lnTo>
                <a:lnTo>
                  <a:pt x="716369" y="633036"/>
                </a:lnTo>
                <a:lnTo>
                  <a:pt x="718063" y="685883"/>
                </a:lnTo>
                <a:lnTo>
                  <a:pt x="719756" y="669133"/>
                </a:lnTo>
                <a:lnTo>
                  <a:pt x="723143" y="631017"/>
                </a:lnTo>
                <a:lnTo>
                  <a:pt x="728224" y="672943"/>
                </a:lnTo>
                <a:lnTo>
                  <a:pt x="731611" y="633370"/>
                </a:lnTo>
                <a:lnTo>
                  <a:pt x="733304" y="638966"/>
                </a:lnTo>
                <a:lnTo>
                  <a:pt x="734998" y="662646"/>
                </a:lnTo>
                <a:lnTo>
                  <a:pt x="736692" y="639202"/>
                </a:lnTo>
                <a:lnTo>
                  <a:pt x="740079" y="711659"/>
                </a:lnTo>
                <a:lnTo>
                  <a:pt x="741772" y="691915"/>
                </a:lnTo>
                <a:lnTo>
                  <a:pt x="745160" y="611350"/>
                </a:lnTo>
                <a:lnTo>
                  <a:pt x="746853" y="628257"/>
                </a:lnTo>
                <a:lnTo>
                  <a:pt x="748546" y="608458"/>
                </a:lnTo>
                <a:lnTo>
                  <a:pt x="753627" y="666459"/>
                </a:lnTo>
                <a:lnTo>
                  <a:pt x="755321" y="635640"/>
                </a:lnTo>
                <a:lnTo>
                  <a:pt x="757014" y="538505"/>
                </a:lnTo>
                <a:lnTo>
                  <a:pt x="758707" y="609890"/>
                </a:lnTo>
                <a:lnTo>
                  <a:pt x="760402" y="603745"/>
                </a:lnTo>
                <a:lnTo>
                  <a:pt x="762095" y="438845"/>
                </a:lnTo>
                <a:lnTo>
                  <a:pt x="763788" y="583364"/>
                </a:lnTo>
                <a:lnTo>
                  <a:pt x="765482" y="574020"/>
                </a:lnTo>
                <a:lnTo>
                  <a:pt x="767175" y="576249"/>
                </a:lnTo>
                <a:lnTo>
                  <a:pt x="768869" y="636026"/>
                </a:lnTo>
                <a:lnTo>
                  <a:pt x="770563" y="624115"/>
                </a:lnTo>
                <a:lnTo>
                  <a:pt x="775643" y="672213"/>
                </a:lnTo>
                <a:lnTo>
                  <a:pt x="782417" y="621843"/>
                </a:lnTo>
                <a:lnTo>
                  <a:pt x="784111" y="623089"/>
                </a:lnTo>
                <a:lnTo>
                  <a:pt x="785805" y="622863"/>
                </a:lnTo>
                <a:lnTo>
                  <a:pt x="787498" y="592796"/>
                </a:lnTo>
                <a:lnTo>
                  <a:pt x="789192" y="603075"/>
                </a:lnTo>
                <a:lnTo>
                  <a:pt x="792579" y="633628"/>
                </a:lnTo>
                <a:lnTo>
                  <a:pt x="794272" y="629927"/>
                </a:lnTo>
                <a:lnTo>
                  <a:pt x="797659" y="636881"/>
                </a:lnTo>
                <a:lnTo>
                  <a:pt x="801047" y="615003"/>
                </a:lnTo>
                <a:lnTo>
                  <a:pt x="802740" y="619639"/>
                </a:lnTo>
                <a:lnTo>
                  <a:pt x="807820" y="634906"/>
                </a:lnTo>
                <a:lnTo>
                  <a:pt x="809514" y="629485"/>
                </a:lnTo>
                <a:lnTo>
                  <a:pt x="811208" y="637550"/>
                </a:lnTo>
                <a:lnTo>
                  <a:pt x="814595" y="622287"/>
                </a:lnTo>
                <a:lnTo>
                  <a:pt x="816288" y="625076"/>
                </a:lnTo>
                <a:lnTo>
                  <a:pt x="817982" y="603687"/>
                </a:lnTo>
                <a:lnTo>
                  <a:pt x="819676" y="613266"/>
                </a:lnTo>
                <a:lnTo>
                  <a:pt x="823062" y="601109"/>
                </a:lnTo>
                <a:lnTo>
                  <a:pt x="824756" y="587054"/>
                </a:lnTo>
                <a:lnTo>
                  <a:pt x="829837" y="686655"/>
                </a:lnTo>
                <a:lnTo>
                  <a:pt x="833223" y="602606"/>
                </a:lnTo>
                <a:lnTo>
                  <a:pt x="834918" y="631990"/>
                </a:lnTo>
                <a:lnTo>
                  <a:pt x="836611" y="622372"/>
                </a:lnTo>
                <a:lnTo>
                  <a:pt x="841691" y="638489"/>
                </a:lnTo>
                <a:lnTo>
                  <a:pt x="845079" y="635017"/>
                </a:lnTo>
                <a:lnTo>
                  <a:pt x="848465" y="643782"/>
                </a:lnTo>
                <a:lnTo>
                  <a:pt x="850159" y="634333"/>
                </a:lnTo>
                <a:lnTo>
                  <a:pt x="851853" y="656879"/>
                </a:lnTo>
                <a:lnTo>
                  <a:pt x="853546" y="647070"/>
                </a:lnTo>
                <a:lnTo>
                  <a:pt x="858627" y="622262"/>
                </a:lnTo>
                <a:lnTo>
                  <a:pt x="860321" y="642500"/>
                </a:lnTo>
                <a:lnTo>
                  <a:pt x="862014" y="632289"/>
                </a:lnTo>
                <a:lnTo>
                  <a:pt x="867094" y="611826"/>
                </a:lnTo>
                <a:lnTo>
                  <a:pt x="870482" y="652356"/>
                </a:lnTo>
                <a:lnTo>
                  <a:pt x="873869" y="601536"/>
                </a:lnTo>
                <a:lnTo>
                  <a:pt x="878949" y="659750"/>
                </a:lnTo>
                <a:lnTo>
                  <a:pt x="884030" y="604167"/>
                </a:lnTo>
                <a:lnTo>
                  <a:pt x="887417" y="568161"/>
                </a:lnTo>
                <a:lnTo>
                  <a:pt x="890804" y="607308"/>
                </a:lnTo>
                <a:lnTo>
                  <a:pt x="892498" y="578752"/>
                </a:lnTo>
                <a:lnTo>
                  <a:pt x="894192" y="483844"/>
                </a:lnTo>
                <a:lnTo>
                  <a:pt x="899272" y="625373"/>
                </a:lnTo>
                <a:lnTo>
                  <a:pt x="900966" y="591963"/>
                </a:lnTo>
                <a:lnTo>
                  <a:pt x="902659" y="601037"/>
                </a:lnTo>
                <a:lnTo>
                  <a:pt x="904353" y="621536"/>
                </a:lnTo>
                <a:lnTo>
                  <a:pt x="906046" y="621385"/>
                </a:lnTo>
                <a:lnTo>
                  <a:pt x="907739" y="621288"/>
                </a:lnTo>
                <a:lnTo>
                  <a:pt x="909434" y="589375"/>
                </a:lnTo>
                <a:lnTo>
                  <a:pt x="911127" y="595793"/>
                </a:lnTo>
                <a:lnTo>
                  <a:pt x="914514" y="619703"/>
                </a:lnTo>
                <a:lnTo>
                  <a:pt x="916207" y="604521"/>
                </a:lnTo>
                <a:lnTo>
                  <a:pt x="921288" y="636239"/>
                </a:lnTo>
                <a:lnTo>
                  <a:pt x="928062" y="577282"/>
                </a:lnTo>
                <a:lnTo>
                  <a:pt x="933143" y="627518"/>
                </a:lnTo>
                <a:lnTo>
                  <a:pt x="934837" y="619676"/>
                </a:lnTo>
                <a:lnTo>
                  <a:pt x="936530" y="657748"/>
                </a:lnTo>
                <a:lnTo>
                  <a:pt x="939917" y="634121"/>
                </a:lnTo>
                <a:lnTo>
                  <a:pt x="941610" y="650148"/>
                </a:lnTo>
                <a:lnTo>
                  <a:pt x="944998" y="569829"/>
                </a:lnTo>
                <a:lnTo>
                  <a:pt x="946691" y="580998"/>
                </a:lnTo>
                <a:lnTo>
                  <a:pt x="950078" y="626440"/>
                </a:lnTo>
                <a:lnTo>
                  <a:pt x="953465" y="581202"/>
                </a:lnTo>
                <a:lnTo>
                  <a:pt x="956852" y="626288"/>
                </a:lnTo>
                <a:lnTo>
                  <a:pt x="960240" y="639150"/>
                </a:lnTo>
                <a:lnTo>
                  <a:pt x="963627" y="618614"/>
                </a:lnTo>
                <a:lnTo>
                  <a:pt x="965320" y="635395"/>
                </a:lnTo>
                <a:lnTo>
                  <a:pt x="968707" y="610848"/>
                </a:lnTo>
                <a:lnTo>
                  <a:pt x="972094" y="634478"/>
                </a:lnTo>
                <a:lnTo>
                  <a:pt x="973788" y="624338"/>
                </a:lnTo>
                <a:lnTo>
                  <a:pt x="975482" y="650002"/>
                </a:lnTo>
                <a:lnTo>
                  <a:pt x="977175" y="641739"/>
                </a:lnTo>
                <a:lnTo>
                  <a:pt x="978869" y="643925"/>
                </a:lnTo>
                <a:lnTo>
                  <a:pt x="983949" y="626094"/>
                </a:lnTo>
                <a:lnTo>
                  <a:pt x="985643" y="633781"/>
                </a:lnTo>
                <a:lnTo>
                  <a:pt x="989030" y="617543"/>
                </a:lnTo>
                <a:lnTo>
                  <a:pt x="990723" y="577847"/>
                </a:lnTo>
                <a:lnTo>
                  <a:pt x="995804" y="633181"/>
                </a:lnTo>
                <a:lnTo>
                  <a:pt x="997497" y="635171"/>
                </a:lnTo>
                <a:lnTo>
                  <a:pt x="999191" y="648766"/>
                </a:lnTo>
                <a:lnTo>
                  <a:pt x="1007658" y="512620"/>
                </a:lnTo>
                <a:lnTo>
                  <a:pt x="1009353" y="549403"/>
                </a:lnTo>
                <a:lnTo>
                  <a:pt x="1012739" y="621178"/>
                </a:lnTo>
                <a:lnTo>
                  <a:pt x="1014433" y="638084"/>
                </a:lnTo>
                <a:lnTo>
                  <a:pt x="1017820" y="598572"/>
                </a:lnTo>
                <a:lnTo>
                  <a:pt x="1021207" y="637322"/>
                </a:lnTo>
                <a:lnTo>
                  <a:pt x="1024594" y="584427"/>
                </a:lnTo>
                <a:lnTo>
                  <a:pt x="1026288" y="628320"/>
                </a:lnTo>
                <a:lnTo>
                  <a:pt x="1027981" y="615701"/>
                </a:lnTo>
                <a:lnTo>
                  <a:pt x="1029675" y="592996"/>
                </a:lnTo>
                <a:lnTo>
                  <a:pt x="1031368" y="593583"/>
                </a:lnTo>
                <a:lnTo>
                  <a:pt x="1033062" y="636054"/>
                </a:lnTo>
                <a:lnTo>
                  <a:pt x="1036449" y="544473"/>
                </a:lnTo>
                <a:lnTo>
                  <a:pt x="1041529" y="671499"/>
                </a:lnTo>
                <a:lnTo>
                  <a:pt x="1046610" y="621785"/>
                </a:lnTo>
                <a:lnTo>
                  <a:pt x="1048304" y="655578"/>
                </a:lnTo>
                <a:lnTo>
                  <a:pt x="1049997" y="631359"/>
                </a:lnTo>
                <a:lnTo>
                  <a:pt x="1051691" y="647426"/>
                </a:lnTo>
                <a:lnTo>
                  <a:pt x="1055078" y="576589"/>
                </a:lnTo>
                <a:lnTo>
                  <a:pt x="1056771" y="578975"/>
                </a:lnTo>
                <a:lnTo>
                  <a:pt x="1058465" y="613393"/>
                </a:lnTo>
                <a:lnTo>
                  <a:pt x="1060159" y="577873"/>
                </a:lnTo>
                <a:lnTo>
                  <a:pt x="1061852" y="588563"/>
                </a:lnTo>
                <a:lnTo>
                  <a:pt x="1068627" y="653576"/>
                </a:lnTo>
                <a:lnTo>
                  <a:pt x="1072013" y="608654"/>
                </a:lnTo>
                <a:lnTo>
                  <a:pt x="1073707" y="600136"/>
                </a:lnTo>
                <a:lnTo>
                  <a:pt x="1077094" y="629556"/>
                </a:lnTo>
                <a:lnTo>
                  <a:pt x="1078788" y="628922"/>
                </a:lnTo>
                <a:lnTo>
                  <a:pt x="1080481" y="621556"/>
                </a:lnTo>
                <a:lnTo>
                  <a:pt x="1085562" y="562690"/>
                </a:lnTo>
                <a:lnTo>
                  <a:pt x="1090642" y="640857"/>
                </a:lnTo>
                <a:lnTo>
                  <a:pt x="1092336" y="636683"/>
                </a:lnTo>
                <a:lnTo>
                  <a:pt x="1095723" y="592250"/>
                </a:lnTo>
                <a:lnTo>
                  <a:pt x="1099110" y="635171"/>
                </a:lnTo>
                <a:lnTo>
                  <a:pt x="1100804" y="690613"/>
                </a:lnTo>
                <a:lnTo>
                  <a:pt x="1102497" y="677442"/>
                </a:lnTo>
                <a:lnTo>
                  <a:pt x="1107578" y="501007"/>
                </a:lnTo>
                <a:lnTo>
                  <a:pt x="1114352" y="608475"/>
                </a:lnTo>
                <a:lnTo>
                  <a:pt x="1116045" y="602574"/>
                </a:lnTo>
                <a:lnTo>
                  <a:pt x="1119433" y="608822"/>
                </a:lnTo>
                <a:lnTo>
                  <a:pt x="1122820" y="560736"/>
                </a:lnTo>
                <a:lnTo>
                  <a:pt x="1124513" y="604303"/>
                </a:lnTo>
                <a:lnTo>
                  <a:pt x="1126207" y="598854"/>
                </a:lnTo>
                <a:lnTo>
                  <a:pt x="1129594" y="620468"/>
                </a:lnTo>
                <a:lnTo>
                  <a:pt x="1131287" y="569360"/>
                </a:lnTo>
                <a:lnTo>
                  <a:pt x="1132981" y="608446"/>
                </a:lnTo>
                <a:lnTo>
                  <a:pt x="1134675" y="590486"/>
                </a:lnTo>
                <a:lnTo>
                  <a:pt x="1136368" y="602986"/>
                </a:lnTo>
                <a:lnTo>
                  <a:pt x="1138062" y="647218"/>
                </a:lnTo>
                <a:lnTo>
                  <a:pt x="1139755" y="603885"/>
                </a:lnTo>
                <a:lnTo>
                  <a:pt x="1141449" y="606345"/>
                </a:lnTo>
                <a:lnTo>
                  <a:pt x="1143143" y="597502"/>
                </a:lnTo>
                <a:lnTo>
                  <a:pt x="1144836" y="562509"/>
                </a:lnTo>
                <a:lnTo>
                  <a:pt x="1146529" y="571172"/>
                </a:lnTo>
                <a:lnTo>
                  <a:pt x="1149917" y="630609"/>
                </a:lnTo>
                <a:lnTo>
                  <a:pt x="1153304" y="586883"/>
                </a:lnTo>
                <a:lnTo>
                  <a:pt x="1154997" y="615746"/>
                </a:lnTo>
                <a:lnTo>
                  <a:pt x="1156690" y="564607"/>
                </a:lnTo>
                <a:lnTo>
                  <a:pt x="1158385" y="587935"/>
                </a:lnTo>
                <a:lnTo>
                  <a:pt x="1161771" y="633223"/>
                </a:lnTo>
                <a:lnTo>
                  <a:pt x="1165158" y="594269"/>
                </a:lnTo>
                <a:lnTo>
                  <a:pt x="1166852" y="597876"/>
                </a:lnTo>
                <a:lnTo>
                  <a:pt x="1168546" y="623803"/>
                </a:lnTo>
                <a:lnTo>
                  <a:pt x="1170239" y="609002"/>
                </a:lnTo>
                <a:lnTo>
                  <a:pt x="1173626" y="395016"/>
                </a:lnTo>
                <a:lnTo>
                  <a:pt x="1177013" y="491845"/>
                </a:lnTo>
                <a:lnTo>
                  <a:pt x="1178707" y="486446"/>
                </a:lnTo>
                <a:lnTo>
                  <a:pt x="1183788" y="625148"/>
                </a:lnTo>
                <a:lnTo>
                  <a:pt x="1185481" y="618454"/>
                </a:lnTo>
                <a:lnTo>
                  <a:pt x="1187174" y="615266"/>
                </a:lnTo>
                <a:lnTo>
                  <a:pt x="1188868" y="634932"/>
                </a:lnTo>
                <a:lnTo>
                  <a:pt x="1190561" y="630197"/>
                </a:lnTo>
                <a:lnTo>
                  <a:pt x="1192255" y="635407"/>
                </a:lnTo>
                <a:lnTo>
                  <a:pt x="1193949" y="605490"/>
                </a:lnTo>
                <a:lnTo>
                  <a:pt x="1195642" y="615106"/>
                </a:lnTo>
                <a:lnTo>
                  <a:pt x="1200723" y="586069"/>
                </a:lnTo>
                <a:lnTo>
                  <a:pt x="1204110" y="619852"/>
                </a:lnTo>
                <a:lnTo>
                  <a:pt x="1205803" y="611955"/>
                </a:lnTo>
                <a:lnTo>
                  <a:pt x="1210884" y="563617"/>
                </a:lnTo>
                <a:lnTo>
                  <a:pt x="1212578" y="604326"/>
                </a:lnTo>
                <a:lnTo>
                  <a:pt x="1215964" y="539493"/>
                </a:lnTo>
                <a:lnTo>
                  <a:pt x="1217658" y="557743"/>
                </a:lnTo>
                <a:lnTo>
                  <a:pt x="1222739" y="521143"/>
                </a:lnTo>
                <a:lnTo>
                  <a:pt x="1227820" y="649195"/>
                </a:lnTo>
                <a:lnTo>
                  <a:pt x="1231206" y="568324"/>
                </a:lnTo>
                <a:lnTo>
                  <a:pt x="1232900" y="570095"/>
                </a:lnTo>
                <a:lnTo>
                  <a:pt x="1236287" y="615052"/>
                </a:lnTo>
                <a:lnTo>
                  <a:pt x="1237981" y="613446"/>
                </a:lnTo>
                <a:lnTo>
                  <a:pt x="1239674" y="606541"/>
                </a:lnTo>
                <a:lnTo>
                  <a:pt x="1241368" y="583512"/>
                </a:lnTo>
                <a:lnTo>
                  <a:pt x="1243062" y="611628"/>
                </a:lnTo>
                <a:lnTo>
                  <a:pt x="1244755" y="592948"/>
                </a:lnTo>
                <a:lnTo>
                  <a:pt x="1246448" y="596505"/>
                </a:lnTo>
                <a:lnTo>
                  <a:pt x="1249836" y="619625"/>
                </a:lnTo>
                <a:lnTo>
                  <a:pt x="1253223" y="581255"/>
                </a:lnTo>
                <a:lnTo>
                  <a:pt x="1254916" y="595166"/>
                </a:lnTo>
                <a:lnTo>
                  <a:pt x="1258304" y="561455"/>
                </a:lnTo>
                <a:lnTo>
                  <a:pt x="1261690" y="530956"/>
                </a:lnTo>
                <a:lnTo>
                  <a:pt x="1263384" y="562643"/>
                </a:lnTo>
                <a:lnTo>
                  <a:pt x="1266771" y="489653"/>
                </a:lnTo>
                <a:lnTo>
                  <a:pt x="1273545" y="581396"/>
                </a:lnTo>
                <a:lnTo>
                  <a:pt x="1275239" y="591898"/>
                </a:lnTo>
                <a:lnTo>
                  <a:pt x="1276932" y="586929"/>
                </a:lnTo>
                <a:lnTo>
                  <a:pt x="1278626" y="522292"/>
                </a:lnTo>
                <a:lnTo>
                  <a:pt x="1280319" y="527929"/>
                </a:lnTo>
                <a:lnTo>
                  <a:pt x="1285400" y="587817"/>
                </a:lnTo>
                <a:lnTo>
                  <a:pt x="1287094" y="583062"/>
                </a:lnTo>
                <a:lnTo>
                  <a:pt x="1290480" y="548757"/>
                </a:lnTo>
                <a:lnTo>
                  <a:pt x="1298948" y="595797"/>
                </a:lnTo>
                <a:lnTo>
                  <a:pt x="1302336" y="547335"/>
                </a:lnTo>
                <a:lnTo>
                  <a:pt x="1304029" y="595391"/>
                </a:lnTo>
                <a:lnTo>
                  <a:pt x="1305722" y="586733"/>
                </a:lnTo>
                <a:lnTo>
                  <a:pt x="1310803" y="498113"/>
                </a:lnTo>
                <a:lnTo>
                  <a:pt x="1314190" y="609732"/>
                </a:lnTo>
                <a:lnTo>
                  <a:pt x="1315883" y="526325"/>
                </a:lnTo>
                <a:lnTo>
                  <a:pt x="1317578" y="595553"/>
                </a:lnTo>
                <a:lnTo>
                  <a:pt x="1319271" y="520882"/>
                </a:lnTo>
                <a:lnTo>
                  <a:pt x="1320964" y="562002"/>
                </a:lnTo>
                <a:lnTo>
                  <a:pt x="1322658" y="566450"/>
                </a:lnTo>
                <a:lnTo>
                  <a:pt x="1324352" y="525899"/>
                </a:lnTo>
                <a:lnTo>
                  <a:pt x="1331125" y="603702"/>
                </a:lnTo>
                <a:lnTo>
                  <a:pt x="1339593" y="529155"/>
                </a:lnTo>
                <a:lnTo>
                  <a:pt x="1342981" y="579392"/>
                </a:lnTo>
                <a:lnTo>
                  <a:pt x="1346367" y="573241"/>
                </a:lnTo>
                <a:lnTo>
                  <a:pt x="1348061" y="586453"/>
                </a:lnTo>
                <a:lnTo>
                  <a:pt x="1351448" y="490228"/>
                </a:lnTo>
                <a:lnTo>
                  <a:pt x="1356529" y="605979"/>
                </a:lnTo>
                <a:lnTo>
                  <a:pt x="1359916" y="579947"/>
                </a:lnTo>
                <a:lnTo>
                  <a:pt x="1361609" y="580890"/>
                </a:lnTo>
                <a:lnTo>
                  <a:pt x="1363303" y="608239"/>
                </a:lnTo>
                <a:lnTo>
                  <a:pt x="1368384" y="503462"/>
                </a:lnTo>
                <a:lnTo>
                  <a:pt x="1371771" y="579167"/>
                </a:lnTo>
                <a:lnTo>
                  <a:pt x="1373464" y="605265"/>
                </a:lnTo>
                <a:lnTo>
                  <a:pt x="1375158" y="599214"/>
                </a:lnTo>
                <a:lnTo>
                  <a:pt x="1376851" y="613994"/>
                </a:lnTo>
                <a:lnTo>
                  <a:pt x="1380238" y="592611"/>
                </a:lnTo>
                <a:lnTo>
                  <a:pt x="1383626" y="586225"/>
                </a:lnTo>
                <a:lnTo>
                  <a:pt x="1385319" y="601144"/>
                </a:lnTo>
                <a:lnTo>
                  <a:pt x="1387013" y="596417"/>
                </a:lnTo>
                <a:lnTo>
                  <a:pt x="1390399" y="518480"/>
                </a:lnTo>
                <a:lnTo>
                  <a:pt x="1395480" y="587548"/>
                </a:lnTo>
                <a:lnTo>
                  <a:pt x="1397174" y="585182"/>
                </a:lnTo>
                <a:lnTo>
                  <a:pt x="1403948" y="522754"/>
                </a:lnTo>
                <a:lnTo>
                  <a:pt x="1407335" y="627147"/>
                </a:lnTo>
                <a:lnTo>
                  <a:pt x="1412416" y="559235"/>
                </a:lnTo>
                <a:lnTo>
                  <a:pt x="1414109" y="524270"/>
                </a:lnTo>
                <a:lnTo>
                  <a:pt x="1417497" y="602479"/>
                </a:lnTo>
                <a:lnTo>
                  <a:pt x="1420883" y="390374"/>
                </a:lnTo>
                <a:lnTo>
                  <a:pt x="1422577" y="396807"/>
                </a:lnTo>
                <a:lnTo>
                  <a:pt x="1427658" y="551540"/>
                </a:lnTo>
                <a:lnTo>
                  <a:pt x="1429351" y="554656"/>
                </a:lnTo>
                <a:lnTo>
                  <a:pt x="1432739" y="567433"/>
                </a:lnTo>
                <a:lnTo>
                  <a:pt x="1437819" y="453904"/>
                </a:lnTo>
                <a:lnTo>
                  <a:pt x="1446287" y="580194"/>
                </a:lnTo>
                <a:lnTo>
                  <a:pt x="1449674" y="485780"/>
                </a:lnTo>
                <a:lnTo>
                  <a:pt x="1451367" y="497521"/>
                </a:lnTo>
                <a:lnTo>
                  <a:pt x="1454754" y="469700"/>
                </a:lnTo>
                <a:lnTo>
                  <a:pt x="1458142" y="504907"/>
                </a:lnTo>
                <a:lnTo>
                  <a:pt x="1459835" y="620156"/>
                </a:lnTo>
                <a:lnTo>
                  <a:pt x="1461529" y="571968"/>
                </a:lnTo>
                <a:lnTo>
                  <a:pt x="1464915" y="524370"/>
                </a:lnTo>
                <a:lnTo>
                  <a:pt x="1466609" y="523915"/>
                </a:lnTo>
                <a:lnTo>
                  <a:pt x="1469996" y="557243"/>
                </a:lnTo>
                <a:lnTo>
                  <a:pt x="1471690" y="555212"/>
                </a:lnTo>
                <a:lnTo>
                  <a:pt x="1473383" y="534598"/>
                </a:lnTo>
                <a:lnTo>
                  <a:pt x="1475077" y="551311"/>
                </a:lnTo>
                <a:lnTo>
                  <a:pt x="1476771" y="598715"/>
                </a:lnTo>
                <a:lnTo>
                  <a:pt x="1478464" y="579931"/>
                </a:lnTo>
                <a:lnTo>
                  <a:pt x="1481851" y="561904"/>
                </a:lnTo>
                <a:lnTo>
                  <a:pt x="1485238" y="616533"/>
                </a:lnTo>
                <a:lnTo>
                  <a:pt x="1488625" y="572370"/>
                </a:lnTo>
                <a:lnTo>
                  <a:pt x="1490319" y="588267"/>
                </a:lnTo>
                <a:lnTo>
                  <a:pt x="1493706" y="514633"/>
                </a:lnTo>
                <a:lnTo>
                  <a:pt x="1495399" y="541749"/>
                </a:lnTo>
                <a:lnTo>
                  <a:pt x="1497093" y="534644"/>
                </a:lnTo>
                <a:lnTo>
                  <a:pt x="1502174" y="565421"/>
                </a:lnTo>
                <a:lnTo>
                  <a:pt x="1503867" y="576153"/>
                </a:lnTo>
                <a:lnTo>
                  <a:pt x="1505560" y="493868"/>
                </a:lnTo>
                <a:lnTo>
                  <a:pt x="1510641" y="591410"/>
                </a:lnTo>
                <a:lnTo>
                  <a:pt x="1512335" y="612228"/>
                </a:lnTo>
                <a:lnTo>
                  <a:pt x="1517416" y="535801"/>
                </a:lnTo>
                <a:lnTo>
                  <a:pt x="1522496" y="612507"/>
                </a:lnTo>
                <a:lnTo>
                  <a:pt x="1525883" y="528343"/>
                </a:lnTo>
                <a:lnTo>
                  <a:pt x="1527577" y="536278"/>
                </a:lnTo>
                <a:lnTo>
                  <a:pt x="1532658" y="631266"/>
                </a:lnTo>
                <a:lnTo>
                  <a:pt x="1539431" y="552891"/>
                </a:lnTo>
                <a:lnTo>
                  <a:pt x="1542819" y="581923"/>
                </a:lnTo>
                <a:lnTo>
                  <a:pt x="1544512" y="579007"/>
                </a:lnTo>
                <a:lnTo>
                  <a:pt x="1546206" y="572555"/>
                </a:lnTo>
                <a:lnTo>
                  <a:pt x="1547899" y="580342"/>
                </a:lnTo>
                <a:lnTo>
                  <a:pt x="1559754" y="488569"/>
                </a:lnTo>
                <a:lnTo>
                  <a:pt x="1566529" y="579193"/>
                </a:lnTo>
                <a:lnTo>
                  <a:pt x="1569915" y="499683"/>
                </a:lnTo>
                <a:lnTo>
                  <a:pt x="1573302" y="564908"/>
                </a:lnTo>
                <a:lnTo>
                  <a:pt x="1574996" y="534614"/>
                </a:lnTo>
                <a:lnTo>
                  <a:pt x="1576690" y="557672"/>
                </a:lnTo>
                <a:lnTo>
                  <a:pt x="1578383" y="540280"/>
                </a:lnTo>
                <a:lnTo>
                  <a:pt x="1580076" y="557641"/>
                </a:lnTo>
                <a:lnTo>
                  <a:pt x="1581771" y="556818"/>
                </a:lnTo>
                <a:lnTo>
                  <a:pt x="1583464" y="555655"/>
                </a:lnTo>
                <a:lnTo>
                  <a:pt x="1586851" y="464041"/>
                </a:lnTo>
                <a:lnTo>
                  <a:pt x="1590238" y="538723"/>
                </a:lnTo>
                <a:lnTo>
                  <a:pt x="1591932" y="535161"/>
                </a:lnTo>
                <a:lnTo>
                  <a:pt x="1598706" y="504973"/>
                </a:lnTo>
                <a:lnTo>
                  <a:pt x="1602093" y="532611"/>
                </a:lnTo>
                <a:lnTo>
                  <a:pt x="1607174" y="496389"/>
                </a:lnTo>
                <a:lnTo>
                  <a:pt x="1608867" y="530189"/>
                </a:lnTo>
                <a:lnTo>
                  <a:pt x="1615641" y="442667"/>
                </a:lnTo>
                <a:lnTo>
                  <a:pt x="1617335" y="442934"/>
                </a:lnTo>
                <a:lnTo>
                  <a:pt x="1619028" y="448752"/>
                </a:lnTo>
                <a:lnTo>
                  <a:pt x="1624109" y="384598"/>
                </a:lnTo>
                <a:lnTo>
                  <a:pt x="1625802" y="388853"/>
                </a:lnTo>
                <a:lnTo>
                  <a:pt x="1627496" y="379970"/>
                </a:lnTo>
                <a:lnTo>
                  <a:pt x="1630883" y="343001"/>
                </a:lnTo>
                <a:lnTo>
                  <a:pt x="1632577" y="340318"/>
                </a:lnTo>
                <a:lnTo>
                  <a:pt x="1637657" y="312564"/>
                </a:lnTo>
                <a:lnTo>
                  <a:pt x="1639350" y="276487"/>
                </a:lnTo>
                <a:lnTo>
                  <a:pt x="1641045" y="276855"/>
                </a:lnTo>
                <a:lnTo>
                  <a:pt x="1642738" y="278811"/>
                </a:lnTo>
                <a:lnTo>
                  <a:pt x="1644431" y="288667"/>
                </a:lnTo>
                <a:lnTo>
                  <a:pt x="1646125" y="254076"/>
                </a:lnTo>
                <a:lnTo>
                  <a:pt x="1647818" y="266906"/>
                </a:lnTo>
                <a:lnTo>
                  <a:pt x="1649512" y="257101"/>
                </a:lnTo>
                <a:lnTo>
                  <a:pt x="1651206" y="265739"/>
                </a:lnTo>
                <a:lnTo>
                  <a:pt x="1652899" y="263083"/>
                </a:lnTo>
                <a:lnTo>
                  <a:pt x="1654592" y="257205"/>
                </a:lnTo>
                <a:lnTo>
                  <a:pt x="1656286" y="260953"/>
                </a:lnTo>
                <a:lnTo>
                  <a:pt x="1657980" y="258751"/>
                </a:lnTo>
                <a:lnTo>
                  <a:pt x="1661367" y="316921"/>
                </a:lnTo>
                <a:lnTo>
                  <a:pt x="1663060" y="311777"/>
                </a:lnTo>
                <a:lnTo>
                  <a:pt x="1668141" y="345609"/>
                </a:lnTo>
                <a:lnTo>
                  <a:pt x="1673222" y="307440"/>
                </a:lnTo>
                <a:lnTo>
                  <a:pt x="1674915" y="316928"/>
                </a:lnTo>
                <a:lnTo>
                  <a:pt x="1678302" y="386832"/>
                </a:lnTo>
                <a:lnTo>
                  <a:pt x="1679996" y="370649"/>
                </a:lnTo>
                <a:lnTo>
                  <a:pt x="1681690" y="366914"/>
                </a:lnTo>
                <a:lnTo>
                  <a:pt x="1686770" y="450626"/>
                </a:lnTo>
                <a:lnTo>
                  <a:pt x="1688463" y="476071"/>
                </a:lnTo>
                <a:lnTo>
                  <a:pt x="1693544" y="396717"/>
                </a:lnTo>
                <a:lnTo>
                  <a:pt x="1696931" y="476537"/>
                </a:lnTo>
                <a:lnTo>
                  <a:pt x="1700318" y="428493"/>
                </a:lnTo>
                <a:lnTo>
                  <a:pt x="1702012" y="461207"/>
                </a:lnTo>
                <a:lnTo>
                  <a:pt x="1703705" y="458778"/>
                </a:lnTo>
                <a:lnTo>
                  <a:pt x="1705399" y="428974"/>
                </a:lnTo>
                <a:lnTo>
                  <a:pt x="1707093" y="439142"/>
                </a:lnTo>
                <a:lnTo>
                  <a:pt x="1708786" y="441473"/>
                </a:lnTo>
                <a:lnTo>
                  <a:pt x="1710480" y="438860"/>
                </a:lnTo>
                <a:lnTo>
                  <a:pt x="1713866" y="449987"/>
                </a:lnTo>
                <a:lnTo>
                  <a:pt x="1715560" y="424303"/>
                </a:lnTo>
                <a:lnTo>
                  <a:pt x="1717254" y="441705"/>
                </a:lnTo>
                <a:lnTo>
                  <a:pt x="1718947" y="439122"/>
                </a:lnTo>
                <a:lnTo>
                  <a:pt x="1722334" y="395005"/>
                </a:lnTo>
                <a:lnTo>
                  <a:pt x="1724028" y="448177"/>
                </a:lnTo>
                <a:lnTo>
                  <a:pt x="1725722" y="426918"/>
                </a:lnTo>
                <a:lnTo>
                  <a:pt x="1727415" y="467388"/>
                </a:lnTo>
                <a:lnTo>
                  <a:pt x="1729108" y="453248"/>
                </a:lnTo>
                <a:lnTo>
                  <a:pt x="1730802" y="455294"/>
                </a:lnTo>
                <a:lnTo>
                  <a:pt x="1732496" y="441708"/>
                </a:lnTo>
                <a:lnTo>
                  <a:pt x="1737576" y="461107"/>
                </a:lnTo>
                <a:lnTo>
                  <a:pt x="1739269" y="467471"/>
                </a:lnTo>
                <a:lnTo>
                  <a:pt x="1740964" y="489823"/>
                </a:lnTo>
                <a:lnTo>
                  <a:pt x="1747737" y="431968"/>
                </a:lnTo>
                <a:lnTo>
                  <a:pt x="1749431" y="456387"/>
                </a:lnTo>
                <a:lnTo>
                  <a:pt x="1751125" y="525515"/>
                </a:lnTo>
                <a:lnTo>
                  <a:pt x="1754511" y="414030"/>
                </a:lnTo>
                <a:lnTo>
                  <a:pt x="1757899" y="424906"/>
                </a:lnTo>
                <a:lnTo>
                  <a:pt x="1761286" y="391799"/>
                </a:lnTo>
                <a:lnTo>
                  <a:pt x="1762979" y="427583"/>
                </a:lnTo>
                <a:lnTo>
                  <a:pt x="1764673" y="399096"/>
                </a:lnTo>
                <a:lnTo>
                  <a:pt x="1768060" y="477123"/>
                </a:lnTo>
                <a:lnTo>
                  <a:pt x="1771447" y="403440"/>
                </a:lnTo>
                <a:lnTo>
                  <a:pt x="1773141" y="426035"/>
                </a:lnTo>
                <a:lnTo>
                  <a:pt x="1778221" y="475837"/>
                </a:lnTo>
                <a:lnTo>
                  <a:pt x="1779915" y="490528"/>
                </a:lnTo>
                <a:lnTo>
                  <a:pt x="1781609" y="482680"/>
                </a:lnTo>
                <a:lnTo>
                  <a:pt x="1783302" y="459906"/>
                </a:lnTo>
                <a:lnTo>
                  <a:pt x="1784996" y="468886"/>
                </a:lnTo>
                <a:lnTo>
                  <a:pt x="1786689" y="452391"/>
                </a:lnTo>
                <a:lnTo>
                  <a:pt x="1790076" y="366390"/>
                </a:lnTo>
                <a:lnTo>
                  <a:pt x="1791770" y="446278"/>
                </a:lnTo>
                <a:lnTo>
                  <a:pt x="1793463" y="428673"/>
                </a:lnTo>
                <a:lnTo>
                  <a:pt x="1795157" y="393456"/>
                </a:lnTo>
                <a:lnTo>
                  <a:pt x="1796850" y="399944"/>
                </a:lnTo>
                <a:lnTo>
                  <a:pt x="1801931" y="464846"/>
                </a:lnTo>
                <a:lnTo>
                  <a:pt x="1807012" y="423399"/>
                </a:lnTo>
                <a:lnTo>
                  <a:pt x="1810399" y="469151"/>
                </a:lnTo>
                <a:lnTo>
                  <a:pt x="1812092" y="423044"/>
                </a:lnTo>
                <a:lnTo>
                  <a:pt x="1813785" y="458381"/>
                </a:lnTo>
                <a:lnTo>
                  <a:pt x="1815480" y="452047"/>
                </a:lnTo>
                <a:lnTo>
                  <a:pt x="1817173" y="443643"/>
                </a:lnTo>
                <a:lnTo>
                  <a:pt x="1818866" y="458948"/>
                </a:lnTo>
                <a:lnTo>
                  <a:pt x="1822253" y="397852"/>
                </a:lnTo>
                <a:lnTo>
                  <a:pt x="1823947" y="470281"/>
                </a:lnTo>
                <a:lnTo>
                  <a:pt x="1825641" y="454962"/>
                </a:lnTo>
                <a:lnTo>
                  <a:pt x="1827334" y="376008"/>
                </a:lnTo>
                <a:lnTo>
                  <a:pt x="1829027" y="390629"/>
                </a:lnTo>
                <a:lnTo>
                  <a:pt x="1834108" y="446086"/>
                </a:lnTo>
                <a:lnTo>
                  <a:pt x="1835802" y="435980"/>
                </a:lnTo>
                <a:lnTo>
                  <a:pt x="1837495" y="431016"/>
                </a:lnTo>
                <a:lnTo>
                  <a:pt x="1839189" y="404744"/>
                </a:lnTo>
                <a:lnTo>
                  <a:pt x="1842576" y="443377"/>
                </a:lnTo>
                <a:lnTo>
                  <a:pt x="1844269" y="426960"/>
                </a:lnTo>
                <a:lnTo>
                  <a:pt x="1852737" y="469798"/>
                </a:lnTo>
                <a:lnTo>
                  <a:pt x="1854431" y="474941"/>
                </a:lnTo>
                <a:lnTo>
                  <a:pt x="1856125" y="442172"/>
                </a:lnTo>
                <a:lnTo>
                  <a:pt x="1861205" y="548755"/>
                </a:lnTo>
                <a:lnTo>
                  <a:pt x="1862898" y="535223"/>
                </a:lnTo>
                <a:lnTo>
                  <a:pt x="1867979" y="486570"/>
                </a:lnTo>
                <a:lnTo>
                  <a:pt x="1874753" y="545760"/>
                </a:lnTo>
                <a:lnTo>
                  <a:pt x="1876447" y="492824"/>
                </a:lnTo>
                <a:lnTo>
                  <a:pt x="1878140" y="512246"/>
                </a:lnTo>
                <a:lnTo>
                  <a:pt x="1881528" y="585359"/>
                </a:lnTo>
                <a:lnTo>
                  <a:pt x="1886608" y="536474"/>
                </a:lnTo>
                <a:lnTo>
                  <a:pt x="1888301" y="566793"/>
                </a:lnTo>
                <a:lnTo>
                  <a:pt x="1889996" y="542980"/>
                </a:lnTo>
                <a:lnTo>
                  <a:pt x="1891689" y="544275"/>
                </a:lnTo>
                <a:lnTo>
                  <a:pt x="1893382" y="573230"/>
                </a:lnTo>
                <a:lnTo>
                  <a:pt x="1895076" y="565141"/>
                </a:lnTo>
                <a:lnTo>
                  <a:pt x="1898463" y="541063"/>
                </a:lnTo>
                <a:lnTo>
                  <a:pt x="1903543" y="466574"/>
                </a:lnTo>
                <a:lnTo>
                  <a:pt x="1905237" y="460322"/>
                </a:lnTo>
                <a:lnTo>
                  <a:pt x="1908624" y="487020"/>
                </a:lnTo>
                <a:lnTo>
                  <a:pt x="1913705" y="442332"/>
                </a:lnTo>
                <a:lnTo>
                  <a:pt x="1915399" y="488766"/>
                </a:lnTo>
                <a:lnTo>
                  <a:pt x="1917092" y="475267"/>
                </a:lnTo>
                <a:lnTo>
                  <a:pt x="1918785" y="439771"/>
                </a:lnTo>
                <a:lnTo>
                  <a:pt x="1922173" y="508236"/>
                </a:lnTo>
                <a:lnTo>
                  <a:pt x="1925560" y="584730"/>
                </a:lnTo>
                <a:lnTo>
                  <a:pt x="1930641" y="514468"/>
                </a:lnTo>
                <a:lnTo>
                  <a:pt x="1932334" y="532926"/>
                </a:lnTo>
                <a:lnTo>
                  <a:pt x="1934027" y="551797"/>
                </a:lnTo>
                <a:lnTo>
                  <a:pt x="1937414" y="462125"/>
                </a:lnTo>
                <a:lnTo>
                  <a:pt x="1939108" y="444505"/>
                </a:lnTo>
                <a:lnTo>
                  <a:pt x="1944189" y="505123"/>
                </a:lnTo>
                <a:lnTo>
                  <a:pt x="1947576" y="442954"/>
                </a:lnTo>
                <a:lnTo>
                  <a:pt x="1949269" y="488570"/>
                </a:lnTo>
                <a:lnTo>
                  <a:pt x="1950963" y="464079"/>
                </a:lnTo>
                <a:lnTo>
                  <a:pt x="1952656" y="436753"/>
                </a:lnTo>
                <a:lnTo>
                  <a:pt x="1954350" y="476505"/>
                </a:lnTo>
                <a:lnTo>
                  <a:pt x="1957737" y="432428"/>
                </a:lnTo>
                <a:lnTo>
                  <a:pt x="1959431" y="464337"/>
                </a:lnTo>
                <a:lnTo>
                  <a:pt x="1961124" y="456034"/>
                </a:lnTo>
                <a:lnTo>
                  <a:pt x="1962817" y="456455"/>
                </a:lnTo>
                <a:lnTo>
                  <a:pt x="1964511" y="442674"/>
                </a:lnTo>
                <a:lnTo>
                  <a:pt x="1966205" y="445958"/>
                </a:lnTo>
                <a:lnTo>
                  <a:pt x="1967898" y="448616"/>
                </a:lnTo>
                <a:lnTo>
                  <a:pt x="1969592" y="446739"/>
                </a:lnTo>
                <a:lnTo>
                  <a:pt x="1971285" y="463673"/>
                </a:lnTo>
                <a:lnTo>
                  <a:pt x="1972979" y="452986"/>
                </a:lnTo>
                <a:lnTo>
                  <a:pt x="1978059" y="473702"/>
                </a:lnTo>
                <a:lnTo>
                  <a:pt x="1979753" y="449532"/>
                </a:lnTo>
                <a:lnTo>
                  <a:pt x="1981447" y="454215"/>
                </a:lnTo>
                <a:lnTo>
                  <a:pt x="1984834" y="475976"/>
                </a:lnTo>
                <a:lnTo>
                  <a:pt x="1986527" y="475960"/>
                </a:lnTo>
                <a:lnTo>
                  <a:pt x="1989915" y="459304"/>
                </a:lnTo>
                <a:lnTo>
                  <a:pt x="1993301" y="487239"/>
                </a:lnTo>
                <a:lnTo>
                  <a:pt x="1994995" y="483505"/>
                </a:lnTo>
                <a:lnTo>
                  <a:pt x="1998382" y="455539"/>
                </a:lnTo>
                <a:lnTo>
                  <a:pt x="2008543" y="541750"/>
                </a:lnTo>
                <a:lnTo>
                  <a:pt x="2015318" y="461544"/>
                </a:lnTo>
                <a:lnTo>
                  <a:pt x="2017011" y="468678"/>
                </a:lnTo>
                <a:lnTo>
                  <a:pt x="2020398" y="504605"/>
                </a:lnTo>
                <a:lnTo>
                  <a:pt x="2025479" y="478324"/>
                </a:lnTo>
                <a:lnTo>
                  <a:pt x="2028866" y="486699"/>
                </a:lnTo>
                <a:lnTo>
                  <a:pt x="2030560" y="466527"/>
                </a:lnTo>
                <a:lnTo>
                  <a:pt x="2032253" y="470361"/>
                </a:lnTo>
                <a:lnTo>
                  <a:pt x="2033947" y="466440"/>
                </a:lnTo>
                <a:lnTo>
                  <a:pt x="2037333" y="446182"/>
                </a:lnTo>
                <a:lnTo>
                  <a:pt x="2040721" y="447428"/>
                </a:lnTo>
                <a:lnTo>
                  <a:pt x="2044108" y="497193"/>
                </a:lnTo>
                <a:lnTo>
                  <a:pt x="2047495" y="502619"/>
                </a:lnTo>
                <a:lnTo>
                  <a:pt x="2049189" y="500126"/>
                </a:lnTo>
                <a:lnTo>
                  <a:pt x="2052575" y="458010"/>
                </a:lnTo>
                <a:lnTo>
                  <a:pt x="2057656" y="446043"/>
                </a:lnTo>
                <a:lnTo>
                  <a:pt x="2064431" y="528326"/>
                </a:lnTo>
                <a:lnTo>
                  <a:pt x="2066124" y="523301"/>
                </a:lnTo>
                <a:lnTo>
                  <a:pt x="2071204" y="407400"/>
                </a:lnTo>
                <a:lnTo>
                  <a:pt x="2076285" y="480758"/>
                </a:lnTo>
                <a:lnTo>
                  <a:pt x="2079672" y="441068"/>
                </a:lnTo>
                <a:lnTo>
                  <a:pt x="2081366" y="451499"/>
                </a:lnTo>
                <a:lnTo>
                  <a:pt x="2083059" y="451226"/>
                </a:lnTo>
                <a:lnTo>
                  <a:pt x="2084753" y="399764"/>
                </a:lnTo>
                <a:lnTo>
                  <a:pt x="2086446" y="421237"/>
                </a:lnTo>
                <a:lnTo>
                  <a:pt x="2088140" y="477561"/>
                </a:lnTo>
                <a:lnTo>
                  <a:pt x="2089834" y="462679"/>
                </a:lnTo>
                <a:lnTo>
                  <a:pt x="2094914" y="417782"/>
                </a:lnTo>
                <a:lnTo>
                  <a:pt x="2098301" y="515385"/>
                </a:lnTo>
                <a:lnTo>
                  <a:pt x="2099995" y="504296"/>
                </a:lnTo>
                <a:lnTo>
                  <a:pt x="2103382" y="468806"/>
                </a:lnTo>
                <a:lnTo>
                  <a:pt x="2106769" y="434405"/>
                </a:lnTo>
                <a:lnTo>
                  <a:pt x="2108462" y="370347"/>
                </a:lnTo>
                <a:lnTo>
                  <a:pt x="2110156" y="401027"/>
                </a:lnTo>
                <a:lnTo>
                  <a:pt x="2111849" y="413528"/>
                </a:lnTo>
                <a:lnTo>
                  <a:pt x="2115237" y="456498"/>
                </a:lnTo>
                <a:lnTo>
                  <a:pt x="2116930" y="456670"/>
                </a:lnTo>
                <a:lnTo>
                  <a:pt x="2122011" y="436658"/>
                </a:lnTo>
                <a:lnTo>
                  <a:pt x="2125398" y="396661"/>
                </a:lnTo>
                <a:lnTo>
                  <a:pt x="2132172" y="413634"/>
                </a:lnTo>
                <a:lnTo>
                  <a:pt x="2133866" y="408294"/>
                </a:lnTo>
                <a:lnTo>
                  <a:pt x="2138947" y="356876"/>
                </a:lnTo>
                <a:lnTo>
                  <a:pt x="2142333" y="374278"/>
                </a:lnTo>
                <a:lnTo>
                  <a:pt x="2145720" y="375851"/>
                </a:lnTo>
                <a:lnTo>
                  <a:pt x="2149108" y="341088"/>
                </a:lnTo>
                <a:lnTo>
                  <a:pt x="2150801" y="353873"/>
                </a:lnTo>
                <a:lnTo>
                  <a:pt x="2157575" y="448800"/>
                </a:lnTo>
                <a:lnTo>
                  <a:pt x="2159269" y="445784"/>
                </a:lnTo>
                <a:lnTo>
                  <a:pt x="2160962" y="399616"/>
                </a:lnTo>
                <a:lnTo>
                  <a:pt x="2162656" y="413058"/>
                </a:lnTo>
                <a:lnTo>
                  <a:pt x="2164350" y="449176"/>
                </a:lnTo>
                <a:lnTo>
                  <a:pt x="2166043" y="444008"/>
                </a:lnTo>
                <a:lnTo>
                  <a:pt x="2167736" y="438299"/>
                </a:lnTo>
                <a:lnTo>
                  <a:pt x="2169430" y="487279"/>
                </a:lnTo>
                <a:lnTo>
                  <a:pt x="2172817" y="399373"/>
                </a:lnTo>
                <a:lnTo>
                  <a:pt x="2174511" y="422165"/>
                </a:lnTo>
                <a:lnTo>
                  <a:pt x="2176204" y="473949"/>
                </a:lnTo>
                <a:lnTo>
                  <a:pt x="2177898" y="473337"/>
                </a:lnTo>
                <a:lnTo>
                  <a:pt x="2179592" y="472097"/>
                </a:lnTo>
                <a:lnTo>
                  <a:pt x="2181285" y="474998"/>
                </a:lnTo>
                <a:lnTo>
                  <a:pt x="2184672" y="498929"/>
                </a:lnTo>
                <a:lnTo>
                  <a:pt x="2186365" y="498555"/>
                </a:lnTo>
                <a:lnTo>
                  <a:pt x="2188059" y="493779"/>
                </a:lnTo>
                <a:lnTo>
                  <a:pt x="2189753" y="500655"/>
                </a:lnTo>
                <a:lnTo>
                  <a:pt x="2191446" y="555358"/>
                </a:lnTo>
                <a:lnTo>
                  <a:pt x="2196527" y="484104"/>
                </a:lnTo>
                <a:lnTo>
                  <a:pt x="2198220" y="530609"/>
                </a:lnTo>
                <a:lnTo>
                  <a:pt x="2199914" y="509229"/>
                </a:lnTo>
                <a:lnTo>
                  <a:pt x="2201607" y="508109"/>
                </a:lnTo>
                <a:lnTo>
                  <a:pt x="2206688" y="561474"/>
                </a:lnTo>
                <a:lnTo>
                  <a:pt x="2211768" y="514179"/>
                </a:lnTo>
                <a:lnTo>
                  <a:pt x="2213462" y="527139"/>
                </a:lnTo>
                <a:lnTo>
                  <a:pt x="2215156" y="580160"/>
                </a:lnTo>
                <a:lnTo>
                  <a:pt x="2216849" y="534296"/>
                </a:lnTo>
                <a:lnTo>
                  <a:pt x="2218543" y="569143"/>
                </a:lnTo>
                <a:lnTo>
                  <a:pt x="2220236" y="527103"/>
                </a:lnTo>
                <a:lnTo>
                  <a:pt x="2221930" y="531950"/>
                </a:lnTo>
                <a:lnTo>
                  <a:pt x="2223624" y="541428"/>
                </a:lnTo>
                <a:lnTo>
                  <a:pt x="2228704" y="505667"/>
                </a:lnTo>
                <a:lnTo>
                  <a:pt x="2230398" y="511738"/>
                </a:lnTo>
                <a:lnTo>
                  <a:pt x="2233785" y="533982"/>
                </a:lnTo>
                <a:lnTo>
                  <a:pt x="2235478" y="518470"/>
                </a:lnTo>
                <a:lnTo>
                  <a:pt x="2237171" y="525255"/>
                </a:lnTo>
                <a:lnTo>
                  <a:pt x="2238866" y="517040"/>
                </a:lnTo>
                <a:lnTo>
                  <a:pt x="2242252" y="479364"/>
                </a:lnTo>
                <a:lnTo>
                  <a:pt x="2247333" y="563072"/>
                </a:lnTo>
                <a:lnTo>
                  <a:pt x="2249027" y="578236"/>
                </a:lnTo>
                <a:lnTo>
                  <a:pt x="2250720" y="567103"/>
                </a:lnTo>
                <a:lnTo>
                  <a:pt x="2254107" y="630709"/>
                </a:lnTo>
                <a:lnTo>
                  <a:pt x="2255801" y="627589"/>
                </a:lnTo>
                <a:lnTo>
                  <a:pt x="2257494" y="597450"/>
                </a:lnTo>
                <a:lnTo>
                  <a:pt x="2259188" y="601722"/>
                </a:lnTo>
                <a:lnTo>
                  <a:pt x="2260881" y="609656"/>
                </a:lnTo>
                <a:lnTo>
                  <a:pt x="2265962" y="580333"/>
                </a:lnTo>
                <a:lnTo>
                  <a:pt x="2269349" y="595543"/>
                </a:lnTo>
                <a:lnTo>
                  <a:pt x="2271043" y="590075"/>
                </a:lnTo>
                <a:lnTo>
                  <a:pt x="2272736" y="565830"/>
                </a:lnTo>
                <a:lnTo>
                  <a:pt x="2274430" y="570446"/>
                </a:lnTo>
                <a:lnTo>
                  <a:pt x="2276123" y="575903"/>
                </a:lnTo>
                <a:lnTo>
                  <a:pt x="2287978" y="463069"/>
                </a:lnTo>
                <a:lnTo>
                  <a:pt x="2289672" y="473764"/>
                </a:lnTo>
                <a:lnTo>
                  <a:pt x="2294752" y="428337"/>
                </a:lnTo>
                <a:lnTo>
                  <a:pt x="2311687" y="259068"/>
                </a:lnTo>
                <a:lnTo>
                  <a:pt x="2313382" y="254393"/>
                </a:lnTo>
                <a:lnTo>
                  <a:pt x="2318462" y="310360"/>
                </a:lnTo>
                <a:lnTo>
                  <a:pt x="2320155" y="294316"/>
                </a:lnTo>
                <a:lnTo>
                  <a:pt x="2323543" y="346483"/>
                </a:lnTo>
                <a:lnTo>
                  <a:pt x="2325236" y="337793"/>
                </a:lnTo>
                <a:lnTo>
                  <a:pt x="2326929" y="332333"/>
                </a:lnTo>
                <a:lnTo>
                  <a:pt x="2328623" y="316851"/>
                </a:lnTo>
                <a:lnTo>
                  <a:pt x="2332010" y="383305"/>
                </a:lnTo>
                <a:lnTo>
                  <a:pt x="2333704" y="350539"/>
                </a:lnTo>
                <a:lnTo>
                  <a:pt x="2335397" y="370019"/>
                </a:lnTo>
                <a:lnTo>
                  <a:pt x="2337091" y="361767"/>
                </a:lnTo>
                <a:lnTo>
                  <a:pt x="2338785" y="372870"/>
                </a:lnTo>
                <a:lnTo>
                  <a:pt x="2342171" y="364944"/>
                </a:lnTo>
                <a:lnTo>
                  <a:pt x="2348946" y="445664"/>
                </a:lnTo>
                <a:lnTo>
                  <a:pt x="2352333" y="361975"/>
                </a:lnTo>
                <a:lnTo>
                  <a:pt x="2359107" y="428854"/>
                </a:lnTo>
                <a:lnTo>
                  <a:pt x="2360800" y="442038"/>
                </a:lnTo>
                <a:lnTo>
                  <a:pt x="2364188" y="383335"/>
                </a:lnTo>
                <a:lnTo>
                  <a:pt x="2365881" y="382368"/>
                </a:lnTo>
                <a:lnTo>
                  <a:pt x="2367575" y="447101"/>
                </a:lnTo>
                <a:lnTo>
                  <a:pt x="2369268" y="368621"/>
                </a:lnTo>
                <a:lnTo>
                  <a:pt x="2370962" y="370348"/>
                </a:lnTo>
                <a:lnTo>
                  <a:pt x="2376042" y="424115"/>
                </a:lnTo>
                <a:lnTo>
                  <a:pt x="2379430" y="410576"/>
                </a:lnTo>
                <a:lnTo>
                  <a:pt x="2381123" y="397596"/>
                </a:lnTo>
                <a:lnTo>
                  <a:pt x="2382817" y="435086"/>
                </a:lnTo>
                <a:lnTo>
                  <a:pt x="2387898" y="363115"/>
                </a:lnTo>
                <a:lnTo>
                  <a:pt x="2389591" y="447282"/>
                </a:lnTo>
                <a:lnTo>
                  <a:pt x="2391284" y="442093"/>
                </a:lnTo>
                <a:lnTo>
                  <a:pt x="2392978" y="418781"/>
                </a:lnTo>
                <a:lnTo>
                  <a:pt x="2394671" y="422030"/>
                </a:lnTo>
                <a:lnTo>
                  <a:pt x="2396365" y="425935"/>
                </a:lnTo>
                <a:lnTo>
                  <a:pt x="2399752" y="374859"/>
                </a:lnTo>
                <a:lnTo>
                  <a:pt x="2403139" y="421082"/>
                </a:lnTo>
                <a:lnTo>
                  <a:pt x="2404833" y="425339"/>
                </a:lnTo>
                <a:lnTo>
                  <a:pt x="2408220" y="397942"/>
                </a:lnTo>
                <a:lnTo>
                  <a:pt x="2413301" y="363074"/>
                </a:lnTo>
                <a:lnTo>
                  <a:pt x="2416687" y="379882"/>
                </a:lnTo>
                <a:lnTo>
                  <a:pt x="2420074" y="357843"/>
                </a:lnTo>
                <a:lnTo>
                  <a:pt x="2421768" y="358263"/>
                </a:lnTo>
                <a:lnTo>
                  <a:pt x="2423462" y="372788"/>
                </a:lnTo>
                <a:lnTo>
                  <a:pt x="2428542" y="327857"/>
                </a:lnTo>
                <a:lnTo>
                  <a:pt x="2430236" y="336764"/>
                </a:lnTo>
                <a:lnTo>
                  <a:pt x="2431929" y="289946"/>
                </a:lnTo>
                <a:lnTo>
                  <a:pt x="2433623" y="323496"/>
                </a:lnTo>
                <a:lnTo>
                  <a:pt x="2435316" y="306761"/>
                </a:lnTo>
                <a:lnTo>
                  <a:pt x="2437010" y="300848"/>
                </a:lnTo>
                <a:lnTo>
                  <a:pt x="2442091" y="253671"/>
                </a:lnTo>
                <a:lnTo>
                  <a:pt x="2443784" y="302389"/>
                </a:lnTo>
                <a:lnTo>
                  <a:pt x="2448865" y="236203"/>
                </a:lnTo>
                <a:lnTo>
                  <a:pt x="2450558" y="251638"/>
                </a:lnTo>
                <a:lnTo>
                  <a:pt x="2453946" y="172714"/>
                </a:lnTo>
                <a:lnTo>
                  <a:pt x="2459026" y="247982"/>
                </a:lnTo>
                <a:lnTo>
                  <a:pt x="2462413" y="139001"/>
                </a:lnTo>
                <a:lnTo>
                  <a:pt x="2464107" y="140901"/>
                </a:lnTo>
                <a:lnTo>
                  <a:pt x="2465800" y="169794"/>
                </a:lnTo>
                <a:lnTo>
                  <a:pt x="2467494" y="156761"/>
                </a:lnTo>
                <a:lnTo>
                  <a:pt x="2469187" y="138627"/>
                </a:lnTo>
                <a:lnTo>
                  <a:pt x="2470881" y="172987"/>
                </a:lnTo>
                <a:lnTo>
                  <a:pt x="2472575" y="128909"/>
                </a:lnTo>
                <a:lnTo>
                  <a:pt x="2474268" y="133860"/>
                </a:lnTo>
                <a:lnTo>
                  <a:pt x="2475961" y="163536"/>
                </a:lnTo>
                <a:lnTo>
                  <a:pt x="2482736" y="16908"/>
                </a:lnTo>
                <a:lnTo>
                  <a:pt x="2484429" y="22883"/>
                </a:lnTo>
                <a:lnTo>
                  <a:pt x="2487817" y="199623"/>
                </a:lnTo>
                <a:lnTo>
                  <a:pt x="2492897" y="41581"/>
                </a:lnTo>
                <a:lnTo>
                  <a:pt x="2494590" y="59653"/>
                </a:lnTo>
                <a:lnTo>
                  <a:pt x="2499671" y="178868"/>
                </a:lnTo>
                <a:lnTo>
                  <a:pt x="2503058" y="57630"/>
                </a:lnTo>
                <a:lnTo>
                  <a:pt x="2504752" y="129936"/>
                </a:lnTo>
                <a:lnTo>
                  <a:pt x="2506445" y="93369"/>
                </a:lnTo>
                <a:lnTo>
                  <a:pt x="2509832" y="236493"/>
                </a:lnTo>
                <a:lnTo>
                  <a:pt x="2511526" y="177487"/>
                </a:lnTo>
                <a:lnTo>
                  <a:pt x="2514913" y="0"/>
                </a:lnTo>
                <a:lnTo>
                  <a:pt x="2518300" y="122622"/>
                </a:lnTo>
                <a:lnTo>
                  <a:pt x="2519993" y="209486"/>
                </a:lnTo>
                <a:lnTo>
                  <a:pt x="2521687" y="186880"/>
                </a:lnTo>
                <a:lnTo>
                  <a:pt x="2525074" y="103289"/>
                </a:lnTo>
                <a:lnTo>
                  <a:pt x="2528462" y="231499"/>
                </a:lnTo>
                <a:lnTo>
                  <a:pt x="2531849" y="92072"/>
                </a:lnTo>
                <a:lnTo>
                  <a:pt x="2535235" y="164336"/>
                </a:lnTo>
                <a:lnTo>
                  <a:pt x="2536929" y="148718"/>
                </a:lnTo>
                <a:lnTo>
                  <a:pt x="2540316" y="268892"/>
                </a:lnTo>
                <a:lnTo>
                  <a:pt x="2542010" y="278262"/>
                </a:lnTo>
                <a:lnTo>
                  <a:pt x="2545397" y="156145"/>
                </a:lnTo>
                <a:lnTo>
                  <a:pt x="2547091" y="248519"/>
                </a:lnTo>
                <a:lnTo>
                  <a:pt x="2548784" y="228780"/>
                </a:lnTo>
                <a:lnTo>
                  <a:pt x="2552171" y="196212"/>
                </a:lnTo>
                <a:lnTo>
                  <a:pt x="2557252" y="254527"/>
                </a:lnTo>
                <a:lnTo>
                  <a:pt x="2558945" y="232744"/>
                </a:lnTo>
                <a:lnTo>
                  <a:pt x="2562333" y="359239"/>
                </a:lnTo>
                <a:lnTo>
                  <a:pt x="2564026" y="321070"/>
                </a:lnTo>
                <a:lnTo>
                  <a:pt x="2565719" y="249327"/>
                </a:lnTo>
                <a:lnTo>
                  <a:pt x="2567413" y="280429"/>
                </a:lnTo>
                <a:lnTo>
                  <a:pt x="2570800" y="382633"/>
                </a:lnTo>
                <a:lnTo>
                  <a:pt x="2572494" y="321717"/>
                </a:lnTo>
                <a:lnTo>
                  <a:pt x="2574187" y="395118"/>
                </a:lnTo>
                <a:lnTo>
                  <a:pt x="2575880" y="361614"/>
                </a:lnTo>
                <a:lnTo>
                  <a:pt x="2577574" y="353283"/>
                </a:lnTo>
                <a:lnTo>
                  <a:pt x="2579268" y="313521"/>
                </a:lnTo>
                <a:lnTo>
                  <a:pt x="2580961" y="334772"/>
                </a:lnTo>
                <a:lnTo>
                  <a:pt x="2582655" y="410988"/>
                </a:lnTo>
                <a:lnTo>
                  <a:pt x="2584348" y="342829"/>
                </a:lnTo>
                <a:lnTo>
                  <a:pt x="2586042" y="360208"/>
                </a:lnTo>
                <a:lnTo>
                  <a:pt x="2587736" y="478650"/>
                </a:lnTo>
                <a:lnTo>
                  <a:pt x="2589429" y="429305"/>
                </a:lnTo>
                <a:lnTo>
                  <a:pt x="2594509" y="371153"/>
                </a:lnTo>
                <a:lnTo>
                  <a:pt x="2596203" y="412482"/>
                </a:lnTo>
                <a:lnTo>
                  <a:pt x="2597897" y="403111"/>
                </a:lnTo>
                <a:lnTo>
                  <a:pt x="2601284" y="346793"/>
                </a:lnTo>
                <a:lnTo>
                  <a:pt x="2602977" y="500168"/>
                </a:lnTo>
                <a:lnTo>
                  <a:pt x="2604671" y="459438"/>
                </a:lnTo>
                <a:lnTo>
                  <a:pt x="2606364" y="316354"/>
                </a:lnTo>
                <a:lnTo>
                  <a:pt x="2609751" y="533030"/>
                </a:lnTo>
                <a:lnTo>
                  <a:pt x="2611445" y="396084"/>
                </a:lnTo>
                <a:lnTo>
                  <a:pt x="2613139" y="418569"/>
                </a:lnTo>
                <a:lnTo>
                  <a:pt x="2618219" y="293759"/>
                </a:lnTo>
                <a:lnTo>
                  <a:pt x="2621606" y="451158"/>
                </a:lnTo>
                <a:lnTo>
                  <a:pt x="2624993" y="308193"/>
                </a:lnTo>
                <a:lnTo>
                  <a:pt x="2626687" y="336340"/>
                </a:lnTo>
                <a:lnTo>
                  <a:pt x="2630074" y="497310"/>
                </a:lnTo>
                <a:lnTo>
                  <a:pt x="2631768" y="473399"/>
                </a:lnTo>
                <a:lnTo>
                  <a:pt x="2633461" y="369050"/>
                </a:lnTo>
                <a:lnTo>
                  <a:pt x="2635154" y="426186"/>
                </a:lnTo>
                <a:lnTo>
                  <a:pt x="2636849" y="486173"/>
                </a:lnTo>
                <a:lnTo>
                  <a:pt x="2640235" y="328085"/>
                </a:lnTo>
                <a:lnTo>
                  <a:pt x="2643622" y="584894"/>
                </a:lnTo>
                <a:lnTo>
                  <a:pt x="2648703" y="343658"/>
                </a:lnTo>
                <a:lnTo>
                  <a:pt x="2650396" y="373358"/>
                </a:lnTo>
                <a:lnTo>
                  <a:pt x="2652090" y="450708"/>
                </a:lnTo>
                <a:lnTo>
                  <a:pt x="2653784" y="357661"/>
                </a:lnTo>
                <a:lnTo>
                  <a:pt x="2655477" y="404309"/>
                </a:lnTo>
                <a:lnTo>
                  <a:pt x="2658864" y="296208"/>
                </a:lnTo>
                <a:lnTo>
                  <a:pt x="2662252" y="451939"/>
                </a:lnTo>
                <a:lnTo>
                  <a:pt x="2665638" y="319516"/>
                </a:lnTo>
                <a:lnTo>
                  <a:pt x="2669025" y="397149"/>
                </a:lnTo>
                <a:lnTo>
                  <a:pt x="2670719" y="398977"/>
                </a:lnTo>
                <a:lnTo>
                  <a:pt x="2672413" y="358985"/>
                </a:lnTo>
                <a:lnTo>
                  <a:pt x="2674106" y="367254"/>
                </a:lnTo>
                <a:lnTo>
                  <a:pt x="2675800" y="424037"/>
                </a:lnTo>
                <a:lnTo>
                  <a:pt x="2677493" y="337463"/>
                </a:lnTo>
                <a:lnTo>
                  <a:pt x="2680880" y="478376"/>
                </a:lnTo>
                <a:lnTo>
                  <a:pt x="2682574" y="373584"/>
                </a:lnTo>
                <a:lnTo>
                  <a:pt x="2684267" y="456522"/>
                </a:lnTo>
                <a:lnTo>
                  <a:pt x="2685961" y="383681"/>
                </a:lnTo>
                <a:lnTo>
                  <a:pt x="2687655" y="398352"/>
                </a:lnTo>
                <a:lnTo>
                  <a:pt x="2691042" y="360131"/>
                </a:lnTo>
                <a:lnTo>
                  <a:pt x="2692735" y="417662"/>
                </a:lnTo>
                <a:lnTo>
                  <a:pt x="2694428" y="407333"/>
                </a:lnTo>
                <a:lnTo>
                  <a:pt x="2697816" y="324486"/>
                </a:lnTo>
                <a:lnTo>
                  <a:pt x="2699509" y="448107"/>
                </a:lnTo>
                <a:lnTo>
                  <a:pt x="2701203" y="429272"/>
                </a:lnTo>
                <a:lnTo>
                  <a:pt x="2702896" y="348150"/>
                </a:lnTo>
                <a:lnTo>
                  <a:pt x="2704590" y="452195"/>
                </a:lnTo>
                <a:lnTo>
                  <a:pt x="2706284" y="445348"/>
                </a:lnTo>
                <a:lnTo>
                  <a:pt x="2707977" y="430817"/>
                </a:lnTo>
                <a:lnTo>
                  <a:pt x="2711364" y="297712"/>
                </a:lnTo>
                <a:lnTo>
                  <a:pt x="2713058" y="311979"/>
                </a:lnTo>
                <a:lnTo>
                  <a:pt x="2718138" y="462003"/>
                </a:lnTo>
                <a:lnTo>
                  <a:pt x="2721526" y="325705"/>
                </a:lnTo>
                <a:lnTo>
                  <a:pt x="2723219" y="497141"/>
                </a:lnTo>
                <a:lnTo>
                  <a:pt x="2724912" y="473385"/>
                </a:lnTo>
                <a:lnTo>
                  <a:pt x="2728300" y="326958"/>
                </a:lnTo>
                <a:lnTo>
                  <a:pt x="2731687" y="425370"/>
                </a:lnTo>
                <a:lnTo>
                  <a:pt x="2733380" y="462354"/>
                </a:lnTo>
                <a:lnTo>
                  <a:pt x="2735073" y="371745"/>
                </a:lnTo>
                <a:lnTo>
                  <a:pt x="2736768" y="442383"/>
                </a:lnTo>
                <a:lnTo>
                  <a:pt x="2738461" y="407702"/>
                </a:lnTo>
                <a:lnTo>
                  <a:pt x="2740154" y="422197"/>
                </a:lnTo>
                <a:lnTo>
                  <a:pt x="2743541" y="319047"/>
                </a:lnTo>
                <a:lnTo>
                  <a:pt x="2745235" y="326675"/>
                </a:lnTo>
                <a:lnTo>
                  <a:pt x="2748622" y="481857"/>
                </a:lnTo>
                <a:lnTo>
                  <a:pt x="2752009" y="259283"/>
                </a:lnTo>
                <a:lnTo>
                  <a:pt x="2753703" y="320072"/>
                </a:lnTo>
                <a:lnTo>
                  <a:pt x="2757090" y="542659"/>
                </a:lnTo>
                <a:lnTo>
                  <a:pt x="2762171" y="274983"/>
                </a:lnTo>
                <a:lnTo>
                  <a:pt x="2763864" y="351130"/>
                </a:lnTo>
                <a:lnTo>
                  <a:pt x="2765557" y="340722"/>
                </a:lnTo>
                <a:lnTo>
                  <a:pt x="2767251" y="369352"/>
                </a:lnTo>
                <a:lnTo>
                  <a:pt x="2768944" y="309286"/>
                </a:lnTo>
                <a:lnTo>
                  <a:pt x="2770638" y="453855"/>
                </a:lnTo>
                <a:lnTo>
                  <a:pt x="2772332" y="410035"/>
                </a:lnTo>
                <a:lnTo>
                  <a:pt x="2774025" y="353713"/>
                </a:lnTo>
                <a:lnTo>
                  <a:pt x="2775719" y="390353"/>
                </a:lnTo>
                <a:lnTo>
                  <a:pt x="2777412" y="363387"/>
                </a:lnTo>
                <a:lnTo>
                  <a:pt x="2779106" y="443683"/>
                </a:lnTo>
                <a:lnTo>
                  <a:pt x="2780800" y="409265"/>
                </a:lnTo>
                <a:lnTo>
                  <a:pt x="2782493" y="361142"/>
                </a:lnTo>
                <a:lnTo>
                  <a:pt x="2784186" y="456373"/>
                </a:lnTo>
                <a:lnTo>
                  <a:pt x="2785880" y="436701"/>
                </a:lnTo>
                <a:lnTo>
                  <a:pt x="2787574" y="328035"/>
                </a:lnTo>
                <a:lnTo>
                  <a:pt x="2790961" y="418526"/>
                </a:lnTo>
                <a:lnTo>
                  <a:pt x="2794348" y="354413"/>
                </a:lnTo>
                <a:lnTo>
                  <a:pt x="2796042" y="426302"/>
                </a:lnTo>
                <a:lnTo>
                  <a:pt x="2799428" y="344215"/>
                </a:lnTo>
                <a:lnTo>
                  <a:pt x="2801122" y="372804"/>
                </a:lnTo>
                <a:lnTo>
                  <a:pt x="2802816" y="498546"/>
                </a:lnTo>
                <a:lnTo>
                  <a:pt x="2806203" y="370600"/>
                </a:lnTo>
                <a:lnTo>
                  <a:pt x="2807896" y="428197"/>
                </a:lnTo>
                <a:lnTo>
                  <a:pt x="2809589" y="420229"/>
                </a:lnTo>
                <a:lnTo>
                  <a:pt x="2811284" y="442051"/>
                </a:lnTo>
                <a:lnTo>
                  <a:pt x="2812977" y="384710"/>
                </a:lnTo>
                <a:lnTo>
                  <a:pt x="2814670" y="389165"/>
                </a:lnTo>
                <a:lnTo>
                  <a:pt x="2816364" y="439087"/>
                </a:lnTo>
                <a:lnTo>
                  <a:pt x="2818057" y="438270"/>
                </a:lnTo>
                <a:lnTo>
                  <a:pt x="2819751" y="359111"/>
                </a:lnTo>
                <a:lnTo>
                  <a:pt x="2821445" y="371844"/>
                </a:lnTo>
                <a:lnTo>
                  <a:pt x="2826525" y="433340"/>
                </a:lnTo>
                <a:lnTo>
                  <a:pt x="2828219" y="380685"/>
                </a:lnTo>
                <a:lnTo>
                  <a:pt x="2831606" y="559264"/>
                </a:lnTo>
                <a:lnTo>
                  <a:pt x="2836687" y="348180"/>
                </a:lnTo>
                <a:lnTo>
                  <a:pt x="2840073" y="458797"/>
                </a:lnTo>
                <a:lnTo>
                  <a:pt x="2841767" y="364981"/>
                </a:lnTo>
                <a:lnTo>
                  <a:pt x="2843460" y="416056"/>
                </a:lnTo>
                <a:lnTo>
                  <a:pt x="2846848" y="642613"/>
                </a:lnTo>
                <a:lnTo>
                  <a:pt x="2851928" y="387565"/>
                </a:lnTo>
                <a:lnTo>
                  <a:pt x="2855315" y="377732"/>
                </a:lnTo>
                <a:lnTo>
                  <a:pt x="2857009" y="330189"/>
                </a:lnTo>
                <a:lnTo>
                  <a:pt x="2860396" y="433182"/>
                </a:lnTo>
                <a:lnTo>
                  <a:pt x="2862090" y="360137"/>
                </a:lnTo>
                <a:lnTo>
                  <a:pt x="2863783" y="388094"/>
                </a:lnTo>
                <a:lnTo>
                  <a:pt x="2865477" y="409186"/>
                </a:lnTo>
                <a:lnTo>
                  <a:pt x="2867170" y="406726"/>
                </a:lnTo>
                <a:lnTo>
                  <a:pt x="2872251" y="290377"/>
                </a:lnTo>
                <a:lnTo>
                  <a:pt x="2875638" y="552540"/>
                </a:lnTo>
                <a:lnTo>
                  <a:pt x="2877332" y="510679"/>
                </a:lnTo>
                <a:lnTo>
                  <a:pt x="2879025" y="346119"/>
                </a:lnTo>
                <a:lnTo>
                  <a:pt x="2880719" y="374860"/>
                </a:lnTo>
                <a:lnTo>
                  <a:pt x="2882412" y="362531"/>
                </a:lnTo>
                <a:lnTo>
                  <a:pt x="2887493" y="439416"/>
                </a:lnTo>
                <a:lnTo>
                  <a:pt x="2890880" y="374629"/>
                </a:lnTo>
                <a:lnTo>
                  <a:pt x="2892573" y="437917"/>
                </a:lnTo>
                <a:lnTo>
                  <a:pt x="2894267" y="436024"/>
                </a:lnTo>
                <a:lnTo>
                  <a:pt x="2897654" y="379636"/>
                </a:lnTo>
                <a:lnTo>
                  <a:pt x="2899347" y="428651"/>
                </a:lnTo>
                <a:lnTo>
                  <a:pt x="2901041" y="408168"/>
                </a:lnTo>
                <a:lnTo>
                  <a:pt x="2902735" y="400519"/>
                </a:lnTo>
                <a:lnTo>
                  <a:pt x="2906122" y="463529"/>
                </a:lnTo>
                <a:lnTo>
                  <a:pt x="2909509" y="355454"/>
                </a:lnTo>
                <a:lnTo>
                  <a:pt x="2912896" y="417667"/>
                </a:lnTo>
                <a:lnTo>
                  <a:pt x="2914589" y="417663"/>
                </a:lnTo>
                <a:lnTo>
                  <a:pt x="2916283" y="383439"/>
                </a:lnTo>
                <a:lnTo>
                  <a:pt x="2917976" y="398206"/>
                </a:lnTo>
                <a:lnTo>
                  <a:pt x="2923057" y="478331"/>
                </a:lnTo>
                <a:lnTo>
                  <a:pt x="2926444" y="373725"/>
                </a:lnTo>
                <a:lnTo>
                  <a:pt x="2928138" y="441154"/>
                </a:lnTo>
                <a:lnTo>
                  <a:pt x="2929831" y="354263"/>
                </a:lnTo>
                <a:lnTo>
                  <a:pt x="2931525" y="375045"/>
                </a:lnTo>
                <a:lnTo>
                  <a:pt x="2936606" y="453250"/>
                </a:lnTo>
                <a:lnTo>
                  <a:pt x="2938299" y="461442"/>
                </a:lnTo>
                <a:lnTo>
                  <a:pt x="2941686" y="356421"/>
                </a:lnTo>
                <a:lnTo>
                  <a:pt x="2945073" y="438239"/>
                </a:lnTo>
                <a:lnTo>
                  <a:pt x="2946767" y="435281"/>
                </a:lnTo>
                <a:lnTo>
                  <a:pt x="2948460" y="394126"/>
                </a:lnTo>
                <a:lnTo>
                  <a:pt x="2950154" y="398654"/>
                </a:lnTo>
                <a:lnTo>
                  <a:pt x="2951847" y="453232"/>
                </a:lnTo>
                <a:lnTo>
                  <a:pt x="2953541" y="380293"/>
                </a:lnTo>
                <a:lnTo>
                  <a:pt x="2955235" y="389841"/>
                </a:lnTo>
                <a:lnTo>
                  <a:pt x="2956928" y="413957"/>
                </a:lnTo>
                <a:lnTo>
                  <a:pt x="2958621" y="406271"/>
                </a:lnTo>
                <a:lnTo>
                  <a:pt x="2960315" y="407157"/>
                </a:lnTo>
                <a:lnTo>
                  <a:pt x="2962009" y="394115"/>
                </a:lnTo>
                <a:lnTo>
                  <a:pt x="2963702" y="347578"/>
                </a:lnTo>
                <a:lnTo>
                  <a:pt x="2965396" y="351554"/>
                </a:lnTo>
                <a:lnTo>
                  <a:pt x="2967089" y="468470"/>
                </a:lnTo>
                <a:lnTo>
                  <a:pt x="2968783" y="457409"/>
                </a:lnTo>
                <a:lnTo>
                  <a:pt x="2972170" y="375361"/>
                </a:lnTo>
                <a:lnTo>
                  <a:pt x="2973863" y="382086"/>
                </a:lnTo>
                <a:lnTo>
                  <a:pt x="2977251" y="366704"/>
                </a:lnTo>
                <a:lnTo>
                  <a:pt x="2980638" y="500240"/>
                </a:lnTo>
                <a:lnTo>
                  <a:pt x="2982331" y="430334"/>
                </a:lnTo>
                <a:lnTo>
                  <a:pt x="2984024" y="366536"/>
                </a:lnTo>
                <a:lnTo>
                  <a:pt x="2987412" y="439976"/>
                </a:lnTo>
                <a:lnTo>
                  <a:pt x="2989105" y="337396"/>
                </a:lnTo>
                <a:lnTo>
                  <a:pt x="2990799" y="339370"/>
                </a:lnTo>
                <a:lnTo>
                  <a:pt x="2992492" y="521095"/>
                </a:lnTo>
                <a:lnTo>
                  <a:pt x="2994186" y="461845"/>
                </a:lnTo>
                <a:lnTo>
                  <a:pt x="2995880" y="356159"/>
                </a:lnTo>
                <a:lnTo>
                  <a:pt x="2997573" y="358314"/>
                </a:lnTo>
                <a:lnTo>
                  <a:pt x="3000960" y="434600"/>
                </a:lnTo>
                <a:lnTo>
                  <a:pt x="3002654" y="430244"/>
                </a:lnTo>
                <a:lnTo>
                  <a:pt x="3004347" y="466911"/>
                </a:lnTo>
                <a:lnTo>
                  <a:pt x="3009428" y="346017"/>
                </a:lnTo>
                <a:lnTo>
                  <a:pt x="3012815" y="423617"/>
                </a:lnTo>
                <a:lnTo>
                  <a:pt x="3014508" y="420644"/>
                </a:lnTo>
                <a:lnTo>
                  <a:pt x="3016202" y="409899"/>
                </a:lnTo>
                <a:lnTo>
                  <a:pt x="3017895" y="359371"/>
                </a:lnTo>
                <a:lnTo>
                  <a:pt x="3021283" y="545726"/>
                </a:lnTo>
                <a:lnTo>
                  <a:pt x="3022976" y="486582"/>
                </a:lnTo>
                <a:lnTo>
                  <a:pt x="3026363" y="290410"/>
                </a:lnTo>
                <a:lnTo>
                  <a:pt x="3029751" y="426352"/>
                </a:lnTo>
                <a:lnTo>
                  <a:pt x="3031444" y="358960"/>
                </a:lnTo>
                <a:lnTo>
                  <a:pt x="3033137" y="389265"/>
                </a:lnTo>
                <a:lnTo>
                  <a:pt x="3034831" y="408206"/>
                </a:lnTo>
                <a:lnTo>
                  <a:pt x="3036525" y="392484"/>
                </a:lnTo>
                <a:lnTo>
                  <a:pt x="3038218" y="420561"/>
                </a:lnTo>
                <a:lnTo>
                  <a:pt x="3039912" y="401374"/>
                </a:lnTo>
                <a:lnTo>
                  <a:pt x="3043298" y="331714"/>
                </a:lnTo>
                <a:lnTo>
                  <a:pt x="3046686" y="455385"/>
                </a:lnTo>
                <a:lnTo>
                  <a:pt x="3048379" y="439096"/>
                </a:lnTo>
                <a:lnTo>
                  <a:pt x="3050073" y="451802"/>
                </a:lnTo>
                <a:lnTo>
                  <a:pt x="3055154" y="351922"/>
                </a:lnTo>
                <a:lnTo>
                  <a:pt x="3056847" y="421705"/>
                </a:lnTo>
                <a:lnTo>
                  <a:pt x="3058540" y="667310"/>
                </a:lnTo>
                <a:lnTo>
                  <a:pt x="3060235" y="605698"/>
                </a:lnTo>
                <a:lnTo>
                  <a:pt x="3063621" y="288660"/>
                </a:lnTo>
                <a:lnTo>
                  <a:pt x="3065315" y="313197"/>
                </a:lnTo>
                <a:lnTo>
                  <a:pt x="3068702" y="257699"/>
                </a:lnTo>
                <a:lnTo>
                  <a:pt x="3073782" y="516211"/>
                </a:lnTo>
                <a:lnTo>
                  <a:pt x="3077170" y="326848"/>
                </a:lnTo>
                <a:lnTo>
                  <a:pt x="3080557" y="376490"/>
                </a:lnTo>
                <a:lnTo>
                  <a:pt x="3082250" y="378472"/>
                </a:lnTo>
                <a:lnTo>
                  <a:pt x="3085638" y="416322"/>
                </a:lnTo>
                <a:lnTo>
                  <a:pt x="3087331" y="396722"/>
                </a:lnTo>
                <a:lnTo>
                  <a:pt x="3090718" y="457423"/>
                </a:lnTo>
                <a:lnTo>
                  <a:pt x="3094105" y="333376"/>
                </a:lnTo>
                <a:lnTo>
                  <a:pt x="3095799" y="387277"/>
                </a:lnTo>
                <a:lnTo>
                  <a:pt x="3097492" y="494240"/>
                </a:lnTo>
                <a:lnTo>
                  <a:pt x="3099186" y="463384"/>
                </a:lnTo>
                <a:lnTo>
                  <a:pt x="3100879" y="418706"/>
                </a:lnTo>
                <a:lnTo>
                  <a:pt x="3102573" y="449683"/>
                </a:lnTo>
                <a:lnTo>
                  <a:pt x="3105960" y="337341"/>
                </a:lnTo>
                <a:lnTo>
                  <a:pt x="3107653" y="349872"/>
                </a:lnTo>
                <a:lnTo>
                  <a:pt x="3111041" y="427342"/>
                </a:lnTo>
                <a:lnTo>
                  <a:pt x="3116121" y="365188"/>
                </a:lnTo>
                <a:lnTo>
                  <a:pt x="3117814" y="436805"/>
                </a:lnTo>
                <a:lnTo>
                  <a:pt x="3119508" y="377685"/>
                </a:lnTo>
                <a:lnTo>
                  <a:pt x="3121202" y="461245"/>
                </a:lnTo>
                <a:lnTo>
                  <a:pt x="3122895" y="415185"/>
                </a:lnTo>
                <a:lnTo>
                  <a:pt x="3124589" y="391179"/>
                </a:lnTo>
                <a:lnTo>
                  <a:pt x="3126282" y="403138"/>
                </a:lnTo>
                <a:lnTo>
                  <a:pt x="3129670" y="427537"/>
                </a:lnTo>
                <a:lnTo>
                  <a:pt x="3131363" y="421827"/>
                </a:lnTo>
                <a:lnTo>
                  <a:pt x="3133056" y="430083"/>
                </a:lnTo>
                <a:lnTo>
                  <a:pt x="3134751" y="376667"/>
                </a:lnTo>
                <a:lnTo>
                  <a:pt x="3136444" y="417716"/>
                </a:lnTo>
                <a:lnTo>
                  <a:pt x="3138137" y="367256"/>
                </a:lnTo>
                <a:lnTo>
                  <a:pt x="3139831" y="374937"/>
                </a:lnTo>
                <a:lnTo>
                  <a:pt x="3141524" y="446012"/>
                </a:lnTo>
                <a:lnTo>
                  <a:pt x="3143218" y="439339"/>
                </a:lnTo>
                <a:lnTo>
                  <a:pt x="3146605" y="359133"/>
                </a:lnTo>
                <a:lnTo>
                  <a:pt x="3148298" y="505325"/>
                </a:lnTo>
                <a:lnTo>
                  <a:pt x="3149992" y="500888"/>
                </a:lnTo>
                <a:lnTo>
                  <a:pt x="3153379" y="377170"/>
                </a:lnTo>
                <a:lnTo>
                  <a:pt x="3155073" y="388347"/>
                </a:lnTo>
                <a:lnTo>
                  <a:pt x="3158460" y="481049"/>
                </a:lnTo>
                <a:lnTo>
                  <a:pt x="3161847" y="368754"/>
                </a:lnTo>
                <a:lnTo>
                  <a:pt x="3163540" y="415157"/>
                </a:lnTo>
                <a:lnTo>
                  <a:pt x="3165234" y="493852"/>
                </a:lnTo>
                <a:lnTo>
                  <a:pt x="3166927" y="458999"/>
                </a:lnTo>
                <a:lnTo>
                  <a:pt x="3170315" y="341160"/>
                </a:lnTo>
                <a:lnTo>
                  <a:pt x="3172008" y="411645"/>
                </a:lnTo>
                <a:lnTo>
                  <a:pt x="3173702" y="380300"/>
                </a:lnTo>
                <a:lnTo>
                  <a:pt x="3175395" y="368659"/>
                </a:lnTo>
                <a:lnTo>
                  <a:pt x="3178782" y="440389"/>
                </a:lnTo>
                <a:lnTo>
                  <a:pt x="3182169" y="348112"/>
                </a:lnTo>
                <a:lnTo>
                  <a:pt x="3185557" y="474155"/>
                </a:lnTo>
                <a:lnTo>
                  <a:pt x="3187250" y="433219"/>
                </a:lnTo>
                <a:lnTo>
                  <a:pt x="3188944" y="441191"/>
                </a:lnTo>
                <a:lnTo>
                  <a:pt x="3192330" y="392027"/>
                </a:lnTo>
                <a:lnTo>
                  <a:pt x="3194024" y="459925"/>
                </a:lnTo>
                <a:lnTo>
                  <a:pt x="3197411" y="341543"/>
                </a:lnTo>
                <a:lnTo>
                  <a:pt x="3200798" y="451331"/>
                </a:lnTo>
                <a:lnTo>
                  <a:pt x="3202492" y="408905"/>
                </a:lnTo>
                <a:lnTo>
                  <a:pt x="3204186" y="420151"/>
                </a:lnTo>
                <a:lnTo>
                  <a:pt x="3205879" y="511009"/>
                </a:lnTo>
                <a:lnTo>
                  <a:pt x="3207572" y="480011"/>
                </a:lnTo>
                <a:lnTo>
                  <a:pt x="3210960" y="350766"/>
                </a:lnTo>
                <a:lnTo>
                  <a:pt x="3212653" y="527880"/>
                </a:lnTo>
                <a:lnTo>
                  <a:pt x="3214347" y="444220"/>
                </a:lnTo>
                <a:lnTo>
                  <a:pt x="3216040" y="439696"/>
                </a:lnTo>
                <a:lnTo>
                  <a:pt x="3219428" y="455440"/>
                </a:lnTo>
                <a:lnTo>
                  <a:pt x="3224508" y="313083"/>
                </a:lnTo>
                <a:lnTo>
                  <a:pt x="3227895" y="613142"/>
                </a:lnTo>
                <a:lnTo>
                  <a:pt x="3231282" y="369364"/>
                </a:lnTo>
                <a:lnTo>
                  <a:pt x="3234670" y="536827"/>
                </a:lnTo>
                <a:lnTo>
                  <a:pt x="3238056" y="368704"/>
                </a:lnTo>
                <a:lnTo>
                  <a:pt x="3239750" y="419270"/>
                </a:lnTo>
                <a:lnTo>
                  <a:pt x="3241443" y="533953"/>
                </a:lnTo>
                <a:lnTo>
                  <a:pt x="3243137" y="484823"/>
                </a:lnTo>
                <a:lnTo>
                  <a:pt x="3244831" y="408081"/>
                </a:lnTo>
                <a:lnTo>
                  <a:pt x="3246524" y="490554"/>
                </a:lnTo>
                <a:lnTo>
                  <a:pt x="3248217" y="448955"/>
                </a:lnTo>
                <a:lnTo>
                  <a:pt x="3249911" y="466968"/>
                </a:lnTo>
                <a:lnTo>
                  <a:pt x="3253298" y="392193"/>
                </a:lnTo>
                <a:lnTo>
                  <a:pt x="3256685" y="496541"/>
                </a:lnTo>
                <a:lnTo>
                  <a:pt x="3260073" y="362582"/>
                </a:lnTo>
                <a:lnTo>
                  <a:pt x="3263459" y="503100"/>
                </a:lnTo>
                <a:lnTo>
                  <a:pt x="3266846" y="362093"/>
                </a:lnTo>
                <a:lnTo>
                  <a:pt x="3268540" y="415388"/>
                </a:lnTo>
                <a:lnTo>
                  <a:pt x="3270234" y="543428"/>
                </a:lnTo>
                <a:lnTo>
                  <a:pt x="3271927" y="514357"/>
                </a:lnTo>
                <a:lnTo>
                  <a:pt x="3273621" y="411922"/>
                </a:lnTo>
                <a:lnTo>
                  <a:pt x="3275314" y="413386"/>
                </a:lnTo>
                <a:lnTo>
                  <a:pt x="3277008" y="528154"/>
                </a:lnTo>
                <a:lnTo>
                  <a:pt x="3278702" y="498092"/>
                </a:lnTo>
                <a:lnTo>
                  <a:pt x="3280395" y="455197"/>
                </a:lnTo>
                <a:lnTo>
                  <a:pt x="3287169" y="562799"/>
                </a:lnTo>
                <a:lnTo>
                  <a:pt x="3292249" y="385096"/>
                </a:lnTo>
                <a:lnTo>
                  <a:pt x="3295637" y="542351"/>
                </a:lnTo>
                <a:lnTo>
                  <a:pt x="3297330" y="457949"/>
                </a:lnTo>
                <a:lnTo>
                  <a:pt x="3299024" y="467787"/>
                </a:lnTo>
                <a:lnTo>
                  <a:pt x="3304105" y="575024"/>
                </a:lnTo>
                <a:lnTo>
                  <a:pt x="3307491" y="459192"/>
                </a:lnTo>
                <a:lnTo>
                  <a:pt x="3309185" y="508263"/>
                </a:lnTo>
                <a:lnTo>
                  <a:pt x="3310879" y="489904"/>
                </a:lnTo>
                <a:lnTo>
                  <a:pt x="3314266" y="449483"/>
                </a:lnTo>
                <a:lnTo>
                  <a:pt x="3315959" y="451716"/>
                </a:lnTo>
                <a:lnTo>
                  <a:pt x="3319347" y="502185"/>
                </a:lnTo>
                <a:lnTo>
                  <a:pt x="3322733" y="438270"/>
                </a:lnTo>
                <a:lnTo>
                  <a:pt x="3324427" y="515844"/>
                </a:lnTo>
                <a:lnTo>
                  <a:pt x="3326121" y="480436"/>
                </a:lnTo>
                <a:lnTo>
                  <a:pt x="3327814" y="452198"/>
                </a:lnTo>
                <a:lnTo>
                  <a:pt x="3329508" y="509761"/>
                </a:lnTo>
                <a:lnTo>
                  <a:pt x="3331201" y="487895"/>
                </a:lnTo>
                <a:lnTo>
                  <a:pt x="3332895" y="423902"/>
                </a:lnTo>
                <a:lnTo>
                  <a:pt x="3334589" y="512977"/>
                </a:lnTo>
                <a:lnTo>
                  <a:pt x="3336282" y="498378"/>
                </a:lnTo>
                <a:lnTo>
                  <a:pt x="3339669" y="383330"/>
                </a:lnTo>
                <a:lnTo>
                  <a:pt x="3341362" y="390686"/>
                </a:lnTo>
                <a:lnTo>
                  <a:pt x="3344750" y="518716"/>
                </a:lnTo>
                <a:lnTo>
                  <a:pt x="3348137" y="452523"/>
                </a:lnTo>
                <a:lnTo>
                  <a:pt x="3349830" y="518804"/>
                </a:lnTo>
                <a:lnTo>
                  <a:pt x="3351524" y="501013"/>
                </a:lnTo>
                <a:lnTo>
                  <a:pt x="3354911" y="393329"/>
                </a:lnTo>
                <a:lnTo>
                  <a:pt x="3358298" y="548254"/>
                </a:lnTo>
                <a:lnTo>
                  <a:pt x="3361685" y="458546"/>
                </a:lnTo>
                <a:lnTo>
                  <a:pt x="3365072" y="400287"/>
                </a:lnTo>
                <a:lnTo>
                  <a:pt x="3366765" y="338879"/>
                </a:lnTo>
                <a:lnTo>
                  <a:pt x="3371846" y="481314"/>
                </a:lnTo>
                <a:lnTo>
                  <a:pt x="3373540" y="464580"/>
                </a:lnTo>
                <a:lnTo>
                  <a:pt x="3376927" y="525181"/>
                </a:lnTo>
                <a:lnTo>
                  <a:pt x="3380314" y="334869"/>
                </a:lnTo>
                <a:lnTo>
                  <a:pt x="3382007" y="369792"/>
                </a:lnTo>
                <a:lnTo>
                  <a:pt x="3383701" y="449328"/>
                </a:lnTo>
                <a:lnTo>
                  <a:pt x="3385395" y="427777"/>
                </a:lnTo>
                <a:lnTo>
                  <a:pt x="3388782" y="397161"/>
                </a:lnTo>
                <a:lnTo>
                  <a:pt x="3390475" y="433367"/>
                </a:lnTo>
                <a:lnTo>
                  <a:pt x="3392168" y="418863"/>
                </a:lnTo>
                <a:lnTo>
                  <a:pt x="3395556" y="349805"/>
                </a:lnTo>
                <a:lnTo>
                  <a:pt x="3397249" y="399985"/>
                </a:lnTo>
                <a:lnTo>
                  <a:pt x="3398943" y="397318"/>
                </a:lnTo>
                <a:lnTo>
                  <a:pt x="3400636" y="355782"/>
                </a:lnTo>
                <a:lnTo>
                  <a:pt x="3404024" y="412811"/>
                </a:lnTo>
                <a:lnTo>
                  <a:pt x="3407411" y="456797"/>
                </a:lnTo>
                <a:lnTo>
                  <a:pt x="3410798" y="532725"/>
                </a:lnTo>
                <a:lnTo>
                  <a:pt x="3412491" y="503214"/>
                </a:lnTo>
                <a:lnTo>
                  <a:pt x="3414185" y="421976"/>
                </a:lnTo>
                <a:lnTo>
                  <a:pt x="3415878" y="424387"/>
                </a:lnTo>
                <a:lnTo>
                  <a:pt x="3417572" y="467399"/>
                </a:lnTo>
                <a:lnTo>
                  <a:pt x="3420959" y="423053"/>
                </a:lnTo>
                <a:lnTo>
                  <a:pt x="3422653" y="462724"/>
                </a:lnTo>
                <a:lnTo>
                  <a:pt x="3424346" y="424538"/>
                </a:lnTo>
                <a:lnTo>
                  <a:pt x="3426040" y="432748"/>
                </a:lnTo>
                <a:lnTo>
                  <a:pt x="3429427" y="471053"/>
                </a:lnTo>
                <a:lnTo>
                  <a:pt x="3431120" y="464562"/>
                </a:lnTo>
                <a:lnTo>
                  <a:pt x="3432814" y="442603"/>
                </a:lnTo>
                <a:lnTo>
                  <a:pt x="3434508" y="443072"/>
                </a:lnTo>
                <a:lnTo>
                  <a:pt x="3436201" y="458055"/>
                </a:lnTo>
                <a:lnTo>
                  <a:pt x="3437895" y="435440"/>
                </a:lnTo>
                <a:lnTo>
                  <a:pt x="3439588" y="448666"/>
                </a:lnTo>
                <a:lnTo>
                  <a:pt x="3441281" y="438051"/>
                </a:lnTo>
                <a:lnTo>
                  <a:pt x="3442975" y="407951"/>
                </a:lnTo>
                <a:lnTo>
                  <a:pt x="3444669" y="415244"/>
                </a:lnTo>
                <a:lnTo>
                  <a:pt x="3448056" y="507029"/>
                </a:lnTo>
                <a:lnTo>
                  <a:pt x="3453137" y="435671"/>
                </a:lnTo>
                <a:lnTo>
                  <a:pt x="3454830" y="444090"/>
                </a:lnTo>
                <a:lnTo>
                  <a:pt x="3456523" y="474671"/>
                </a:lnTo>
                <a:lnTo>
                  <a:pt x="3459911" y="397184"/>
                </a:lnTo>
                <a:lnTo>
                  <a:pt x="3464991" y="491057"/>
                </a:lnTo>
                <a:lnTo>
                  <a:pt x="3471765" y="393278"/>
                </a:lnTo>
                <a:lnTo>
                  <a:pt x="3480233" y="516388"/>
                </a:lnTo>
                <a:lnTo>
                  <a:pt x="3487007" y="408036"/>
                </a:lnTo>
                <a:lnTo>
                  <a:pt x="3488701" y="433580"/>
                </a:lnTo>
                <a:lnTo>
                  <a:pt x="3490394" y="507315"/>
                </a:lnTo>
                <a:lnTo>
                  <a:pt x="3493782" y="453436"/>
                </a:lnTo>
                <a:lnTo>
                  <a:pt x="3495475" y="453457"/>
                </a:lnTo>
                <a:lnTo>
                  <a:pt x="3498862" y="444496"/>
                </a:lnTo>
                <a:lnTo>
                  <a:pt x="3502249" y="328728"/>
                </a:lnTo>
                <a:lnTo>
                  <a:pt x="3503943" y="355303"/>
                </a:lnTo>
                <a:lnTo>
                  <a:pt x="3505636" y="503960"/>
                </a:lnTo>
                <a:lnTo>
                  <a:pt x="3507330" y="480099"/>
                </a:lnTo>
                <a:lnTo>
                  <a:pt x="3510717" y="423657"/>
                </a:lnTo>
                <a:lnTo>
                  <a:pt x="3512410" y="448030"/>
                </a:lnTo>
                <a:lnTo>
                  <a:pt x="3515797" y="553491"/>
                </a:lnTo>
                <a:lnTo>
                  <a:pt x="3520878" y="393762"/>
                </a:lnTo>
                <a:lnTo>
                  <a:pt x="3524265" y="458414"/>
                </a:lnTo>
                <a:lnTo>
                  <a:pt x="3525959" y="536906"/>
                </a:lnTo>
                <a:lnTo>
                  <a:pt x="3527653" y="517992"/>
                </a:lnTo>
                <a:lnTo>
                  <a:pt x="3532733" y="420513"/>
                </a:lnTo>
                <a:lnTo>
                  <a:pt x="3534427" y="424489"/>
                </a:lnTo>
                <a:lnTo>
                  <a:pt x="3536120" y="496120"/>
                </a:lnTo>
                <a:lnTo>
                  <a:pt x="3537814" y="463838"/>
                </a:lnTo>
                <a:lnTo>
                  <a:pt x="3539507" y="411758"/>
                </a:lnTo>
                <a:lnTo>
                  <a:pt x="3542895" y="516985"/>
                </a:lnTo>
                <a:lnTo>
                  <a:pt x="3547975" y="396609"/>
                </a:lnTo>
                <a:lnTo>
                  <a:pt x="3556442" y="484828"/>
                </a:lnTo>
                <a:lnTo>
                  <a:pt x="3558136" y="476992"/>
                </a:lnTo>
                <a:lnTo>
                  <a:pt x="3564910" y="373905"/>
                </a:lnTo>
                <a:lnTo>
                  <a:pt x="3566604" y="500324"/>
                </a:lnTo>
                <a:lnTo>
                  <a:pt x="3568298" y="430382"/>
                </a:lnTo>
                <a:lnTo>
                  <a:pt x="3569991" y="430896"/>
                </a:lnTo>
                <a:lnTo>
                  <a:pt x="3571684" y="487474"/>
                </a:lnTo>
                <a:lnTo>
                  <a:pt x="3573378" y="474442"/>
                </a:lnTo>
                <a:lnTo>
                  <a:pt x="3575072" y="467356"/>
                </a:lnTo>
                <a:lnTo>
                  <a:pt x="3576765" y="401804"/>
                </a:lnTo>
                <a:lnTo>
                  <a:pt x="3580152" y="485247"/>
                </a:lnTo>
                <a:lnTo>
                  <a:pt x="3581846" y="460540"/>
                </a:lnTo>
                <a:lnTo>
                  <a:pt x="3583540" y="383996"/>
                </a:lnTo>
                <a:lnTo>
                  <a:pt x="3585233" y="419798"/>
                </a:lnTo>
                <a:lnTo>
                  <a:pt x="3586926" y="438506"/>
                </a:lnTo>
                <a:lnTo>
                  <a:pt x="3590313" y="371213"/>
                </a:lnTo>
                <a:lnTo>
                  <a:pt x="3592007" y="420816"/>
                </a:lnTo>
                <a:lnTo>
                  <a:pt x="3595394" y="383330"/>
                </a:lnTo>
                <a:lnTo>
                  <a:pt x="3597088" y="378180"/>
                </a:lnTo>
                <a:lnTo>
                  <a:pt x="3598781" y="479027"/>
                </a:lnTo>
                <a:lnTo>
                  <a:pt x="3600475" y="462920"/>
                </a:lnTo>
                <a:lnTo>
                  <a:pt x="3603862" y="508071"/>
                </a:lnTo>
                <a:lnTo>
                  <a:pt x="3605555" y="498899"/>
                </a:lnTo>
                <a:lnTo>
                  <a:pt x="3612330" y="357449"/>
                </a:lnTo>
                <a:lnTo>
                  <a:pt x="3615716" y="408383"/>
                </a:lnTo>
                <a:lnTo>
                  <a:pt x="3617410" y="386615"/>
                </a:lnTo>
                <a:lnTo>
                  <a:pt x="3619104" y="396931"/>
                </a:lnTo>
                <a:lnTo>
                  <a:pt x="3620797" y="381045"/>
                </a:lnTo>
                <a:lnTo>
                  <a:pt x="3622491" y="290522"/>
                </a:lnTo>
                <a:lnTo>
                  <a:pt x="3625878" y="395216"/>
                </a:lnTo>
                <a:lnTo>
                  <a:pt x="3627572" y="377257"/>
                </a:lnTo>
                <a:lnTo>
                  <a:pt x="3629265" y="297374"/>
                </a:lnTo>
                <a:lnTo>
                  <a:pt x="3630958" y="332665"/>
                </a:lnTo>
                <a:lnTo>
                  <a:pt x="3636039" y="208304"/>
                </a:lnTo>
                <a:lnTo>
                  <a:pt x="3637733" y="227249"/>
                </a:lnTo>
                <a:lnTo>
                  <a:pt x="3641119" y="407293"/>
                </a:lnTo>
                <a:lnTo>
                  <a:pt x="3642814" y="328969"/>
                </a:lnTo>
                <a:lnTo>
                  <a:pt x="3644507" y="346049"/>
                </a:lnTo>
                <a:lnTo>
                  <a:pt x="3646200" y="398501"/>
                </a:lnTo>
                <a:lnTo>
                  <a:pt x="3647894" y="314343"/>
                </a:lnTo>
                <a:lnTo>
                  <a:pt x="3649587" y="348868"/>
                </a:lnTo>
                <a:lnTo>
                  <a:pt x="3656362" y="660808"/>
                </a:lnTo>
                <a:lnTo>
                  <a:pt x="3658055" y="519277"/>
                </a:lnTo>
                <a:lnTo>
                  <a:pt x="3659749" y="596959"/>
                </a:lnTo>
                <a:lnTo>
                  <a:pt x="3663136" y="569397"/>
                </a:lnTo>
                <a:lnTo>
                  <a:pt x="3668217" y="667764"/>
                </a:lnTo>
                <a:lnTo>
                  <a:pt x="3669910" y="583271"/>
                </a:lnTo>
                <a:lnTo>
                  <a:pt x="3671604" y="626409"/>
                </a:lnTo>
                <a:lnTo>
                  <a:pt x="3673297" y="661490"/>
                </a:lnTo>
                <a:lnTo>
                  <a:pt x="3676684" y="587481"/>
                </a:lnTo>
                <a:lnTo>
                  <a:pt x="3678378" y="628518"/>
                </a:lnTo>
                <a:lnTo>
                  <a:pt x="3681765" y="493911"/>
                </a:lnTo>
                <a:lnTo>
                  <a:pt x="3685152" y="546614"/>
                </a:lnTo>
                <a:lnTo>
                  <a:pt x="3686846" y="671166"/>
                </a:lnTo>
                <a:lnTo>
                  <a:pt x="3688539" y="604933"/>
                </a:lnTo>
                <a:lnTo>
                  <a:pt x="3690232" y="600886"/>
                </a:lnTo>
                <a:lnTo>
                  <a:pt x="3695313" y="1014780"/>
                </a:lnTo>
                <a:lnTo>
                  <a:pt x="3700394" y="460037"/>
                </a:lnTo>
                <a:lnTo>
                  <a:pt x="3702088" y="537757"/>
                </a:lnTo>
                <a:lnTo>
                  <a:pt x="3708862" y="733587"/>
                </a:lnTo>
                <a:lnTo>
                  <a:pt x="3712249" y="669500"/>
                </a:lnTo>
                <a:lnTo>
                  <a:pt x="3713942" y="834436"/>
                </a:lnTo>
                <a:lnTo>
                  <a:pt x="3715635" y="803757"/>
                </a:lnTo>
                <a:lnTo>
                  <a:pt x="3720716" y="551845"/>
                </a:lnTo>
                <a:lnTo>
                  <a:pt x="3722410" y="534448"/>
                </a:lnTo>
                <a:lnTo>
                  <a:pt x="3725797" y="609246"/>
                </a:lnTo>
                <a:lnTo>
                  <a:pt x="3727491" y="596534"/>
                </a:lnTo>
                <a:lnTo>
                  <a:pt x="3729184" y="541856"/>
                </a:lnTo>
                <a:lnTo>
                  <a:pt x="3730877" y="551101"/>
                </a:lnTo>
                <a:lnTo>
                  <a:pt x="3732571" y="549738"/>
                </a:lnTo>
                <a:lnTo>
                  <a:pt x="3737652" y="500352"/>
                </a:lnTo>
                <a:lnTo>
                  <a:pt x="3739345" y="512825"/>
                </a:lnTo>
                <a:lnTo>
                  <a:pt x="3741039" y="501599"/>
                </a:lnTo>
                <a:lnTo>
                  <a:pt x="3742733" y="507816"/>
                </a:lnTo>
                <a:lnTo>
                  <a:pt x="3747813" y="586582"/>
                </a:lnTo>
                <a:lnTo>
                  <a:pt x="3751200" y="431241"/>
                </a:lnTo>
                <a:lnTo>
                  <a:pt x="3754587" y="564177"/>
                </a:lnTo>
                <a:lnTo>
                  <a:pt x="3759668" y="506975"/>
                </a:lnTo>
                <a:lnTo>
                  <a:pt x="3763055" y="400983"/>
                </a:lnTo>
                <a:lnTo>
                  <a:pt x="3764748" y="307874"/>
                </a:lnTo>
                <a:lnTo>
                  <a:pt x="3768136" y="434034"/>
                </a:lnTo>
                <a:lnTo>
                  <a:pt x="3769829" y="373969"/>
                </a:lnTo>
                <a:lnTo>
                  <a:pt x="3771523" y="381273"/>
                </a:lnTo>
                <a:lnTo>
                  <a:pt x="3776604" y="405876"/>
                </a:lnTo>
                <a:lnTo>
                  <a:pt x="3778297" y="379537"/>
                </a:lnTo>
                <a:lnTo>
                  <a:pt x="3781684" y="457186"/>
                </a:lnTo>
                <a:lnTo>
                  <a:pt x="3786765" y="398809"/>
                </a:lnTo>
                <a:lnTo>
                  <a:pt x="3788458" y="478204"/>
                </a:lnTo>
                <a:lnTo>
                  <a:pt x="3790151" y="469978"/>
                </a:lnTo>
                <a:lnTo>
                  <a:pt x="3793539" y="434730"/>
                </a:lnTo>
                <a:lnTo>
                  <a:pt x="3798619" y="503307"/>
                </a:lnTo>
                <a:lnTo>
                  <a:pt x="3800313" y="479964"/>
                </a:lnTo>
                <a:lnTo>
                  <a:pt x="3802007" y="470914"/>
                </a:lnTo>
                <a:lnTo>
                  <a:pt x="3807087" y="519824"/>
                </a:lnTo>
                <a:lnTo>
                  <a:pt x="3808781" y="465109"/>
                </a:lnTo>
                <a:lnTo>
                  <a:pt x="3810474" y="490517"/>
                </a:lnTo>
                <a:lnTo>
                  <a:pt x="3815555" y="598054"/>
                </a:lnTo>
                <a:lnTo>
                  <a:pt x="3817249" y="595761"/>
                </a:lnTo>
                <a:lnTo>
                  <a:pt x="3824022" y="470923"/>
                </a:lnTo>
                <a:lnTo>
                  <a:pt x="3825716" y="484863"/>
                </a:lnTo>
                <a:lnTo>
                  <a:pt x="3829103" y="610351"/>
                </a:lnTo>
                <a:lnTo>
                  <a:pt x="3830797" y="597340"/>
                </a:lnTo>
                <a:lnTo>
                  <a:pt x="3834184" y="491323"/>
                </a:lnTo>
                <a:lnTo>
                  <a:pt x="3835877" y="601893"/>
                </a:lnTo>
                <a:lnTo>
                  <a:pt x="3837571" y="593320"/>
                </a:lnTo>
                <a:lnTo>
                  <a:pt x="3839264" y="590021"/>
                </a:lnTo>
                <a:lnTo>
                  <a:pt x="3844345" y="511369"/>
                </a:lnTo>
                <a:lnTo>
                  <a:pt x="3847732" y="653891"/>
                </a:lnTo>
                <a:lnTo>
                  <a:pt x="3849426" y="585224"/>
                </a:lnTo>
                <a:lnTo>
                  <a:pt x="3851119" y="591480"/>
                </a:lnTo>
                <a:lnTo>
                  <a:pt x="3854506" y="458719"/>
                </a:lnTo>
                <a:lnTo>
                  <a:pt x="3859587" y="697060"/>
                </a:lnTo>
                <a:lnTo>
                  <a:pt x="3862974" y="488885"/>
                </a:lnTo>
                <a:lnTo>
                  <a:pt x="3864667" y="529180"/>
                </a:lnTo>
                <a:lnTo>
                  <a:pt x="3868055" y="678841"/>
                </a:lnTo>
                <a:lnTo>
                  <a:pt x="3869748" y="677064"/>
                </a:lnTo>
                <a:lnTo>
                  <a:pt x="3871442" y="729301"/>
                </a:lnTo>
                <a:lnTo>
                  <a:pt x="3876523" y="564269"/>
                </a:lnTo>
                <a:lnTo>
                  <a:pt x="3878216" y="608893"/>
                </a:lnTo>
                <a:lnTo>
                  <a:pt x="3879909" y="599373"/>
                </a:lnTo>
                <a:lnTo>
                  <a:pt x="3883297" y="506196"/>
                </a:lnTo>
                <a:lnTo>
                  <a:pt x="3884990" y="537867"/>
                </a:lnTo>
                <a:lnTo>
                  <a:pt x="3886684" y="621116"/>
                </a:lnTo>
                <a:lnTo>
                  <a:pt x="3888377" y="597233"/>
                </a:lnTo>
                <a:lnTo>
                  <a:pt x="3891765" y="656818"/>
                </a:lnTo>
                <a:lnTo>
                  <a:pt x="3896845" y="532347"/>
                </a:lnTo>
                <a:lnTo>
                  <a:pt x="3898538" y="554022"/>
                </a:lnTo>
                <a:lnTo>
                  <a:pt x="3901926" y="652014"/>
                </a:lnTo>
                <a:lnTo>
                  <a:pt x="3903619" y="599930"/>
                </a:lnTo>
                <a:lnTo>
                  <a:pt x="3905313" y="637079"/>
                </a:lnTo>
                <a:lnTo>
                  <a:pt x="3908700" y="527828"/>
                </a:lnTo>
                <a:lnTo>
                  <a:pt x="3910393" y="568556"/>
                </a:lnTo>
                <a:lnTo>
                  <a:pt x="3913780" y="612291"/>
                </a:lnTo>
                <a:lnTo>
                  <a:pt x="3915474" y="523128"/>
                </a:lnTo>
                <a:lnTo>
                  <a:pt x="3917168" y="535335"/>
                </a:lnTo>
                <a:lnTo>
                  <a:pt x="3918861" y="677198"/>
                </a:lnTo>
                <a:lnTo>
                  <a:pt x="3920555" y="649891"/>
                </a:lnTo>
                <a:lnTo>
                  <a:pt x="3922248" y="656649"/>
                </a:lnTo>
                <a:lnTo>
                  <a:pt x="3923942" y="619333"/>
                </a:lnTo>
                <a:lnTo>
                  <a:pt x="3927329" y="460899"/>
                </a:lnTo>
                <a:lnTo>
                  <a:pt x="3935797" y="658325"/>
                </a:lnTo>
                <a:lnTo>
                  <a:pt x="3937490" y="647287"/>
                </a:lnTo>
                <a:lnTo>
                  <a:pt x="3942571" y="509131"/>
                </a:lnTo>
                <a:lnTo>
                  <a:pt x="3945958" y="599786"/>
                </a:lnTo>
                <a:lnTo>
                  <a:pt x="3947651" y="577054"/>
                </a:lnTo>
                <a:lnTo>
                  <a:pt x="3949345" y="565111"/>
                </a:lnTo>
                <a:lnTo>
                  <a:pt x="3952732" y="583939"/>
                </a:lnTo>
                <a:lnTo>
                  <a:pt x="3956119" y="510977"/>
                </a:lnTo>
                <a:lnTo>
                  <a:pt x="3957813" y="545006"/>
                </a:lnTo>
                <a:lnTo>
                  <a:pt x="3959506" y="541960"/>
                </a:lnTo>
                <a:lnTo>
                  <a:pt x="3961200" y="528316"/>
                </a:lnTo>
                <a:lnTo>
                  <a:pt x="3964586" y="636505"/>
                </a:lnTo>
                <a:lnTo>
                  <a:pt x="3966281" y="591470"/>
                </a:lnTo>
                <a:lnTo>
                  <a:pt x="3967974" y="570521"/>
                </a:lnTo>
                <a:lnTo>
                  <a:pt x="3971361" y="441006"/>
                </a:lnTo>
                <a:lnTo>
                  <a:pt x="3973054" y="451664"/>
                </a:lnTo>
                <a:lnTo>
                  <a:pt x="3974748" y="452285"/>
                </a:lnTo>
                <a:lnTo>
                  <a:pt x="3976442" y="590576"/>
                </a:lnTo>
                <a:lnTo>
                  <a:pt x="3978135" y="536411"/>
                </a:lnTo>
                <a:lnTo>
                  <a:pt x="3979828" y="516503"/>
                </a:lnTo>
                <a:lnTo>
                  <a:pt x="3981522" y="543542"/>
                </a:lnTo>
                <a:lnTo>
                  <a:pt x="3983216" y="515290"/>
                </a:lnTo>
                <a:lnTo>
                  <a:pt x="3986603" y="631896"/>
                </a:lnTo>
                <a:lnTo>
                  <a:pt x="3988296" y="620038"/>
                </a:lnTo>
                <a:lnTo>
                  <a:pt x="3989990" y="649159"/>
                </a:lnTo>
                <a:lnTo>
                  <a:pt x="3993377" y="549069"/>
                </a:lnTo>
                <a:lnTo>
                  <a:pt x="3995070" y="589777"/>
                </a:lnTo>
                <a:lnTo>
                  <a:pt x="3996764" y="565712"/>
                </a:lnTo>
                <a:lnTo>
                  <a:pt x="3998457" y="579757"/>
                </a:lnTo>
                <a:lnTo>
                  <a:pt x="4001845" y="653191"/>
                </a:lnTo>
                <a:lnTo>
                  <a:pt x="4005232" y="534394"/>
                </a:lnTo>
                <a:lnTo>
                  <a:pt x="4006925" y="566596"/>
                </a:lnTo>
                <a:lnTo>
                  <a:pt x="4010312" y="626613"/>
                </a:lnTo>
                <a:lnTo>
                  <a:pt x="4012006" y="554708"/>
                </a:lnTo>
                <a:lnTo>
                  <a:pt x="4013699" y="560481"/>
                </a:lnTo>
                <a:lnTo>
                  <a:pt x="4018780" y="606620"/>
                </a:lnTo>
                <a:lnTo>
                  <a:pt x="4020474" y="613983"/>
                </a:lnTo>
                <a:lnTo>
                  <a:pt x="4023861" y="487151"/>
                </a:lnTo>
                <a:lnTo>
                  <a:pt x="4027248" y="644965"/>
                </a:lnTo>
                <a:lnTo>
                  <a:pt x="4032329" y="673726"/>
                </a:lnTo>
                <a:lnTo>
                  <a:pt x="4034022" y="621201"/>
                </a:lnTo>
                <a:lnTo>
                  <a:pt x="4035716" y="681896"/>
                </a:lnTo>
                <a:lnTo>
                  <a:pt x="4040797" y="572483"/>
                </a:lnTo>
                <a:lnTo>
                  <a:pt x="4044183" y="632818"/>
                </a:lnTo>
                <a:lnTo>
                  <a:pt x="4045877" y="629674"/>
                </a:lnTo>
                <a:lnTo>
                  <a:pt x="4047570" y="630922"/>
                </a:lnTo>
                <a:lnTo>
                  <a:pt x="4050958" y="589948"/>
                </a:lnTo>
                <a:lnTo>
                  <a:pt x="4052651" y="621400"/>
                </a:lnTo>
                <a:lnTo>
                  <a:pt x="4054344" y="621115"/>
                </a:lnTo>
                <a:lnTo>
                  <a:pt x="4056038" y="627415"/>
                </a:lnTo>
                <a:lnTo>
                  <a:pt x="4057732" y="578552"/>
                </a:lnTo>
                <a:lnTo>
                  <a:pt x="4059425" y="582264"/>
                </a:lnTo>
                <a:lnTo>
                  <a:pt x="4061119" y="590499"/>
                </a:lnTo>
                <a:lnTo>
                  <a:pt x="4064506" y="569626"/>
                </a:lnTo>
                <a:lnTo>
                  <a:pt x="4066200" y="595111"/>
                </a:lnTo>
                <a:lnTo>
                  <a:pt x="4067893" y="585712"/>
                </a:lnTo>
                <a:lnTo>
                  <a:pt x="4069586" y="595023"/>
                </a:lnTo>
                <a:lnTo>
                  <a:pt x="4071280" y="547429"/>
                </a:lnTo>
                <a:lnTo>
                  <a:pt x="4072973" y="599968"/>
                </a:lnTo>
                <a:lnTo>
                  <a:pt x="4074667" y="592566"/>
                </a:lnTo>
                <a:lnTo>
                  <a:pt x="4076361" y="619866"/>
                </a:lnTo>
                <a:lnTo>
                  <a:pt x="4079748" y="556782"/>
                </a:lnTo>
                <a:lnTo>
                  <a:pt x="4081441" y="565589"/>
                </a:lnTo>
                <a:lnTo>
                  <a:pt x="4084828" y="574381"/>
                </a:lnTo>
                <a:lnTo>
                  <a:pt x="4088215" y="563795"/>
                </a:lnTo>
                <a:lnTo>
                  <a:pt x="4089909" y="569103"/>
                </a:lnTo>
                <a:lnTo>
                  <a:pt x="4093296" y="646020"/>
                </a:lnTo>
                <a:lnTo>
                  <a:pt x="4096683" y="542282"/>
                </a:lnTo>
                <a:lnTo>
                  <a:pt x="4100070" y="559479"/>
                </a:lnTo>
                <a:lnTo>
                  <a:pt x="4105151" y="635696"/>
                </a:lnTo>
                <a:lnTo>
                  <a:pt x="4106845" y="634371"/>
                </a:lnTo>
                <a:lnTo>
                  <a:pt x="4110232" y="536553"/>
                </a:lnTo>
                <a:lnTo>
                  <a:pt x="4113618" y="602639"/>
                </a:lnTo>
                <a:lnTo>
                  <a:pt x="4115312" y="602471"/>
                </a:lnTo>
                <a:lnTo>
                  <a:pt x="4117006" y="624887"/>
                </a:lnTo>
                <a:lnTo>
                  <a:pt x="4118699" y="618504"/>
                </a:lnTo>
                <a:lnTo>
                  <a:pt x="4122086" y="561465"/>
                </a:lnTo>
                <a:lnTo>
                  <a:pt x="4123780" y="558378"/>
                </a:lnTo>
                <a:lnTo>
                  <a:pt x="4125474" y="643041"/>
                </a:lnTo>
                <a:lnTo>
                  <a:pt x="4127167" y="612448"/>
                </a:lnTo>
                <a:lnTo>
                  <a:pt x="4132248" y="539323"/>
                </a:lnTo>
                <a:lnTo>
                  <a:pt x="4139021" y="656342"/>
                </a:lnTo>
                <a:lnTo>
                  <a:pt x="4144102" y="621706"/>
                </a:lnTo>
                <a:lnTo>
                  <a:pt x="4145796" y="489768"/>
                </a:lnTo>
                <a:lnTo>
                  <a:pt x="4147489" y="547087"/>
                </a:lnTo>
                <a:lnTo>
                  <a:pt x="4149183" y="511048"/>
                </a:lnTo>
                <a:lnTo>
                  <a:pt x="4155957" y="610999"/>
                </a:lnTo>
                <a:lnTo>
                  <a:pt x="4157651" y="599725"/>
                </a:lnTo>
                <a:lnTo>
                  <a:pt x="4159344" y="613362"/>
                </a:lnTo>
                <a:lnTo>
                  <a:pt x="4161038" y="597210"/>
                </a:lnTo>
                <a:lnTo>
                  <a:pt x="4162731" y="626237"/>
                </a:lnTo>
                <a:lnTo>
                  <a:pt x="4164425" y="625902"/>
                </a:lnTo>
                <a:lnTo>
                  <a:pt x="4167812" y="575847"/>
                </a:lnTo>
                <a:lnTo>
                  <a:pt x="4171199" y="585540"/>
                </a:lnTo>
                <a:lnTo>
                  <a:pt x="4172892" y="667579"/>
                </a:lnTo>
                <a:lnTo>
                  <a:pt x="4174586" y="648395"/>
                </a:lnTo>
                <a:lnTo>
                  <a:pt x="4176280" y="647978"/>
                </a:lnTo>
                <a:lnTo>
                  <a:pt x="4181361" y="547667"/>
                </a:lnTo>
                <a:lnTo>
                  <a:pt x="4186441" y="631890"/>
                </a:lnTo>
                <a:lnTo>
                  <a:pt x="4188134" y="629209"/>
                </a:lnTo>
                <a:lnTo>
                  <a:pt x="4193215" y="580986"/>
                </a:lnTo>
                <a:lnTo>
                  <a:pt x="4194909" y="628085"/>
                </a:lnTo>
                <a:lnTo>
                  <a:pt x="4196602" y="610309"/>
                </a:lnTo>
                <a:lnTo>
                  <a:pt x="4198296" y="604058"/>
                </a:lnTo>
                <a:lnTo>
                  <a:pt x="4199990" y="577129"/>
                </a:lnTo>
                <a:lnTo>
                  <a:pt x="4203376" y="641586"/>
                </a:lnTo>
                <a:lnTo>
                  <a:pt x="4205070" y="586076"/>
                </a:lnTo>
                <a:lnTo>
                  <a:pt x="4206764" y="605402"/>
                </a:lnTo>
                <a:lnTo>
                  <a:pt x="4211844" y="652364"/>
                </a:lnTo>
                <a:lnTo>
                  <a:pt x="4215232" y="543620"/>
                </a:lnTo>
                <a:lnTo>
                  <a:pt x="4216925" y="579043"/>
                </a:lnTo>
                <a:lnTo>
                  <a:pt x="4218618" y="556489"/>
                </a:lnTo>
                <a:lnTo>
                  <a:pt x="4222005" y="586240"/>
                </a:lnTo>
                <a:lnTo>
                  <a:pt x="4223699" y="591470"/>
                </a:lnTo>
                <a:lnTo>
                  <a:pt x="4227086" y="666383"/>
                </a:lnTo>
                <a:lnTo>
                  <a:pt x="4232167" y="588446"/>
                </a:lnTo>
                <a:lnTo>
                  <a:pt x="4233860" y="567618"/>
                </a:lnTo>
                <a:lnTo>
                  <a:pt x="4238941" y="732543"/>
                </a:lnTo>
                <a:lnTo>
                  <a:pt x="4244021" y="516607"/>
                </a:lnTo>
                <a:lnTo>
                  <a:pt x="4249102" y="709882"/>
                </a:lnTo>
                <a:lnTo>
                  <a:pt x="4250796" y="696411"/>
                </a:lnTo>
                <a:lnTo>
                  <a:pt x="4252489" y="745609"/>
                </a:lnTo>
                <a:lnTo>
                  <a:pt x="4257570" y="627359"/>
                </a:lnTo>
                <a:lnTo>
                  <a:pt x="4259263" y="671027"/>
                </a:lnTo>
                <a:lnTo>
                  <a:pt x="4260957" y="667455"/>
                </a:lnTo>
                <a:lnTo>
                  <a:pt x="4262650" y="686632"/>
                </a:lnTo>
                <a:lnTo>
                  <a:pt x="4266038" y="783985"/>
                </a:lnTo>
                <a:lnTo>
                  <a:pt x="4267731" y="647723"/>
                </a:lnTo>
                <a:lnTo>
                  <a:pt x="4269425" y="654689"/>
                </a:lnTo>
                <a:lnTo>
                  <a:pt x="4271118" y="638856"/>
                </a:lnTo>
                <a:lnTo>
                  <a:pt x="4272812" y="728186"/>
                </a:lnTo>
                <a:lnTo>
                  <a:pt x="4274506" y="691232"/>
                </a:lnTo>
                <a:lnTo>
                  <a:pt x="4276199" y="676906"/>
                </a:lnTo>
                <a:lnTo>
                  <a:pt x="4279586" y="731028"/>
                </a:lnTo>
                <a:lnTo>
                  <a:pt x="4284667" y="517244"/>
                </a:lnTo>
                <a:lnTo>
                  <a:pt x="4289748" y="706726"/>
                </a:lnTo>
                <a:lnTo>
                  <a:pt x="4291441" y="718827"/>
                </a:lnTo>
                <a:lnTo>
                  <a:pt x="4293134" y="660006"/>
                </a:lnTo>
                <a:lnTo>
                  <a:pt x="4294828" y="690591"/>
                </a:lnTo>
                <a:lnTo>
                  <a:pt x="4296521" y="683372"/>
                </a:lnTo>
                <a:lnTo>
                  <a:pt x="4299909" y="604918"/>
                </a:lnTo>
                <a:lnTo>
                  <a:pt x="4303295" y="657690"/>
                </a:lnTo>
                <a:lnTo>
                  <a:pt x="4304989" y="656450"/>
                </a:lnTo>
                <a:lnTo>
                  <a:pt x="4306683" y="580812"/>
                </a:lnTo>
                <a:lnTo>
                  <a:pt x="4308376" y="591476"/>
                </a:lnTo>
                <a:lnTo>
                  <a:pt x="4310070" y="667868"/>
                </a:lnTo>
                <a:lnTo>
                  <a:pt x="4311763" y="599594"/>
                </a:lnTo>
                <a:lnTo>
                  <a:pt x="4313457" y="660371"/>
                </a:lnTo>
                <a:lnTo>
                  <a:pt x="4315151" y="640369"/>
                </a:lnTo>
                <a:lnTo>
                  <a:pt x="4316844" y="625157"/>
                </a:lnTo>
                <a:lnTo>
                  <a:pt x="4320231" y="568789"/>
                </a:lnTo>
                <a:lnTo>
                  <a:pt x="4325312" y="680459"/>
                </a:lnTo>
                <a:lnTo>
                  <a:pt x="4328699" y="612978"/>
                </a:lnTo>
                <a:lnTo>
                  <a:pt x="4330392" y="620868"/>
                </a:lnTo>
                <a:lnTo>
                  <a:pt x="4332086" y="642918"/>
                </a:lnTo>
                <a:lnTo>
                  <a:pt x="4333779" y="639697"/>
                </a:lnTo>
                <a:lnTo>
                  <a:pt x="4335473" y="616435"/>
                </a:lnTo>
                <a:lnTo>
                  <a:pt x="4337166" y="629562"/>
                </a:lnTo>
                <a:lnTo>
                  <a:pt x="4340554" y="703119"/>
                </a:lnTo>
                <a:lnTo>
                  <a:pt x="4345634" y="570634"/>
                </a:lnTo>
                <a:lnTo>
                  <a:pt x="4350715" y="744316"/>
                </a:lnTo>
                <a:lnTo>
                  <a:pt x="4352408" y="696598"/>
                </a:lnTo>
                <a:lnTo>
                  <a:pt x="4355795" y="899538"/>
                </a:lnTo>
                <a:lnTo>
                  <a:pt x="4359183" y="615166"/>
                </a:lnTo>
                <a:lnTo>
                  <a:pt x="4360876" y="620385"/>
                </a:lnTo>
                <a:lnTo>
                  <a:pt x="4362569" y="634713"/>
                </a:lnTo>
                <a:lnTo>
                  <a:pt x="4364263" y="579451"/>
                </a:lnTo>
                <a:lnTo>
                  <a:pt x="4367650" y="630189"/>
                </a:lnTo>
                <a:lnTo>
                  <a:pt x="4369344" y="620531"/>
                </a:lnTo>
                <a:lnTo>
                  <a:pt x="4371037" y="573388"/>
                </a:lnTo>
                <a:lnTo>
                  <a:pt x="4376118" y="633826"/>
                </a:lnTo>
                <a:lnTo>
                  <a:pt x="4377811" y="609855"/>
                </a:lnTo>
                <a:lnTo>
                  <a:pt x="4379505" y="610347"/>
                </a:lnTo>
                <a:lnTo>
                  <a:pt x="4381199" y="613520"/>
                </a:lnTo>
                <a:lnTo>
                  <a:pt x="4382892" y="632426"/>
                </a:lnTo>
                <a:lnTo>
                  <a:pt x="4387972" y="589087"/>
                </a:lnTo>
                <a:lnTo>
                  <a:pt x="4389667" y="574953"/>
                </a:lnTo>
                <a:lnTo>
                  <a:pt x="4391360" y="613098"/>
                </a:lnTo>
                <a:lnTo>
                  <a:pt x="4393053" y="588956"/>
                </a:lnTo>
                <a:lnTo>
                  <a:pt x="4394747" y="643368"/>
                </a:lnTo>
                <a:lnTo>
                  <a:pt x="4396440" y="615700"/>
                </a:lnTo>
                <a:lnTo>
                  <a:pt x="4399828" y="669240"/>
                </a:lnTo>
                <a:lnTo>
                  <a:pt x="4404908" y="588969"/>
                </a:lnTo>
                <a:lnTo>
                  <a:pt x="4406602" y="591379"/>
                </a:lnTo>
                <a:lnTo>
                  <a:pt x="4409989" y="601825"/>
                </a:lnTo>
                <a:lnTo>
                  <a:pt x="4413376" y="677831"/>
                </a:lnTo>
                <a:lnTo>
                  <a:pt x="4420150" y="522363"/>
                </a:lnTo>
                <a:lnTo>
                  <a:pt x="4425231" y="639315"/>
                </a:lnTo>
                <a:lnTo>
                  <a:pt x="4426924" y="653427"/>
                </a:lnTo>
                <a:lnTo>
                  <a:pt x="4430311" y="629340"/>
                </a:lnTo>
                <a:lnTo>
                  <a:pt x="4432005" y="668272"/>
                </a:lnTo>
                <a:lnTo>
                  <a:pt x="4437085" y="564631"/>
                </a:lnTo>
                <a:lnTo>
                  <a:pt x="4442166" y="622000"/>
                </a:lnTo>
                <a:lnTo>
                  <a:pt x="4443860" y="636192"/>
                </a:lnTo>
                <a:lnTo>
                  <a:pt x="4445553" y="618424"/>
                </a:lnTo>
                <a:lnTo>
                  <a:pt x="4447247" y="553679"/>
                </a:lnTo>
                <a:lnTo>
                  <a:pt x="4448941" y="559671"/>
                </a:lnTo>
                <a:lnTo>
                  <a:pt x="4452327" y="656790"/>
                </a:lnTo>
                <a:lnTo>
                  <a:pt x="4457408" y="578452"/>
                </a:lnTo>
                <a:lnTo>
                  <a:pt x="4460795" y="591790"/>
                </a:lnTo>
                <a:lnTo>
                  <a:pt x="4464183" y="674372"/>
                </a:lnTo>
                <a:lnTo>
                  <a:pt x="4469263" y="585880"/>
                </a:lnTo>
                <a:lnTo>
                  <a:pt x="4474344" y="636727"/>
                </a:lnTo>
                <a:lnTo>
                  <a:pt x="4477730" y="587607"/>
                </a:lnTo>
                <a:lnTo>
                  <a:pt x="4481118" y="647528"/>
                </a:lnTo>
                <a:lnTo>
                  <a:pt x="4482811" y="633310"/>
                </a:lnTo>
                <a:lnTo>
                  <a:pt x="4487892" y="603094"/>
                </a:lnTo>
                <a:lnTo>
                  <a:pt x="4492972" y="682284"/>
                </a:lnTo>
                <a:lnTo>
                  <a:pt x="4496359" y="615077"/>
                </a:lnTo>
                <a:lnTo>
                  <a:pt x="4498053" y="656695"/>
                </a:lnTo>
                <a:lnTo>
                  <a:pt x="4499747" y="648821"/>
                </a:lnTo>
                <a:lnTo>
                  <a:pt x="4504827" y="563300"/>
                </a:lnTo>
                <a:lnTo>
                  <a:pt x="4508214" y="634640"/>
                </a:lnTo>
                <a:lnTo>
                  <a:pt x="4509908" y="629807"/>
                </a:lnTo>
                <a:lnTo>
                  <a:pt x="4511601" y="587401"/>
                </a:lnTo>
                <a:lnTo>
                  <a:pt x="4513295" y="594516"/>
                </a:lnTo>
                <a:lnTo>
                  <a:pt x="4516682" y="634638"/>
                </a:lnTo>
                <a:lnTo>
                  <a:pt x="4520069" y="606464"/>
                </a:lnTo>
                <a:lnTo>
                  <a:pt x="4526843" y="628012"/>
                </a:lnTo>
                <a:lnTo>
                  <a:pt x="4528537" y="612206"/>
                </a:lnTo>
                <a:lnTo>
                  <a:pt x="4530231" y="612569"/>
                </a:lnTo>
                <a:lnTo>
                  <a:pt x="4533618" y="649322"/>
                </a:lnTo>
                <a:lnTo>
                  <a:pt x="4535311" y="629398"/>
                </a:lnTo>
                <a:lnTo>
                  <a:pt x="4537004" y="652688"/>
                </a:lnTo>
                <a:lnTo>
                  <a:pt x="4542085" y="564173"/>
                </a:lnTo>
                <a:lnTo>
                  <a:pt x="4550553" y="649912"/>
                </a:lnTo>
                <a:lnTo>
                  <a:pt x="4552246" y="648444"/>
                </a:lnTo>
                <a:lnTo>
                  <a:pt x="4555634" y="589614"/>
                </a:lnTo>
                <a:lnTo>
                  <a:pt x="4557327" y="640511"/>
                </a:lnTo>
                <a:lnTo>
                  <a:pt x="4559021" y="633368"/>
                </a:lnTo>
                <a:lnTo>
                  <a:pt x="4560714" y="635507"/>
                </a:lnTo>
                <a:lnTo>
                  <a:pt x="4562408" y="656308"/>
                </a:lnTo>
                <a:lnTo>
                  <a:pt x="4565795" y="626642"/>
                </a:lnTo>
                <a:lnTo>
                  <a:pt x="4567488" y="626477"/>
                </a:lnTo>
                <a:lnTo>
                  <a:pt x="4569182" y="638295"/>
                </a:lnTo>
                <a:lnTo>
                  <a:pt x="4570875" y="631133"/>
                </a:lnTo>
                <a:lnTo>
                  <a:pt x="4572569" y="641147"/>
                </a:lnTo>
                <a:lnTo>
                  <a:pt x="4574263" y="638526"/>
                </a:lnTo>
                <a:lnTo>
                  <a:pt x="4575956" y="625577"/>
                </a:lnTo>
                <a:lnTo>
                  <a:pt x="4577650" y="627802"/>
                </a:lnTo>
                <a:lnTo>
                  <a:pt x="4579343" y="622809"/>
                </a:lnTo>
                <a:lnTo>
                  <a:pt x="4581037" y="634905"/>
                </a:lnTo>
                <a:lnTo>
                  <a:pt x="4582730" y="625070"/>
                </a:lnTo>
                <a:lnTo>
                  <a:pt x="4584424" y="627945"/>
                </a:lnTo>
                <a:lnTo>
                  <a:pt x="4586117" y="635233"/>
                </a:lnTo>
                <a:lnTo>
                  <a:pt x="4587811" y="629449"/>
                </a:lnTo>
                <a:lnTo>
                  <a:pt x="4589505" y="601254"/>
                </a:lnTo>
                <a:lnTo>
                  <a:pt x="4592892" y="649980"/>
                </a:lnTo>
                <a:lnTo>
                  <a:pt x="4594585" y="633213"/>
                </a:lnTo>
                <a:lnTo>
                  <a:pt x="4596278" y="650791"/>
                </a:lnTo>
                <a:lnTo>
                  <a:pt x="4597972" y="617799"/>
                </a:lnTo>
                <a:lnTo>
                  <a:pt x="4599666" y="639372"/>
                </a:lnTo>
                <a:lnTo>
                  <a:pt x="4601359" y="586342"/>
                </a:lnTo>
                <a:lnTo>
                  <a:pt x="4603053" y="596562"/>
                </a:lnTo>
                <a:lnTo>
                  <a:pt x="4608134" y="689693"/>
                </a:lnTo>
                <a:lnTo>
                  <a:pt x="4611520" y="596118"/>
                </a:lnTo>
                <a:lnTo>
                  <a:pt x="4614908" y="625797"/>
                </a:lnTo>
                <a:lnTo>
                  <a:pt x="4619988" y="617860"/>
                </a:lnTo>
                <a:lnTo>
                  <a:pt x="4621682" y="659566"/>
                </a:lnTo>
                <a:lnTo>
                  <a:pt x="4623376" y="641536"/>
                </a:lnTo>
                <a:lnTo>
                  <a:pt x="4630150" y="582948"/>
                </a:lnTo>
                <a:lnTo>
                  <a:pt x="4633537" y="634271"/>
                </a:lnTo>
                <a:lnTo>
                  <a:pt x="4635230" y="587691"/>
                </a:lnTo>
                <a:lnTo>
                  <a:pt x="4636923" y="604020"/>
                </a:lnTo>
                <a:lnTo>
                  <a:pt x="4640311" y="645263"/>
                </a:lnTo>
                <a:lnTo>
                  <a:pt x="4642004" y="607998"/>
                </a:lnTo>
                <a:lnTo>
                  <a:pt x="4643698" y="673232"/>
                </a:lnTo>
                <a:lnTo>
                  <a:pt x="4645391" y="669282"/>
                </a:lnTo>
                <a:lnTo>
                  <a:pt x="4648779" y="581369"/>
                </a:lnTo>
                <a:lnTo>
                  <a:pt x="4653859" y="652740"/>
                </a:lnTo>
                <a:lnTo>
                  <a:pt x="4655553" y="653671"/>
                </a:lnTo>
                <a:lnTo>
                  <a:pt x="4662327" y="595527"/>
                </a:lnTo>
                <a:lnTo>
                  <a:pt x="4665714" y="620079"/>
                </a:lnTo>
                <a:lnTo>
                  <a:pt x="4669101" y="658964"/>
                </a:lnTo>
                <a:lnTo>
                  <a:pt x="4670794" y="646162"/>
                </a:lnTo>
                <a:lnTo>
                  <a:pt x="4674182" y="601563"/>
                </a:lnTo>
                <a:lnTo>
                  <a:pt x="4677569" y="631702"/>
                </a:lnTo>
                <a:lnTo>
                  <a:pt x="4679262" y="606955"/>
                </a:lnTo>
                <a:lnTo>
                  <a:pt x="4680956" y="611575"/>
                </a:lnTo>
                <a:lnTo>
                  <a:pt x="4684343" y="676871"/>
                </a:lnTo>
                <a:lnTo>
                  <a:pt x="4686036" y="652230"/>
                </a:lnTo>
                <a:lnTo>
                  <a:pt x="4687730" y="625625"/>
                </a:lnTo>
                <a:lnTo>
                  <a:pt x="4689424" y="644657"/>
                </a:lnTo>
                <a:lnTo>
                  <a:pt x="4691117" y="643524"/>
                </a:lnTo>
                <a:lnTo>
                  <a:pt x="4692811" y="648912"/>
                </a:lnTo>
                <a:lnTo>
                  <a:pt x="4694504" y="631327"/>
                </a:lnTo>
                <a:lnTo>
                  <a:pt x="4696197" y="632060"/>
                </a:lnTo>
                <a:lnTo>
                  <a:pt x="4697892" y="624962"/>
                </a:lnTo>
                <a:lnTo>
                  <a:pt x="4699585" y="628890"/>
                </a:lnTo>
                <a:lnTo>
                  <a:pt x="4701278" y="625100"/>
                </a:lnTo>
                <a:lnTo>
                  <a:pt x="4702972" y="626781"/>
                </a:lnTo>
                <a:lnTo>
                  <a:pt x="4704666" y="629868"/>
                </a:lnTo>
                <a:lnTo>
                  <a:pt x="4708053" y="610214"/>
                </a:lnTo>
                <a:lnTo>
                  <a:pt x="4709746" y="607947"/>
                </a:lnTo>
                <a:lnTo>
                  <a:pt x="4711439" y="654942"/>
                </a:lnTo>
                <a:lnTo>
                  <a:pt x="4713134" y="653828"/>
                </a:lnTo>
                <a:lnTo>
                  <a:pt x="4714827" y="654405"/>
                </a:lnTo>
                <a:lnTo>
                  <a:pt x="4719907" y="610824"/>
                </a:lnTo>
                <a:lnTo>
                  <a:pt x="4721601" y="652583"/>
                </a:lnTo>
                <a:lnTo>
                  <a:pt x="4723295" y="638831"/>
                </a:lnTo>
                <a:lnTo>
                  <a:pt x="4724988" y="624556"/>
                </a:lnTo>
                <a:lnTo>
                  <a:pt x="4726681" y="642570"/>
                </a:lnTo>
                <a:lnTo>
                  <a:pt x="4728375" y="637383"/>
                </a:lnTo>
                <a:lnTo>
                  <a:pt x="4730069" y="623843"/>
                </a:lnTo>
                <a:lnTo>
                  <a:pt x="4731762" y="649261"/>
                </a:lnTo>
                <a:lnTo>
                  <a:pt x="4733456" y="615112"/>
                </a:lnTo>
                <a:lnTo>
                  <a:pt x="4735149" y="630356"/>
                </a:lnTo>
                <a:lnTo>
                  <a:pt x="4738537" y="612142"/>
                </a:lnTo>
                <a:lnTo>
                  <a:pt x="4743617" y="620833"/>
                </a:lnTo>
              </a:path>
            </a:pathLst>
          </a:custGeom>
          <a:noFill/>
          <a:ln w="23682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Editable path 48"/>
          <p:cNvSpPr/>
          <p:nvPr/>
        </p:nvSpPr>
        <p:spPr>
          <a:xfrm>
            <a:off x="6791140" y="809105"/>
            <a:ext cx="0" cy="1116258"/>
          </a:xfrm>
          <a:custGeom>
            <a:avLst/>
            <a:gdLst/>
            <a:ahLst/>
            <a:cxnLst/>
            <a:rect l="l" t="t" r="r" b="b"/>
            <a:pathLst>
              <a:path w="0" h="1116258">
                <a:moveTo>
                  <a:pt x="0" y="1116258"/>
                </a:moveTo>
                <a:lnTo>
                  <a:pt x="0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Editable path 49"/>
          <p:cNvSpPr/>
          <p:nvPr/>
        </p:nvSpPr>
        <p:spPr>
          <a:xfrm>
            <a:off x="12009119" y="809105"/>
            <a:ext cx="0" cy="1116258"/>
          </a:xfrm>
          <a:custGeom>
            <a:avLst/>
            <a:gdLst/>
            <a:ahLst/>
            <a:cxnLst/>
            <a:rect l="l" t="t" r="r" b="b"/>
            <a:pathLst>
              <a:path w="0" h="1116258">
                <a:moveTo>
                  <a:pt x="0" y="1116258"/>
                </a:moveTo>
                <a:lnTo>
                  <a:pt x="0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Editable path 50"/>
          <p:cNvSpPr/>
          <p:nvPr/>
        </p:nvSpPr>
        <p:spPr>
          <a:xfrm>
            <a:off x="6791140" y="1925363"/>
            <a:ext cx="5217979" cy="0"/>
          </a:xfrm>
          <a:custGeom>
            <a:avLst/>
            <a:gdLst/>
            <a:ahLst/>
            <a:cxnLst/>
            <a:rect l="l" t="t" r="r" b="b"/>
            <a:pathLst>
              <a:path w="5217979" h="0">
                <a:moveTo>
                  <a:pt x="0" y="0"/>
                </a:moveTo>
                <a:lnTo>
                  <a:pt x="5217979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Editable path 51"/>
          <p:cNvSpPr/>
          <p:nvPr/>
        </p:nvSpPr>
        <p:spPr>
          <a:xfrm>
            <a:off x="6791140" y="809105"/>
            <a:ext cx="5217979" cy="0"/>
          </a:xfrm>
          <a:custGeom>
            <a:avLst/>
            <a:gdLst/>
            <a:ahLst/>
            <a:cxnLst/>
            <a:rect l="l" t="t" r="r" b="b"/>
            <a:pathLst>
              <a:path w="5217979" h="0">
                <a:moveTo>
                  <a:pt x="0" y="0"/>
                </a:moveTo>
                <a:lnTo>
                  <a:pt x="5217979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271672" y="511897"/>
            <a:ext cx="2304638" cy="2273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91" b="0" i="0">
                <a:solidFill>
                  <a:srgbClr val="2B2B2B"/>
                </a:solidFill>
                <a:latin typeface="Times New Roman"/>
              </a:rPr>
              <a:t>(b) Angular velocity response</a:t>
            </a:r>
          </a:p>
        </p:txBody>
      </p:sp>
      <p:sp>
        <p:nvSpPr>
          <p:cNvPr id="78" name="Editable path 52"/>
          <p:cNvSpPr/>
          <p:nvPr/>
        </p:nvSpPr>
        <p:spPr>
          <a:xfrm>
            <a:off x="853440" y="2526184"/>
            <a:ext cx="2249129" cy="1175008"/>
          </a:xfrm>
          <a:custGeom>
            <a:avLst/>
            <a:gdLst/>
            <a:ahLst/>
            <a:cxnLst/>
            <a:rect l="l" t="t" r="r" b="b"/>
            <a:pathLst>
              <a:path w="2249129" h="1175008">
                <a:moveTo>
                  <a:pt x="0" y="0"/>
                </a:moveTo>
                <a:lnTo>
                  <a:pt x="2249129" y="0"/>
                </a:lnTo>
                <a:lnTo>
                  <a:pt x="2249129" y="1175008"/>
                </a:lnTo>
                <a:lnTo>
                  <a:pt x="0" y="11750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Editable path 53"/>
          <p:cNvSpPr/>
          <p:nvPr/>
        </p:nvSpPr>
        <p:spPr>
          <a:xfrm>
            <a:off x="955673" y="2526184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Editable path 54"/>
          <p:cNvSpPr/>
          <p:nvPr/>
        </p:nvSpPr>
        <p:spPr>
          <a:xfrm>
            <a:off x="955673" y="3701192"/>
            <a:ext cx="0" cy="82890"/>
          </a:xfrm>
          <a:custGeom>
            <a:avLst/>
            <a:gdLst/>
            <a:ahLst/>
            <a:cxnLst/>
            <a:rect l="l" t="t" r="r" b="b"/>
            <a:pathLst>
              <a:path w="0" h="82890">
                <a:moveTo>
                  <a:pt x="0" y="0"/>
                </a:moveTo>
                <a:lnTo>
                  <a:pt x="0" y="8289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20148" y="3847592"/>
            <a:ext cx="106573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82" name="Editable path 55"/>
          <p:cNvSpPr/>
          <p:nvPr/>
        </p:nvSpPr>
        <p:spPr>
          <a:xfrm>
            <a:off x="1685649" y="2526184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Editable path 56"/>
          <p:cNvSpPr/>
          <p:nvPr/>
        </p:nvSpPr>
        <p:spPr>
          <a:xfrm>
            <a:off x="1685649" y="3701192"/>
            <a:ext cx="0" cy="82890"/>
          </a:xfrm>
          <a:custGeom>
            <a:avLst/>
            <a:gdLst/>
            <a:ahLst/>
            <a:cxnLst/>
            <a:rect l="l" t="t" r="r" b="b"/>
            <a:pathLst>
              <a:path w="0" h="82890">
                <a:moveTo>
                  <a:pt x="0" y="0"/>
                </a:moveTo>
                <a:lnTo>
                  <a:pt x="0" y="8289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614600" y="3847592"/>
            <a:ext cx="177622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85" name="Editable path 57"/>
          <p:cNvSpPr/>
          <p:nvPr/>
        </p:nvSpPr>
        <p:spPr>
          <a:xfrm>
            <a:off x="2415625" y="2526184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Editable path 58"/>
          <p:cNvSpPr/>
          <p:nvPr/>
        </p:nvSpPr>
        <p:spPr>
          <a:xfrm>
            <a:off x="2415625" y="3701192"/>
            <a:ext cx="0" cy="82890"/>
          </a:xfrm>
          <a:custGeom>
            <a:avLst/>
            <a:gdLst/>
            <a:ahLst/>
            <a:cxnLst/>
            <a:rect l="l" t="t" r="r" b="b"/>
            <a:pathLst>
              <a:path w="0" h="82890">
                <a:moveTo>
                  <a:pt x="0" y="0"/>
                </a:moveTo>
                <a:lnTo>
                  <a:pt x="0" y="8289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344576" y="3847592"/>
            <a:ext cx="177622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88" name="Editable path 59"/>
          <p:cNvSpPr/>
          <p:nvPr/>
        </p:nvSpPr>
        <p:spPr>
          <a:xfrm>
            <a:off x="853440" y="3571962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Editable path 60"/>
          <p:cNvSpPr/>
          <p:nvPr/>
        </p:nvSpPr>
        <p:spPr>
          <a:xfrm>
            <a:off x="770550" y="3571962"/>
            <a:ext cx="82890" cy="0"/>
          </a:xfrm>
          <a:custGeom>
            <a:avLst/>
            <a:gdLst/>
            <a:ahLst/>
            <a:cxnLst/>
            <a:rect l="l" t="t" r="r" b="b"/>
            <a:pathLst>
              <a:path w="82890" h="0">
                <a:moveTo>
                  <a:pt x="8289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77190" y="3504105"/>
            <a:ext cx="346008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−100</a:t>
            </a:r>
          </a:p>
        </p:txBody>
      </p:sp>
      <p:sp>
        <p:nvSpPr>
          <p:cNvPr id="91" name="Editable path 61"/>
          <p:cNvSpPr/>
          <p:nvPr/>
        </p:nvSpPr>
        <p:spPr>
          <a:xfrm>
            <a:off x="853440" y="3079905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Editable path 62"/>
          <p:cNvSpPr/>
          <p:nvPr/>
        </p:nvSpPr>
        <p:spPr>
          <a:xfrm>
            <a:off x="770550" y="3079905"/>
            <a:ext cx="82890" cy="0"/>
          </a:xfrm>
          <a:custGeom>
            <a:avLst/>
            <a:gdLst/>
            <a:ahLst/>
            <a:cxnLst/>
            <a:rect l="l" t="t" r="r" b="b"/>
            <a:pathLst>
              <a:path w="82890" h="0">
                <a:moveTo>
                  <a:pt x="8289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16610" y="3012048"/>
            <a:ext cx="106573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94" name="Editable path 63"/>
          <p:cNvSpPr/>
          <p:nvPr/>
        </p:nvSpPr>
        <p:spPr>
          <a:xfrm>
            <a:off x="853440" y="2587848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Editable path 64"/>
          <p:cNvSpPr/>
          <p:nvPr/>
        </p:nvSpPr>
        <p:spPr>
          <a:xfrm>
            <a:off x="770550" y="2587848"/>
            <a:ext cx="82890" cy="0"/>
          </a:xfrm>
          <a:custGeom>
            <a:avLst/>
            <a:gdLst/>
            <a:ahLst/>
            <a:cxnLst/>
            <a:rect l="l" t="t" r="r" b="b"/>
            <a:pathLst>
              <a:path w="82890" h="0">
                <a:moveTo>
                  <a:pt x="8289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74512" y="2519992"/>
            <a:ext cx="248671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100</a:t>
            </a:r>
          </a:p>
        </p:txBody>
      </p:sp>
      <p:sp>
        <p:nvSpPr>
          <p:cNvPr id="97" name="TextBox 96"/>
          <p:cNvSpPr txBox="1"/>
          <p:nvPr/>
        </p:nvSpPr>
        <p:spPr>
          <a:xfrm rot="16200000">
            <a:off x="-110888" y="3010917"/>
            <a:ext cx="690477" cy="198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5" b="0" i="0">
                <a:solidFill>
                  <a:srgbClr val="2B2B2B"/>
                </a:solidFill>
                <a:latin typeface="Times New Roman"/>
              </a:rPr>
              <a:t>Force (N)</a:t>
            </a:r>
          </a:p>
        </p:txBody>
      </p:sp>
      <p:sp>
        <p:nvSpPr>
          <p:cNvPr id="98" name="Editable path 65"/>
          <p:cNvSpPr/>
          <p:nvPr/>
        </p:nvSpPr>
        <p:spPr>
          <a:xfrm>
            <a:off x="955673" y="2627673"/>
            <a:ext cx="2044663" cy="638408"/>
          </a:xfrm>
          <a:custGeom>
            <a:avLst/>
            <a:gdLst/>
            <a:ahLst/>
            <a:cxnLst/>
            <a:rect l="l" t="t" r="r" b="b"/>
            <a:pathLst>
              <a:path w="2044663" h="638408">
                <a:moveTo>
                  <a:pt x="0" y="376910"/>
                </a:moveTo>
                <a:lnTo>
                  <a:pt x="730" y="378386"/>
                </a:lnTo>
                <a:lnTo>
                  <a:pt x="1460" y="374875"/>
                </a:lnTo>
                <a:lnTo>
                  <a:pt x="2920" y="380832"/>
                </a:lnTo>
                <a:lnTo>
                  <a:pt x="3650" y="369433"/>
                </a:lnTo>
                <a:lnTo>
                  <a:pt x="4380" y="378167"/>
                </a:lnTo>
                <a:lnTo>
                  <a:pt x="5110" y="368551"/>
                </a:lnTo>
                <a:lnTo>
                  <a:pt x="7300" y="337108"/>
                </a:lnTo>
                <a:lnTo>
                  <a:pt x="6570" y="388083"/>
                </a:lnTo>
                <a:lnTo>
                  <a:pt x="8030" y="356676"/>
                </a:lnTo>
                <a:lnTo>
                  <a:pt x="8760" y="383522"/>
                </a:lnTo>
                <a:lnTo>
                  <a:pt x="10220" y="351775"/>
                </a:lnTo>
                <a:lnTo>
                  <a:pt x="10950" y="369832"/>
                </a:lnTo>
                <a:lnTo>
                  <a:pt x="12410" y="371436"/>
                </a:lnTo>
                <a:lnTo>
                  <a:pt x="13140" y="363821"/>
                </a:lnTo>
                <a:lnTo>
                  <a:pt x="13870" y="373237"/>
                </a:lnTo>
                <a:lnTo>
                  <a:pt x="15330" y="393319"/>
                </a:lnTo>
                <a:lnTo>
                  <a:pt x="16060" y="374078"/>
                </a:lnTo>
                <a:lnTo>
                  <a:pt x="16790" y="359830"/>
                </a:lnTo>
                <a:lnTo>
                  <a:pt x="17520" y="381816"/>
                </a:lnTo>
                <a:lnTo>
                  <a:pt x="18980" y="418258"/>
                </a:lnTo>
                <a:lnTo>
                  <a:pt x="20440" y="401856"/>
                </a:lnTo>
                <a:lnTo>
                  <a:pt x="23360" y="342096"/>
                </a:lnTo>
                <a:lnTo>
                  <a:pt x="24820" y="392075"/>
                </a:lnTo>
                <a:lnTo>
                  <a:pt x="26280" y="380416"/>
                </a:lnTo>
                <a:lnTo>
                  <a:pt x="27739" y="366948"/>
                </a:lnTo>
                <a:lnTo>
                  <a:pt x="28470" y="394659"/>
                </a:lnTo>
                <a:lnTo>
                  <a:pt x="29200" y="359345"/>
                </a:lnTo>
                <a:lnTo>
                  <a:pt x="29930" y="385087"/>
                </a:lnTo>
                <a:lnTo>
                  <a:pt x="32119" y="391053"/>
                </a:lnTo>
                <a:lnTo>
                  <a:pt x="34309" y="341447"/>
                </a:lnTo>
                <a:lnTo>
                  <a:pt x="35769" y="381249"/>
                </a:lnTo>
                <a:lnTo>
                  <a:pt x="37229" y="368890"/>
                </a:lnTo>
                <a:lnTo>
                  <a:pt x="37959" y="366568"/>
                </a:lnTo>
                <a:lnTo>
                  <a:pt x="38689" y="367075"/>
                </a:lnTo>
                <a:lnTo>
                  <a:pt x="39419" y="395507"/>
                </a:lnTo>
                <a:lnTo>
                  <a:pt x="41609" y="392960"/>
                </a:lnTo>
                <a:lnTo>
                  <a:pt x="42339" y="400264"/>
                </a:lnTo>
                <a:lnTo>
                  <a:pt x="43069" y="387615"/>
                </a:lnTo>
                <a:lnTo>
                  <a:pt x="44529" y="394496"/>
                </a:lnTo>
                <a:lnTo>
                  <a:pt x="46719" y="361283"/>
                </a:lnTo>
                <a:lnTo>
                  <a:pt x="48179" y="377057"/>
                </a:lnTo>
                <a:lnTo>
                  <a:pt x="48909" y="355962"/>
                </a:lnTo>
                <a:lnTo>
                  <a:pt x="49639" y="353331"/>
                </a:lnTo>
                <a:lnTo>
                  <a:pt x="50369" y="389058"/>
                </a:lnTo>
                <a:lnTo>
                  <a:pt x="52559" y="381568"/>
                </a:lnTo>
                <a:lnTo>
                  <a:pt x="55479" y="389616"/>
                </a:lnTo>
                <a:lnTo>
                  <a:pt x="59128" y="338394"/>
                </a:lnTo>
                <a:lnTo>
                  <a:pt x="59858" y="344573"/>
                </a:lnTo>
                <a:lnTo>
                  <a:pt x="61318" y="344502"/>
                </a:lnTo>
                <a:lnTo>
                  <a:pt x="62778" y="361977"/>
                </a:lnTo>
                <a:lnTo>
                  <a:pt x="64238" y="358675"/>
                </a:lnTo>
                <a:lnTo>
                  <a:pt x="64968" y="360428"/>
                </a:lnTo>
                <a:lnTo>
                  <a:pt x="65698" y="356038"/>
                </a:lnTo>
                <a:lnTo>
                  <a:pt x="66428" y="358883"/>
                </a:lnTo>
                <a:lnTo>
                  <a:pt x="67158" y="358389"/>
                </a:lnTo>
                <a:lnTo>
                  <a:pt x="68618" y="370836"/>
                </a:lnTo>
                <a:lnTo>
                  <a:pt x="70808" y="380199"/>
                </a:lnTo>
                <a:lnTo>
                  <a:pt x="71538" y="346070"/>
                </a:lnTo>
                <a:lnTo>
                  <a:pt x="72998" y="395482"/>
                </a:lnTo>
                <a:lnTo>
                  <a:pt x="73728" y="342881"/>
                </a:lnTo>
                <a:lnTo>
                  <a:pt x="75188" y="382581"/>
                </a:lnTo>
                <a:lnTo>
                  <a:pt x="80298" y="332484"/>
                </a:lnTo>
                <a:lnTo>
                  <a:pt x="85408" y="375695"/>
                </a:lnTo>
                <a:lnTo>
                  <a:pt x="88328" y="319912"/>
                </a:lnTo>
                <a:lnTo>
                  <a:pt x="89788" y="337615"/>
                </a:lnTo>
                <a:lnTo>
                  <a:pt x="92707" y="364921"/>
                </a:lnTo>
                <a:lnTo>
                  <a:pt x="94167" y="305517"/>
                </a:lnTo>
                <a:lnTo>
                  <a:pt x="95627" y="351248"/>
                </a:lnTo>
                <a:lnTo>
                  <a:pt x="97817" y="327610"/>
                </a:lnTo>
                <a:lnTo>
                  <a:pt x="98547" y="344631"/>
                </a:lnTo>
                <a:lnTo>
                  <a:pt x="99277" y="327395"/>
                </a:lnTo>
                <a:lnTo>
                  <a:pt x="100007" y="310169"/>
                </a:lnTo>
                <a:lnTo>
                  <a:pt x="100737" y="349402"/>
                </a:lnTo>
                <a:lnTo>
                  <a:pt x="102197" y="330300"/>
                </a:lnTo>
                <a:lnTo>
                  <a:pt x="103657" y="338229"/>
                </a:lnTo>
                <a:lnTo>
                  <a:pt x="106577" y="367398"/>
                </a:lnTo>
                <a:lnTo>
                  <a:pt x="108037" y="334342"/>
                </a:lnTo>
                <a:lnTo>
                  <a:pt x="109497" y="334844"/>
                </a:lnTo>
                <a:lnTo>
                  <a:pt x="110957" y="333771"/>
                </a:lnTo>
                <a:lnTo>
                  <a:pt x="111687" y="357548"/>
                </a:lnTo>
                <a:lnTo>
                  <a:pt x="113147" y="348067"/>
                </a:lnTo>
                <a:lnTo>
                  <a:pt x="113877" y="333456"/>
                </a:lnTo>
                <a:lnTo>
                  <a:pt x="115337" y="343309"/>
                </a:lnTo>
                <a:lnTo>
                  <a:pt x="116067" y="346538"/>
                </a:lnTo>
                <a:lnTo>
                  <a:pt x="117527" y="328022"/>
                </a:lnTo>
                <a:lnTo>
                  <a:pt x="118987" y="339737"/>
                </a:lnTo>
                <a:lnTo>
                  <a:pt x="121176" y="360388"/>
                </a:lnTo>
                <a:lnTo>
                  <a:pt x="124096" y="329651"/>
                </a:lnTo>
                <a:lnTo>
                  <a:pt x="124826" y="347237"/>
                </a:lnTo>
                <a:lnTo>
                  <a:pt x="127016" y="341135"/>
                </a:lnTo>
                <a:lnTo>
                  <a:pt x="127746" y="324633"/>
                </a:lnTo>
                <a:lnTo>
                  <a:pt x="129936" y="328822"/>
                </a:lnTo>
                <a:lnTo>
                  <a:pt x="133586" y="286340"/>
                </a:lnTo>
                <a:lnTo>
                  <a:pt x="134316" y="300095"/>
                </a:lnTo>
                <a:lnTo>
                  <a:pt x="135046" y="298975"/>
                </a:lnTo>
                <a:lnTo>
                  <a:pt x="137236" y="329297"/>
                </a:lnTo>
                <a:lnTo>
                  <a:pt x="137966" y="317704"/>
                </a:lnTo>
                <a:lnTo>
                  <a:pt x="138696" y="309495"/>
                </a:lnTo>
                <a:lnTo>
                  <a:pt x="139426" y="311405"/>
                </a:lnTo>
                <a:lnTo>
                  <a:pt x="140886" y="345906"/>
                </a:lnTo>
                <a:lnTo>
                  <a:pt x="142346" y="329558"/>
                </a:lnTo>
                <a:lnTo>
                  <a:pt x="145266" y="285873"/>
                </a:lnTo>
                <a:lnTo>
                  <a:pt x="145996" y="307131"/>
                </a:lnTo>
                <a:lnTo>
                  <a:pt x="148916" y="318636"/>
                </a:lnTo>
                <a:lnTo>
                  <a:pt x="147456" y="300484"/>
                </a:lnTo>
                <a:lnTo>
                  <a:pt x="149646" y="315817"/>
                </a:lnTo>
                <a:lnTo>
                  <a:pt x="151835" y="317241"/>
                </a:lnTo>
                <a:lnTo>
                  <a:pt x="154025" y="305810"/>
                </a:lnTo>
                <a:lnTo>
                  <a:pt x="157675" y="340074"/>
                </a:lnTo>
                <a:lnTo>
                  <a:pt x="160595" y="296707"/>
                </a:lnTo>
                <a:lnTo>
                  <a:pt x="161325" y="310667"/>
                </a:lnTo>
                <a:lnTo>
                  <a:pt x="162055" y="334591"/>
                </a:lnTo>
                <a:lnTo>
                  <a:pt x="163515" y="300271"/>
                </a:lnTo>
                <a:lnTo>
                  <a:pt x="166435" y="238723"/>
                </a:lnTo>
                <a:lnTo>
                  <a:pt x="168625" y="326153"/>
                </a:lnTo>
                <a:lnTo>
                  <a:pt x="170085" y="323027"/>
                </a:lnTo>
                <a:lnTo>
                  <a:pt x="170815" y="328499"/>
                </a:lnTo>
                <a:lnTo>
                  <a:pt x="171545" y="327667"/>
                </a:lnTo>
                <a:lnTo>
                  <a:pt x="172275" y="311888"/>
                </a:lnTo>
                <a:lnTo>
                  <a:pt x="173005" y="320256"/>
                </a:lnTo>
                <a:lnTo>
                  <a:pt x="174465" y="352137"/>
                </a:lnTo>
                <a:lnTo>
                  <a:pt x="175195" y="316610"/>
                </a:lnTo>
                <a:lnTo>
                  <a:pt x="175925" y="318307"/>
                </a:lnTo>
                <a:lnTo>
                  <a:pt x="177385" y="269526"/>
                </a:lnTo>
                <a:lnTo>
                  <a:pt x="178845" y="294124"/>
                </a:lnTo>
                <a:lnTo>
                  <a:pt x="179574" y="301672"/>
                </a:lnTo>
                <a:lnTo>
                  <a:pt x="181035" y="263881"/>
                </a:lnTo>
                <a:lnTo>
                  <a:pt x="182494" y="275009"/>
                </a:lnTo>
                <a:lnTo>
                  <a:pt x="185414" y="302248"/>
                </a:lnTo>
                <a:lnTo>
                  <a:pt x="186874" y="322046"/>
                </a:lnTo>
                <a:lnTo>
                  <a:pt x="187604" y="313275"/>
                </a:lnTo>
                <a:lnTo>
                  <a:pt x="189064" y="276381"/>
                </a:lnTo>
                <a:lnTo>
                  <a:pt x="190524" y="276428"/>
                </a:lnTo>
                <a:lnTo>
                  <a:pt x="191254" y="277053"/>
                </a:lnTo>
                <a:lnTo>
                  <a:pt x="193444" y="295829"/>
                </a:lnTo>
                <a:lnTo>
                  <a:pt x="194174" y="289535"/>
                </a:lnTo>
                <a:lnTo>
                  <a:pt x="195634" y="265449"/>
                </a:lnTo>
                <a:lnTo>
                  <a:pt x="196364" y="283610"/>
                </a:lnTo>
                <a:lnTo>
                  <a:pt x="197094" y="286052"/>
                </a:lnTo>
                <a:lnTo>
                  <a:pt x="197824" y="301565"/>
                </a:lnTo>
                <a:lnTo>
                  <a:pt x="199284" y="278314"/>
                </a:lnTo>
                <a:lnTo>
                  <a:pt x="200014" y="281072"/>
                </a:lnTo>
                <a:lnTo>
                  <a:pt x="203664" y="317779"/>
                </a:lnTo>
                <a:lnTo>
                  <a:pt x="205124" y="265885"/>
                </a:lnTo>
                <a:lnTo>
                  <a:pt x="207314" y="281343"/>
                </a:lnTo>
                <a:lnTo>
                  <a:pt x="210234" y="315122"/>
                </a:lnTo>
                <a:lnTo>
                  <a:pt x="212423" y="276544"/>
                </a:lnTo>
                <a:lnTo>
                  <a:pt x="214613" y="277846"/>
                </a:lnTo>
                <a:lnTo>
                  <a:pt x="216073" y="307304"/>
                </a:lnTo>
                <a:lnTo>
                  <a:pt x="216803" y="297088"/>
                </a:lnTo>
                <a:lnTo>
                  <a:pt x="217533" y="272132"/>
                </a:lnTo>
                <a:lnTo>
                  <a:pt x="218993" y="298215"/>
                </a:lnTo>
                <a:lnTo>
                  <a:pt x="219723" y="278793"/>
                </a:lnTo>
                <a:lnTo>
                  <a:pt x="220453" y="268542"/>
                </a:lnTo>
                <a:lnTo>
                  <a:pt x="221183" y="278989"/>
                </a:lnTo>
                <a:lnTo>
                  <a:pt x="221913" y="274566"/>
                </a:lnTo>
                <a:lnTo>
                  <a:pt x="222643" y="288476"/>
                </a:lnTo>
                <a:lnTo>
                  <a:pt x="224103" y="278271"/>
                </a:lnTo>
                <a:lnTo>
                  <a:pt x="224833" y="279633"/>
                </a:lnTo>
                <a:lnTo>
                  <a:pt x="228483" y="254052"/>
                </a:lnTo>
                <a:lnTo>
                  <a:pt x="229213" y="300455"/>
                </a:lnTo>
                <a:lnTo>
                  <a:pt x="230673" y="245249"/>
                </a:lnTo>
                <a:lnTo>
                  <a:pt x="232863" y="289317"/>
                </a:lnTo>
                <a:lnTo>
                  <a:pt x="234323" y="268597"/>
                </a:lnTo>
                <a:lnTo>
                  <a:pt x="235053" y="275712"/>
                </a:lnTo>
                <a:lnTo>
                  <a:pt x="235783" y="275011"/>
                </a:lnTo>
                <a:lnTo>
                  <a:pt x="236513" y="316629"/>
                </a:lnTo>
                <a:lnTo>
                  <a:pt x="237243" y="252119"/>
                </a:lnTo>
                <a:lnTo>
                  <a:pt x="237973" y="238706"/>
                </a:lnTo>
                <a:lnTo>
                  <a:pt x="238703" y="249139"/>
                </a:lnTo>
                <a:lnTo>
                  <a:pt x="243082" y="313762"/>
                </a:lnTo>
                <a:lnTo>
                  <a:pt x="245272" y="260533"/>
                </a:lnTo>
                <a:lnTo>
                  <a:pt x="246002" y="292502"/>
                </a:lnTo>
                <a:lnTo>
                  <a:pt x="246732" y="297379"/>
                </a:lnTo>
                <a:lnTo>
                  <a:pt x="248192" y="267740"/>
                </a:lnTo>
                <a:lnTo>
                  <a:pt x="248922" y="280399"/>
                </a:lnTo>
                <a:lnTo>
                  <a:pt x="249652" y="293485"/>
                </a:lnTo>
                <a:lnTo>
                  <a:pt x="251112" y="278230"/>
                </a:lnTo>
                <a:lnTo>
                  <a:pt x="251842" y="288896"/>
                </a:lnTo>
                <a:lnTo>
                  <a:pt x="253302" y="304666"/>
                </a:lnTo>
                <a:lnTo>
                  <a:pt x="254762" y="299426"/>
                </a:lnTo>
                <a:lnTo>
                  <a:pt x="255492" y="299863"/>
                </a:lnTo>
                <a:lnTo>
                  <a:pt x="256952" y="275038"/>
                </a:lnTo>
                <a:lnTo>
                  <a:pt x="258412" y="292125"/>
                </a:lnTo>
                <a:lnTo>
                  <a:pt x="260602" y="274183"/>
                </a:lnTo>
                <a:lnTo>
                  <a:pt x="262062" y="281064"/>
                </a:lnTo>
                <a:lnTo>
                  <a:pt x="262792" y="282843"/>
                </a:lnTo>
                <a:lnTo>
                  <a:pt x="264982" y="314206"/>
                </a:lnTo>
                <a:lnTo>
                  <a:pt x="265712" y="307157"/>
                </a:lnTo>
                <a:lnTo>
                  <a:pt x="267172" y="269629"/>
                </a:lnTo>
                <a:lnTo>
                  <a:pt x="269362" y="274443"/>
                </a:lnTo>
                <a:lnTo>
                  <a:pt x="270092" y="262440"/>
                </a:lnTo>
                <a:lnTo>
                  <a:pt x="271551" y="273455"/>
                </a:lnTo>
                <a:lnTo>
                  <a:pt x="273011" y="306676"/>
                </a:lnTo>
                <a:lnTo>
                  <a:pt x="273741" y="301860"/>
                </a:lnTo>
                <a:lnTo>
                  <a:pt x="277391" y="255946"/>
                </a:lnTo>
                <a:lnTo>
                  <a:pt x="280311" y="300898"/>
                </a:lnTo>
                <a:lnTo>
                  <a:pt x="281771" y="280808"/>
                </a:lnTo>
                <a:lnTo>
                  <a:pt x="283231" y="261716"/>
                </a:lnTo>
                <a:lnTo>
                  <a:pt x="283961" y="263608"/>
                </a:lnTo>
                <a:lnTo>
                  <a:pt x="284691" y="282370"/>
                </a:lnTo>
                <a:lnTo>
                  <a:pt x="286151" y="269889"/>
                </a:lnTo>
                <a:lnTo>
                  <a:pt x="286881" y="270738"/>
                </a:lnTo>
                <a:lnTo>
                  <a:pt x="287611" y="291285"/>
                </a:lnTo>
                <a:lnTo>
                  <a:pt x="289071" y="271777"/>
                </a:lnTo>
                <a:lnTo>
                  <a:pt x="289801" y="259968"/>
                </a:lnTo>
                <a:lnTo>
                  <a:pt x="291261" y="270081"/>
                </a:lnTo>
                <a:lnTo>
                  <a:pt x="294911" y="297143"/>
                </a:lnTo>
                <a:lnTo>
                  <a:pt x="298561" y="262619"/>
                </a:lnTo>
                <a:lnTo>
                  <a:pt x="300021" y="296174"/>
                </a:lnTo>
                <a:lnTo>
                  <a:pt x="301481" y="278395"/>
                </a:lnTo>
                <a:lnTo>
                  <a:pt x="303670" y="268366"/>
                </a:lnTo>
                <a:lnTo>
                  <a:pt x="305860" y="298672"/>
                </a:lnTo>
                <a:lnTo>
                  <a:pt x="306590" y="298153"/>
                </a:lnTo>
                <a:lnTo>
                  <a:pt x="308050" y="280811"/>
                </a:lnTo>
                <a:lnTo>
                  <a:pt x="310240" y="255939"/>
                </a:lnTo>
                <a:lnTo>
                  <a:pt x="310970" y="269597"/>
                </a:lnTo>
                <a:lnTo>
                  <a:pt x="313890" y="305049"/>
                </a:lnTo>
                <a:lnTo>
                  <a:pt x="315350" y="253819"/>
                </a:lnTo>
                <a:lnTo>
                  <a:pt x="316810" y="275887"/>
                </a:lnTo>
                <a:lnTo>
                  <a:pt x="318270" y="266378"/>
                </a:lnTo>
                <a:lnTo>
                  <a:pt x="319730" y="292650"/>
                </a:lnTo>
                <a:lnTo>
                  <a:pt x="320460" y="283255"/>
                </a:lnTo>
                <a:lnTo>
                  <a:pt x="321920" y="247929"/>
                </a:lnTo>
                <a:lnTo>
                  <a:pt x="322650" y="248196"/>
                </a:lnTo>
                <a:lnTo>
                  <a:pt x="326300" y="368877"/>
                </a:lnTo>
                <a:lnTo>
                  <a:pt x="328490" y="261527"/>
                </a:lnTo>
                <a:lnTo>
                  <a:pt x="329220" y="289441"/>
                </a:lnTo>
                <a:lnTo>
                  <a:pt x="330680" y="262524"/>
                </a:lnTo>
                <a:lnTo>
                  <a:pt x="332139" y="282015"/>
                </a:lnTo>
                <a:lnTo>
                  <a:pt x="333599" y="301607"/>
                </a:lnTo>
                <a:lnTo>
                  <a:pt x="335059" y="290052"/>
                </a:lnTo>
                <a:lnTo>
                  <a:pt x="335789" y="295682"/>
                </a:lnTo>
                <a:lnTo>
                  <a:pt x="337249" y="291522"/>
                </a:lnTo>
                <a:lnTo>
                  <a:pt x="339439" y="280102"/>
                </a:lnTo>
                <a:lnTo>
                  <a:pt x="341629" y="283741"/>
                </a:lnTo>
                <a:lnTo>
                  <a:pt x="342359" y="287215"/>
                </a:lnTo>
                <a:lnTo>
                  <a:pt x="343819" y="286453"/>
                </a:lnTo>
                <a:lnTo>
                  <a:pt x="344549" y="281712"/>
                </a:lnTo>
                <a:lnTo>
                  <a:pt x="345279" y="288470"/>
                </a:lnTo>
                <a:lnTo>
                  <a:pt x="346009" y="299396"/>
                </a:lnTo>
                <a:lnTo>
                  <a:pt x="346739" y="290440"/>
                </a:lnTo>
                <a:lnTo>
                  <a:pt x="347469" y="272547"/>
                </a:lnTo>
                <a:lnTo>
                  <a:pt x="348929" y="290527"/>
                </a:lnTo>
                <a:lnTo>
                  <a:pt x="349659" y="292735"/>
                </a:lnTo>
                <a:lnTo>
                  <a:pt x="350389" y="290774"/>
                </a:lnTo>
                <a:lnTo>
                  <a:pt x="351119" y="277779"/>
                </a:lnTo>
                <a:lnTo>
                  <a:pt x="353309" y="282195"/>
                </a:lnTo>
                <a:lnTo>
                  <a:pt x="354769" y="283877"/>
                </a:lnTo>
                <a:lnTo>
                  <a:pt x="356959" y="278265"/>
                </a:lnTo>
                <a:lnTo>
                  <a:pt x="359149" y="318947"/>
                </a:lnTo>
                <a:lnTo>
                  <a:pt x="360609" y="283492"/>
                </a:lnTo>
                <a:lnTo>
                  <a:pt x="361339" y="293041"/>
                </a:lnTo>
                <a:lnTo>
                  <a:pt x="362069" y="326456"/>
                </a:lnTo>
                <a:lnTo>
                  <a:pt x="363528" y="274267"/>
                </a:lnTo>
                <a:lnTo>
                  <a:pt x="364988" y="286357"/>
                </a:lnTo>
                <a:lnTo>
                  <a:pt x="366448" y="280696"/>
                </a:lnTo>
                <a:lnTo>
                  <a:pt x="368638" y="293534"/>
                </a:lnTo>
                <a:lnTo>
                  <a:pt x="370098" y="286595"/>
                </a:lnTo>
                <a:lnTo>
                  <a:pt x="370828" y="285711"/>
                </a:lnTo>
                <a:lnTo>
                  <a:pt x="371558" y="287624"/>
                </a:lnTo>
                <a:lnTo>
                  <a:pt x="373748" y="307803"/>
                </a:lnTo>
                <a:lnTo>
                  <a:pt x="375208" y="272574"/>
                </a:lnTo>
                <a:lnTo>
                  <a:pt x="375938" y="284527"/>
                </a:lnTo>
                <a:lnTo>
                  <a:pt x="378858" y="310149"/>
                </a:lnTo>
                <a:lnTo>
                  <a:pt x="379588" y="286723"/>
                </a:lnTo>
                <a:lnTo>
                  <a:pt x="381048" y="297700"/>
                </a:lnTo>
                <a:lnTo>
                  <a:pt x="385428" y="351922"/>
                </a:lnTo>
                <a:lnTo>
                  <a:pt x="386888" y="309231"/>
                </a:lnTo>
                <a:lnTo>
                  <a:pt x="387618" y="334140"/>
                </a:lnTo>
                <a:lnTo>
                  <a:pt x="388348" y="340728"/>
                </a:lnTo>
                <a:lnTo>
                  <a:pt x="389808" y="312262"/>
                </a:lnTo>
                <a:lnTo>
                  <a:pt x="390538" y="337283"/>
                </a:lnTo>
                <a:lnTo>
                  <a:pt x="392727" y="332024"/>
                </a:lnTo>
                <a:lnTo>
                  <a:pt x="394187" y="312838"/>
                </a:lnTo>
                <a:lnTo>
                  <a:pt x="394917" y="334917"/>
                </a:lnTo>
                <a:lnTo>
                  <a:pt x="395647" y="327381"/>
                </a:lnTo>
                <a:lnTo>
                  <a:pt x="396377" y="328685"/>
                </a:lnTo>
                <a:lnTo>
                  <a:pt x="397107" y="315750"/>
                </a:lnTo>
                <a:lnTo>
                  <a:pt x="398567" y="331415"/>
                </a:lnTo>
                <a:lnTo>
                  <a:pt x="400027" y="341601"/>
                </a:lnTo>
                <a:lnTo>
                  <a:pt x="400757" y="332882"/>
                </a:lnTo>
                <a:lnTo>
                  <a:pt x="404407" y="302917"/>
                </a:lnTo>
                <a:lnTo>
                  <a:pt x="405137" y="304886"/>
                </a:lnTo>
                <a:lnTo>
                  <a:pt x="407327" y="346340"/>
                </a:lnTo>
                <a:lnTo>
                  <a:pt x="408787" y="302371"/>
                </a:lnTo>
                <a:lnTo>
                  <a:pt x="410247" y="313485"/>
                </a:lnTo>
                <a:lnTo>
                  <a:pt x="410977" y="316836"/>
                </a:lnTo>
                <a:lnTo>
                  <a:pt x="413167" y="300987"/>
                </a:lnTo>
                <a:lnTo>
                  <a:pt x="413897" y="304950"/>
                </a:lnTo>
                <a:lnTo>
                  <a:pt x="416817" y="335201"/>
                </a:lnTo>
                <a:lnTo>
                  <a:pt x="417547" y="332463"/>
                </a:lnTo>
                <a:lnTo>
                  <a:pt x="418277" y="306669"/>
                </a:lnTo>
                <a:lnTo>
                  <a:pt x="419737" y="310076"/>
                </a:lnTo>
                <a:lnTo>
                  <a:pt x="423386" y="337629"/>
                </a:lnTo>
                <a:lnTo>
                  <a:pt x="424116" y="315290"/>
                </a:lnTo>
                <a:lnTo>
                  <a:pt x="426306" y="318141"/>
                </a:lnTo>
                <a:lnTo>
                  <a:pt x="429226" y="293402"/>
                </a:lnTo>
                <a:lnTo>
                  <a:pt x="434336" y="357084"/>
                </a:lnTo>
                <a:lnTo>
                  <a:pt x="435796" y="311669"/>
                </a:lnTo>
                <a:lnTo>
                  <a:pt x="437256" y="314869"/>
                </a:lnTo>
                <a:lnTo>
                  <a:pt x="437986" y="310699"/>
                </a:lnTo>
                <a:lnTo>
                  <a:pt x="438716" y="318794"/>
                </a:lnTo>
                <a:lnTo>
                  <a:pt x="439446" y="332895"/>
                </a:lnTo>
                <a:lnTo>
                  <a:pt x="440176" y="306402"/>
                </a:lnTo>
                <a:lnTo>
                  <a:pt x="440906" y="313118"/>
                </a:lnTo>
                <a:lnTo>
                  <a:pt x="443096" y="322488"/>
                </a:lnTo>
                <a:lnTo>
                  <a:pt x="445286" y="289663"/>
                </a:lnTo>
                <a:lnTo>
                  <a:pt x="446016" y="308800"/>
                </a:lnTo>
                <a:lnTo>
                  <a:pt x="448206" y="303741"/>
                </a:lnTo>
                <a:lnTo>
                  <a:pt x="448936" y="318879"/>
                </a:lnTo>
                <a:lnTo>
                  <a:pt x="449666" y="312008"/>
                </a:lnTo>
                <a:lnTo>
                  <a:pt x="452585" y="281012"/>
                </a:lnTo>
                <a:lnTo>
                  <a:pt x="453315" y="279779"/>
                </a:lnTo>
                <a:lnTo>
                  <a:pt x="454775" y="355886"/>
                </a:lnTo>
                <a:lnTo>
                  <a:pt x="457695" y="323210"/>
                </a:lnTo>
                <a:lnTo>
                  <a:pt x="458425" y="332271"/>
                </a:lnTo>
                <a:lnTo>
                  <a:pt x="459155" y="323966"/>
                </a:lnTo>
                <a:lnTo>
                  <a:pt x="461345" y="274436"/>
                </a:lnTo>
                <a:lnTo>
                  <a:pt x="462805" y="301633"/>
                </a:lnTo>
                <a:lnTo>
                  <a:pt x="463535" y="323138"/>
                </a:lnTo>
                <a:lnTo>
                  <a:pt x="464995" y="312705"/>
                </a:lnTo>
                <a:lnTo>
                  <a:pt x="465725" y="303146"/>
                </a:lnTo>
                <a:lnTo>
                  <a:pt x="466455" y="314582"/>
                </a:lnTo>
                <a:lnTo>
                  <a:pt x="467915" y="332842"/>
                </a:lnTo>
                <a:lnTo>
                  <a:pt x="468645" y="328060"/>
                </a:lnTo>
                <a:lnTo>
                  <a:pt x="472295" y="299880"/>
                </a:lnTo>
                <a:lnTo>
                  <a:pt x="473025" y="298757"/>
                </a:lnTo>
                <a:lnTo>
                  <a:pt x="473755" y="286687"/>
                </a:lnTo>
                <a:lnTo>
                  <a:pt x="475215" y="290956"/>
                </a:lnTo>
                <a:lnTo>
                  <a:pt x="476675" y="323885"/>
                </a:lnTo>
                <a:lnTo>
                  <a:pt x="477405" y="297083"/>
                </a:lnTo>
                <a:lnTo>
                  <a:pt x="478135" y="291623"/>
                </a:lnTo>
                <a:lnTo>
                  <a:pt x="479595" y="327106"/>
                </a:lnTo>
                <a:lnTo>
                  <a:pt x="480325" y="299963"/>
                </a:lnTo>
                <a:lnTo>
                  <a:pt x="481785" y="292496"/>
                </a:lnTo>
                <a:lnTo>
                  <a:pt x="482515" y="298349"/>
                </a:lnTo>
                <a:lnTo>
                  <a:pt x="483245" y="329798"/>
                </a:lnTo>
                <a:lnTo>
                  <a:pt x="485434" y="320171"/>
                </a:lnTo>
                <a:lnTo>
                  <a:pt x="486164" y="295205"/>
                </a:lnTo>
                <a:lnTo>
                  <a:pt x="487624" y="326583"/>
                </a:lnTo>
                <a:lnTo>
                  <a:pt x="494194" y="254912"/>
                </a:lnTo>
                <a:lnTo>
                  <a:pt x="494924" y="263364"/>
                </a:lnTo>
                <a:lnTo>
                  <a:pt x="496384" y="293485"/>
                </a:lnTo>
                <a:lnTo>
                  <a:pt x="497114" y="272772"/>
                </a:lnTo>
                <a:lnTo>
                  <a:pt x="497844" y="253452"/>
                </a:lnTo>
                <a:lnTo>
                  <a:pt x="498574" y="283662"/>
                </a:lnTo>
                <a:lnTo>
                  <a:pt x="499304" y="280590"/>
                </a:lnTo>
                <a:lnTo>
                  <a:pt x="500764" y="295431"/>
                </a:lnTo>
                <a:lnTo>
                  <a:pt x="501494" y="290421"/>
                </a:lnTo>
                <a:lnTo>
                  <a:pt x="502954" y="264245"/>
                </a:lnTo>
                <a:lnTo>
                  <a:pt x="503684" y="281004"/>
                </a:lnTo>
                <a:lnTo>
                  <a:pt x="505874" y="324810"/>
                </a:lnTo>
                <a:lnTo>
                  <a:pt x="506604" y="300495"/>
                </a:lnTo>
                <a:lnTo>
                  <a:pt x="508064" y="281600"/>
                </a:lnTo>
                <a:lnTo>
                  <a:pt x="508794" y="300051"/>
                </a:lnTo>
                <a:lnTo>
                  <a:pt x="509524" y="300096"/>
                </a:lnTo>
                <a:lnTo>
                  <a:pt x="510254" y="292228"/>
                </a:lnTo>
                <a:lnTo>
                  <a:pt x="511714" y="302894"/>
                </a:lnTo>
                <a:lnTo>
                  <a:pt x="512443" y="304301"/>
                </a:lnTo>
                <a:lnTo>
                  <a:pt x="513174" y="287354"/>
                </a:lnTo>
                <a:lnTo>
                  <a:pt x="515363" y="292014"/>
                </a:lnTo>
                <a:lnTo>
                  <a:pt x="516093" y="282884"/>
                </a:lnTo>
                <a:lnTo>
                  <a:pt x="516823" y="285720"/>
                </a:lnTo>
                <a:lnTo>
                  <a:pt x="518283" y="280026"/>
                </a:lnTo>
                <a:lnTo>
                  <a:pt x="519013" y="298432"/>
                </a:lnTo>
                <a:lnTo>
                  <a:pt x="521933" y="262873"/>
                </a:lnTo>
                <a:lnTo>
                  <a:pt x="522663" y="267794"/>
                </a:lnTo>
                <a:lnTo>
                  <a:pt x="523393" y="279895"/>
                </a:lnTo>
                <a:lnTo>
                  <a:pt x="524123" y="254871"/>
                </a:lnTo>
                <a:lnTo>
                  <a:pt x="524853" y="249301"/>
                </a:lnTo>
                <a:lnTo>
                  <a:pt x="527043" y="246209"/>
                </a:lnTo>
                <a:lnTo>
                  <a:pt x="527773" y="274709"/>
                </a:lnTo>
                <a:lnTo>
                  <a:pt x="528503" y="274986"/>
                </a:lnTo>
                <a:lnTo>
                  <a:pt x="529963" y="247277"/>
                </a:lnTo>
                <a:lnTo>
                  <a:pt x="532883" y="254931"/>
                </a:lnTo>
                <a:lnTo>
                  <a:pt x="535803" y="289032"/>
                </a:lnTo>
                <a:lnTo>
                  <a:pt x="536533" y="277964"/>
                </a:lnTo>
                <a:lnTo>
                  <a:pt x="540183" y="257905"/>
                </a:lnTo>
                <a:lnTo>
                  <a:pt x="540913" y="256269"/>
                </a:lnTo>
                <a:lnTo>
                  <a:pt x="541643" y="258615"/>
                </a:lnTo>
                <a:lnTo>
                  <a:pt x="543103" y="264578"/>
                </a:lnTo>
                <a:lnTo>
                  <a:pt x="543832" y="257896"/>
                </a:lnTo>
                <a:lnTo>
                  <a:pt x="544562" y="262814"/>
                </a:lnTo>
                <a:lnTo>
                  <a:pt x="546022" y="243615"/>
                </a:lnTo>
                <a:lnTo>
                  <a:pt x="546752" y="265462"/>
                </a:lnTo>
                <a:lnTo>
                  <a:pt x="548212" y="255960"/>
                </a:lnTo>
                <a:lnTo>
                  <a:pt x="549672" y="209511"/>
                </a:lnTo>
                <a:lnTo>
                  <a:pt x="550402" y="226248"/>
                </a:lnTo>
                <a:lnTo>
                  <a:pt x="551132" y="260730"/>
                </a:lnTo>
                <a:lnTo>
                  <a:pt x="552592" y="224600"/>
                </a:lnTo>
                <a:lnTo>
                  <a:pt x="554782" y="218823"/>
                </a:lnTo>
                <a:lnTo>
                  <a:pt x="554052" y="226699"/>
                </a:lnTo>
                <a:lnTo>
                  <a:pt x="555512" y="220065"/>
                </a:lnTo>
                <a:lnTo>
                  <a:pt x="556242" y="271776"/>
                </a:lnTo>
                <a:lnTo>
                  <a:pt x="557702" y="243011"/>
                </a:lnTo>
                <a:lnTo>
                  <a:pt x="561352" y="206173"/>
                </a:lnTo>
                <a:lnTo>
                  <a:pt x="563542" y="239998"/>
                </a:lnTo>
                <a:lnTo>
                  <a:pt x="564272" y="228226"/>
                </a:lnTo>
                <a:lnTo>
                  <a:pt x="565002" y="227558"/>
                </a:lnTo>
                <a:lnTo>
                  <a:pt x="567922" y="247749"/>
                </a:lnTo>
                <a:lnTo>
                  <a:pt x="568652" y="217159"/>
                </a:lnTo>
                <a:lnTo>
                  <a:pt x="570842" y="219684"/>
                </a:lnTo>
                <a:lnTo>
                  <a:pt x="572302" y="213149"/>
                </a:lnTo>
                <a:lnTo>
                  <a:pt x="573762" y="213872"/>
                </a:lnTo>
                <a:lnTo>
                  <a:pt x="576681" y="248171"/>
                </a:lnTo>
                <a:lnTo>
                  <a:pt x="577411" y="233906"/>
                </a:lnTo>
                <a:lnTo>
                  <a:pt x="580331" y="176294"/>
                </a:lnTo>
                <a:lnTo>
                  <a:pt x="581061" y="183236"/>
                </a:lnTo>
                <a:lnTo>
                  <a:pt x="581791" y="195604"/>
                </a:lnTo>
                <a:lnTo>
                  <a:pt x="582521" y="168615"/>
                </a:lnTo>
                <a:lnTo>
                  <a:pt x="583981" y="193104"/>
                </a:lnTo>
                <a:lnTo>
                  <a:pt x="584711" y="191413"/>
                </a:lnTo>
                <a:lnTo>
                  <a:pt x="585441" y="193951"/>
                </a:lnTo>
                <a:lnTo>
                  <a:pt x="587631" y="212708"/>
                </a:lnTo>
                <a:lnTo>
                  <a:pt x="588361" y="204450"/>
                </a:lnTo>
                <a:lnTo>
                  <a:pt x="589821" y="156468"/>
                </a:lnTo>
                <a:lnTo>
                  <a:pt x="590551" y="196350"/>
                </a:lnTo>
                <a:lnTo>
                  <a:pt x="591281" y="199898"/>
                </a:lnTo>
                <a:lnTo>
                  <a:pt x="592011" y="182852"/>
                </a:lnTo>
                <a:lnTo>
                  <a:pt x="593471" y="200580"/>
                </a:lnTo>
                <a:lnTo>
                  <a:pt x="594201" y="191298"/>
                </a:lnTo>
                <a:lnTo>
                  <a:pt x="595661" y="165439"/>
                </a:lnTo>
                <a:lnTo>
                  <a:pt x="596391" y="182100"/>
                </a:lnTo>
                <a:lnTo>
                  <a:pt x="598581" y="219685"/>
                </a:lnTo>
                <a:lnTo>
                  <a:pt x="599311" y="203138"/>
                </a:lnTo>
                <a:lnTo>
                  <a:pt x="602961" y="163266"/>
                </a:lnTo>
                <a:lnTo>
                  <a:pt x="603691" y="164692"/>
                </a:lnTo>
                <a:lnTo>
                  <a:pt x="604420" y="166290"/>
                </a:lnTo>
                <a:lnTo>
                  <a:pt x="605880" y="190879"/>
                </a:lnTo>
                <a:lnTo>
                  <a:pt x="608070" y="188468"/>
                </a:lnTo>
                <a:lnTo>
                  <a:pt x="614640" y="128601"/>
                </a:lnTo>
                <a:lnTo>
                  <a:pt x="616830" y="163967"/>
                </a:lnTo>
                <a:lnTo>
                  <a:pt x="618290" y="152433"/>
                </a:lnTo>
                <a:lnTo>
                  <a:pt x="621940" y="178320"/>
                </a:lnTo>
                <a:lnTo>
                  <a:pt x="624860" y="131737"/>
                </a:lnTo>
                <a:lnTo>
                  <a:pt x="627050" y="168525"/>
                </a:lnTo>
                <a:lnTo>
                  <a:pt x="627780" y="153762"/>
                </a:lnTo>
                <a:lnTo>
                  <a:pt x="629240" y="162166"/>
                </a:lnTo>
                <a:lnTo>
                  <a:pt x="632160" y="91049"/>
                </a:lnTo>
                <a:lnTo>
                  <a:pt x="636539" y="158371"/>
                </a:lnTo>
                <a:lnTo>
                  <a:pt x="638729" y="123902"/>
                </a:lnTo>
                <a:lnTo>
                  <a:pt x="640189" y="136089"/>
                </a:lnTo>
                <a:lnTo>
                  <a:pt x="642379" y="155491"/>
                </a:lnTo>
                <a:lnTo>
                  <a:pt x="643109" y="144796"/>
                </a:lnTo>
                <a:lnTo>
                  <a:pt x="646029" y="81927"/>
                </a:lnTo>
                <a:lnTo>
                  <a:pt x="647489" y="104207"/>
                </a:lnTo>
                <a:lnTo>
                  <a:pt x="648219" y="115476"/>
                </a:lnTo>
                <a:lnTo>
                  <a:pt x="648949" y="102098"/>
                </a:lnTo>
                <a:lnTo>
                  <a:pt x="649679" y="103444"/>
                </a:lnTo>
                <a:lnTo>
                  <a:pt x="651139" y="98325"/>
                </a:lnTo>
                <a:lnTo>
                  <a:pt x="651869" y="115451"/>
                </a:lnTo>
                <a:lnTo>
                  <a:pt x="652599" y="88661"/>
                </a:lnTo>
                <a:lnTo>
                  <a:pt x="653329" y="108724"/>
                </a:lnTo>
                <a:lnTo>
                  <a:pt x="656249" y="72225"/>
                </a:lnTo>
                <a:lnTo>
                  <a:pt x="656979" y="121859"/>
                </a:lnTo>
                <a:lnTo>
                  <a:pt x="657709" y="107852"/>
                </a:lnTo>
                <a:lnTo>
                  <a:pt x="658439" y="14263"/>
                </a:lnTo>
                <a:lnTo>
                  <a:pt x="659899" y="87017"/>
                </a:lnTo>
                <a:lnTo>
                  <a:pt x="663549" y="102781"/>
                </a:lnTo>
                <a:lnTo>
                  <a:pt x="664279" y="106974"/>
                </a:lnTo>
                <a:lnTo>
                  <a:pt x="667198" y="71408"/>
                </a:lnTo>
                <a:lnTo>
                  <a:pt x="667928" y="74916"/>
                </a:lnTo>
                <a:lnTo>
                  <a:pt x="669388" y="88345"/>
                </a:lnTo>
                <a:lnTo>
                  <a:pt x="670118" y="77217"/>
                </a:lnTo>
                <a:lnTo>
                  <a:pt x="672308" y="35119"/>
                </a:lnTo>
                <a:lnTo>
                  <a:pt x="673768" y="57674"/>
                </a:lnTo>
                <a:lnTo>
                  <a:pt x="674498" y="82221"/>
                </a:lnTo>
                <a:lnTo>
                  <a:pt x="675958" y="64531"/>
                </a:lnTo>
                <a:lnTo>
                  <a:pt x="680338" y="13318"/>
                </a:lnTo>
                <a:lnTo>
                  <a:pt x="682528" y="54033"/>
                </a:lnTo>
                <a:lnTo>
                  <a:pt x="683258" y="38962"/>
                </a:lnTo>
                <a:lnTo>
                  <a:pt x="683988" y="31847"/>
                </a:lnTo>
                <a:lnTo>
                  <a:pt x="684718" y="44575"/>
                </a:lnTo>
                <a:lnTo>
                  <a:pt x="685448" y="53976"/>
                </a:lnTo>
                <a:lnTo>
                  <a:pt x="686908" y="51376"/>
                </a:lnTo>
                <a:lnTo>
                  <a:pt x="689828" y="39796"/>
                </a:lnTo>
                <a:lnTo>
                  <a:pt x="690558" y="41328"/>
                </a:lnTo>
                <a:lnTo>
                  <a:pt x="692748" y="39824"/>
                </a:lnTo>
                <a:lnTo>
                  <a:pt x="693478" y="49782"/>
                </a:lnTo>
                <a:lnTo>
                  <a:pt x="694938" y="1274"/>
                </a:lnTo>
                <a:lnTo>
                  <a:pt x="696397" y="17423"/>
                </a:lnTo>
                <a:lnTo>
                  <a:pt x="697127" y="22336"/>
                </a:lnTo>
                <a:lnTo>
                  <a:pt x="699317" y="20372"/>
                </a:lnTo>
                <a:lnTo>
                  <a:pt x="700777" y="0"/>
                </a:lnTo>
                <a:lnTo>
                  <a:pt x="702237" y="14121"/>
                </a:lnTo>
                <a:lnTo>
                  <a:pt x="728516" y="301344"/>
                </a:lnTo>
                <a:lnTo>
                  <a:pt x="729246" y="294031"/>
                </a:lnTo>
                <a:lnTo>
                  <a:pt x="732896" y="361627"/>
                </a:lnTo>
                <a:lnTo>
                  <a:pt x="734356" y="359056"/>
                </a:lnTo>
                <a:lnTo>
                  <a:pt x="740196" y="417623"/>
                </a:lnTo>
                <a:lnTo>
                  <a:pt x="740926" y="407621"/>
                </a:lnTo>
                <a:lnTo>
                  <a:pt x="741656" y="424203"/>
                </a:lnTo>
                <a:lnTo>
                  <a:pt x="743846" y="441362"/>
                </a:lnTo>
                <a:lnTo>
                  <a:pt x="744576" y="433178"/>
                </a:lnTo>
                <a:lnTo>
                  <a:pt x="745306" y="438318"/>
                </a:lnTo>
                <a:lnTo>
                  <a:pt x="747496" y="437995"/>
                </a:lnTo>
                <a:lnTo>
                  <a:pt x="748226" y="438202"/>
                </a:lnTo>
                <a:lnTo>
                  <a:pt x="748956" y="432987"/>
                </a:lnTo>
                <a:lnTo>
                  <a:pt x="750416" y="435243"/>
                </a:lnTo>
                <a:lnTo>
                  <a:pt x="752606" y="434146"/>
                </a:lnTo>
                <a:lnTo>
                  <a:pt x="754066" y="445303"/>
                </a:lnTo>
                <a:lnTo>
                  <a:pt x="754795" y="418014"/>
                </a:lnTo>
                <a:lnTo>
                  <a:pt x="756986" y="434233"/>
                </a:lnTo>
                <a:lnTo>
                  <a:pt x="757716" y="435791"/>
                </a:lnTo>
                <a:lnTo>
                  <a:pt x="758445" y="434165"/>
                </a:lnTo>
                <a:lnTo>
                  <a:pt x="759175" y="450954"/>
                </a:lnTo>
                <a:lnTo>
                  <a:pt x="759905" y="436521"/>
                </a:lnTo>
                <a:lnTo>
                  <a:pt x="762825" y="364048"/>
                </a:lnTo>
                <a:lnTo>
                  <a:pt x="764285" y="417916"/>
                </a:lnTo>
                <a:lnTo>
                  <a:pt x="765745" y="398283"/>
                </a:lnTo>
                <a:lnTo>
                  <a:pt x="767935" y="383730"/>
                </a:lnTo>
                <a:lnTo>
                  <a:pt x="768665" y="400510"/>
                </a:lnTo>
                <a:lnTo>
                  <a:pt x="769395" y="383219"/>
                </a:lnTo>
                <a:lnTo>
                  <a:pt x="770855" y="338686"/>
                </a:lnTo>
                <a:lnTo>
                  <a:pt x="771585" y="423185"/>
                </a:lnTo>
                <a:lnTo>
                  <a:pt x="773045" y="318838"/>
                </a:lnTo>
                <a:lnTo>
                  <a:pt x="775235" y="385717"/>
                </a:lnTo>
                <a:lnTo>
                  <a:pt x="775965" y="371414"/>
                </a:lnTo>
                <a:lnTo>
                  <a:pt x="777425" y="399512"/>
                </a:lnTo>
                <a:lnTo>
                  <a:pt x="778155" y="347457"/>
                </a:lnTo>
                <a:lnTo>
                  <a:pt x="778885" y="380841"/>
                </a:lnTo>
                <a:lnTo>
                  <a:pt x="780345" y="333724"/>
                </a:lnTo>
                <a:lnTo>
                  <a:pt x="781075" y="377269"/>
                </a:lnTo>
                <a:lnTo>
                  <a:pt x="783995" y="317816"/>
                </a:lnTo>
                <a:lnTo>
                  <a:pt x="784725" y="323990"/>
                </a:lnTo>
                <a:lnTo>
                  <a:pt x="785455" y="390744"/>
                </a:lnTo>
                <a:lnTo>
                  <a:pt x="786915" y="299866"/>
                </a:lnTo>
                <a:lnTo>
                  <a:pt x="789104" y="297481"/>
                </a:lnTo>
                <a:lnTo>
                  <a:pt x="789834" y="329528"/>
                </a:lnTo>
                <a:lnTo>
                  <a:pt x="791294" y="290051"/>
                </a:lnTo>
                <a:lnTo>
                  <a:pt x="794214" y="300160"/>
                </a:lnTo>
                <a:lnTo>
                  <a:pt x="795674" y="315612"/>
                </a:lnTo>
                <a:lnTo>
                  <a:pt x="797134" y="309951"/>
                </a:lnTo>
                <a:lnTo>
                  <a:pt x="798594" y="288630"/>
                </a:lnTo>
                <a:lnTo>
                  <a:pt x="799324" y="301377"/>
                </a:lnTo>
                <a:lnTo>
                  <a:pt x="800784" y="349563"/>
                </a:lnTo>
                <a:lnTo>
                  <a:pt x="801514" y="347870"/>
                </a:lnTo>
                <a:lnTo>
                  <a:pt x="802974" y="288697"/>
                </a:lnTo>
                <a:lnTo>
                  <a:pt x="803704" y="312579"/>
                </a:lnTo>
                <a:lnTo>
                  <a:pt x="804434" y="331526"/>
                </a:lnTo>
                <a:lnTo>
                  <a:pt x="805894" y="311210"/>
                </a:lnTo>
                <a:lnTo>
                  <a:pt x="806624" y="295067"/>
                </a:lnTo>
                <a:lnTo>
                  <a:pt x="808084" y="312794"/>
                </a:lnTo>
                <a:lnTo>
                  <a:pt x="808814" y="320111"/>
                </a:lnTo>
                <a:lnTo>
                  <a:pt x="809544" y="309435"/>
                </a:lnTo>
                <a:lnTo>
                  <a:pt x="811734" y="210770"/>
                </a:lnTo>
                <a:lnTo>
                  <a:pt x="812464" y="214059"/>
                </a:lnTo>
                <a:lnTo>
                  <a:pt x="813194" y="273499"/>
                </a:lnTo>
                <a:lnTo>
                  <a:pt x="814654" y="259604"/>
                </a:lnTo>
                <a:lnTo>
                  <a:pt x="818303" y="154673"/>
                </a:lnTo>
                <a:lnTo>
                  <a:pt x="821223" y="222206"/>
                </a:lnTo>
                <a:lnTo>
                  <a:pt x="821953" y="218733"/>
                </a:lnTo>
                <a:lnTo>
                  <a:pt x="822683" y="220892"/>
                </a:lnTo>
                <a:lnTo>
                  <a:pt x="823413" y="240060"/>
                </a:lnTo>
                <a:lnTo>
                  <a:pt x="824873" y="215210"/>
                </a:lnTo>
                <a:lnTo>
                  <a:pt x="825603" y="221207"/>
                </a:lnTo>
                <a:lnTo>
                  <a:pt x="826333" y="276737"/>
                </a:lnTo>
                <a:lnTo>
                  <a:pt x="827793" y="188624"/>
                </a:lnTo>
                <a:lnTo>
                  <a:pt x="831443" y="155894"/>
                </a:lnTo>
                <a:lnTo>
                  <a:pt x="834363" y="240202"/>
                </a:lnTo>
                <a:lnTo>
                  <a:pt x="835093" y="233372"/>
                </a:lnTo>
                <a:lnTo>
                  <a:pt x="837283" y="183213"/>
                </a:lnTo>
                <a:lnTo>
                  <a:pt x="838013" y="199255"/>
                </a:lnTo>
                <a:lnTo>
                  <a:pt x="840203" y="241969"/>
                </a:lnTo>
                <a:lnTo>
                  <a:pt x="840933" y="236998"/>
                </a:lnTo>
                <a:lnTo>
                  <a:pt x="843123" y="200532"/>
                </a:lnTo>
                <a:lnTo>
                  <a:pt x="844583" y="219437"/>
                </a:lnTo>
                <a:lnTo>
                  <a:pt x="848232" y="244030"/>
                </a:lnTo>
                <a:lnTo>
                  <a:pt x="849692" y="249047"/>
                </a:lnTo>
                <a:lnTo>
                  <a:pt x="850422" y="245580"/>
                </a:lnTo>
                <a:lnTo>
                  <a:pt x="851882" y="221259"/>
                </a:lnTo>
                <a:lnTo>
                  <a:pt x="852612" y="247513"/>
                </a:lnTo>
                <a:lnTo>
                  <a:pt x="853342" y="244507"/>
                </a:lnTo>
                <a:lnTo>
                  <a:pt x="854072" y="248323"/>
                </a:lnTo>
                <a:lnTo>
                  <a:pt x="854802" y="266670"/>
                </a:lnTo>
                <a:lnTo>
                  <a:pt x="856262" y="257855"/>
                </a:lnTo>
                <a:lnTo>
                  <a:pt x="856992" y="249902"/>
                </a:lnTo>
                <a:lnTo>
                  <a:pt x="857722" y="261358"/>
                </a:lnTo>
                <a:lnTo>
                  <a:pt x="862102" y="280292"/>
                </a:lnTo>
                <a:lnTo>
                  <a:pt x="862832" y="272263"/>
                </a:lnTo>
                <a:lnTo>
                  <a:pt x="863562" y="295960"/>
                </a:lnTo>
                <a:lnTo>
                  <a:pt x="865022" y="286644"/>
                </a:lnTo>
                <a:lnTo>
                  <a:pt x="868672" y="250300"/>
                </a:lnTo>
                <a:lnTo>
                  <a:pt x="869402" y="247146"/>
                </a:lnTo>
                <a:lnTo>
                  <a:pt x="870862" y="261561"/>
                </a:lnTo>
                <a:lnTo>
                  <a:pt x="871592" y="245122"/>
                </a:lnTo>
                <a:lnTo>
                  <a:pt x="873052" y="222398"/>
                </a:lnTo>
                <a:lnTo>
                  <a:pt x="873782" y="229216"/>
                </a:lnTo>
                <a:lnTo>
                  <a:pt x="874512" y="248330"/>
                </a:lnTo>
                <a:lnTo>
                  <a:pt x="875972" y="221088"/>
                </a:lnTo>
                <a:lnTo>
                  <a:pt x="876702" y="221177"/>
                </a:lnTo>
                <a:lnTo>
                  <a:pt x="879621" y="182386"/>
                </a:lnTo>
                <a:lnTo>
                  <a:pt x="880351" y="182677"/>
                </a:lnTo>
                <a:lnTo>
                  <a:pt x="881811" y="182172"/>
                </a:lnTo>
                <a:lnTo>
                  <a:pt x="883271" y="198488"/>
                </a:lnTo>
                <a:lnTo>
                  <a:pt x="884731" y="188323"/>
                </a:lnTo>
                <a:lnTo>
                  <a:pt x="886921" y="142385"/>
                </a:lnTo>
                <a:lnTo>
                  <a:pt x="887651" y="165707"/>
                </a:lnTo>
                <a:lnTo>
                  <a:pt x="888381" y="166511"/>
                </a:lnTo>
                <a:lnTo>
                  <a:pt x="889841" y="117256"/>
                </a:lnTo>
                <a:lnTo>
                  <a:pt x="891301" y="133570"/>
                </a:lnTo>
                <a:lnTo>
                  <a:pt x="892031" y="129119"/>
                </a:lnTo>
                <a:lnTo>
                  <a:pt x="892761" y="145592"/>
                </a:lnTo>
                <a:lnTo>
                  <a:pt x="893491" y="135126"/>
                </a:lnTo>
                <a:lnTo>
                  <a:pt x="896411" y="108687"/>
                </a:lnTo>
                <a:lnTo>
                  <a:pt x="897871" y="114983"/>
                </a:lnTo>
                <a:lnTo>
                  <a:pt x="898601" y="119098"/>
                </a:lnTo>
                <a:lnTo>
                  <a:pt x="900061" y="82286"/>
                </a:lnTo>
                <a:lnTo>
                  <a:pt x="900791" y="107063"/>
                </a:lnTo>
                <a:lnTo>
                  <a:pt x="901521" y="121890"/>
                </a:lnTo>
                <a:lnTo>
                  <a:pt x="902251" y="111801"/>
                </a:lnTo>
                <a:lnTo>
                  <a:pt x="903711" y="50577"/>
                </a:lnTo>
                <a:lnTo>
                  <a:pt x="904441" y="74006"/>
                </a:lnTo>
                <a:lnTo>
                  <a:pt x="905171" y="101184"/>
                </a:lnTo>
                <a:lnTo>
                  <a:pt x="907361" y="100846"/>
                </a:lnTo>
                <a:lnTo>
                  <a:pt x="909550" y="72371"/>
                </a:lnTo>
                <a:lnTo>
                  <a:pt x="911010" y="79033"/>
                </a:lnTo>
                <a:lnTo>
                  <a:pt x="914660" y="62439"/>
                </a:lnTo>
                <a:lnTo>
                  <a:pt x="915390" y="77962"/>
                </a:lnTo>
                <a:lnTo>
                  <a:pt x="916120" y="57580"/>
                </a:lnTo>
                <a:lnTo>
                  <a:pt x="916850" y="65079"/>
                </a:lnTo>
                <a:lnTo>
                  <a:pt x="918310" y="58490"/>
                </a:lnTo>
                <a:lnTo>
                  <a:pt x="919770" y="60786"/>
                </a:lnTo>
                <a:lnTo>
                  <a:pt x="920500" y="64150"/>
                </a:lnTo>
                <a:lnTo>
                  <a:pt x="921960" y="60745"/>
                </a:lnTo>
                <a:lnTo>
                  <a:pt x="922690" y="54225"/>
                </a:lnTo>
                <a:lnTo>
                  <a:pt x="923420" y="63709"/>
                </a:lnTo>
                <a:lnTo>
                  <a:pt x="924150" y="72380"/>
                </a:lnTo>
                <a:lnTo>
                  <a:pt x="924880" y="54681"/>
                </a:lnTo>
                <a:lnTo>
                  <a:pt x="926340" y="67425"/>
                </a:lnTo>
                <a:lnTo>
                  <a:pt x="927800" y="31315"/>
                </a:lnTo>
                <a:lnTo>
                  <a:pt x="928530" y="48676"/>
                </a:lnTo>
                <a:lnTo>
                  <a:pt x="929990" y="43629"/>
                </a:lnTo>
                <a:lnTo>
                  <a:pt x="931450" y="81302"/>
                </a:lnTo>
                <a:lnTo>
                  <a:pt x="932910" y="22692"/>
                </a:lnTo>
                <a:lnTo>
                  <a:pt x="934370" y="61042"/>
                </a:lnTo>
                <a:lnTo>
                  <a:pt x="936560" y="77447"/>
                </a:lnTo>
                <a:lnTo>
                  <a:pt x="937289" y="65030"/>
                </a:lnTo>
                <a:lnTo>
                  <a:pt x="938019" y="47078"/>
                </a:lnTo>
                <a:lnTo>
                  <a:pt x="939479" y="69447"/>
                </a:lnTo>
                <a:lnTo>
                  <a:pt x="940209" y="68341"/>
                </a:lnTo>
                <a:lnTo>
                  <a:pt x="943129" y="89075"/>
                </a:lnTo>
                <a:lnTo>
                  <a:pt x="943859" y="82829"/>
                </a:lnTo>
                <a:lnTo>
                  <a:pt x="944589" y="72673"/>
                </a:lnTo>
                <a:lnTo>
                  <a:pt x="945319" y="88613"/>
                </a:lnTo>
                <a:lnTo>
                  <a:pt x="946779" y="78876"/>
                </a:lnTo>
                <a:lnTo>
                  <a:pt x="954079" y="125251"/>
                </a:lnTo>
                <a:lnTo>
                  <a:pt x="954809" y="117074"/>
                </a:lnTo>
                <a:lnTo>
                  <a:pt x="957729" y="162981"/>
                </a:lnTo>
                <a:lnTo>
                  <a:pt x="959189" y="126535"/>
                </a:lnTo>
                <a:lnTo>
                  <a:pt x="959919" y="148522"/>
                </a:lnTo>
                <a:lnTo>
                  <a:pt x="963569" y="213584"/>
                </a:lnTo>
                <a:lnTo>
                  <a:pt x="965029" y="172126"/>
                </a:lnTo>
                <a:lnTo>
                  <a:pt x="965758" y="203051"/>
                </a:lnTo>
                <a:lnTo>
                  <a:pt x="966488" y="236533"/>
                </a:lnTo>
                <a:lnTo>
                  <a:pt x="968678" y="223005"/>
                </a:lnTo>
                <a:lnTo>
                  <a:pt x="969408" y="224426"/>
                </a:lnTo>
                <a:lnTo>
                  <a:pt x="973058" y="290942"/>
                </a:lnTo>
                <a:lnTo>
                  <a:pt x="973788" y="285395"/>
                </a:lnTo>
                <a:lnTo>
                  <a:pt x="974518" y="289977"/>
                </a:lnTo>
                <a:lnTo>
                  <a:pt x="977438" y="322745"/>
                </a:lnTo>
                <a:lnTo>
                  <a:pt x="978898" y="319428"/>
                </a:lnTo>
                <a:lnTo>
                  <a:pt x="979628" y="346586"/>
                </a:lnTo>
                <a:lnTo>
                  <a:pt x="981818" y="337706"/>
                </a:lnTo>
                <a:lnTo>
                  <a:pt x="982548" y="332716"/>
                </a:lnTo>
                <a:lnTo>
                  <a:pt x="983278" y="338986"/>
                </a:lnTo>
                <a:lnTo>
                  <a:pt x="984008" y="341932"/>
                </a:lnTo>
                <a:lnTo>
                  <a:pt x="984738" y="329159"/>
                </a:lnTo>
                <a:lnTo>
                  <a:pt x="985468" y="334985"/>
                </a:lnTo>
                <a:lnTo>
                  <a:pt x="986198" y="353171"/>
                </a:lnTo>
                <a:lnTo>
                  <a:pt x="986928" y="325478"/>
                </a:lnTo>
                <a:lnTo>
                  <a:pt x="987658" y="342586"/>
                </a:lnTo>
                <a:lnTo>
                  <a:pt x="988388" y="330211"/>
                </a:lnTo>
                <a:lnTo>
                  <a:pt x="989848" y="343463"/>
                </a:lnTo>
                <a:lnTo>
                  <a:pt x="990578" y="335210"/>
                </a:lnTo>
                <a:lnTo>
                  <a:pt x="992038" y="333853"/>
                </a:lnTo>
                <a:lnTo>
                  <a:pt x="993498" y="341880"/>
                </a:lnTo>
                <a:lnTo>
                  <a:pt x="994228" y="329360"/>
                </a:lnTo>
                <a:lnTo>
                  <a:pt x="995688" y="340211"/>
                </a:lnTo>
                <a:lnTo>
                  <a:pt x="998608" y="345473"/>
                </a:lnTo>
                <a:lnTo>
                  <a:pt x="999338" y="339580"/>
                </a:lnTo>
                <a:lnTo>
                  <a:pt x="1000797" y="346314"/>
                </a:lnTo>
                <a:lnTo>
                  <a:pt x="1001527" y="352468"/>
                </a:lnTo>
                <a:lnTo>
                  <a:pt x="1002987" y="350798"/>
                </a:lnTo>
                <a:lnTo>
                  <a:pt x="1004447" y="354199"/>
                </a:lnTo>
                <a:lnTo>
                  <a:pt x="1005177" y="344148"/>
                </a:lnTo>
                <a:lnTo>
                  <a:pt x="1008097" y="359584"/>
                </a:lnTo>
                <a:lnTo>
                  <a:pt x="1008827" y="358857"/>
                </a:lnTo>
                <a:lnTo>
                  <a:pt x="1009557" y="351458"/>
                </a:lnTo>
                <a:lnTo>
                  <a:pt x="1011017" y="358288"/>
                </a:lnTo>
                <a:lnTo>
                  <a:pt x="1011747" y="368520"/>
                </a:lnTo>
                <a:lnTo>
                  <a:pt x="1012477" y="351061"/>
                </a:lnTo>
                <a:lnTo>
                  <a:pt x="1013937" y="362321"/>
                </a:lnTo>
                <a:lnTo>
                  <a:pt x="1014667" y="371497"/>
                </a:lnTo>
                <a:lnTo>
                  <a:pt x="1016127" y="360327"/>
                </a:lnTo>
                <a:lnTo>
                  <a:pt x="1016857" y="354270"/>
                </a:lnTo>
                <a:lnTo>
                  <a:pt x="1017587" y="355738"/>
                </a:lnTo>
                <a:lnTo>
                  <a:pt x="1019047" y="390014"/>
                </a:lnTo>
                <a:lnTo>
                  <a:pt x="1020507" y="363984"/>
                </a:lnTo>
                <a:lnTo>
                  <a:pt x="1022697" y="387687"/>
                </a:lnTo>
                <a:lnTo>
                  <a:pt x="1023427" y="383996"/>
                </a:lnTo>
                <a:lnTo>
                  <a:pt x="1024157" y="382556"/>
                </a:lnTo>
                <a:lnTo>
                  <a:pt x="1024887" y="382986"/>
                </a:lnTo>
                <a:lnTo>
                  <a:pt x="1026347" y="399294"/>
                </a:lnTo>
                <a:lnTo>
                  <a:pt x="1027077" y="373461"/>
                </a:lnTo>
                <a:lnTo>
                  <a:pt x="1028536" y="389410"/>
                </a:lnTo>
                <a:lnTo>
                  <a:pt x="1029266" y="405170"/>
                </a:lnTo>
                <a:lnTo>
                  <a:pt x="1031456" y="400718"/>
                </a:lnTo>
                <a:lnTo>
                  <a:pt x="1032186" y="405548"/>
                </a:lnTo>
                <a:lnTo>
                  <a:pt x="1032916" y="389231"/>
                </a:lnTo>
                <a:lnTo>
                  <a:pt x="1034376" y="415117"/>
                </a:lnTo>
                <a:lnTo>
                  <a:pt x="1035106" y="403345"/>
                </a:lnTo>
                <a:lnTo>
                  <a:pt x="1037296" y="406401"/>
                </a:lnTo>
                <a:lnTo>
                  <a:pt x="1040946" y="419568"/>
                </a:lnTo>
                <a:lnTo>
                  <a:pt x="1042406" y="409808"/>
                </a:lnTo>
                <a:lnTo>
                  <a:pt x="1043136" y="411294"/>
                </a:lnTo>
                <a:lnTo>
                  <a:pt x="1045326" y="419278"/>
                </a:lnTo>
                <a:lnTo>
                  <a:pt x="1046056" y="416309"/>
                </a:lnTo>
                <a:lnTo>
                  <a:pt x="1046786" y="407151"/>
                </a:lnTo>
                <a:lnTo>
                  <a:pt x="1047516" y="408288"/>
                </a:lnTo>
                <a:lnTo>
                  <a:pt x="1048246" y="429879"/>
                </a:lnTo>
                <a:lnTo>
                  <a:pt x="1049706" y="422552"/>
                </a:lnTo>
                <a:lnTo>
                  <a:pt x="1051166" y="414339"/>
                </a:lnTo>
                <a:lnTo>
                  <a:pt x="1051896" y="422021"/>
                </a:lnTo>
                <a:lnTo>
                  <a:pt x="1052626" y="424956"/>
                </a:lnTo>
                <a:lnTo>
                  <a:pt x="1053356" y="415655"/>
                </a:lnTo>
                <a:lnTo>
                  <a:pt x="1054816" y="429201"/>
                </a:lnTo>
                <a:lnTo>
                  <a:pt x="1055546" y="435822"/>
                </a:lnTo>
                <a:lnTo>
                  <a:pt x="1056276" y="415438"/>
                </a:lnTo>
                <a:lnTo>
                  <a:pt x="1058465" y="422421"/>
                </a:lnTo>
                <a:lnTo>
                  <a:pt x="1059195" y="440729"/>
                </a:lnTo>
                <a:lnTo>
                  <a:pt x="1060655" y="419908"/>
                </a:lnTo>
                <a:lnTo>
                  <a:pt x="1066495" y="440404"/>
                </a:lnTo>
                <a:lnTo>
                  <a:pt x="1067225" y="439970"/>
                </a:lnTo>
                <a:lnTo>
                  <a:pt x="1070145" y="412737"/>
                </a:lnTo>
                <a:lnTo>
                  <a:pt x="1071605" y="448857"/>
                </a:lnTo>
                <a:lnTo>
                  <a:pt x="1072335" y="431659"/>
                </a:lnTo>
                <a:lnTo>
                  <a:pt x="1073065" y="422422"/>
                </a:lnTo>
                <a:lnTo>
                  <a:pt x="1074525" y="431359"/>
                </a:lnTo>
                <a:lnTo>
                  <a:pt x="1076715" y="453759"/>
                </a:lnTo>
                <a:lnTo>
                  <a:pt x="1077445" y="435337"/>
                </a:lnTo>
                <a:lnTo>
                  <a:pt x="1078905" y="438932"/>
                </a:lnTo>
                <a:lnTo>
                  <a:pt x="1079635" y="435723"/>
                </a:lnTo>
                <a:lnTo>
                  <a:pt x="1081095" y="458625"/>
                </a:lnTo>
                <a:lnTo>
                  <a:pt x="1082555" y="451666"/>
                </a:lnTo>
                <a:lnTo>
                  <a:pt x="1083285" y="452750"/>
                </a:lnTo>
                <a:lnTo>
                  <a:pt x="1084015" y="446842"/>
                </a:lnTo>
                <a:lnTo>
                  <a:pt x="1084745" y="452920"/>
                </a:lnTo>
                <a:lnTo>
                  <a:pt x="1085475" y="459837"/>
                </a:lnTo>
                <a:lnTo>
                  <a:pt x="1086935" y="451672"/>
                </a:lnTo>
                <a:lnTo>
                  <a:pt x="1087665" y="450492"/>
                </a:lnTo>
                <a:lnTo>
                  <a:pt x="1088395" y="452597"/>
                </a:lnTo>
                <a:lnTo>
                  <a:pt x="1089125" y="461589"/>
                </a:lnTo>
                <a:lnTo>
                  <a:pt x="1090585" y="450197"/>
                </a:lnTo>
                <a:lnTo>
                  <a:pt x="1092774" y="436072"/>
                </a:lnTo>
                <a:lnTo>
                  <a:pt x="1094234" y="456471"/>
                </a:lnTo>
                <a:lnTo>
                  <a:pt x="1094964" y="451642"/>
                </a:lnTo>
                <a:lnTo>
                  <a:pt x="1096424" y="436655"/>
                </a:lnTo>
                <a:lnTo>
                  <a:pt x="1097154" y="451512"/>
                </a:lnTo>
                <a:lnTo>
                  <a:pt x="1097884" y="449436"/>
                </a:lnTo>
                <a:lnTo>
                  <a:pt x="1098614" y="456471"/>
                </a:lnTo>
                <a:lnTo>
                  <a:pt x="1099344" y="440421"/>
                </a:lnTo>
                <a:lnTo>
                  <a:pt x="1101534" y="435049"/>
                </a:lnTo>
                <a:lnTo>
                  <a:pt x="1102264" y="422249"/>
                </a:lnTo>
                <a:lnTo>
                  <a:pt x="1102994" y="434231"/>
                </a:lnTo>
                <a:lnTo>
                  <a:pt x="1105184" y="453659"/>
                </a:lnTo>
                <a:lnTo>
                  <a:pt x="1105914" y="449485"/>
                </a:lnTo>
                <a:lnTo>
                  <a:pt x="1107374" y="448738"/>
                </a:lnTo>
                <a:lnTo>
                  <a:pt x="1108104" y="443839"/>
                </a:lnTo>
                <a:lnTo>
                  <a:pt x="1108834" y="468625"/>
                </a:lnTo>
                <a:lnTo>
                  <a:pt x="1110294" y="451234"/>
                </a:lnTo>
                <a:lnTo>
                  <a:pt x="1112484" y="396539"/>
                </a:lnTo>
                <a:lnTo>
                  <a:pt x="1113214" y="404266"/>
                </a:lnTo>
                <a:lnTo>
                  <a:pt x="1114674" y="450631"/>
                </a:lnTo>
                <a:lnTo>
                  <a:pt x="1116134" y="441794"/>
                </a:lnTo>
                <a:lnTo>
                  <a:pt x="1116864" y="441696"/>
                </a:lnTo>
                <a:lnTo>
                  <a:pt x="1119054" y="423442"/>
                </a:lnTo>
                <a:lnTo>
                  <a:pt x="1120513" y="429919"/>
                </a:lnTo>
                <a:lnTo>
                  <a:pt x="1121243" y="446315"/>
                </a:lnTo>
                <a:lnTo>
                  <a:pt x="1122703" y="426380"/>
                </a:lnTo>
                <a:lnTo>
                  <a:pt x="1123433" y="429913"/>
                </a:lnTo>
                <a:lnTo>
                  <a:pt x="1124163" y="412695"/>
                </a:lnTo>
                <a:lnTo>
                  <a:pt x="1124893" y="423787"/>
                </a:lnTo>
                <a:lnTo>
                  <a:pt x="1127083" y="452672"/>
                </a:lnTo>
                <a:lnTo>
                  <a:pt x="1127813" y="439494"/>
                </a:lnTo>
                <a:lnTo>
                  <a:pt x="1130733" y="392302"/>
                </a:lnTo>
                <a:lnTo>
                  <a:pt x="1131463" y="403244"/>
                </a:lnTo>
                <a:lnTo>
                  <a:pt x="1132193" y="441186"/>
                </a:lnTo>
                <a:lnTo>
                  <a:pt x="1134383" y="429120"/>
                </a:lnTo>
                <a:lnTo>
                  <a:pt x="1136573" y="400500"/>
                </a:lnTo>
                <a:lnTo>
                  <a:pt x="1137303" y="412165"/>
                </a:lnTo>
                <a:lnTo>
                  <a:pt x="1139493" y="446482"/>
                </a:lnTo>
                <a:lnTo>
                  <a:pt x="1140223" y="430005"/>
                </a:lnTo>
                <a:lnTo>
                  <a:pt x="1140953" y="442090"/>
                </a:lnTo>
                <a:lnTo>
                  <a:pt x="1141683" y="416187"/>
                </a:lnTo>
                <a:lnTo>
                  <a:pt x="1143143" y="373878"/>
                </a:lnTo>
                <a:lnTo>
                  <a:pt x="1144603" y="379107"/>
                </a:lnTo>
                <a:lnTo>
                  <a:pt x="1146063" y="447294"/>
                </a:lnTo>
                <a:lnTo>
                  <a:pt x="1148253" y="431991"/>
                </a:lnTo>
                <a:lnTo>
                  <a:pt x="1149712" y="442289"/>
                </a:lnTo>
                <a:lnTo>
                  <a:pt x="1151172" y="435469"/>
                </a:lnTo>
                <a:lnTo>
                  <a:pt x="1153362" y="416490"/>
                </a:lnTo>
                <a:lnTo>
                  <a:pt x="1156282" y="435294"/>
                </a:lnTo>
                <a:lnTo>
                  <a:pt x="1157012" y="423784"/>
                </a:lnTo>
                <a:lnTo>
                  <a:pt x="1159202" y="428787"/>
                </a:lnTo>
                <a:lnTo>
                  <a:pt x="1159932" y="438873"/>
                </a:lnTo>
                <a:lnTo>
                  <a:pt x="1161392" y="433035"/>
                </a:lnTo>
                <a:lnTo>
                  <a:pt x="1164312" y="406462"/>
                </a:lnTo>
                <a:lnTo>
                  <a:pt x="1167962" y="446161"/>
                </a:lnTo>
                <a:lnTo>
                  <a:pt x="1170152" y="386150"/>
                </a:lnTo>
                <a:lnTo>
                  <a:pt x="1172342" y="410627"/>
                </a:lnTo>
                <a:lnTo>
                  <a:pt x="1175262" y="437141"/>
                </a:lnTo>
                <a:lnTo>
                  <a:pt x="1176722" y="396872"/>
                </a:lnTo>
                <a:lnTo>
                  <a:pt x="1178181" y="399820"/>
                </a:lnTo>
                <a:lnTo>
                  <a:pt x="1181831" y="428820"/>
                </a:lnTo>
                <a:lnTo>
                  <a:pt x="1184751" y="386224"/>
                </a:lnTo>
                <a:lnTo>
                  <a:pt x="1185481" y="387891"/>
                </a:lnTo>
                <a:lnTo>
                  <a:pt x="1186941" y="433427"/>
                </a:lnTo>
                <a:lnTo>
                  <a:pt x="1189131" y="430849"/>
                </a:lnTo>
                <a:lnTo>
                  <a:pt x="1191321" y="385724"/>
                </a:lnTo>
                <a:lnTo>
                  <a:pt x="1192781" y="398942"/>
                </a:lnTo>
                <a:lnTo>
                  <a:pt x="1194241" y="421886"/>
                </a:lnTo>
                <a:lnTo>
                  <a:pt x="1195701" y="413832"/>
                </a:lnTo>
                <a:lnTo>
                  <a:pt x="1196431" y="417375"/>
                </a:lnTo>
                <a:lnTo>
                  <a:pt x="1197161" y="409043"/>
                </a:lnTo>
                <a:lnTo>
                  <a:pt x="1197891" y="393114"/>
                </a:lnTo>
                <a:lnTo>
                  <a:pt x="1198621" y="407416"/>
                </a:lnTo>
                <a:lnTo>
                  <a:pt x="1200811" y="403463"/>
                </a:lnTo>
                <a:lnTo>
                  <a:pt x="1201541" y="422243"/>
                </a:lnTo>
                <a:lnTo>
                  <a:pt x="1205191" y="397253"/>
                </a:lnTo>
                <a:lnTo>
                  <a:pt x="1206651" y="408314"/>
                </a:lnTo>
                <a:lnTo>
                  <a:pt x="1207381" y="418326"/>
                </a:lnTo>
                <a:lnTo>
                  <a:pt x="1209571" y="412229"/>
                </a:lnTo>
                <a:lnTo>
                  <a:pt x="1211031" y="415715"/>
                </a:lnTo>
                <a:lnTo>
                  <a:pt x="1211761" y="411087"/>
                </a:lnTo>
                <a:lnTo>
                  <a:pt x="1213950" y="401851"/>
                </a:lnTo>
                <a:lnTo>
                  <a:pt x="1215410" y="415353"/>
                </a:lnTo>
                <a:lnTo>
                  <a:pt x="1216870" y="413725"/>
                </a:lnTo>
                <a:lnTo>
                  <a:pt x="1219060" y="403448"/>
                </a:lnTo>
                <a:lnTo>
                  <a:pt x="1221980" y="421363"/>
                </a:lnTo>
                <a:lnTo>
                  <a:pt x="1222710" y="420825"/>
                </a:lnTo>
                <a:lnTo>
                  <a:pt x="1223440" y="423300"/>
                </a:lnTo>
                <a:lnTo>
                  <a:pt x="1224170" y="416535"/>
                </a:lnTo>
                <a:lnTo>
                  <a:pt x="1225630" y="387309"/>
                </a:lnTo>
                <a:lnTo>
                  <a:pt x="1227090" y="390182"/>
                </a:lnTo>
                <a:lnTo>
                  <a:pt x="1230010" y="420281"/>
                </a:lnTo>
                <a:lnTo>
                  <a:pt x="1233660" y="406752"/>
                </a:lnTo>
                <a:lnTo>
                  <a:pt x="1234390" y="411452"/>
                </a:lnTo>
                <a:lnTo>
                  <a:pt x="1236580" y="429404"/>
                </a:lnTo>
                <a:lnTo>
                  <a:pt x="1237310" y="428840"/>
                </a:lnTo>
                <a:lnTo>
                  <a:pt x="1238770" y="384843"/>
                </a:lnTo>
                <a:lnTo>
                  <a:pt x="1240230" y="413516"/>
                </a:lnTo>
                <a:lnTo>
                  <a:pt x="1240959" y="436922"/>
                </a:lnTo>
                <a:lnTo>
                  <a:pt x="1242419" y="418865"/>
                </a:lnTo>
                <a:lnTo>
                  <a:pt x="1243879" y="420744"/>
                </a:lnTo>
                <a:lnTo>
                  <a:pt x="1247529" y="427645"/>
                </a:lnTo>
                <a:lnTo>
                  <a:pt x="1249719" y="412356"/>
                </a:lnTo>
                <a:lnTo>
                  <a:pt x="1250449" y="417321"/>
                </a:lnTo>
                <a:lnTo>
                  <a:pt x="1251179" y="423937"/>
                </a:lnTo>
                <a:lnTo>
                  <a:pt x="1252639" y="414702"/>
                </a:lnTo>
                <a:lnTo>
                  <a:pt x="1253369" y="414073"/>
                </a:lnTo>
                <a:lnTo>
                  <a:pt x="1254829" y="424608"/>
                </a:lnTo>
                <a:lnTo>
                  <a:pt x="1257019" y="419745"/>
                </a:lnTo>
                <a:lnTo>
                  <a:pt x="1257749" y="419266"/>
                </a:lnTo>
                <a:lnTo>
                  <a:pt x="1258479" y="420432"/>
                </a:lnTo>
                <a:lnTo>
                  <a:pt x="1259209" y="425657"/>
                </a:lnTo>
                <a:lnTo>
                  <a:pt x="1259939" y="418663"/>
                </a:lnTo>
                <a:lnTo>
                  <a:pt x="1260669" y="419373"/>
                </a:lnTo>
                <a:lnTo>
                  <a:pt x="1262859" y="416078"/>
                </a:lnTo>
                <a:lnTo>
                  <a:pt x="1263589" y="416694"/>
                </a:lnTo>
                <a:lnTo>
                  <a:pt x="1265049" y="424438"/>
                </a:lnTo>
                <a:lnTo>
                  <a:pt x="1265779" y="426269"/>
                </a:lnTo>
                <a:lnTo>
                  <a:pt x="1266509" y="416893"/>
                </a:lnTo>
                <a:lnTo>
                  <a:pt x="1268699" y="421746"/>
                </a:lnTo>
                <a:lnTo>
                  <a:pt x="1270158" y="409198"/>
                </a:lnTo>
                <a:lnTo>
                  <a:pt x="1270888" y="420835"/>
                </a:lnTo>
                <a:lnTo>
                  <a:pt x="1273808" y="436093"/>
                </a:lnTo>
                <a:lnTo>
                  <a:pt x="1274538" y="435377"/>
                </a:lnTo>
                <a:lnTo>
                  <a:pt x="1276728" y="416933"/>
                </a:lnTo>
                <a:lnTo>
                  <a:pt x="1277458" y="425334"/>
                </a:lnTo>
                <a:lnTo>
                  <a:pt x="1278188" y="443503"/>
                </a:lnTo>
                <a:lnTo>
                  <a:pt x="1279648" y="431329"/>
                </a:lnTo>
                <a:lnTo>
                  <a:pt x="1282568" y="424642"/>
                </a:lnTo>
                <a:lnTo>
                  <a:pt x="1284028" y="432967"/>
                </a:lnTo>
                <a:lnTo>
                  <a:pt x="1284758" y="426181"/>
                </a:lnTo>
                <a:lnTo>
                  <a:pt x="1286948" y="411135"/>
                </a:lnTo>
                <a:lnTo>
                  <a:pt x="1287678" y="403900"/>
                </a:lnTo>
                <a:lnTo>
                  <a:pt x="1288408" y="419332"/>
                </a:lnTo>
                <a:lnTo>
                  <a:pt x="1289138" y="432122"/>
                </a:lnTo>
                <a:lnTo>
                  <a:pt x="1290598" y="416655"/>
                </a:lnTo>
                <a:lnTo>
                  <a:pt x="1291328" y="420919"/>
                </a:lnTo>
                <a:lnTo>
                  <a:pt x="1292058" y="418399"/>
                </a:lnTo>
                <a:lnTo>
                  <a:pt x="1293518" y="413397"/>
                </a:lnTo>
                <a:lnTo>
                  <a:pt x="1296438" y="433607"/>
                </a:lnTo>
                <a:lnTo>
                  <a:pt x="1300088" y="408901"/>
                </a:lnTo>
                <a:lnTo>
                  <a:pt x="1301548" y="429277"/>
                </a:lnTo>
                <a:lnTo>
                  <a:pt x="1303737" y="425335"/>
                </a:lnTo>
                <a:lnTo>
                  <a:pt x="1306657" y="385621"/>
                </a:lnTo>
                <a:lnTo>
                  <a:pt x="1307387" y="399094"/>
                </a:lnTo>
                <a:lnTo>
                  <a:pt x="1308847" y="425550"/>
                </a:lnTo>
                <a:lnTo>
                  <a:pt x="1311037" y="412781"/>
                </a:lnTo>
                <a:lnTo>
                  <a:pt x="1312497" y="407569"/>
                </a:lnTo>
                <a:lnTo>
                  <a:pt x="1314687" y="429859"/>
                </a:lnTo>
                <a:lnTo>
                  <a:pt x="1315417" y="417680"/>
                </a:lnTo>
                <a:lnTo>
                  <a:pt x="1319067" y="373489"/>
                </a:lnTo>
                <a:lnTo>
                  <a:pt x="1322717" y="414059"/>
                </a:lnTo>
                <a:lnTo>
                  <a:pt x="1324907" y="389998"/>
                </a:lnTo>
                <a:lnTo>
                  <a:pt x="1325637" y="392325"/>
                </a:lnTo>
                <a:lnTo>
                  <a:pt x="1326367" y="424228"/>
                </a:lnTo>
                <a:lnTo>
                  <a:pt x="1328557" y="407848"/>
                </a:lnTo>
                <a:lnTo>
                  <a:pt x="1330017" y="401417"/>
                </a:lnTo>
                <a:lnTo>
                  <a:pt x="1330747" y="411251"/>
                </a:lnTo>
                <a:lnTo>
                  <a:pt x="1332207" y="404222"/>
                </a:lnTo>
                <a:lnTo>
                  <a:pt x="1334396" y="396803"/>
                </a:lnTo>
                <a:lnTo>
                  <a:pt x="1335126" y="383127"/>
                </a:lnTo>
                <a:lnTo>
                  <a:pt x="1336586" y="400395"/>
                </a:lnTo>
                <a:lnTo>
                  <a:pt x="1337316" y="389695"/>
                </a:lnTo>
                <a:lnTo>
                  <a:pt x="1338046" y="387899"/>
                </a:lnTo>
                <a:lnTo>
                  <a:pt x="1338776" y="401030"/>
                </a:lnTo>
                <a:lnTo>
                  <a:pt x="1340236" y="389530"/>
                </a:lnTo>
                <a:lnTo>
                  <a:pt x="1340966" y="387847"/>
                </a:lnTo>
                <a:lnTo>
                  <a:pt x="1341696" y="369748"/>
                </a:lnTo>
                <a:lnTo>
                  <a:pt x="1343156" y="389608"/>
                </a:lnTo>
                <a:lnTo>
                  <a:pt x="1343886" y="381275"/>
                </a:lnTo>
                <a:lnTo>
                  <a:pt x="1344616" y="393043"/>
                </a:lnTo>
                <a:lnTo>
                  <a:pt x="1345346" y="382959"/>
                </a:lnTo>
                <a:lnTo>
                  <a:pt x="1348266" y="390187"/>
                </a:lnTo>
                <a:lnTo>
                  <a:pt x="1351916" y="377171"/>
                </a:lnTo>
                <a:lnTo>
                  <a:pt x="1352646" y="371823"/>
                </a:lnTo>
                <a:lnTo>
                  <a:pt x="1353376" y="379031"/>
                </a:lnTo>
                <a:lnTo>
                  <a:pt x="1354106" y="385371"/>
                </a:lnTo>
                <a:lnTo>
                  <a:pt x="1354836" y="375471"/>
                </a:lnTo>
                <a:lnTo>
                  <a:pt x="1355566" y="372623"/>
                </a:lnTo>
                <a:lnTo>
                  <a:pt x="1356296" y="391578"/>
                </a:lnTo>
                <a:lnTo>
                  <a:pt x="1358486" y="388838"/>
                </a:lnTo>
                <a:lnTo>
                  <a:pt x="1359946" y="372604"/>
                </a:lnTo>
                <a:lnTo>
                  <a:pt x="1361405" y="342896"/>
                </a:lnTo>
                <a:lnTo>
                  <a:pt x="1362135" y="346081"/>
                </a:lnTo>
                <a:lnTo>
                  <a:pt x="1363595" y="391415"/>
                </a:lnTo>
                <a:lnTo>
                  <a:pt x="1365055" y="366948"/>
                </a:lnTo>
                <a:lnTo>
                  <a:pt x="1365785" y="374745"/>
                </a:lnTo>
                <a:lnTo>
                  <a:pt x="1366515" y="365512"/>
                </a:lnTo>
                <a:lnTo>
                  <a:pt x="1367245" y="358888"/>
                </a:lnTo>
                <a:lnTo>
                  <a:pt x="1367975" y="362995"/>
                </a:lnTo>
                <a:lnTo>
                  <a:pt x="1368705" y="373459"/>
                </a:lnTo>
                <a:lnTo>
                  <a:pt x="1370895" y="371618"/>
                </a:lnTo>
                <a:lnTo>
                  <a:pt x="1375275" y="354390"/>
                </a:lnTo>
                <a:lnTo>
                  <a:pt x="1376005" y="372255"/>
                </a:lnTo>
                <a:lnTo>
                  <a:pt x="1378195" y="364219"/>
                </a:lnTo>
                <a:lnTo>
                  <a:pt x="1380385" y="350613"/>
                </a:lnTo>
                <a:lnTo>
                  <a:pt x="1381115" y="372117"/>
                </a:lnTo>
                <a:lnTo>
                  <a:pt x="1382575" y="366007"/>
                </a:lnTo>
                <a:lnTo>
                  <a:pt x="1385495" y="327494"/>
                </a:lnTo>
                <a:lnTo>
                  <a:pt x="1386955" y="364229"/>
                </a:lnTo>
                <a:lnTo>
                  <a:pt x="1388415" y="350211"/>
                </a:lnTo>
                <a:lnTo>
                  <a:pt x="1392064" y="319581"/>
                </a:lnTo>
                <a:lnTo>
                  <a:pt x="1393524" y="348448"/>
                </a:lnTo>
                <a:lnTo>
                  <a:pt x="1394984" y="338583"/>
                </a:lnTo>
                <a:lnTo>
                  <a:pt x="1396444" y="340846"/>
                </a:lnTo>
                <a:lnTo>
                  <a:pt x="1397174" y="323038"/>
                </a:lnTo>
                <a:lnTo>
                  <a:pt x="1399364" y="332181"/>
                </a:lnTo>
                <a:lnTo>
                  <a:pt x="1400094" y="333162"/>
                </a:lnTo>
                <a:lnTo>
                  <a:pt x="1400824" y="348492"/>
                </a:lnTo>
                <a:lnTo>
                  <a:pt x="1402284" y="334697"/>
                </a:lnTo>
                <a:lnTo>
                  <a:pt x="1403014" y="336111"/>
                </a:lnTo>
                <a:lnTo>
                  <a:pt x="1404474" y="310303"/>
                </a:lnTo>
                <a:lnTo>
                  <a:pt x="1405204" y="328981"/>
                </a:lnTo>
                <a:lnTo>
                  <a:pt x="1405934" y="346932"/>
                </a:lnTo>
                <a:lnTo>
                  <a:pt x="1407394" y="333204"/>
                </a:lnTo>
                <a:lnTo>
                  <a:pt x="1409584" y="291550"/>
                </a:lnTo>
                <a:lnTo>
                  <a:pt x="1411044" y="304908"/>
                </a:lnTo>
                <a:lnTo>
                  <a:pt x="1411774" y="325616"/>
                </a:lnTo>
                <a:lnTo>
                  <a:pt x="1413964" y="314361"/>
                </a:lnTo>
                <a:lnTo>
                  <a:pt x="1414694" y="315985"/>
                </a:lnTo>
                <a:lnTo>
                  <a:pt x="1416154" y="314914"/>
                </a:lnTo>
                <a:lnTo>
                  <a:pt x="1421264" y="277196"/>
                </a:lnTo>
                <a:lnTo>
                  <a:pt x="1421994" y="288333"/>
                </a:lnTo>
                <a:lnTo>
                  <a:pt x="1423454" y="309300"/>
                </a:lnTo>
                <a:lnTo>
                  <a:pt x="1424183" y="297166"/>
                </a:lnTo>
                <a:lnTo>
                  <a:pt x="1426373" y="284644"/>
                </a:lnTo>
                <a:lnTo>
                  <a:pt x="1427833" y="285915"/>
                </a:lnTo>
                <a:lnTo>
                  <a:pt x="1432213" y="302395"/>
                </a:lnTo>
                <a:lnTo>
                  <a:pt x="1435133" y="279951"/>
                </a:lnTo>
                <a:lnTo>
                  <a:pt x="1438053" y="306042"/>
                </a:lnTo>
                <a:lnTo>
                  <a:pt x="1441703" y="274402"/>
                </a:lnTo>
                <a:lnTo>
                  <a:pt x="1443163" y="306113"/>
                </a:lnTo>
                <a:lnTo>
                  <a:pt x="1445353" y="293974"/>
                </a:lnTo>
                <a:lnTo>
                  <a:pt x="1446083" y="298473"/>
                </a:lnTo>
                <a:lnTo>
                  <a:pt x="1446813" y="292056"/>
                </a:lnTo>
                <a:lnTo>
                  <a:pt x="1447543" y="289083"/>
                </a:lnTo>
                <a:lnTo>
                  <a:pt x="1448273" y="293255"/>
                </a:lnTo>
                <a:lnTo>
                  <a:pt x="1449003" y="294639"/>
                </a:lnTo>
                <a:lnTo>
                  <a:pt x="1449733" y="280615"/>
                </a:lnTo>
                <a:lnTo>
                  <a:pt x="1451193" y="302061"/>
                </a:lnTo>
                <a:lnTo>
                  <a:pt x="1453382" y="271722"/>
                </a:lnTo>
                <a:lnTo>
                  <a:pt x="1454112" y="289070"/>
                </a:lnTo>
                <a:lnTo>
                  <a:pt x="1454842" y="297422"/>
                </a:lnTo>
                <a:lnTo>
                  <a:pt x="1456302" y="288047"/>
                </a:lnTo>
                <a:lnTo>
                  <a:pt x="1457032" y="289868"/>
                </a:lnTo>
                <a:lnTo>
                  <a:pt x="1458492" y="268666"/>
                </a:lnTo>
                <a:lnTo>
                  <a:pt x="1459952" y="274790"/>
                </a:lnTo>
                <a:lnTo>
                  <a:pt x="1461412" y="304070"/>
                </a:lnTo>
                <a:lnTo>
                  <a:pt x="1462142" y="285218"/>
                </a:lnTo>
                <a:lnTo>
                  <a:pt x="1462872" y="280234"/>
                </a:lnTo>
                <a:lnTo>
                  <a:pt x="1463602" y="293056"/>
                </a:lnTo>
                <a:lnTo>
                  <a:pt x="1464332" y="291014"/>
                </a:lnTo>
                <a:lnTo>
                  <a:pt x="1465062" y="293065"/>
                </a:lnTo>
                <a:lnTo>
                  <a:pt x="1465792" y="303881"/>
                </a:lnTo>
                <a:lnTo>
                  <a:pt x="1467252" y="297134"/>
                </a:lnTo>
                <a:lnTo>
                  <a:pt x="1468712" y="292278"/>
                </a:lnTo>
                <a:lnTo>
                  <a:pt x="1469442" y="310417"/>
                </a:lnTo>
                <a:lnTo>
                  <a:pt x="1471632" y="305367"/>
                </a:lnTo>
                <a:lnTo>
                  <a:pt x="1472362" y="315281"/>
                </a:lnTo>
                <a:lnTo>
                  <a:pt x="1473092" y="299477"/>
                </a:lnTo>
                <a:lnTo>
                  <a:pt x="1474552" y="312916"/>
                </a:lnTo>
                <a:lnTo>
                  <a:pt x="1475282" y="314214"/>
                </a:lnTo>
                <a:lnTo>
                  <a:pt x="1478932" y="301868"/>
                </a:lnTo>
                <a:lnTo>
                  <a:pt x="1481122" y="317187"/>
                </a:lnTo>
                <a:lnTo>
                  <a:pt x="1481851" y="309206"/>
                </a:lnTo>
                <a:lnTo>
                  <a:pt x="1484771" y="325439"/>
                </a:lnTo>
                <a:lnTo>
                  <a:pt x="1486231" y="309902"/>
                </a:lnTo>
                <a:lnTo>
                  <a:pt x="1486961" y="324772"/>
                </a:lnTo>
                <a:lnTo>
                  <a:pt x="1490611" y="306517"/>
                </a:lnTo>
                <a:lnTo>
                  <a:pt x="1491341" y="308975"/>
                </a:lnTo>
                <a:lnTo>
                  <a:pt x="1492071" y="331198"/>
                </a:lnTo>
                <a:lnTo>
                  <a:pt x="1494261" y="326942"/>
                </a:lnTo>
                <a:lnTo>
                  <a:pt x="1494991" y="330726"/>
                </a:lnTo>
                <a:lnTo>
                  <a:pt x="1495721" y="329628"/>
                </a:lnTo>
                <a:lnTo>
                  <a:pt x="1496451" y="318033"/>
                </a:lnTo>
                <a:lnTo>
                  <a:pt x="1497911" y="331321"/>
                </a:lnTo>
                <a:lnTo>
                  <a:pt x="1498641" y="322452"/>
                </a:lnTo>
                <a:lnTo>
                  <a:pt x="1499371" y="338003"/>
                </a:lnTo>
                <a:lnTo>
                  <a:pt x="1501561" y="332601"/>
                </a:lnTo>
                <a:lnTo>
                  <a:pt x="1502291" y="340596"/>
                </a:lnTo>
                <a:lnTo>
                  <a:pt x="1503751" y="330826"/>
                </a:lnTo>
                <a:lnTo>
                  <a:pt x="1505211" y="327639"/>
                </a:lnTo>
                <a:lnTo>
                  <a:pt x="1506671" y="346752"/>
                </a:lnTo>
                <a:lnTo>
                  <a:pt x="1508131" y="341576"/>
                </a:lnTo>
                <a:lnTo>
                  <a:pt x="1511780" y="317708"/>
                </a:lnTo>
                <a:lnTo>
                  <a:pt x="1517620" y="353184"/>
                </a:lnTo>
                <a:lnTo>
                  <a:pt x="1518350" y="343706"/>
                </a:lnTo>
                <a:lnTo>
                  <a:pt x="1519080" y="334192"/>
                </a:lnTo>
                <a:lnTo>
                  <a:pt x="1520540" y="343356"/>
                </a:lnTo>
                <a:lnTo>
                  <a:pt x="1523460" y="357395"/>
                </a:lnTo>
                <a:lnTo>
                  <a:pt x="1524920" y="354176"/>
                </a:lnTo>
                <a:lnTo>
                  <a:pt x="1525650" y="355125"/>
                </a:lnTo>
                <a:lnTo>
                  <a:pt x="1526380" y="348454"/>
                </a:lnTo>
                <a:lnTo>
                  <a:pt x="1527840" y="357133"/>
                </a:lnTo>
                <a:lnTo>
                  <a:pt x="1531490" y="364660"/>
                </a:lnTo>
                <a:lnTo>
                  <a:pt x="1532950" y="353871"/>
                </a:lnTo>
                <a:lnTo>
                  <a:pt x="1533680" y="366355"/>
                </a:lnTo>
                <a:lnTo>
                  <a:pt x="1534410" y="369851"/>
                </a:lnTo>
                <a:lnTo>
                  <a:pt x="1535140" y="361867"/>
                </a:lnTo>
                <a:lnTo>
                  <a:pt x="1536600" y="360318"/>
                </a:lnTo>
                <a:lnTo>
                  <a:pt x="1538060" y="366161"/>
                </a:lnTo>
                <a:lnTo>
                  <a:pt x="1538790" y="375152"/>
                </a:lnTo>
                <a:lnTo>
                  <a:pt x="1540250" y="374881"/>
                </a:lnTo>
                <a:lnTo>
                  <a:pt x="1540980" y="364828"/>
                </a:lnTo>
                <a:lnTo>
                  <a:pt x="1542440" y="373522"/>
                </a:lnTo>
                <a:lnTo>
                  <a:pt x="1543900" y="378430"/>
                </a:lnTo>
                <a:lnTo>
                  <a:pt x="1544630" y="377816"/>
                </a:lnTo>
                <a:lnTo>
                  <a:pt x="1545359" y="397556"/>
                </a:lnTo>
                <a:lnTo>
                  <a:pt x="1546819" y="374661"/>
                </a:lnTo>
                <a:lnTo>
                  <a:pt x="1547549" y="368652"/>
                </a:lnTo>
                <a:lnTo>
                  <a:pt x="1550469" y="398805"/>
                </a:lnTo>
                <a:lnTo>
                  <a:pt x="1551199" y="391651"/>
                </a:lnTo>
                <a:lnTo>
                  <a:pt x="1553389" y="392781"/>
                </a:lnTo>
                <a:lnTo>
                  <a:pt x="1554119" y="393884"/>
                </a:lnTo>
                <a:lnTo>
                  <a:pt x="1558499" y="417117"/>
                </a:lnTo>
                <a:lnTo>
                  <a:pt x="1559229" y="423380"/>
                </a:lnTo>
                <a:lnTo>
                  <a:pt x="1559959" y="422231"/>
                </a:lnTo>
                <a:lnTo>
                  <a:pt x="1560689" y="401043"/>
                </a:lnTo>
                <a:lnTo>
                  <a:pt x="1562879" y="402367"/>
                </a:lnTo>
                <a:lnTo>
                  <a:pt x="1563609" y="401396"/>
                </a:lnTo>
                <a:lnTo>
                  <a:pt x="1564339" y="393650"/>
                </a:lnTo>
                <a:lnTo>
                  <a:pt x="1565799" y="438994"/>
                </a:lnTo>
                <a:lnTo>
                  <a:pt x="1567259" y="419740"/>
                </a:lnTo>
                <a:lnTo>
                  <a:pt x="1569449" y="441994"/>
                </a:lnTo>
                <a:lnTo>
                  <a:pt x="1570179" y="438043"/>
                </a:lnTo>
                <a:lnTo>
                  <a:pt x="1570909" y="439005"/>
                </a:lnTo>
                <a:lnTo>
                  <a:pt x="1572369" y="451215"/>
                </a:lnTo>
                <a:lnTo>
                  <a:pt x="1573099" y="443151"/>
                </a:lnTo>
                <a:lnTo>
                  <a:pt x="1575288" y="419841"/>
                </a:lnTo>
                <a:lnTo>
                  <a:pt x="1576748" y="427111"/>
                </a:lnTo>
                <a:lnTo>
                  <a:pt x="1578208" y="449768"/>
                </a:lnTo>
                <a:lnTo>
                  <a:pt x="1578938" y="436814"/>
                </a:lnTo>
                <a:lnTo>
                  <a:pt x="1581128" y="417144"/>
                </a:lnTo>
                <a:lnTo>
                  <a:pt x="1582588" y="459211"/>
                </a:lnTo>
                <a:lnTo>
                  <a:pt x="1584048" y="439332"/>
                </a:lnTo>
                <a:lnTo>
                  <a:pt x="1585508" y="444136"/>
                </a:lnTo>
                <a:lnTo>
                  <a:pt x="1589888" y="483475"/>
                </a:lnTo>
                <a:lnTo>
                  <a:pt x="1592808" y="451197"/>
                </a:lnTo>
                <a:lnTo>
                  <a:pt x="1594268" y="462167"/>
                </a:lnTo>
                <a:lnTo>
                  <a:pt x="1597188" y="483130"/>
                </a:lnTo>
                <a:lnTo>
                  <a:pt x="1597918" y="477302"/>
                </a:lnTo>
                <a:lnTo>
                  <a:pt x="1598648" y="478484"/>
                </a:lnTo>
                <a:lnTo>
                  <a:pt x="1599378" y="488491"/>
                </a:lnTo>
                <a:lnTo>
                  <a:pt x="1600108" y="464658"/>
                </a:lnTo>
                <a:lnTo>
                  <a:pt x="1600838" y="475328"/>
                </a:lnTo>
                <a:lnTo>
                  <a:pt x="1601568" y="474794"/>
                </a:lnTo>
                <a:lnTo>
                  <a:pt x="1605947" y="493306"/>
                </a:lnTo>
                <a:lnTo>
                  <a:pt x="1606677" y="489370"/>
                </a:lnTo>
                <a:lnTo>
                  <a:pt x="1608137" y="484974"/>
                </a:lnTo>
                <a:lnTo>
                  <a:pt x="1611787" y="501260"/>
                </a:lnTo>
                <a:lnTo>
                  <a:pt x="1613977" y="493305"/>
                </a:lnTo>
                <a:lnTo>
                  <a:pt x="1614707" y="496112"/>
                </a:lnTo>
                <a:lnTo>
                  <a:pt x="1616897" y="506092"/>
                </a:lnTo>
                <a:lnTo>
                  <a:pt x="1619087" y="502411"/>
                </a:lnTo>
                <a:lnTo>
                  <a:pt x="1620547" y="504522"/>
                </a:lnTo>
                <a:lnTo>
                  <a:pt x="1621277" y="501967"/>
                </a:lnTo>
                <a:lnTo>
                  <a:pt x="1624197" y="518376"/>
                </a:lnTo>
                <a:lnTo>
                  <a:pt x="1624927" y="515654"/>
                </a:lnTo>
                <a:lnTo>
                  <a:pt x="1628577" y="527624"/>
                </a:lnTo>
                <a:lnTo>
                  <a:pt x="1626387" y="514849"/>
                </a:lnTo>
                <a:lnTo>
                  <a:pt x="1629307" y="523040"/>
                </a:lnTo>
                <a:lnTo>
                  <a:pt x="1630037" y="520571"/>
                </a:lnTo>
                <a:lnTo>
                  <a:pt x="1630767" y="526470"/>
                </a:lnTo>
                <a:lnTo>
                  <a:pt x="1631497" y="521438"/>
                </a:lnTo>
                <a:lnTo>
                  <a:pt x="1632957" y="537852"/>
                </a:lnTo>
                <a:lnTo>
                  <a:pt x="1635147" y="536276"/>
                </a:lnTo>
                <a:lnTo>
                  <a:pt x="1636606" y="532905"/>
                </a:lnTo>
                <a:lnTo>
                  <a:pt x="1637336" y="534698"/>
                </a:lnTo>
                <a:lnTo>
                  <a:pt x="1640986" y="547572"/>
                </a:lnTo>
                <a:lnTo>
                  <a:pt x="1641716" y="543324"/>
                </a:lnTo>
                <a:lnTo>
                  <a:pt x="1642446" y="543483"/>
                </a:lnTo>
                <a:lnTo>
                  <a:pt x="1643176" y="547907"/>
                </a:lnTo>
                <a:lnTo>
                  <a:pt x="1644636" y="543706"/>
                </a:lnTo>
                <a:lnTo>
                  <a:pt x="1646096" y="547520"/>
                </a:lnTo>
                <a:lnTo>
                  <a:pt x="1650476" y="569219"/>
                </a:lnTo>
                <a:lnTo>
                  <a:pt x="1651936" y="546157"/>
                </a:lnTo>
                <a:lnTo>
                  <a:pt x="1652666" y="562994"/>
                </a:lnTo>
                <a:lnTo>
                  <a:pt x="1654856" y="565040"/>
                </a:lnTo>
                <a:lnTo>
                  <a:pt x="1654126" y="561759"/>
                </a:lnTo>
                <a:lnTo>
                  <a:pt x="1655586" y="564555"/>
                </a:lnTo>
                <a:lnTo>
                  <a:pt x="1656316" y="564391"/>
                </a:lnTo>
                <a:lnTo>
                  <a:pt x="1659236" y="569373"/>
                </a:lnTo>
                <a:lnTo>
                  <a:pt x="1660696" y="570912"/>
                </a:lnTo>
                <a:lnTo>
                  <a:pt x="1664346" y="559097"/>
                </a:lnTo>
                <a:lnTo>
                  <a:pt x="1667995" y="577462"/>
                </a:lnTo>
                <a:lnTo>
                  <a:pt x="1668725" y="577251"/>
                </a:lnTo>
                <a:lnTo>
                  <a:pt x="1669455" y="572016"/>
                </a:lnTo>
                <a:lnTo>
                  <a:pt x="1670915" y="578723"/>
                </a:lnTo>
                <a:lnTo>
                  <a:pt x="1672375" y="583058"/>
                </a:lnTo>
                <a:lnTo>
                  <a:pt x="1673835" y="572047"/>
                </a:lnTo>
                <a:lnTo>
                  <a:pt x="1674565" y="573304"/>
                </a:lnTo>
                <a:lnTo>
                  <a:pt x="1678215" y="585304"/>
                </a:lnTo>
                <a:lnTo>
                  <a:pt x="1679675" y="586643"/>
                </a:lnTo>
                <a:lnTo>
                  <a:pt x="1681135" y="580555"/>
                </a:lnTo>
                <a:lnTo>
                  <a:pt x="1681865" y="583551"/>
                </a:lnTo>
                <a:lnTo>
                  <a:pt x="1682595" y="592272"/>
                </a:lnTo>
                <a:lnTo>
                  <a:pt x="1684785" y="591076"/>
                </a:lnTo>
                <a:lnTo>
                  <a:pt x="1685515" y="590019"/>
                </a:lnTo>
                <a:lnTo>
                  <a:pt x="1686245" y="593619"/>
                </a:lnTo>
                <a:lnTo>
                  <a:pt x="1686975" y="587777"/>
                </a:lnTo>
                <a:lnTo>
                  <a:pt x="1687705" y="589626"/>
                </a:lnTo>
                <a:lnTo>
                  <a:pt x="1689165" y="589263"/>
                </a:lnTo>
                <a:lnTo>
                  <a:pt x="1690625" y="585126"/>
                </a:lnTo>
                <a:lnTo>
                  <a:pt x="1692085" y="594019"/>
                </a:lnTo>
                <a:lnTo>
                  <a:pt x="1694274" y="584878"/>
                </a:lnTo>
                <a:lnTo>
                  <a:pt x="1695004" y="592502"/>
                </a:lnTo>
                <a:lnTo>
                  <a:pt x="1695734" y="592425"/>
                </a:lnTo>
                <a:lnTo>
                  <a:pt x="1696464" y="587102"/>
                </a:lnTo>
                <a:lnTo>
                  <a:pt x="1697924" y="593887"/>
                </a:lnTo>
                <a:lnTo>
                  <a:pt x="1698654" y="588083"/>
                </a:lnTo>
                <a:lnTo>
                  <a:pt x="1701574" y="595449"/>
                </a:lnTo>
                <a:lnTo>
                  <a:pt x="1702304" y="594175"/>
                </a:lnTo>
                <a:lnTo>
                  <a:pt x="1703034" y="597164"/>
                </a:lnTo>
                <a:lnTo>
                  <a:pt x="1703764" y="595153"/>
                </a:lnTo>
                <a:lnTo>
                  <a:pt x="1705954" y="602275"/>
                </a:lnTo>
                <a:lnTo>
                  <a:pt x="1707414" y="601958"/>
                </a:lnTo>
                <a:lnTo>
                  <a:pt x="1709604" y="600239"/>
                </a:lnTo>
                <a:lnTo>
                  <a:pt x="1710334" y="607059"/>
                </a:lnTo>
                <a:lnTo>
                  <a:pt x="1711794" y="604403"/>
                </a:lnTo>
                <a:lnTo>
                  <a:pt x="1712524" y="595844"/>
                </a:lnTo>
                <a:lnTo>
                  <a:pt x="1714714" y="597775"/>
                </a:lnTo>
                <a:lnTo>
                  <a:pt x="1715444" y="600380"/>
                </a:lnTo>
                <a:lnTo>
                  <a:pt x="1716174" y="585810"/>
                </a:lnTo>
                <a:lnTo>
                  <a:pt x="1718364" y="590905"/>
                </a:lnTo>
                <a:lnTo>
                  <a:pt x="1719094" y="605832"/>
                </a:lnTo>
                <a:lnTo>
                  <a:pt x="1721284" y="601247"/>
                </a:lnTo>
                <a:lnTo>
                  <a:pt x="1724203" y="602961"/>
                </a:lnTo>
                <a:lnTo>
                  <a:pt x="1725663" y="623462"/>
                </a:lnTo>
                <a:lnTo>
                  <a:pt x="1726393" y="600242"/>
                </a:lnTo>
                <a:lnTo>
                  <a:pt x="1727853" y="606966"/>
                </a:lnTo>
                <a:lnTo>
                  <a:pt x="1728583" y="621602"/>
                </a:lnTo>
                <a:lnTo>
                  <a:pt x="1730043" y="612788"/>
                </a:lnTo>
                <a:lnTo>
                  <a:pt x="1731503" y="591357"/>
                </a:lnTo>
                <a:lnTo>
                  <a:pt x="1732233" y="601043"/>
                </a:lnTo>
                <a:lnTo>
                  <a:pt x="1732963" y="609861"/>
                </a:lnTo>
                <a:lnTo>
                  <a:pt x="1733693" y="590108"/>
                </a:lnTo>
                <a:lnTo>
                  <a:pt x="1734423" y="579184"/>
                </a:lnTo>
                <a:lnTo>
                  <a:pt x="1735153" y="596846"/>
                </a:lnTo>
                <a:lnTo>
                  <a:pt x="1735883" y="585664"/>
                </a:lnTo>
                <a:lnTo>
                  <a:pt x="1737343" y="606887"/>
                </a:lnTo>
                <a:lnTo>
                  <a:pt x="1738803" y="605430"/>
                </a:lnTo>
                <a:lnTo>
                  <a:pt x="1739533" y="600751"/>
                </a:lnTo>
                <a:lnTo>
                  <a:pt x="1740993" y="607115"/>
                </a:lnTo>
                <a:lnTo>
                  <a:pt x="1741723" y="603368"/>
                </a:lnTo>
                <a:lnTo>
                  <a:pt x="1743913" y="599174"/>
                </a:lnTo>
                <a:lnTo>
                  <a:pt x="1744643" y="603571"/>
                </a:lnTo>
                <a:lnTo>
                  <a:pt x="1745373" y="608198"/>
                </a:lnTo>
                <a:lnTo>
                  <a:pt x="1746103" y="598869"/>
                </a:lnTo>
                <a:lnTo>
                  <a:pt x="1746833" y="596303"/>
                </a:lnTo>
                <a:lnTo>
                  <a:pt x="1749753" y="608053"/>
                </a:lnTo>
                <a:lnTo>
                  <a:pt x="1752673" y="587067"/>
                </a:lnTo>
                <a:lnTo>
                  <a:pt x="1754863" y="605828"/>
                </a:lnTo>
                <a:lnTo>
                  <a:pt x="1755593" y="595095"/>
                </a:lnTo>
                <a:lnTo>
                  <a:pt x="1756323" y="610494"/>
                </a:lnTo>
                <a:lnTo>
                  <a:pt x="1758512" y="607491"/>
                </a:lnTo>
                <a:lnTo>
                  <a:pt x="1762162" y="605989"/>
                </a:lnTo>
                <a:lnTo>
                  <a:pt x="1762892" y="605438"/>
                </a:lnTo>
                <a:lnTo>
                  <a:pt x="1764352" y="597347"/>
                </a:lnTo>
                <a:lnTo>
                  <a:pt x="1765812" y="612607"/>
                </a:lnTo>
                <a:lnTo>
                  <a:pt x="1766542" y="590994"/>
                </a:lnTo>
                <a:lnTo>
                  <a:pt x="1770192" y="619488"/>
                </a:lnTo>
                <a:lnTo>
                  <a:pt x="1770922" y="611989"/>
                </a:lnTo>
                <a:lnTo>
                  <a:pt x="1772382" y="603685"/>
                </a:lnTo>
                <a:lnTo>
                  <a:pt x="1773112" y="604149"/>
                </a:lnTo>
                <a:lnTo>
                  <a:pt x="1773842" y="612149"/>
                </a:lnTo>
                <a:lnTo>
                  <a:pt x="1775302" y="607036"/>
                </a:lnTo>
                <a:lnTo>
                  <a:pt x="1776032" y="604223"/>
                </a:lnTo>
                <a:lnTo>
                  <a:pt x="1776762" y="615605"/>
                </a:lnTo>
                <a:lnTo>
                  <a:pt x="1778952" y="611484"/>
                </a:lnTo>
                <a:lnTo>
                  <a:pt x="1779682" y="612896"/>
                </a:lnTo>
                <a:lnTo>
                  <a:pt x="1780412" y="621351"/>
                </a:lnTo>
                <a:lnTo>
                  <a:pt x="1781872" y="611308"/>
                </a:lnTo>
                <a:lnTo>
                  <a:pt x="1782602" y="610186"/>
                </a:lnTo>
                <a:lnTo>
                  <a:pt x="1784062" y="618841"/>
                </a:lnTo>
                <a:lnTo>
                  <a:pt x="1785522" y="614594"/>
                </a:lnTo>
                <a:lnTo>
                  <a:pt x="1786981" y="601906"/>
                </a:lnTo>
                <a:lnTo>
                  <a:pt x="1787711" y="614827"/>
                </a:lnTo>
                <a:lnTo>
                  <a:pt x="1789171" y="617214"/>
                </a:lnTo>
                <a:lnTo>
                  <a:pt x="1789901" y="621016"/>
                </a:lnTo>
                <a:lnTo>
                  <a:pt x="1790631" y="618062"/>
                </a:lnTo>
                <a:lnTo>
                  <a:pt x="1792091" y="600508"/>
                </a:lnTo>
                <a:lnTo>
                  <a:pt x="1792821" y="608894"/>
                </a:lnTo>
                <a:lnTo>
                  <a:pt x="1793551" y="623882"/>
                </a:lnTo>
                <a:lnTo>
                  <a:pt x="1795011" y="602082"/>
                </a:lnTo>
                <a:lnTo>
                  <a:pt x="1796471" y="613872"/>
                </a:lnTo>
                <a:lnTo>
                  <a:pt x="1797201" y="605658"/>
                </a:lnTo>
                <a:lnTo>
                  <a:pt x="1799391" y="598747"/>
                </a:lnTo>
                <a:lnTo>
                  <a:pt x="1800121" y="599738"/>
                </a:lnTo>
                <a:lnTo>
                  <a:pt x="1800851" y="619374"/>
                </a:lnTo>
                <a:lnTo>
                  <a:pt x="1801581" y="598678"/>
                </a:lnTo>
                <a:lnTo>
                  <a:pt x="1802311" y="583253"/>
                </a:lnTo>
                <a:lnTo>
                  <a:pt x="1803771" y="596294"/>
                </a:lnTo>
                <a:lnTo>
                  <a:pt x="1804501" y="620716"/>
                </a:lnTo>
                <a:lnTo>
                  <a:pt x="1805961" y="589360"/>
                </a:lnTo>
                <a:lnTo>
                  <a:pt x="1807421" y="618461"/>
                </a:lnTo>
                <a:lnTo>
                  <a:pt x="1808151" y="599491"/>
                </a:lnTo>
                <a:lnTo>
                  <a:pt x="1808881" y="592189"/>
                </a:lnTo>
                <a:lnTo>
                  <a:pt x="1809611" y="600170"/>
                </a:lnTo>
                <a:lnTo>
                  <a:pt x="1810341" y="614994"/>
                </a:lnTo>
                <a:lnTo>
                  <a:pt x="1812531" y="613647"/>
                </a:lnTo>
                <a:lnTo>
                  <a:pt x="1813991" y="611700"/>
                </a:lnTo>
                <a:lnTo>
                  <a:pt x="1815450" y="591569"/>
                </a:lnTo>
                <a:lnTo>
                  <a:pt x="1816180" y="602292"/>
                </a:lnTo>
                <a:lnTo>
                  <a:pt x="1816910" y="625661"/>
                </a:lnTo>
                <a:lnTo>
                  <a:pt x="1818370" y="599170"/>
                </a:lnTo>
                <a:lnTo>
                  <a:pt x="1823480" y="625092"/>
                </a:lnTo>
                <a:lnTo>
                  <a:pt x="1824210" y="629095"/>
                </a:lnTo>
                <a:lnTo>
                  <a:pt x="1824940" y="625826"/>
                </a:lnTo>
                <a:lnTo>
                  <a:pt x="1827860" y="585801"/>
                </a:lnTo>
                <a:lnTo>
                  <a:pt x="1828590" y="600402"/>
                </a:lnTo>
                <a:lnTo>
                  <a:pt x="1830050" y="628039"/>
                </a:lnTo>
                <a:lnTo>
                  <a:pt x="1831510" y="607757"/>
                </a:lnTo>
                <a:lnTo>
                  <a:pt x="1834430" y="621045"/>
                </a:lnTo>
                <a:lnTo>
                  <a:pt x="1836620" y="607336"/>
                </a:lnTo>
                <a:lnTo>
                  <a:pt x="1837350" y="610569"/>
                </a:lnTo>
                <a:lnTo>
                  <a:pt x="1838080" y="606794"/>
                </a:lnTo>
                <a:lnTo>
                  <a:pt x="1838810" y="607378"/>
                </a:lnTo>
                <a:lnTo>
                  <a:pt x="1841000" y="631738"/>
                </a:lnTo>
                <a:lnTo>
                  <a:pt x="1841730" y="616424"/>
                </a:lnTo>
                <a:lnTo>
                  <a:pt x="1842460" y="623511"/>
                </a:lnTo>
                <a:lnTo>
                  <a:pt x="1843190" y="616718"/>
                </a:lnTo>
                <a:lnTo>
                  <a:pt x="1845379" y="596001"/>
                </a:lnTo>
                <a:lnTo>
                  <a:pt x="1846110" y="610276"/>
                </a:lnTo>
                <a:lnTo>
                  <a:pt x="1846840" y="635911"/>
                </a:lnTo>
                <a:lnTo>
                  <a:pt x="1848300" y="624587"/>
                </a:lnTo>
                <a:lnTo>
                  <a:pt x="1849029" y="612895"/>
                </a:lnTo>
                <a:lnTo>
                  <a:pt x="1850489" y="619154"/>
                </a:lnTo>
                <a:lnTo>
                  <a:pt x="1851949" y="638408"/>
                </a:lnTo>
                <a:lnTo>
                  <a:pt x="1852679" y="631350"/>
                </a:lnTo>
                <a:lnTo>
                  <a:pt x="1855599" y="600612"/>
                </a:lnTo>
                <a:lnTo>
                  <a:pt x="1856329" y="610554"/>
                </a:lnTo>
                <a:lnTo>
                  <a:pt x="1857789" y="626645"/>
                </a:lnTo>
                <a:lnTo>
                  <a:pt x="1859249" y="619144"/>
                </a:lnTo>
                <a:lnTo>
                  <a:pt x="1860709" y="617388"/>
                </a:lnTo>
                <a:lnTo>
                  <a:pt x="1861439" y="622433"/>
                </a:lnTo>
                <a:lnTo>
                  <a:pt x="1862169" y="611731"/>
                </a:lnTo>
                <a:lnTo>
                  <a:pt x="1864359" y="603324"/>
                </a:lnTo>
                <a:lnTo>
                  <a:pt x="1867279" y="615736"/>
                </a:lnTo>
                <a:lnTo>
                  <a:pt x="1870199" y="588108"/>
                </a:lnTo>
                <a:lnTo>
                  <a:pt x="1871659" y="601009"/>
                </a:lnTo>
                <a:lnTo>
                  <a:pt x="1872389" y="601835"/>
                </a:lnTo>
                <a:lnTo>
                  <a:pt x="1873119" y="592132"/>
                </a:lnTo>
                <a:lnTo>
                  <a:pt x="1873849" y="610216"/>
                </a:lnTo>
                <a:lnTo>
                  <a:pt x="1874579" y="608604"/>
                </a:lnTo>
                <a:lnTo>
                  <a:pt x="1875309" y="615391"/>
                </a:lnTo>
                <a:lnTo>
                  <a:pt x="1876039" y="598991"/>
                </a:lnTo>
                <a:lnTo>
                  <a:pt x="1876769" y="597785"/>
                </a:lnTo>
                <a:lnTo>
                  <a:pt x="1877498" y="584643"/>
                </a:lnTo>
                <a:lnTo>
                  <a:pt x="1878228" y="622082"/>
                </a:lnTo>
                <a:lnTo>
                  <a:pt x="1878958" y="582388"/>
                </a:lnTo>
                <a:lnTo>
                  <a:pt x="1879688" y="590074"/>
                </a:lnTo>
                <a:lnTo>
                  <a:pt x="1880418" y="589062"/>
                </a:lnTo>
                <a:lnTo>
                  <a:pt x="1881148" y="594879"/>
                </a:lnTo>
                <a:lnTo>
                  <a:pt x="1882608" y="589167"/>
                </a:lnTo>
                <a:lnTo>
                  <a:pt x="1883338" y="590915"/>
                </a:lnTo>
                <a:lnTo>
                  <a:pt x="1884068" y="588840"/>
                </a:lnTo>
                <a:lnTo>
                  <a:pt x="1884798" y="584604"/>
                </a:lnTo>
                <a:lnTo>
                  <a:pt x="1885528" y="602275"/>
                </a:lnTo>
                <a:lnTo>
                  <a:pt x="1886988" y="587965"/>
                </a:lnTo>
                <a:lnTo>
                  <a:pt x="1889178" y="593379"/>
                </a:lnTo>
                <a:lnTo>
                  <a:pt x="1889908" y="589268"/>
                </a:lnTo>
                <a:lnTo>
                  <a:pt x="1891368" y="584472"/>
                </a:lnTo>
                <a:lnTo>
                  <a:pt x="1892098" y="581467"/>
                </a:lnTo>
                <a:lnTo>
                  <a:pt x="1892828" y="589315"/>
                </a:lnTo>
                <a:lnTo>
                  <a:pt x="1894288" y="604287"/>
                </a:lnTo>
                <a:lnTo>
                  <a:pt x="1895018" y="599982"/>
                </a:lnTo>
                <a:lnTo>
                  <a:pt x="1897208" y="585693"/>
                </a:lnTo>
                <a:lnTo>
                  <a:pt x="1897938" y="590598"/>
                </a:lnTo>
                <a:lnTo>
                  <a:pt x="1898668" y="588746"/>
                </a:lnTo>
                <a:lnTo>
                  <a:pt x="1899398" y="592227"/>
                </a:lnTo>
                <a:lnTo>
                  <a:pt x="1900128" y="595436"/>
                </a:lnTo>
                <a:lnTo>
                  <a:pt x="1900858" y="594802"/>
                </a:lnTo>
                <a:lnTo>
                  <a:pt x="1904508" y="571189"/>
                </a:lnTo>
                <a:lnTo>
                  <a:pt x="1905968" y="598425"/>
                </a:lnTo>
                <a:lnTo>
                  <a:pt x="1907427" y="582965"/>
                </a:lnTo>
                <a:lnTo>
                  <a:pt x="1908157" y="577890"/>
                </a:lnTo>
                <a:lnTo>
                  <a:pt x="1909617" y="599388"/>
                </a:lnTo>
                <a:lnTo>
                  <a:pt x="1910347" y="598397"/>
                </a:lnTo>
                <a:lnTo>
                  <a:pt x="1911077" y="579730"/>
                </a:lnTo>
                <a:lnTo>
                  <a:pt x="1913267" y="584635"/>
                </a:lnTo>
                <a:lnTo>
                  <a:pt x="1914727" y="583319"/>
                </a:lnTo>
                <a:lnTo>
                  <a:pt x="1915457" y="587721"/>
                </a:lnTo>
                <a:lnTo>
                  <a:pt x="1916917" y="585396"/>
                </a:lnTo>
                <a:lnTo>
                  <a:pt x="1919107" y="570767"/>
                </a:lnTo>
                <a:lnTo>
                  <a:pt x="1920567" y="581641"/>
                </a:lnTo>
                <a:lnTo>
                  <a:pt x="1921297" y="587564"/>
                </a:lnTo>
                <a:lnTo>
                  <a:pt x="1922027" y="571660"/>
                </a:lnTo>
                <a:lnTo>
                  <a:pt x="1924217" y="580519"/>
                </a:lnTo>
                <a:lnTo>
                  <a:pt x="1924947" y="589402"/>
                </a:lnTo>
                <a:lnTo>
                  <a:pt x="1925677" y="573770"/>
                </a:lnTo>
                <a:lnTo>
                  <a:pt x="1927137" y="563589"/>
                </a:lnTo>
                <a:lnTo>
                  <a:pt x="1928597" y="590223"/>
                </a:lnTo>
                <a:lnTo>
                  <a:pt x="1929327" y="571443"/>
                </a:lnTo>
                <a:lnTo>
                  <a:pt x="1930057" y="565807"/>
                </a:lnTo>
                <a:lnTo>
                  <a:pt x="1930787" y="574436"/>
                </a:lnTo>
                <a:lnTo>
                  <a:pt x="1932977" y="584614"/>
                </a:lnTo>
                <a:lnTo>
                  <a:pt x="1933707" y="583048"/>
                </a:lnTo>
                <a:lnTo>
                  <a:pt x="1934437" y="582540"/>
                </a:lnTo>
                <a:lnTo>
                  <a:pt x="1935896" y="585613"/>
                </a:lnTo>
                <a:lnTo>
                  <a:pt x="1937356" y="574185"/>
                </a:lnTo>
                <a:lnTo>
                  <a:pt x="1938086" y="574563"/>
                </a:lnTo>
                <a:lnTo>
                  <a:pt x="1938816" y="569201"/>
                </a:lnTo>
                <a:lnTo>
                  <a:pt x="1939546" y="576721"/>
                </a:lnTo>
                <a:lnTo>
                  <a:pt x="1940276" y="595063"/>
                </a:lnTo>
                <a:lnTo>
                  <a:pt x="1941736" y="568102"/>
                </a:lnTo>
                <a:lnTo>
                  <a:pt x="1943196" y="556869"/>
                </a:lnTo>
                <a:lnTo>
                  <a:pt x="1943926" y="568603"/>
                </a:lnTo>
                <a:lnTo>
                  <a:pt x="1945386" y="593572"/>
                </a:lnTo>
                <a:lnTo>
                  <a:pt x="1946846" y="577631"/>
                </a:lnTo>
                <a:lnTo>
                  <a:pt x="1949036" y="589593"/>
                </a:lnTo>
                <a:lnTo>
                  <a:pt x="1949766" y="584923"/>
                </a:lnTo>
                <a:lnTo>
                  <a:pt x="1950496" y="585499"/>
                </a:lnTo>
                <a:lnTo>
                  <a:pt x="1951226" y="577016"/>
                </a:lnTo>
                <a:lnTo>
                  <a:pt x="1951956" y="584189"/>
                </a:lnTo>
                <a:lnTo>
                  <a:pt x="1952686" y="591974"/>
                </a:lnTo>
                <a:lnTo>
                  <a:pt x="1955606" y="568905"/>
                </a:lnTo>
                <a:lnTo>
                  <a:pt x="1957066" y="568867"/>
                </a:lnTo>
                <a:lnTo>
                  <a:pt x="1959256" y="592542"/>
                </a:lnTo>
                <a:lnTo>
                  <a:pt x="1960716" y="586772"/>
                </a:lnTo>
                <a:lnTo>
                  <a:pt x="1961446" y="592307"/>
                </a:lnTo>
                <a:lnTo>
                  <a:pt x="1964366" y="567699"/>
                </a:lnTo>
                <a:lnTo>
                  <a:pt x="1965826" y="591656"/>
                </a:lnTo>
                <a:lnTo>
                  <a:pt x="1966556" y="579479"/>
                </a:lnTo>
                <a:lnTo>
                  <a:pt x="1967286" y="568708"/>
                </a:lnTo>
                <a:lnTo>
                  <a:pt x="1968746" y="578508"/>
                </a:lnTo>
                <a:lnTo>
                  <a:pt x="1970205" y="585342"/>
                </a:lnTo>
                <a:lnTo>
                  <a:pt x="1970935" y="580801"/>
                </a:lnTo>
                <a:lnTo>
                  <a:pt x="1973125" y="561101"/>
                </a:lnTo>
                <a:lnTo>
                  <a:pt x="1973855" y="583949"/>
                </a:lnTo>
                <a:lnTo>
                  <a:pt x="1976045" y="574205"/>
                </a:lnTo>
                <a:lnTo>
                  <a:pt x="1976775" y="568847"/>
                </a:lnTo>
                <a:lnTo>
                  <a:pt x="1977505" y="569024"/>
                </a:lnTo>
                <a:lnTo>
                  <a:pt x="1980425" y="582076"/>
                </a:lnTo>
                <a:lnTo>
                  <a:pt x="1981885" y="562303"/>
                </a:lnTo>
                <a:lnTo>
                  <a:pt x="1982615" y="573394"/>
                </a:lnTo>
                <a:lnTo>
                  <a:pt x="1986265" y="590714"/>
                </a:lnTo>
                <a:lnTo>
                  <a:pt x="1988455" y="555826"/>
                </a:lnTo>
                <a:lnTo>
                  <a:pt x="1989915" y="571243"/>
                </a:lnTo>
                <a:lnTo>
                  <a:pt x="1991375" y="595971"/>
                </a:lnTo>
                <a:lnTo>
                  <a:pt x="1992105" y="564761"/>
                </a:lnTo>
                <a:lnTo>
                  <a:pt x="1994295" y="578434"/>
                </a:lnTo>
                <a:lnTo>
                  <a:pt x="1997215" y="549558"/>
                </a:lnTo>
                <a:lnTo>
                  <a:pt x="1998674" y="573466"/>
                </a:lnTo>
                <a:lnTo>
                  <a:pt x="2000864" y="572176"/>
                </a:lnTo>
                <a:lnTo>
                  <a:pt x="2001594" y="571332"/>
                </a:lnTo>
                <a:lnTo>
                  <a:pt x="2002324" y="577710"/>
                </a:lnTo>
                <a:lnTo>
                  <a:pt x="2003054" y="563780"/>
                </a:lnTo>
                <a:lnTo>
                  <a:pt x="2004514" y="555688"/>
                </a:lnTo>
                <a:lnTo>
                  <a:pt x="2005244" y="560164"/>
                </a:lnTo>
                <a:lnTo>
                  <a:pt x="2005974" y="569175"/>
                </a:lnTo>
                <a:lnTo>
                  <a:pt x="2006704" y="550190"/>
                </a:lnTo>
                <a:lnTo>
                  <a:pt x="2008164" y="550701"/>
                </a:lnTo>
                <a:lnTo>
                  <a:pt x="2011084" y="573845"/>
                </a:lnTo>
                <a:lnTo>
                  <a:pt x="2009624" y="549002"/>
                </a:lnTo>
                <a:lnTo>
                  <a:pt x="2011814" y="573641"/>
                </a:lnTo>
                <a:lnTo>
                  <a:pt x="2012544" y="573222"/>
                </a:lnTo>
                <a:lnTo>
                  <a:pt x="2014004" y="551512"/>
                </a:lnTo>
                <a:lnTo>
                  <a:pt x="2014734" y="567815"/>
                </a:lnTo>
                <a:lnTo>
                  <a:pt x="2016194" y="556664"/>
                </a:lnTo>
                <a:lnTo>
                  <a:pt x="2016924" y="572582"/>
                </a:lnTo>
                <a:lnTo>
                  <a:pt x="2018384" y="568849"/>
                </a:lnTo>
                <a:lnTo>
                  <a:pt x="2019114" y="555941"/>
                </a:lnTo>
                <a:lnTo>
                  <a:pt x="2020574" y="556079"/>
                </a:lnTo>
                <a:lnTo>
                  <a:pt x="2023494" y="568007"/>
                </a:lnTo>
                <a:lnTo>
                  <a:pt x="2024224" y="553990"/>
                </a:lnTo>
                <a:lnTo>
                  <a:pt x="2025684" y="570329"/>
                </a:lnTo>
                <a:lnTo>
                  <a:pt x="2026414" y="570930"/>
                </a:lnTo>
                <a:lnTo>
                  <a:pt x="2027143" y="559661"/>
                </a:lnTo>
                <a:lnTo>
                  <a:pt x="2027873" y="571122"/>
                </a:lnTo>
                <a:lnTo>
                  <a:pt x="2028603" y="563090"/>
                </a:lnTo>
                <a:lnTo>
                  <a:pt x="2029333" y="566774"/>
                </a:lnTo>
                <a:lnTo>
                  <a:pt x="2030793" y="547110"/>
                </a:lnTo>
                <a:lnTo>
                  <a:pt x="2031523" y="571879"/>
                </a:lnTo>
                <a:lnTo>
                  <a:pt x="2032253" y="580563"/>
                </a:lnTo>
                <a:lnTo>
                  <a:pt x="2033713" y="543058"/>
                </a:lnTo>
                <a:lnTo>
                  <a:pt x="2035173" y="549805"/>
                </a:lnTo>
                <a:lnTo>
                  <a:pt x="2035903" y="547904"/>
                </a:lnTo>
                <a:lnTo>
                  <a:pt x="2036633" y="567730"/>
                </a:lnTo>
                <a:lnTo>
                  <a:pt x="2038093" y="560491"/>
                </a:lnTo>
                <a:lnTo>
                  <a:pt x="2039553" y="569721"/>
                </a:lnTo>
                <a:lnTo>
                  <a:pt x="2040283" y="547143"/>
                </a:lnTo>
                <a:lnTo>
                  <a:pt x="2041013" y="565077"/>
                </a:lnTo>
                <a:lnTo>
                  <a:pt x="2043203" y="562779"/>
                </a:lnTo>
                <a:lnTo>
                  <a:pt x="2043933" y="565198"/>
                </a:lnTo>
                <a:lnTo>
                  <a:pt x="2044663" y="544850"/>
                </a:lnTo>
              </a:path>
            </a:pathLst>
          </a:custGeom>
          <a:noFill/>
          <a:ln w="2013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Editable path 66"/>
          <p:cNvSpPr/>
          <p:nvPr/>
        </p:nvSpPr>
        <p:spPr>
          <a:xfrm>
            <a:off x="955673" y="2579593"/>
            <a:ext cx="2044663" cy="760168"/>
          </a:xfrm>
          <a:custGeom>
            <a:avLst/>
            <a:gdLst/>
            <a:ahLst/>
            <a:cxnLst/>
            <a:rect l="l" t="t" r="r" b="b"/>
            <a:pathLst>
              <a:path w="2044663" h="760168">
                <a:moveTo>
                  <a:pt x="0" y="426979"/>
                </a:moveTo>
                <a:lnTo>
                  <a:pt x="730" y="419160"/>
                </a:lnTo>
                <a:lnTo>
                  <a:pt x="2190" y="427208"/>
                </a:lnTo>
                <a:lnTo>
                  <a:pt x="4380" y="414235"/>
                </a:lnTo>
                <a:lnTo>
                  <a:pt x="5110" y="421333"/>
                </a:lnTo>
                <a:lnTo>
                  <a:pt x="5840" y="424260"/>
                </a:lnTo>
                <a:lnTo>
                  <a:pt x="8760" y="409697"/>
                </a:lnTo>
                <a:lnTo>
                  <a:pt x="9490" y="418277"/>
                </a:lnTo>
                <a:lnTo>
                  <a:pt x="10950" y="409132"/>
                </a:lnTo>
                <a:lnTo>
                  <a:pt x="11680" y="412808"/>
                </a:lnTo>
                <a:lnTo>
                  <a:pt x="13870" y="411984"/>
                </a:lnTo>
                <a:lnTo>
                  <a:pt x="14600" y="411454"/>
                </a:lnTo>
                <a:lnTo>
                  <a:pt x="17520" y="404546"/>
                </a:lnTo>
                <a:lnTo>
                  <a:pt x="18250" y="407196"/>
                </a:lnTo>
                <a:lnTo>
                  <a:pt x="18980" y="403535"/>
                </a:lnTo>
                <a:lnTo>
                  <a:pt x="19710" y="406536"/>
                </a:lnTo>
                <a:lnTo>
                  <a:pt x="24090" y="398309"/>
                </a:lnTo>
                <a:lnTo>
                  <a:pt x="24820" y="398538"/>
                </a:lnTo>
                <a:lnTo>
                  <a:pt x="25550" y="407385"/>
                </a:lnTo>
                <a:lnTo>
                  <a:pt x="27010" y="399043"/>
                </a:lnTo>
                <a:lnTo>
                  <a:pt x="29200" y="399919"/>
                </a:lnTo>
                <a:lnTo>
                  <a:pt x="29930" y="395651"/>
                </a:lnTo>
                <a:lnTo>
                  <a:pt x="30659" y="398227"/>
                </a:lnTo>
                <a:lnTo>
                  <a:pt x="31389" y="394481"/>
                </a:lnTo>
                <a:lnTo>
                  <a:pt x="32119" y="393011"/>
                </a:lnTo>
                <a:lnTo>
                  <a:pt x="32849" y="396913"/>
                </a:lnTo>
                <a:lnTo>
                  <a:pt x="34309" y="398652"/>
                </a:lnTo>
                <a:lnTo>
                  <a:pt x="36499" y="391675"/>
                </a:lnTo>
                <a:lnTo>
                  <a:pt x="37229" y="394173"/>
                </a:lnTo>
                <a:lnTo>
                  <a:pt x="37959" y="394939"/>
                </a:lnTo>
                <a:lnTo>
                  <a:pt x="38689" y="393728"/>
                </a:lnTo>
                <a:lnTo>
                  <a:pt x="40149" y="389616"/>
                </a:lnTo>
                <a:lnTo>
                  <a:pt x="41609" y="390846"/>
                </a:lnTo>
                <a:lnTo>
                  <a:pt x="42339" y="391065"/>
                </a:lnTo>
                <a:lnTo>
                  <a:pt x="43069" y="394416"/>
                </a:lnTo>
                <a:lnTo>
                  <a:pt x="44529" y="392884"/>
                </a:lnTo>
                <a:lnTo>
                  <a:pt x="45259" y="390350"/>
                </a:lnTo>
                <a:lnTo>
                  <a:pt x="46719" y="394605"/>
                </a:lnTo>
                <a:lnTo>
                  <a:pt x="50369" y="383894"/>
                </a:lnTo>
                <a:lnTo>
                  <a:pt x="51829" y="387730"/>
                </a:lnTo>
                <a:lnTo>
                  <a:pt x="52559" y="390071"/>
                </a:lnTo>
                <a:lnTo>
                  <a:pt x="54749" y="388667"/>
                </a:lnTo>
                <a:lnTo>
                  <a:pt x="55479" y="385562"/>
                </a:lnTo>
                <a:lnTo>
                  <a:pt x="56209" y="391646"/>
                </a:lnTo>
                <a:lnTo>
                  <a:pt x="56939" y="390429"/>
                </a:lnTo>
                <a:lnTo>
                  <a:pt x="62778" y="383984"/>
                </a:lnTo>
                <a:lnTo>
                  <a:pt x="65698" y="388801"/>
                </a:lnTo>
                <a:lnTo>
                  <a:pt x="68618" y="385107"/>
                </a:lnTo>
                <a:lnTo>
                  <a:pt x="70808" y="383475"/>
                </a:lnTo>
                <a:lnTo>
                  <a:pt x="71538" y="388850"/>
                </a:lnTo>
                <a:lnTo>
                  <a:pt x="72998" y="381903"/>
                </a:lnTo>
                <a:lnTo>
                  <a:pt x="75188" y="382539"/>
                </a:lnTo>
                <a:lnTo>
                  <a:pt x="76648" y="386170"/>
                </a:lnTo>
                <a:lnTo>
                  <a:pt x="78108" y="384954"/>
                </a:lnTo>
                <a:lnTo>
                  <a:pt x="78838" y="383676"/>
                </a:lnTo>
                <a:lnTo>
                  <a:pt x="79568" y="385274"/>
                </a:lnTo>
                <a:lnTo>
                  <a:pt x="81758" y="387318"/>
                </a:lnTo>
                <a:lnTo>
                  <a:pt x="85408" y="382979"/>
                </a:lnTo>
                <a:lnTo>
                  <a:pt x="87598" y="388853"/>
                </a:lnTo>
                <a:lnTo>
                  <a:pt x="88328" y="384896"/>
                </a:lnTo>
                <a:lnTo>
                  <a:pt x="92707" y="379708"/>
                </a:lnTo>
                <a:lnTo>
                  <a:pt x="94897" y="383109"/>
                </a:lnTo>
                <a:lnTo>
                  <a:pt x="95627" y="381591"/>
                </a:lnTo>
                <a:lnTo>
                  <a:pt x="97817" y="384309"/>
                </a:lnTo>
                <a:lnTo>
                  <a:pt x="101467" y="376898"/>
                </a:lnTo>
                <a:lnTo>
                  <a:pt x="103657" y="379452"/>
                </a:lnTo>
                <a:lnTo>
                  <a:pt x="104387" y="378057"/>
                </a:lnTo>
                <a:lnTo>
                  <a:pt x="109497" y="380914"/>
                </a:lnTo>
                <a:lnTo>
                  <a:pt x="112417" y="377941"/>
                </a:lnTo>
                <a:lnTo>
                  <a:pt x="113147" y="379873"/>
                </a:lnTo>
                <a:lnTo>
                  <a:pt x="116797" y="384228"/>
                </a:lnTo>
                <a:lnTo>
                  <a:pt x="117527" y="381453"/>
                </a:lnTo>
                <a:lnTo>
                  <a:pt x="118257" y="379971"/>
                </a:lnTo>
                <a:lnTo>
                  <a:pt x="119716" y="382743"/>
                </a:lnTo>
                <a:lnTo>
                  <a:pt x="120446" y="382950"/>
                </a:lnTo>
                <a:lnTo>
                  <a:pt x="123366" y="379023"/>
                </a:lnTo>
                <a:lnTo>
                  <a:pt x="127016" y="377742"/>
                </a:lnTo>
                <a:lnTo>
                  <a:pt x="127746" y="380413"/>
                </a:lnTo>
                <a:lnTo>
                  <a:pt x="129206" y="378320"/>
                </a:lnTo>
                <a:lnTo>
                  <a:pt x="132856" y="379082"/>
                </a:lnTo>
                <a:lnTo>
                  <a:pt x="134316" y="377668"/>
                </a:lnTo>
                <a:lnTo>
                  <a:pt x="135046" y="380760"/>
                </a:lnTo>
                <a:lnTo>
                  <a:pt x="137236" y="376659"/>
                </a:lnTo>
                <a:lnTo>
                  <a:pt x="137966" y="377507"/>
                </a:lnTo>
                <a:lnTo>
                  <a:pt x="138696" y="379913"/>
                </a:lnTo>
                <a:lnTo>
                  <a:pt x="139426" y="379061"/>
                </a:lnTo>
                <a:lnTo>
                  <a:pt x="140886" y="374322"/>
                </a:lnTo>
                <a:lnTo>
                  <a:pt x="142346" y="377431"/>
                </a:lnTo>
                <a:lnTo>
                  <a:pt x="145266" y="384201"/>
                </a:lnTo>
                <a:lnTo>
                  <a:pt x="147456" y="380216"/>
                </a:lnTo>
                <a:lnTo>
                  <a:pt x="150376" y="378270"/>
                </a:lnTo>
                <a:lnTo>
                  <a:pt x="151105" y="379298"/>
                </a:lnTo>
                <a:lnTo>
                  <a:pt x="154755" y="381160"/>
                </a:lnTo>
                <a:lnTo>
                  <a:pt x="157675" y="377292"/>
                </a:lnTo>
                <a:lnTo>
                  <a:pt x="159135" y="379188"/>
                </a:lnTo>
                <a:lnTo>
                  <a:pt x="160595" y="381042"/>
                </a:lnTo>
                <a:lnTo>
                  <a:pt x="162055" y="376833"/>
                </a:lnTo>
                <a:lnTo>
                  <a:pt x="162785" y="382595"/>
                </a:lnTo>
                <a:lnTo>
                  <a:pt x="167895" y="370520"/>
                </a:lnTo>
                <a:lnTo>
                  <a:pt x="168625" y="371899"/>
                </a:lnTo>
                <a:lnTo>
                  <a:pt x="169355" y="372609"/>
                </a:lnTo>
                <a:lnTo>
                  <a:pt x="170815" y="371044"/>
                </a:lnTo>
                <a:lnTo>
                  <a:pt x="171545" y="370610"/>
                </a:lnTo>
                <a:lnTo>
                  <a:pt x="172275" y="373607"/>
                </a:lnTo>
                <a:lnTo>
                  <a:pt x="173735" y="368896"/>
                </a:lnTo>
                <a:lnTo>
                  <a:pt x="177385" y="375941"/>
                </a:lnTo>
                <a:lnTo>
                  <a:pt x="178115" y="370569"/>
                </a:lnTo>
                <a:lnTo>
                  <a:pt x="179574" y="372838"/>
                </a:lnTo>
                <a:lnTo>
                  <a:pt x="181035" y="376312"/>
                </a:lnTo>
                <a:lnTo>
                  <a:pt x="181764" y="371755"/>
                </a:lnTo>
                <a:lnTo>
                  <a:pt x="182494" y="371520"/>
                </a:lnTo>
                <a:lnTo>
                  <a:pt x="184684" y="374871"/>
                </a:lnTo>
                <a:lnTo>
                  <a:pt x="185414" y="373921"/>
                </a:lnTo>
                <a:lnTo>
                  <a:pt x="188334" y="375816"/>
                </a:lnTo>
                <a:lnTo>
                  <a:pt x="190524" y="378648"/>
                </a:lnTo>
                <a:lnTo>
                  <a:pt x="191254" y="378193"/>
                </a:lnTo>
                <a:lnTo>
                  <a:pt x="191984" y="374772"/>
                </a:lnTo>
                <a:lnTo>
                  <a:pt x="194174" y="375622"/>
                </a:lnTo>
                <a:lnTo>
                  <a:pt x="195634" y="377666"/>
                </a:lnTo>
                <a:lnTo>
                  <a:pt x="196364" y="374473"/>
                </a:lnTo>
                <a:lnTo>
                  <a:pt x="202934" y="371952"/>
                </a:lnTo>
                <a:lnTo>
                  <a:pt x="203664" y="370789"/>
                </a:lnTo>
                <a:lnTo>
                  <a:pt x="204394" y="372632"/>
                </a:lnTo>
                <a:lnTo>
                  <a:pt x="205124" y="376606"/>
                </a:lnTo>
                <a:lnTo>
                  <a:pt x="206584" y="373499"/>
                </a:lnTo>
                <a:lnTo>
                  <a:pt x="211693" y="368088"/>
                </a:lnTo>
                <a:lnTo>
                  <a:pt x="214613" y="375978"/>
                </a:lnTo>
                <a:lnTo>
                  <a:pt x="218993" y="368713"/>
                </a:lnTo>
                <a:lnTo>
                  <a:pt x="221913" y="372792"/>
                </a:lnTo>
                <a:lnTo>
                  <a:pt x="222643" y="369715"/>
                </a:lnTo>
                <a:lnTo>
                  <a:pt x="224833" y="370759"/>
                </a:lnTo>
                <a:lnTo>
                  <a:pt x="228483" y="372657"/>
                </a:lnTo>
                <a:lnTo>
                  <a:pt x="229213" y="365198"/>
                </a:lnTo>
                <a:lnTo>
                  <a:pt x="230673" y="375359"/>
                </a:lnTo>
                <a:lnTo>
                  <a:pt x="231403" y="369192"/>
                </a:lnTo>
                <a:lnTo>
                  <a:pt x="232863" y="360344"/>
                </a:lnTo>
                <a:lnTo>
                  <a:pt x="234323" y="366368"/>
                </a:lnTo>
                <a:lnTo>
                  <a:pt x="236513" y="361396"/>
                </a:lnTo>
                <a:lnTo>
                  <a:pt x="237973" y="372463"/>
                </a:lnTo>
                <a:lnTo>
                  <a:pt x="239433" y="366860"/>
                </a:lnTo>
                <a:lnTo>
                  <a:pt x="242352" y="365367"/>
                </a:lnTo>
                <a:lnTo>
                  <a:pt x="243082" y="357868"/>
                </a:lnTo>
                <a:lnTo>
                  <a:pt x="244542" y="364371"/>
                </a:lnTo>
                <a:lnTo>
                  <a:pt x="245272" y="369277"/>
                </a:lnTo>
                <a:lnTo>
                  <a:pt x="246002" y="365470"/>
                </a:lnTo>
                <a:lnTo>
                  <a:pt x="246732" y="360978"/>
                </a:lnTo>
                <a:lnTo>
                  <a:pt x="247462" y="364126"/>
                </a:lnTo>
                <a:lnTo>
                  <a:pt x="248192" y="368691"/>
                </a:lnTo>
                <a:lnTo>
                  <a:pt x="248922" y="366613"/>
                </a:lnTo>
                <a:lnTo>
                  <a:pt x="250382" y="360229"/>
                </a:lnTo>
                <a:lnTo>
                  <a:pt x="251842" y="364213"/>
                </a:lnTo>
                <a:lnTo>
                  <a:pt x="256222" y="365317"/>
                </a:lnTo>
                <a:lnTo>
                  <a:pt x="256952" y="368815"/>
                </a:lnTo>
                <a:lnTo>
                  <a:pt x="258412" y="364039"/>
                </a:lnTo>
                <a:lnTo>
                  <a:pt x="259872" y="361725"/>
                </a:lnTo>
                <a:lnTo>
                  <a:pt x="260602" y="366170"/>
                </a:lnTo>
                <a:lnTo>
                  <a:pt x="262792" y="363628"/>
                </a:lnTo>
                <a:lnTo>
                  <a:pt x="265712" y="361647"/>
                </a:lnTo>
                <a:lnTo>
                  <a:pt x="266442" y="367421"/>
                </a:lnTo>
                <a:lnTo>
                  <a:pt x="267902" y="365569"/>
                </a:lnTo>
                <a:lnTo>
                  <a:pt x="272281" y="360862"/>
                </a:lnTo>
                <a:lnTo>
                  <a:pt x="276661" y="366390"/>
                </a:lnTo>
                <a:lnTo>
                  <a:pt x="277391" y="366874"/>
                </a:lnTo>
                <a:lnTo>
                  <a:pt x="280311" y="362197"/>
                </a:lnTo>
                <a:lnTo>
                  <a:pt x="283231" y="367323"/>
                </a:lnTo>
                <a:lnTo>
                  <a:pt x="287611" y="358322"/>
                </a:lnTo>
                <a:lnTo>
                  <a:pt x="289801" y="366568"/>
                </a:lnTo>
                <a:lnTo>
                  <a:pt x="291261" y="364925"/>
                </a:lnTo>
                <a:lnTo>
                  <a:pt x="292721" y="360819"/>
                </a:lnTo>
                <a:lnTo>
                  <a:pt x="294181" y="361871"/>
                </a:lnTo>
                <a:lnTo>
                  <a:pt x="295641" y="361765"/>
                </a:lnTo>
                <a:lnTo>
                  <a:pt x="297101" y="365363"/>
                </a:lnTo>
                <a:lnTo>
                  <a:pt x="298561" y="362748"/>
                </a:lnTo>
                <a:lnTo>
                  <a:pt x="299291" y="360312"/>
                </a:lnTo>
                <a:lnTo>
                  <a:pt x="300021" y="362796"/>
                </a:lnTo>
                <a:lnTo>
                  <a:pt x="301481" y="365346"/>
                </a:lnTo>
                <a:lnTo>
                  <a:pt x="302940" y="363989"/>
                </a:lnTo>
                <a:lnTo>
                  <a:pt x="303670" y="364432"/>
                </a:lnTo>
                <a:lnTo>
                  <a:pt x="304400" y="360894"/>
                </a:lnTo>
                <a:lnTo>
                  <a:pt x="305860" y="363005"/>
                </a:lnTo>
                <a:lnTo>
                  <a:pt x="310240" y="366408"/>
                </a:lnTo>
                <a:lnTo>
                  <a:pt x="313890" y="361150"/>
                </a:lnTo>
                <a:lnTo>
                  <a:pt x="316080" y="367308"/>
                </a:lnTo>
                <a:lnTo>
                  <a:pt x="317540" y="366795"/>
                </a:lnTo>
                <a:lnTo>
                  <a:pt x="319000" y="362666"/>
                </a:lnTo>
                <a:lnTo>
                  <a:pt x="319730" y="363896"/>
                </a:lnTo>
                <a:lnTo>
                  <a:pt x="321920" y="372757"/>
                </a:lnTo>
                <a:lnTo>
                  <a:pt x="322650" y="371096"/>
                </a:lnTo>
                <a:lnTo>
                  <a:pt x="323380" y="363833"/>
                </a:lnTo>
                <a:lnTo>
                  <a:pt x="325570" y="365412"/>
                </a:lnTo>
                <a:lnTo>
                  <a:pt x="326300" y="364065"/>
                </a:lnTo>
                <a:lnTo>
                  <a:pt x="328490" y="377300"/>
                </a:lnTo>
                <a:lnTo>
                  <a:pt x="329220" y="368535"/>
                </a:lnTo>
                <a:lnTo>
                  <a:pt x="330680" y="371242"/>
                </a:lnTo>
                <a:lnTo>
                  <a:pt x="332139" y="367698"/>
                </a:lnTo>
                <a:lnTo>
                  <a:pt x="333599" y="362819"/>
                </a:lnTo>
                <a:lnTo>
                  <a:pt x="334329" y="366180"/>
                </a:lnTo>
                <a:lnTo>
                  <a:pt x="335059" y="370040"/>
                </a:lnTo>
                <a:lnTo>
                  <a:pt x="337249" y="368070"/>
                </a:lnTo>
                <a:lnTo>
                  <a:pt x="337979" y="367663"/>
                </a:lnTo>
                <a:lnTo>
                  <a:pt x="339439" y="372225"/>
                </a:lnTo>
                <a:lnTo>
                  <a:pt x="340169" y="370132"/>
                </a:lnTo>
                <a:lnTo>
                  <a:pt x="342359" y="367804"/>
                </a:lnTo>
                <a:lnTo>
                  <a:pt x="343089" y="368885"/>
                </a:lnTo>
                <a:lnTo>
                  <a:pt x="346009" y="365273"/>
                </a:lnTo>
                <a:lnTo>
                  <a:pt x="346739" y="369004"/>
                </a:lnTo>
                <a:lnTo>
                  <a:pt x="347469" y="370169"/>
                </a:lnTo>
                <a:lnTo>
                  <a:pt x="348199" y="367699"/>
                </a:lnTo>
                <a:lnTo>
                  <a:pt x="348929" y="365853"/>
                </a:lnTo>
                <a:lnTo>
                  <a:pt x="349659" y="366400"/>
                </a:lnTo>
                <a:lnTo>
                  <a:pt x="351119" y="370668"/>
                </a:lnTo>
                <a:lnTo>
                  <a:pt x="352579" y="367308"/>
                </a:lnTo>
                <a:lnTo>
                  <a:pt x="354039" y="365950"/>
                </a:lnTo>
                <a:lnTo>
                  <a:pt x="356959" y="371127"/>
                </a:lnTo>
                <a:lnTo>
                  <a:pt x="359149" y="364873"/>
                </a:lnTo>
                <a:lnTo>
                  <a:pt x="359879" y="368112"/>
                </a:lnTo>
                <a:lnTo>
                  <a:pt x="361339" y="370981"/>
                </a:lnTo>
                <a:lnTo>
                  <a:pt x="362069" y="363001"/>
                </a:lnTo>
                <a:lnTo>
                  <a:pt x="363528" y="368858"/>
                </a:lnTo>
                <a:lnTo>
                  <a:pt x="365718" y="370550"/>
                </a:lnTo>
                <a:lnTo>
                  <a:pt x="367178" y="366283"/>
                </a:lnTo>
                <a:lnTo>
                  <a:pt x="367908" y="369155"/>
                </a:lnTo>
                <a:lnTo>
                  <a:pt x="369368" y="369852"/>
                </a:lnTo>
                <a:lnTo>
                  <a:pt x="370098" y="367997"/>
                </a:lnTo>
                <a:lnTo>
                  <a:pt x="377398" y="369434"/>
                </a:lnTo>
                <a:lnTo>
                  <a:pt x="380318" y="364826"/>
                </a:lnTo>
                <a:lnTo>
                  <a:pt x="383968" y="371027"/>
                </a:lnTo>
                <a:lnTo>
                  <a:pt x="384698" y="370449"/>
                </a:lnTo>
                <a:lnTo>
                  <a:pt x="385428" y="366244"/>
                </a:lnTo>
                <a:lnTo>
                  <a:pt x="386888" y="371875"/>
                </a:lnTo>
                <a:lnTo>
                  <a:pt x="387618" y="368428"/>
                </a:lnTo>
                <a:lnTo>
                  <a:pt x="388348" y="366329"/>
                </a:lnTo>
                <a:lnTo>
                  <a:pt x="389078" y="369566"/>
                </a:lnTo>
                <a:lnTo>
                  <a:pt x="389808" y="369528"/>
                </a:lnTo>
                <a:lnTo>
                  <a:pt x="391997" y="366940"/>
                </a:lnTo>
                <a:lnTo>
                  <a:pt x="391268" y="371077"/>
                </a:lnTo>
                <a:lnTo>
                  <a:pt x="392727" y="368564"/>
                </a:lnTo>
                <a:lnTo>
                  <a:pt x="394187" y="369083"/>
                </a:lnTo>
                <a:lnTo>
                  <a:pt x="396377" y="365828"/>
                </a:lnTo>
                <a:lnTo>
                  <a:pt x="397107" y="367011"/>
                </a:lnTo>
                <a:lnTo>
                  <a:pt x="400027" y="365755"/>
                </a:lnTo>
                <a:lnTo>
                  <a:pt x="402947" y="369588"/>
                </a:lnTo>
                <a:lnTo>
                  <a:pt x="406597" y="359932"/>
                </a:lnTo>
                <a:lnTo>
                  <a:pt x="408057" y="368357"/>
                </a:lnTo>
                <a:lnTo>
                  <a:pt x="408787" y="366221"/>
                </a:lnTo>
                <a:lnTo>
                  <a:pt x="409517" y="360561"/>
                </a:lnTo>
                <a:lnTo>
                  <a:pt x="410977" y="362467"/>
                </a:lnTo>
                <a:lnTo>
                  <a:pt x="413167" y="365798"/>
                </a:lnTo>
                <a:lnTo>
                  <a:pt x="413897" y="364972"/>
                </a:lnTo>
                <a:lnTo>
                  <a:pt x="416817" y="360873"/>
                </a:lnTo>
                <a:lnTo>
                  <a:pt x="419737" y="363924"/>
                </a:lnTo>
                <a:lnTo>
                  <a:pt x="423386" y="357190"/>
                </a:lnTo>
                <a:lnTo>
                  <a:pt x="427036" y="364246"/>
                </a:lnTo>
                <a:lnTo>
                  <a:pt x="427766" y="364885"/>
                </a:lnTo>
                <a:lnTo>
                  <a:pt x="429226" y="362768"/>
                </a:lnTo>
                <a:lnTo>
                  <a:pt x="433606" y="358690"/>
                </a:lnTo>
                <a:lnTo>
                  <a:pt x="435066" y="365915"/>
                </a:lnTo>
                <a:lnTo>
                  <a:pt x="437256" y="365005"/>
                </a:lnTo>
                <a:lnTo>
                  <a:pt x="443096" y="358140"/>
                </a:lnTo>
                <a:lnTo>
                  <a:pt x="443826" y="362513"/>
                </a:lnTo>
                <a:lnTo>
                  <a:pt x="444556" y="357735"/>
                </a:lnTo>
                <a:lnTo>
                  <a:pt x="445286" y="360403"/>
                </a:lnTo>
                <a:lnTo>
                  <a:pt x="446746" y="356957"/>
                </a:lnTo>
                <a:lnTo>
                  <a:pt x="448206" y="357993"/>
                </a:lnTo>
                <a:lnTo>
                  <a:pt x="450396" y="361777"/>
                </a:lnTo>
                <a:lnTo>
                  <a:pt x="451856" y="355149"/>
                </a:lnTo>
                <a:lnTo>
                  <a:pt x="452585" y="359463"/>
                </a:lnTo>
                <a:lnTo>
                  <a:pt x="453315" y="360925"/>
                </a:lnTo>
                <a:lnTo>
                  <a:pt x="454046" y="357949"/>
                </a:lnTo>
                <a:lnTo>
                  <a:pt x="454775" y="353047"/>
                </a:lnTo>
                <a:lnTo>
                  <a:pt x="455505" y="358177"/>
                </a:lnTo>
                <a:lnTo>
                  <a:pt x="456235" y="356515"/>
                </a:lnTo>
                <a:lnTo>
                  <a:pt x="456965" y="358501"/>
                </a:lnTo>
                <a:lnTo>
                  <a:pt x="458425" y="355195"/>
                </a:lnTo>
                <a:lnTo>
                  <a:pt x="459155" y="357520"/>
                </a:lnTo>
                <a:lnTo>
                  <a:pt x="461345" y="359686"/>
                </a:lnTo>
                <a:lnTo>
                  <a:pt x="462075" y="357831"/>
                </a:lnTo>
                <a:lnTo>
                  <a:pt x="463535" y="351333"/>
                </a:lnTo>
                <a:lnTo>
                  <a:pt x="464995" y="352255"/>
                </a:lnTo>
                <a:lnTo>
                  <a:pt x="466455" y="350855"/>
                </a:lnTo>
                <a:lnTo>
                  <a:pt x="467915" y="352455"/>
                </a:lnTo>
                <a:lnTo>
                  <a:pt x="473755" y="352062"/>
                </a:lnTo>
                <a:lnTo>
                  <a:pt x="474485" y="347536"/>
                </a:lnTo>
                <a:lnTo>
                  <a:pt x="476675" y="349195"/>
                </a:lnTo>
                <a:lnTo>
                  <a:pt x="477405" y="352593"/>
                </a:lnTo>
                <a:lnTo>
                  <a:pt x="478865" y="347927"/>
                </a:lnTo>
                <a:lnTo>
                  <a:pt x="481785" y="349894"/>
                </a:lnTo>
                <a:lnTo>
                  <a:pt x="485434" y="346874"/>
                </a:lnTo>
                <a:lnTo>
                  <a:pt x="486164" y="347382"/>
                </a:lnTo>
                <a:lnTo>
                  <a:pt x="486894" y="345907"/>
                </a:lnTo>
                <a:lnTo>
                  <a:pt x="487624" y="345116"/>
                </a:lnTo>
                <a:lnTo>
                  <a:pt x="488354" y="345822"/>
                </a:lnTo>
                <a:lnTo>
                  <a:pt x="489084" y="347456"/>
                </a:lnTo>
                <a:lnTo>
                  <a:pt x="489814" y="344622"/>
                </a:lnTo>
                <a:lnTo>
                  <a:pt x="490544" y="345875"/>
                </a:lnTo>
                <a:lnTo>
                  <a:pt x="492004" y="348235"/>
                </a:lnTo>
                <a:lnTo>
                  <a:pt x="492734" y="344104"/>
                </a:lnTo>
                <a:lnTo>
                  <a:pt x="493464" y="347351"/>
                </a:lnTo>
                <a:lnTo>
                  <a:pt x="494924" y="344253"/>
                </a:lnTo>
                <a:lnTo>
                  <a:pt x="495654" y="343616"/>
                </a:lnTo>
                <a:lnTo>
                  <a:pt x="497114" y="345545"/>
                </a:lnTo>
                <a:lnTo>
                  <a:pt x="497844" y="345499"/>
                </a:lnTo>
                <a:lnTo>
                  <a:pt x="500034" y="336399"/>
                </a:lnTo>
                <a:lnTo>
                  <a:pt x="500764" y="337616"/>
                </a:lnTo>
                <a:lnTo>
                  <a:pt x="502224" y="342986"/>
                </a:lnTo>
                <a:lnTo>
                  <a:pt x="502954" y="342814"/>
                </a:lnTo>
                <a:lnTo>
                  <a:pt x="503684" y="338048"/>
                </a:lnTo>
                <a:lnTo>
                  <a:pt x="505874" y="338594"/>
                </a:lnTo>
                <a:lnTo>
                  <a:pt x="506604" y="343352"/>
                </a:lnTo>
                <a:lnTo>
                  <a:pt x="508064" y="340056"/>
                </a:lnTo>
                <a:lnTo>
                  <a:pt x="509524" y="335247"/>
                </a:lnTo>
                <a:lnTo>
                  <a:pt x="510984" y="336202"/>
                </a:lnTo>
                <a:lnTo>
                  <a:pt x="512443" y="334336"/>
                </a:lnTo>
                <a:lnTo>
                  <a:pt x="513904" y="336714"/>
                </a:lnTo>
                <a:lnTo>
                  <a:pt x="518283" y="343049"/>
                </a:lnTo>
                <a:lnTo>
                  <a:pt x="519013" y="339703"/>
                </a:lnTo>
                <a:lnTo>
                  <a:pt x="520473" y="342821"/>
                </a:lnTo>
                <a:lnTo>
                  <a:pt x="521203" y="344823"/>
                </a:lnTo>
                <a:lnTo>
                  <a:pt x="523393" y="343451"/>
                </a:lnTo>
                <a:lnTo>
                  <a:pt x="524853" y="342478"/>
                </a:lnTo>
                <a:lnTo>
                  <a:pt x="525583" y="340651"/>
                </a:lnTo>
                <a:lnTo>
                  <a:pt x="526313" y="342529"/>
                </a:lnTo>
                <a:lnTo>
                  <a:pt x="527043" y="345011"/>
                </a:lnTo>
                <a:lnTo>
                  <a:pt x="527773" y="338665"/>
                </a:lnTo>
                <a:lnTo>
                  <a:pt x="528503" y="336311"/>
                </a:lnTo>
                <a:lnTo>
                  <a:pt x="529233" y="337594"/>
                </a:lnTo>
                <a:lnTo>
                  <a:pt x="532883" y="348679"/>
                </a:lnTo>
                <a:lnTo>
                  <a:pt x="535803" y="347652"/>
                </a:lnTo>
                <a:lnTo>
                  <a:pt x="537263" y="351894"/>
                </a:lnTo>
                <a:lnTo>
                  <a:pt x="538723" y="350391"/>
                </a:lnTo>
                <a:lnTo>
                  <a:pt x="540183" y="353445"/>
                </a:lnTo>
                <a:lnTo>
                  <a:pt x="540913" y="351266"/>
                </a:lnTo>
                <a:lnTo>
                  <a:pt x="541643" y="350702"/>
                </a:lnTo>
                <a:lnTo>
                  <a:pt x="542373" y="351902"/>
                </a:lnTo>
                <a:lnTo>
                  <a:pt x="546022" y="359316"/>
                </a:lnTo>
                <a:lnTo>
                  <a:pt x="548212" y="356839"/>
                </a:lnTo>
                <a:lnTo>
                  <a:pt x="549672" y="350099"/>
                </a:lnTo>
                <a:lnTo>
                  <a:pt x="550402" y="347882"/>
                </a:lnTo>
                <a:lnTo>
                  <a:pt x="551132" y="351671"/>
                </a:lnTo>
                <a:lnTo>
                  <a:pt x="552592" y="359841"/>
                </a:lnTo>
                <a:lnTo>
                  <a:pt x="554782" y="359042"/>
                </a:lnTo>
                <a:lnTo>
                  <a:pt x="556972" y="364503"/>
                </a:lnTo>
                <a:lnTo>
                  <a:pt x="557702" y="361935"/>
                </a:lnTo>
                <a:lnTo>
                  <a:pt x="559892" y="358712"/>
                </a:lnTo>
                <a:lnTo>
                  <a:pt x="561352" y="365114"/>
                </a:lnTo>
                <a:lnTo>
                  <a:pt x="562812" y="361406"/>
                </a:lnTo>
                <a:lnTo>
                  <a:pt x="571572" y="373748"/>
                </a:lnTo>
                <a:lnTo>
                  <a:pt x="573762" y="366042"/>
                </a:lnTo>
                <a:lnTo>
                  <a:pt x="574492" y="370060"/>
                </a:lnTo>
                <a:lnTo>
                  <a:pt x="578141" y="382311"/>
                </a:lnTo>
                <a:lnTo>
                  <a:pt x="578871" y="378871"/>
                </a:lnTo>
                <a:lnTo>
                  <a:pt x="580331" y="370439"/>
                </a:lnTo>
                <a:lnTo>
                  <a:pt x="583251" y="375282"/>
                </a:lnTo>
                <a:lnTo>
                  <a:pt x="583981" y="375164"/>
                </a:lnTo>
                <a:lnTo>
                  <a:pt x="586901" y="381464"/>
                </a:lnTo>
                <a:lnTo>
                  <a:pt x="587631" y="378285"/>
                </a:lnTo>
                <a:lnTo>
                  <a:pt x="588361" y="382018"/>
                </a:lnTo>
                <a:lnTo>
                  <a:pt x="592011" y="386613"/>
                </a:lnTo>
                <a:lnTo>
                  <a:pt x="594201" y="387052"/>
                </a:lnTo>
                <a:lnTo>
                  <a:pt x="597121" y="379549"/>
                </a:lnTo>
                <a:lnTo>
                  <a:pt x="597851" y="380998"/>
                </a:lnTo>
                <a:lnTo>
                  <a:pt x="604420" y="403415"/>
                </a:lnTo>
                <a:lnTo>
                  <a:pt x="605150" y="399847"/>
                </a:lnTo>
                <a:lnTo>
                  <a:pt x="605880" y="398373"/>
                </a:lnTo>
                <a:lnTo>
                  <a:pt x="609530" y="407819"/>
                </a:lnTo>
                <a:lnTo>
                  <a:pt x="610260" y="403804"/>
                </a:lnTo>
                <a:lnTo>
                  <a:pt x="611720" y="409088"/>
                </a:lnTo>
                <a:lnTo>
                  <a:pt x="617560" y="430108"/>
                </a:lnTo>
                <a:lnTo>
                  <a:pt x="628510" y="454143"/>
                </a:lnTo>
                <a:lnTo>
                  <a:pt x="629240" y="452644"/>
                </a:lnTo>
                <a:lnTo>
                  <a:pt x="629970" y="457549"/>
                </a:lnTo>
                <a:lnTo>
                  <a:pt x="630700" y="450903"/>
                </a:lnTo>
                <a:lnTo>
                  <a:pt x="632160" y="444244"/>
                </a:lnTo>
                <a:lnTo>
                  <a:pt x="633619" y="447614"/>
                </a:lnTo>
                <a:lnTo>
                  <a:pt x="640189" y="461512"/>
                </a:lnTo>
                <a:lnTo>
                  <a:pt x="645299" y="475506"/>
                </a:lnTo>
                <a:lnTo>
                  <a:pt x="646029" y="473970"/>
                </a:lnTo>
                <a:lnTo>
                  <a:pt x="647489" y="470895"/>
                </a:lnTo>
                <a:lnTo>
                  <a:pt x="648219" y="473796"/>
                </a:lnTo>
                <a:lnTo>
                  <a:pt x="652599" y="484728"/>
                </a:lnTo>
                <a:lnTo>
                  <a:pt x="653329" y="482358"/>
                </a:lnTo>
                <a:lnTo>
                  <a:pt x="654789" y="480733"/>
                </a:lnTo>
                <a:lnTo>
                  <a:pt x="657709" y="488021"/>
                </a:lnTo>
                <a:lnTo>
                  <a:pt x="658439" y="493799"/>
                </a:lnTo>
                <a:lnTo>
                  <a:pt x="659169" y="484180"/>
                </a:lnTo>
                <a:lnTo>
                  <a:pt x="659899" y="486421"/>
                </a:lnTo>
                <a:lnTo>
                  <a:pt x="665009" y="499324"/>
                </a:lnTo>
                <a:lnTo>
                  <a:pt x="665739" y="500917"/>
                </a:lnTo>
                <a:lnTo>
                  <a:pt x="666469" y="498674"/>
                </a:lnTo>
                <a:lnTo>
                  <a:pt x="667198" y="495504"/>
                </a:lnTo>
                <a:lnTo>
                  <a:pt x="669388" y="497580"/>
                </a:lnTo>
                <a:lnTo>
                  <a:pt x="671578" y="502562"/>
                </a:lnTo>
                <a:lnTo>
                  <a:pt x="672308" y="501312"/>
                </a:lnTo>
                <a:lnTo>
                  <a:pt x="673038" y="499415"/>
                </a:lnTo>
                <a:lnTo>
                  <a:pt x="673768" y="500002"/>
                </a:lnTo>
                <a:lnTo>
                  <a:pt x="678878" y="523551"/>
                </a:lnTo>
                <a:lnTo>
                  <a:pt x="681068" y="525300"/>
                </a:lnTo>
                <a:lnTo>
                  <a:pt x="684718" y="542432"/>
                </a:lnTo>
                <a:lnTo>
                  <a:pt x="691288" y="564377"/>
                </a:lnTo>
                <a:lnTo>
                  <a:pt x="692748" y="561188"/>
                </a:lnTo>
                <a:lnTo>
                  <a:pt x="693478" y="563834"/>
                </a:lnTo>
                <a:lnTo>
                  <a:pt x="694208" y="567994"/>
                </a:lnTo>
                <a:lnTo>
                  <a:pt x="695668" y="562792"/>
                </a:lnTo>
                <a:lnTo>
                  <a:pt x="696397" y="566923"/>
                </a:lnTo>
                <a:lnTo>
                  <a:pt x="699317" y="570278"/>
                </a:lnTo>
                <a:lnTo>
                  <a:pt x="719757" y="649600"/>
                </a:lnTo>
                <a:lnTo>
                  <a:pt x="720487" y="648646"/>
                </a:lnTo>
                <a:lnTo>
                  <a:pt x="721947" y="649021"/>
                </a:lnTo>
                <a:lnTo>
                  <a:pt x="724137" y="634171"/>
                </a:lnTo>
                <a:lnTo>
                  <a:pt x="727056" y="616259"/>
                </a:lnTo>
                <a:lnTo>
                  <a:pt x="747496" y="414715"/>
                </a:lnTo>
                <a:lnTo>
                  <a:pt x="754066" y="382693"/>
                </a:lnTo>
                <a:lnTo>
                  <a:pt x="754795" y="381420"/>
                </a:lnTo>
                <a:lnTo>
                  <a:pt x="759905" y="347913"/>
                </a:lnTo>
                <a:lnTo>
                  <a:pt x="762825" y="356590"/>
                </a:lnTo>
                <a:lnTo>
                  <a:pt x="765745" y="346883"/>
                </a:lnTo>
                <a:lnTo>
                  <a:pt x="766475" y="347843"/>
                </a:lnTo>
                <a:lnTo>
                  <a:pt x="768665" y="344165"/>
                </a:lnTo>
                <a:lnTo>
                  <a:pt x="769395" y="345593"/>
                </a:lnTo>
                <a:lnTo>
                  <a:pt x="770855" y="350767"/>
                </a:lnTo>
                <a:lnTo>
                  <a:pt x="771585" y="337488"/>
                </a:lnTo>
                <a:lnTo>
                  <a:pt x="773045" y="354486"/>
                </a:lnTo>
                <a:lnTo>
                  <a:pt x="775235" y="345824"/>
                </a:lnTo>
                <a:lnTo>
                  <a:pt x="775965" y="349337"/>
                </a:lnTo>
                <a:lnTo>
                  <a:pt x="776695" y="351009"/>
                </a:lnTo>
                <a:lnTo>
                  <a:pt x="777425" y="345884"/>
                </a:lnTo>
                <a:lnTo>
                  <a:pt x="778155" y="352412"/>
                </a:lnTo>
                <a:lnTo>
                  <a:pt x="778885" y="347185"/>
                </a:lnTo>
                <a:lnTo>
                  <a:pt x="780345" y="355483"/>
                </a:lnTo>
                <a:lnTo>
                  <a:pt x="781075" y="346838"/>
                </a:lnTo>
                <a:lnTo>
                  <a:pt x="781805" y="353807"/>
                </a:lnTo>
                <a:lnTo>
                  <a:pt x="782535" y="348829"/>
                </a:lnTo>
                <a:lnTo>
                  <a:pt x="783265" y="351677"/>
                </a:lnTo>
                <a:lnTo>
                  <a:pt x="786185" y="361615"/>
                </a:lnTo>
                <a:lnTo>
                  <a:pt x="785455" y="349988"/>
                </a:lnTo>
                <a:lnTo>
                  <a:pt x="786915" y="361111"/>
                </a:lnTo>
                <a:lnTo>
                  <a:pt x="789834" y="356731"/>
                </a:lnTo>
                <a:lnTo>
                  <a:pt x="790564" y="356159"/>
                </a:lnTo>
                <a:lnTo>
                  <a:pt x="792754" y="362634"/>
                </a:lnTo>
                <a:lnTo>
                  <a:pt x="793484" y="361163"/>
                </a:lnTo>
                <a:lnTo>
                  <a:pt x="797864" y="366649"/>
                </a:lnTo>
                <a:lnTo>
                  <a:pt x="799324" y="362827"/>
                </a:lnTo>
                <a:lnTo>
                  <a:pt x="801514" y="353835"/>
                </a:lnTo>
                <a:lnTo>
                  <a:pt x="802974" y="366817"/>
                </a:lnTo>
                <a:lnTo>
                  <a:pt x="804434" y="357662"/>
                </a:lnTo>
                <a:lnTo>
                  <a:pt x="806624" y="359456"/>
                </a:lnTo>
                <a:lnTo>
                  <a:pt x="809544" y="345741"/>
                </a:lnTo>
                <a:lnTo>
                  <a:pt x="811734" y="352739"/>
                </a:lnTo>
                <a:lnTo>
                  <a:pt x="812464" y="347564"/>
                </a:lnTo>
                <a:lnTo>
                  <a:pt x="813924" y="339288"/>
                </a:lnTo>
                <a:lnTo>
                  <a:pt x="814654" y="340047"/>
                </a:lnTo>
                <a:lnTo>
                  <a:pt x="818303" y="356349"/>
                </a:lnTo>
                <a:lnTo>
                  <a:pt x="820493" y="339759"/>
                </a:lnTo>
                <a:lnTo>
                  <a:pt x="821223" y="341303"/>
                </a:lnTo>
                <a:lnTo>
                  <a:pt x="824143" y="342159"/>
                </a:lnTo>
                <a:lnTo>
                  <a:pt x="825603" y="346252"/>
                </a:lnTo>
                <a:lnTo>
                  <a:pt x="826333" y="334944"/>
                </a:lnTo>
                <a:lnTo>
                  <a:pt x="827063" y="343043"/>
                </a:lnTo>
                <a:lnTo>
                  <a:pt x="829983" y="360338"/>
                </a:lnTo>
                <a:lnTo>
                  <a:pt x="830713" y="360185"/>
                </a:lnTo>
                <a:lnTo>
                  <a:pt x="831443" y="364071"/>
                </a:lnTo>
                <a:lnTo>
                  <a:pt x="832173" y="357833"/>
                </a:lnTo>
                <a:lnTo>
                  <a:pt x="834363" y="349908"/>
                </a:lnTo>
                <a:lnTo>
                  <a:pt x="833633" y="360960"/>
                </a:lnTo>
                <a:lnTo>
                  <a:pt x="835093" y="351585"/>
                </a:lnTo>
                <a:lnTo>
                  <a:pt x="837283" y="364026"/>
                </a:lnTo>
                <a:lnTo>
                  <a:pt x="839473" y="360727"/>
                </a:lnTo>
                <a:lnTo>
                  <a:pt x="840203" y="358961"/>
                </a:lnTo>
                <a:lnTo>
                  <a:pt x="840933" y="363253"/>
                </a:lnTo>
                <a:lnTo>
                  <a:pt x="847502" y="382938"/>
                </a:lnTo>
                <a:lnTo>
                  <a:pt x="850422" y="386243"/>
                </a:lnTo>
                <a:lnTo>
                  <a:pt x="854072" y="399561"/>
                </a:lnTo>
                <a:lnTo>
                  <a:pt x="854802" y="398212"/>
                </a:lnTo>
                <a:lnTo>
                  <a:pt x="856262" y="399707"/>
                </a:lnTo>
                <a:lnTo>
                  <a:pt x="856992" y="402815"/>
                </a:lnTo>
                <a:lnTo>
                  <a:pt x="858452" y="401457"/>
                </a:lnTo>
                <a:lnTo>
                  <a:pt x="860642" y="400703"/>
                </a:lnTo>
                <a:lnTo>
                  <a:pt x="861372" y="402055"/>
                </a:lnTo>
                <a:lnTo>
                  <a:pt x="862832" y="400877"/>
                </a:lnTo>
                <a:lnTo>
                  <a:pt x="863562" y="395612"/>
                </a:lnTo>
                <a:lnTo>
                  <a:pt x="865022" y="398700"/>
                </a:lnTo>
                <a:lnTo>
                  <a:pt x="870132" y="410580"/>
                </a:lnTo>
                <a:lnTo>
                  <a:pt x="882541" y="443599"/>
                </a:lnTo>
                <a:lnTo>
                  <a:pt x="883271" y="442970"/>
                </a:lnTo>
                <a:lnTo>
                  <a:pt x="889841" y="460264"/>
                </a:lnTo>
                <a:lnTo>
                  <a:pt x="892031" y="470695"/>
                </a:lnTo>
                <a:lnTo>
                  <a:pt x="892761" y="468446"/>
                </a:lnTo>
                <a:lnTo>
                  <a:pt x="893491" y="465630"/>
                </a:lnTo>
                <a:lnTo>
                  <a:pt x="894221" y="474270"/>
                </a:lnTo>
                <a:lnTo>
                  <a:pt x="895681" y="461867"/>
                </a:lnTo>
                <a:lnTo>
                  <a:pt x="896411" y="472156"/>
                </a:lnTo>
                <a:lnTo>
                  <a:pt x="897871" y="462354"/>
                </a:lnTo>
                <a:lnTo>
                  <a:pt x="899331" y="467628"/>
                </a:lnTo>
                <a:lnTo>
                  <a:pt x="906631" y="482056"/>
                </a:lnTo>
                <a:lnTo>
                  <a:pt x="907361" y="481434"/>
                </a:lnTo>
                <a:lnTo>
                  <a:pt x="913200" y="484357"/>
                </a:lnTo>
                <a:lnTo>
                  <a:pt x="914660" y="487478"/>
                </a:lnTo>
                <a:lnTo>
                  <a:pt x="916120" y="486534"/>
                </a:lnTo>
                <a:lnTo>
                  <a:pt x="916850" y="488613"/>
                </a:lnTo>
                <a:lnTo>
                  <a:pt x="918310" y="486351"/>
                </a:lnTo>
                <a:lnTo>
                  <a:pt x="921230" y="482840"/>
                </a:lnTo>
                <a:lnTo>
                  <a:pt x="921960" y="483465"/>
                </a:lnTo>
                <a:lnTo>
                  <a:pt x="923420" y="481510"/>
                </a:lnTo>
                <a:lnTo>
                  <a:pt x="924880" y="476052"/>
                </a:lnTo>
                <a:lnTo>
                  <a:pt x="926340" y="477383"/>
                </a:lnTo>
                <a:lnTo>
                  <a:pt x="933640" y="509367"/>
                </a:lnTo>
                <a:lnTo>
                  <a:pt x="934370" y="505437"/>
                </a:lnTo>
                <a:lnTo>
                  <a:pt x="935830" y="509527"/>
                </a:lnTo>
                <a:lnTo>
                  <a:pt x="936560" y="509712"/>
                </a:lnTo>
                <a:lnTo>
                  <a:pt x="942399" y="524634"/>
                </a:lnTo>
                <a:lnTo>
                  <a:pt x="945319" y="535242"/>
                </a:lnTo>
                <a:lnTo>
                  <a:pt x="980358" y="675219"/>
                </a:lnTo>
                <a:lnTo>
                  <a:pt x="984738" y="679312"/>
                </a:lnTo>
                <a:lnTo>
                  <a:pt x="985468" y="680710"/>
                </a:lnTo>
                <a:lnTo>
                  <a:pt x="986198" y="676092"/>
                </a:lnTo>
                <a:lnTo>
                  <a:pt x="986928" y="681162"/>
                </a:lnTo>
                <a:lnTo>
                  <a:pt x="987658" y="679072"/>
                </a:lnTo>
                <a:lnTo>
                  <a:pt x="989118" y="683079"/>
                </a:lnTo>
                <a:lnTo>
                  <a:pt x="989848" y="678748"/>
                </a:lnTo>
                <a:lnTo>
                  <a:pt x="991308" y="677066"/>
                </a:lnTo>
                <a:lnTo>
                  <a:pt x="998608" y="671869"/>
                </a:lnTo>
                <a:lnTo>
                  <a:pt x="1002257" y="677753"/>
                </a:lnTo>
                <a:lnTo>
                  <a:pt x="1024157" y="741588"/>
                </a:lnTo>
                <a:lnTo>
                  <a:pt x="1024887" y="742234"/>
                </a:lnTo>
                <a:lnTo>
                  <a:pt x="1025617" y="741062"/>
                </a:lnTo>
                <a:lnTo>
                  <a:pt x="1026347" y="739327"/>
                </a:lnTo>
                <a:lnTo>
                  <a:pt x="1027807" y="752538"/>
                </a:lnTo>
                <a:lnTo>
                  <a:pt x="1029266" y="747062"/>
                </a:lnTo>
                <a:lnTo>
                  <a:pt x="1030726" y="751633"/>
                </a:lnTo>
                <a:lnTo>
                  <a:pt x="1032186" y="748143"/>
                </a:lnTo>
                <a:lnTo>
                  <a:pt x="1033646" y="758625"/>
                </a:lnTo>
                <a:lnTo>
                  <a:pt x="1035106" y="754382"/>
                </a:lnTo>
                <a:lnTo>
                  <a:pt x="1035836" y="754702"/>
                </a:lnTo>
                <a:lnTo>
                  <a:pt x="1036566" y="751888"/>
                </a:lnTo>
                <a:lnTo>
                  <a:pt x="1038756" y="753304"/>
                </a:lnTo>
                <a:lnTo>
                  <a:pt x="1042406" y="755802"/>
                </a:lnTo>
                <a:lnTo>
                  <a:pt x="1043136" y="756085"/>
                </a:lnTo>
                <a:lnTo>
                  <a:pt x="1043866" y="752527"/>
                </a:lnTo>
                <a:lnTo>
                  <a:pt x="1046056" y="753341"/>
                </a:lnTo>
                <a:lnTo>
                  <a:pt x="1047516" y="760168"/>
                </a:lnTo>
                <a:lnTo>
                  <a:pt x="1048246" y="754725"/>
                </a:lnTo>
                <a:lnTo>
                  <a:pt x="1059195" y="727846"/>
                </a:lnTo>
                <a:lnTo>
                  <a:pt x="1059925" y="729791"/>
                </a:lnTo>
                <a:lnTo>
                  <a:pt x="1060655" y="734482"/>
                </a:lnTo>
                <a:lnTo>
                  <a:pt x="1061385" y="727115"/>
                </a:lnTo>
                <a:lnTo>
                  <a:pt x="1065035" y="706474"/>
                </a:lnTo>
                <a:lnTo>
                  <a:pt x="1065765" y="705282"/>
                </a:lnTo>
                <a:lnTo>
                  <a:pt x="1067955" y="691665"/>
                </a:lnTo>
                <a:lnTo>
                  <a:pt x="1068685" y="695592"/>
                </a:lnTo>
                <a:lnTo>
                  <a:pt x="1070145" y="704051"/>
                </a:lnTo>
                <a:lnTo>
                  <a:pt x="1072335" y="668117"/>
                </a:lnTo>
                <a:lnTo>
                  <a:pt x="1073795" y="669854"/>
                </a:lnTo>
                <a:lnTo>
                  <a:pt x="1075255" y="661617"/>
                </a:lnTo>
                <a:lnTo>
                  <a:pt x="1079635" y="624601"/>
                </a:lnTo>
                <a:lnTo>
                  <a:pt x="1099344" y="479152"/>
                </a:lnTo>
                <a:lnTo>
                  <a:pt x="1100074" y="479634"/>
                </a:lnTo>
                <a:lnTo>
                  <a:pt x="1101534" y="477562"/>
                </a:lnTo>
                <a:lnTo>
                  <a:pt x="1102264" y="483392"/>
                </a:lnTo>
                <a:lnTo>
                  <a:pt x="1102994" y="475427"/>
                </a:lnTo>
                <a:lnTo>
                  <a:pt x="1106644" y="435630"/>
                </a:lnTo>
                <a:lnTo>
                  <a:pt x="1108104" y="442682"/>
                </a:lnTo>
                <a:lnTo>
                  <a:pt x="1109564" y="416046"/>
                </a:lnTo>
                <a:lnTo>
                  <a:pt x="1111024" y="427035"/>
                </a:lnTo>
                <a:lnTo>
                  <a:pt x="1112484" y="438823"/>
                </a:lnTo>
                <a:lnTo>
                  <a:pt x="1113214" y="436749"/>
                </a:lnTo>
                <a:lnTo>
                  <a:pt x="1117594" y="403285"/>
                </a:lnTo>
                <a:lnTo>
                  <a:pt x="1119784" y="413063"/>
                </a:lnTo>
                <a:lnTo>
                  <a:pt x="1120513" y="407631"/>
                </a:lnTo>
                <a:lnTo>
                  <a:pt x="1121973" y="393465"/>
                </a:lnTo>
                <a:lnTo>
                  <a:pt x="1123433" y="396591"/>
                </a:lnTo>
                <a:lnTo>
                  <a:pt x="1124163" y="405303"/>
                </a:lnTo>
                <a:lnTo>
                  <a:pt x="1124893" y="400961"/>
                </a:lnTo>
                <a:lnTo>
                  <a:pt x="1127083" y="378227"/>
                </a:lnTo>
                <a:lnTo>
                  <a:pt x="1127813" y="382856"/>
                </a:lnTo>
                <a:lnTo>
                  <a:pt x="1129273" y="402426"/>
                </a:lnTo>
                <a:lnTo>
                  <a:pt x="1130733" y="412526"/>
                </a:lnTo>
                <a:lnTo>
                  <a:pt x="1131463" y="407274"/>
                </a:lnTo>
                <a:lnTo>
                  <a:pt x="1134383" y="375344"/>
                </a:lnTo>
                <a:lnTo>
                  <a:pt x="1136573" y="400883"/>
                </a:lnTo>
                <a:lnTo>
                  <a:pt x="1137303" y="392458"/>
                </a:lnTo>
                <a:lnTo>
                  <a:pt x="1140953" y="367157"/>
                </a:lnTo>
                <a:lnTo>
                  <a:pt x="1143873" y="421904"/>
                </a:lnTo>
                <a:lnTo>
                  <a:pt x="1145333" y="397523"/>
                </a:lnTo>
                <a:lnTo>
                  <a:pt x="1146063" y="380934"/>
                </a:lnTo>
                <a:lnTo>
                  <a:pt x="1148253" y="386607"/>
                </a:lnTo>
                <a:lnTo>
                  <a:pt x="1150442" y="378535"/>
                </a:lnTo>
                <a:lnTo>
                  <a:pt x="1151172" y="385156"/>
                </a:lnTo>
                <a:lnTo>
                  <a:pt x="1153362" y="400571"/>
                </a:lnTo>
                <a:lnTo>
                  <a:pt x="1154092" y="388423"/>
                </a:lnTo>
                <a:lnTo>
                  <a:pt x="1156282" y="378411"/>
                </a:lnTo>
                <a:lnTo>
                  <a:pt x="1159202" y="392979"/>
                </a:lnTo>
                <a:lnTo>
                  <a:pt x="1160662" y="385288"/>
                </a:lnTo>
                <a:lnTo>
                  <a:pt x="1162122" y="386767"/>
                </a:lnTo>
                <a:lnTo>
                  <a:pt x="1164312" y="415015"/>
                </a:lnTo>
                <a:lnTo>
                  <a:pt x="1165772" y="396946"/>
                </a:lnTo>
                <a:lnTo>
                  <a:pt x="1167232" y="396247"/>
                </a:lnTo>
                <a:lnTo>
                  <a:pt x="1167962" y="386595"/>
                </a:lnTo>
                <a:lnTo>
                  <a:pt x="1168692" y="391554"/>
                </a:lnTo>
                <a:lnTo>
                  <a:pt x="1170882" y="434516"/>
                </a:lnTo>
                <a:lnTo>
                  <a:pt x="1172342" y="411101"/>
                </a:lnTo>
                <a:lnTo>
                  <a:pt x="1175262" y="398366"/>
                </a:lnTo>
                <a:lnTo>
                  <a:pt x="1177452" y="427796"/>
                </a:lnTo>
                <a:lnTo>
                  <a:pt x="1178911" y="419634"/>
                </a:lnTo>
                <a:lnTo>
                  <a:pt x="1181831" y="407320"/>
                </a:lnTo>
                <a:lnTo>
                  <a:pt x="1184751" y="446079"/>
                </a:lnTo>
                <a:lnTo>
                  <a:pt x="1186211" y="431456"/>
                </a:lnTo>
                <a:lnTo>
                  <a:pt x="1189131" y="407530"/>
                </a:lnTo>
                <a:lnTo>
                  <a:pt x="1192051" y="443321"/>
                </a:lnTo>
                <a:lnTo>
                  <a:pt x="1193511" y="428087"/>
                </a:lnTo>
                <a:lnTo>
                  <a:pt x="1194241" y="420260"/>
                </a:lnTo>
                <a:lnTo>
                  <a:pt x="1194971" y="423636"/>
                </a:lnTo>
                <a:lnTo>
                  <a:pt x="1197891" y="444065"/>
                </a:lnTo>
                <a:lnTo>
                  <a:pt x="1201541" y="427136"/>
                </a:lnTo>
                <a:lnTo>
                  <a:pt x="1202271" y="427998"/>
                </a:lnTo>
                <a:lnTo>
                  <a:pt x="1203001" y="426631"/>
                </a:lnTo>
                <a:lnTo>
                  <a:pt x="1203731" y="427554"/>
                </a:lnTo>
                <a:lnTo>
                  <a:pt x="1205191" y="445869"/>
                </a:lnTo>
                <a:lnTo>
                  <a:pt x="1206651" y="439244"/>
                </a:lnTo>
                <a:lnTo>
                  <a:pt x="1210301" y="427674"/>
                </a:lnTo>
                <a:lnTo>
                  <a:pt x="1211761" y="428321"/>
                </a:lnTo>
                <a:lnTo>
                  <a:pt x="1214680" y="436869"/>
                </a:lnTo>
                <a:lnTo>
                  <a:pt x="1216870" y="422097"/>
                </a:lnTo>
                <a:lnTo>
                  <a:pt x="1217600" y="429715"/>
                </a:lnTo>
                <a:lnTo>
                  <a:pt x="1218330" y="429428"/>
                </a:lnTo>
                <a:lnTo>
                  <a:pt x="1219060" y="433254"/>
                </a:lnTo>
                <a:lnTo>
                  <a:pt x="1219790" y="423233"/>
                </a:lnTo>
                <a:lnTo>
                  <a:pt x="1220520" y="419613"/>
                </a:lnTo>
                <a:lnTo>
                  <a:pt x="1221250" y="432174"/>
                </a:lnTo>
                <a:lnTo>
                  <a:pt x="1222710" y="412794"/>
                </a:lnTo>
                <a:lnTo>
                  <a:pt x="1223440" y="409369"/>
                </a:lnTo>
                <a:lnTo>
                  <a:pt x="1224900" y="413382"/>
                </a:lnTo>
                <a:lnTo>
                  <a:pt x="1226360" y="423947"/>
                </a:lnTo>
                <a:lnTo>
                  <a:pt x="1227090" y="423105"/>
                </a:lnTo>
                <a:lnTo>
                  <a:pt x="1228550" y="395493"/>
                </a:lnTo>
                <a:lnTo>
                  <a:pt x="1230010" y="397132"/>
                </a:lnTo>
                <a:lnTo>
                  <a:pt x="1232200" y="403877"/>
                </a:lnTo>
                <a:lnTo>
                  <a:pt x="1233660" y="399795"/>
                </a:lnTo>
                <a:lnTo>
                  <a:pt x="1241689" y="360039"/>
                </a:lnTo>
                <a:lnTo>
                  <a:pt x="1242419" y="369934"/>
                </a:lnTo>
                <a:lnTo>
                  <a:pt x="1243149" y="371845"/>
                </a:lnTo>
                <a:lnTo>
                  <a:pt x="1247529" y="356333"/>
                </a:lnTo>
                <a:lnTo>
                  <a:pt x="1249719" y="361730"/>
                </a:lnTo>
                <a:lnTo>
                  <a:pt x="1250449" y="358630"/>
                </a:lnTo>
                <a:lnTo>
                  <a:pt x="1254829" y="349505"/>
                </a:lnTo>
                <a:lnTo>
                  <a:pt x="1255559" y="347967"/>
                </a:lnTo>
                <a:lnTo>
                  <a:pt x="1257019" y="349947"/>
                </a:lnTo>
                <a:lnTo>
                  <a:pt x="1258479" y="350171"/>
                </a:lnTo>
                <a:lnTo>
                  <a:pt x="1259209" y="346163"/>
                </a:lnTo>
                <a:lnTo>
                  <a:pt x="1261399" y="346984"/>
                </a:lnTo>
                <a:lnTo>
                  <a:pt x="1264319" y="346072"/>
                </a:lnTo>
                <a:lnTo>
                  <a:pt x="1267969" y="334541"/>
                </a:lnTo>
                <a:lnTo>
                  <a:pt x="1268699" y="335972"/>
                </a:lnTo>
                <a:lnTo>
                  <a:pt x="1270158" y="340077"/>
                </a:lnTo>
                <a:lnTo>
                  <a:pt x="1270888" y="337075"/>
                </a:lnTo>
                <a:lnTo>
                  <a:pt x="1272348" y="322164"/>
                </a:lnTo>
                <a:lnTo>
                  <a:pt x="1274538" y="324064"/>
                </a:lnTo>
                <a:lnTo>
                  <a:pt x="1276728" y="337532"/>
                </a:lnTo>
                <a:lnTo>
                  <a:pt x="1277458" y="334659"/>
                </a:lnTo>
                <a:lnTo>
                  <a:pt x="1278918" y="320630"/>
                </a:lnTo>
                <a:lnTo>
                  <a:pt x="1280378" y="323524"/>
                </a:lnTo>
                <a:lnTo>
                  <a:pt x="1281838" y="326536"/>
                </a:lnTo>
                <a:lnTo>
                  <a:pt x="1282568" y="325313"/>
                </a:lnTo>
                <a:lnTo>
                  <a:pt x="1284028" y="318010"/>
                </a:lnTo>
                <a:lnTo>
                  <a:pt x="1285488" y="322094"/>
                </a:lnTo>
                <a:lnTo>
                  <a:pt x="1287678" y="331789"/>
                </a:lnTo>
                <a:lnTo>
                  <a:pt x="1288408" y="323263"/>
                </a:lnTo>
                <a:lnTo>
                  <a:pt x="1291328" y="313848"/>
                </a:lnTo>
                <a:lnTo>
                  <a:pt x="1293518" y="322503"/>
                </a:lnTo>
                <a:lnTo>
                  <a:pt x="1294248" y="314115"/>
                </a:lnTo>
                <a:lnTo>
                  <a:pt x="1296438" y="302050"/>
                </a:lnTo>
                <a:lnTo>
                  <a:pt x="1297168" y="305112"/>
                </a:lnTo>
                <a:lnTo>
                  <a:pt x="1300088" y="318189"/>
                </a:lnTo>
                <a:lnTo>
                  <a:pt x="1301548" y="304018"/>
                </a:lnTo>
                <a:lnTo>
                  <a:pt x="1303008" y="306868"/>
                </a:lnTo>
                <a:lnTo>
                  <a:pt x="1305927" y="326516"/>
                </a:lnTo>
                <a:lnTo>
                  <a:pt x="1306657" y="335207"/>
                </a:lnTo>
                <a:lnTo>
                  <a:pt x="1308117" y="327145"/>
                </a:lnTo>
                <a:lnTo>
                  <a:pt x="1309577" y="305684"/>
                </a:lnTo>
                <a:lnTo>
                  <a:pt x="1311037" y="312451"/>
                </a:lnTo>
                <a:lnTo>
                  <a:pt x="1311767" y="317150"/>
                </a:lnTo>
                <a:lnTo>
                  <a:pt x="1312497" y="316579"/>
                </a:lnTo>
                <a:lnTo>
                  <a:pt x="1315417" y="297414"/>
                </a:lnTo>
                <a:lnTo>
                  <a:pt x="1319067" y="333447"/>
                </a:lnTo>
                <a:lnTo>
                  <a:pt x="1319797" y="323179"/>
                </a:lnTo>
                <a:lnTo>
                  <a:pt x="1322717" y="302033"/>
                </a:lnTo>
                <a:lnTo>
                  <a:pt x="1323447" y="303337"/>
                </a:lnTo>
                <a:lnTo>
                  <a:pt x="1324177" y="303257"/>
                </a:lnTo>
                <a:lnTo>
                  <a:pt x="1325637" y="311312"/>
                </a:lnTo>
                <a:lnTo>
                  <a:pt x="1326367" y="302240"/>
                </a:lnTo>
                <a:lnTo>
                  <a:pt x="1328557" y="298637"/>
                </a:lnTo>
                <a:lnTo>
                  <a:pt x="1329287" y="301061"/>
                </a:lnTo>
                <a:lnTo>
                  <a:pt x="1330017" y="306500"/>
                </a:lnTo>
                <a:lnTo>
                  <a:pt x="1331477" y="298815"/>
                </a:lnTo>
                <a:lnTo>
                  <a:pt x="1332936" y="297544"/>
                </a:lnTo>
                <a:lnTo>
                  <a:pt x="1335126" y="309474"/>
                </a:lnTo>
                <a:lnTo>
                  <a:pt x="1335856" y="307738"/>
                </a:lnTo>
                <a:lnTo>
                  <a:pt x="1336586" y="298361"/>
                </a:lnTo>
                <a:lnTo>
                  <a:pt x="1338776" y="299862"/>
                </a:lnTo>
                <a:lnTo>
                  <a:pt x="1342426" y="318929"/>
                </a:lnTo>
                <a:lnTo>
                  <a:pt x="1344616" y="310527"/>
                </a:lnTo>
                <a:lnTo>
                  <a:pt x="1345346" y="311044"/>
                </a:lnTo>
                <a:lnTo>
                  <a:pt x="1348266" y="304902"/>
                </a:lnTo>
                <a:lnTo>
                  <a:pt x="1352646" y="317327"/>
                </a:lnTo>
                <a:lnTo>
                  <a:pt x="1359216" y="290579"/>
                </a:lnTo>
                <a:lnTo>
                  <a:pt x="1362135" y="318694"/>
                </a:lnTo>
                <a:lnTo>
                  <a:pt x="1362865" y="311612"/>
                </a:lnTo>
                <a:lnTo>
                  <a:pt x="1365785" y="291044"/>
                </a:lnTo>
                <a:lnTo>
                  <a:pt x="1367975" y="306803"/>
                </a:lnTo>
                <a:lnTo>
                  <a:pt x="1368705" y="301243"/>
                </a:lnTo>
                <a:lnTo>
                  <a:pt x="1370165" y="289922"/>
                </a:lnTo>
                <a:lnTo>
                  <a:pt x="1371625" y="294820"/>
                </a:lnTo>
                <a:lnTo>
                  <a:pt x="1373085" y="299430"/>
                </a:lnTo>
                <a:lnTo>
                  <a:pt x="1373815" y="295888"/>
                </a:lnTo>
                <a:lnTo>
                  <a:pt x="1374545" y="294867"/>
                </a:lnTo>
                <a:lnTo>
                  <a:pt x="1375275" y="299593"/>
                </a:lnTo>
                <a:lnTo>
                  <a:pt x="1376005" y="287458"/>
                </a:lnTo>
                <a:lnTo>
                  <a:pt x="1380385" y="295779"/>
                </a:lnTo>
                <a:lnTo>
                  <a:pt x="1382575" y="277562"/>
                </a:lnTo>
                <a:lnTo>
                  <a:pt x="1383305" y="284044"/>
                </a:lnTo>
                <a:lnTo>
                  <a:pt x="1384765" y="286056"/>
                </a:lnTo>
                <a:lnTo>
                  <a:pt x="1385495" y="292784"/>
                </a:lnTo>
                <a:lnTo>
                  <a:pt x="1386225" y="284845"/>
                </a:lnTo>
                <a:lnTo>
                  <a:pt x="1387685" y="272046"/>
                </a:lnTo>
                <a:lnTo>
                  <a:pt x="1388415" y="276666"/>
                </a:lnTo>
                <a:lnTo>
                  <a:pt x="1390604" y="301716"/>
                </a:lnTo>
                <a:lnTo>
                  <a:pt x="1391334" y="288790"/>
                </a:lnTo>
                <a:lnTo>
                  <a:pt x="1392064" y="287265"/>
                </a:lnTo>
                <a:lnTo>
                  <a:pt x="1394984" y="273480"/>
                </a:lnTo>
                <a:lnTo>
                  <a:pt x="1397174" y="286513"/>
                </a:lnTo>
                <a:lnTo>
                  <a:pt x="1398634" y="276726"/>
                </a:lnTo>
                <a:lnTo>
                  <a:pt x="1400094" y="277121"/>
                </a:lnTo>
                <a:lnTo>
                  <a:pt x="1400824" y="262902"/>
                </a:lnTo>
                <a:lnTo>
                  <a:pt x="1402284" y="270085"/>
                </a:lnTo>
                <a:lnTo>
                  <a:pt x="1405204" y="287505"/>
                </a:lnTo>
                <a:lnTo>
                  <a:pt x="1405934" y="275483"/>
                </a:lnTo>
                <a:lnTo>
                  <a:pt x="1411044" y="292024"/>
                </a:lnTo>
                <a:lnTo>
                  <a:pt x="1413234" y="280304"/>
                </a:lnTo>
                <a:lnTo>
                  <a:pt x="1413964" y="284997"/>
                </a:lnTo>
                <a:lnTo>
                  <a:pt x="1414694" y="288383"/>
                </a:lnTo>
                <a:lnTo>
                  <a:pt x="1416154" y="287296"/>
                </a:lnTo>
                <a:lnTo>
                  <a:pt x="1416884" y="284724"/>
                </a:lnTo>
                <a:lnTo>
                  <a:pt x="1418344" y="285868"/>
                </a:lnTo>
                <a:lnTo>
                  <a:pt x="1421264" y="308467"/>
                </a:lnTo>
                <a:lnTo>
                  <a:pt x="1422724" y="297666"/>
                </a:lnTo>
                <a:lnTo>
                  <a:pt x="1423454" y="293699"/>
                </a:lnTo>
                <a:lnTo>
                  <a:pt x="1424183" y="297699"/>
                </a:lnTo>
                <a:lnTo>
                  <a:pt x="1427103" y="311867"/>
                </a:lnTo>
                <a:lnTo>
                  <a:pt x="1428563" y="307255"/>
                </a:lnTo>
                <a:lnTo>
                  <a:pt x="1430023" y="298953"/>
                </a:lnTo>
                <a:lnTo>
                  <a:pt x="1431483" y="302643"/>
                </a:lnTo>
                <a:lnTo>
                  <a:pt x="1432213" y="299845"/>
                </a:lnTo>
                <a:lnTo>
                  <a:pt x="1432943" y="302784"/>
                </a:lnTo>
                <a:lnTo>
                  <a:pt x="1435133" y="312406"/>
                </a:lnTo>
                <a:lnTo>
                  <a:pt x="1435863" y="308884"/>
                </a:lnTo>
                <a:lnTo>
                  <a:pt x="1438053" y="298678"/>
                </a:lnTo>
                <a:lnTo>
                  <a:pt x="1438783" y="302116"/>
                </a:lnTo>
                <a:lnTo>
                  <a:pt x="1440243" y="305088"/>
                </a:lnTo>
                <a:lnTo>
                  <a:pt x="1442433" y="332384"/>
                </a:lnTo>
                <a:lnTo>
                  <a:pt x="1443893" y="324042"/>
                </a:lnTo>
                <a:lnTo>
                  <a:pt x="1446083" y="326690"/>
                </a:lnTo>
                <a:lnTo>
                  <a:pt x="1446813" y="331092"/>
                </a:lnTo>
                <a:lnTo>
                  <a:pt x="1447543" y="328267"/>
                </a:lnTo>
                <a:lnTo>
                  <a:pt x="1448273" y="318694"/>
                </a:lnTo>
                <a:lnTo>
                  <a:pt x="1450463" y="323305"/>
                </a:lnTo>
                <a:lnTo>
                  <a:pt x="1451923" y="322913"/>
                </a:lnTo>
                <a:lnTo>
                  <a:pt x="1454112" y="337392"/>
                </a:lnTo>
                <a:lnTo>
                  <a:pt x="1455572" y="331878"/>
                </a:lnTo>
                <a:lnTo>
                  <a:pt x="1456302" y="330485"/>
                </a:lnTo>
                <a:lnTo>
                  <a:pt x="1459952" y="350086"/>
                </a:lnTo>
                <a:lnTo>
                  <a:pt x="1461412" y="335748"/>
                </a:lnTo>
                <a:lnTo>
                  <a:pt x="1462872" y="344885"/>
                </a:lnTo>
                <a:lnTo>
                  <a:pt x="1465792" y="334843"/>
                </a:lnTo>
                <a:lnTo>
                  <a:pt x="1466522" y="338893"/>
                </a:lnTo>
                <a:lnTo>
                  <a:pt x="1470902" y="346002"/>
                </a:lnTo>
                <a:lnTo>
                  <a:pt x="1472362" y="342128"/>
                </a:lnTo>
                <a:lnTo>
                  <a:pt x="1473092" y="343988"/>
                </a:lnTo>
                <a:lnTo>
                  <a:pt x="1473822" y="350305"/>
                </a:lnTo>
                <a:lnTo>
                  <a:pt x="1476012" y="349065"/>
                </a:lnTo>
                <a:lnTo>
                  <a:pt x="1478202" y="346627"/>
                </a:lnTo>
                <a:lnTo>
                  <a:pt x="1478932" y="350572"/>
                </a:lnTo>
                <a:lnTo>
                  <a:pt x="1481122" y="348481"/>
                </a:lnTo>
                <a:lnTo>
                  <a:pt x="1484041" y="351778"/>
                </a:lnTo>
                <a:lnTo>
                  <a:pt x="1485501" y="346160"/>
                </a:lnTo>
                <a:lnTo>
                  <a:pt x="1486961" y="348753"/>
                </a:lnTo>
                <a:lnTo>
                  <a:pt x="1487691" y="348775"/>
                </a:lnTo>
                <a:lnTo>
                  <a:pt x="1491341" y="359444"/>
                </a:lnTo>
                <a:lnTo>
                  <a:pt x="1492071" y="348670"/>
                </a:lnTo>
                <a:lnTo>
                  <a:pt x="1494261" y="349765"/>
                </a:lnTo>
                <a:lnTo>
                  <a:pt x="1496451" y="345715"/>
                </a:lnTo>
                <a:lnTo>
                  <a:pt x="1497181" y="347644"/>
                </a:lnTo>
                <a:lnTo>
                  <a:pt x="1497911" y="346348"/>
                </a:lnTo>
                <a:lnTo>
                  <a:pt x="1498641" y="350458"/>
                </a:lnTo>
                <a:lnTo>
                  <a:pt x="1500101" y="345026"/>
                </a:lnTo>
                <a:lnTo>
                  <a:pt x="1501561" y="342159"/>
                </a:lnTo>
                <a:lnTo>
                  <a:pt x="1503021" y="333836"/>
                </a:lnTo>
                <a:lnTo>
                  <a:pt x="1504481" y="339483"/>
                </a:lnTo>
                <a:lnTo>
                  <a:pt x="1508131" y="326888"/>
                </a:lnTo>
                <a:lnTo>
                  <a:pt x="1508861" y="331426"/>
                </a:lnTo>
                <a:lnTo>
                  <a:pt x="1511780" y="342954"/>
                </a:lnTo>
                <a:lnTo>
                  <a:pt x="1512510" y="342661"/>
                </a:lnTo>
                <a:lnTo>
                  <a:pt x="1517620" y="316375"/>
                </a:lnTo>
                <a:lnTo>
                  <a:pt x="1518350" y="318726"/>
                </a:lnTo>
                <a:lnTo>
                  <a:pt x="1519080" y="321250"/>
                </a:lnTo>
                <a:lnTo>
                  <a:pt x="1519810" y="320901"/>
                </a:lnTo>
                <a:lnTo>
                  <a:pt x="1525650" y="298675"/>
                </a:lnTo>
                <a:lnTo>
                  <a:pt x="1530030" y="295437"/>
                </a:lnTo>
                <a:lnTo>
                  <a:pt x="1534410" y="286605"/>
                </a:lnTo>
                <a:lnTo>
                  <a:pt x="1535140" y="284626"/>
                </a:lnTo>
                <a:lnTo>
                  <a:pt x="1535870" y="292006"/>
                </a:lnTo>
                <a:lnTo>
                  <a:pt x="1537330" y="281459"/>
                </a:lnTo>
                <a:lnTo>
                  <a:pt x="1539520" y="273359"/>
                </a:lnTo>
                <a:lnTo>
                  <a:pt x="1540250" y="275032"/>
                </a:lnTo>
                <a:lnTo>
                  <a:pt x="1540980" y="273871"/>
                </a:lnTo>
                <a:lnTo>
                  <a:pt x="1545359" y="257354"/>
                </a:lnTo>
                <a:lnTo>
                  <a:pt x="1546089" y="256742"/>
                </a:lnTo>
                <a:lnTo>
                  <a:pt x="1550469" y="231186"/>
                </a:lnTo>
                <a:lnTo>
                  <a:pt x="1551199" y="231504"/>
                </a:lnTo>
                <a:lnTo>
                  <a:pt x="1553389" y="234385"/>
                </a:lnTo>
                <a:lnTo>
                  <a:pt x="1554119" y="231534"/>
                </a:lnTo>
                <a:lnTo>
                  <a:pt x="1560689" y="201191"/>
                </a:lnTo>
                <a:lnTo>
                  <a:pt x="1562149" y="191758"/>
                </a:lnTo>
                <a:lnTo>
                  <a:pt x="1562879" y="195161"/>
                </a:lnTo>
                <a:lnTo>
                  <a:pt x="1564339" y="205678"/>
                </a:lnTo>
                <a:lnTo>
                  <a:pt x="1565069" y="197498"/>
                </a:lnTo>
                <a:lnTo>
                  <a:pt x="1567989" y="164821"/>
                </a:lnTo>
                <a:lnTo>
                  <a:pt x="1569449" y="169141"/>
                </a:lnTo>
                <a:lnTo>
                  <a:pt x="1571639" y="157913"/>
                </a:lnTo>
                <a:lnTo>
                  <a:pt x="1573099" y="138924"/>
                </a:lnTo>
                <a:lnTo>
                  <a:pt x="1574558" y="140853"/>
                </a:lnTo>
                <a:lnTo>
                  <a:pt x="1576018" y="159188"/>
                </a:lnTo>
                <a:lnTo>
                  <a:pt x="1577478" y="149834"/>
                </a:lnTo>
                <a:lnTo>
                  <a:pt x="1578938" y="137109"/>
                </a:lnTo>
                <a:lnTo>
                  <a:pt x="1579668" y="144462"/>
                </a:lnTo>
                <a:lnTo>
                  <a:pt x="1581128" y="159459"/>
                </a:lnTo>
                <a:lnTo>
                  <a:pt x="1584048" y="131004"/>
                </a:lnTo>
                <a:lnTo>
                  <a:pt x="1585508" y="142621"/>
                </a:lnTo>
                <a:lnTo>
                  <a:pt x="1586238" y="132647"/>
                </a:lnTo>
                <a:lnTo>
                  <a:pt x="1589888" y="102191"/>
                </a:lnTo>
                <a:lnTo>
                  <a:pt x="1590618" y="104333"/>
                </a:lnTo>
                <a:lnTo>
                  <a:pt x="1593538" y="136688"/>
                </a:lnTo>
                <a:lnTo>
                  <a:pt x="1594998" y="118039"/>
                </a:lnTo>
                <a:lnTo>
                  <a:pt x="1597188" y="115417"/>
                </a:lnTo>
                <a:lnTo>
                  <a:pt x="1603027" y="136833"/>
                </a:lnTo>
                <a:lnTo>
                  <a:pt x="1606677" y="129890"/>
                </a:lnTo>
                <a:lnTo>
                  <a:pt x="1607407" y="128039"/>
                </a:lnTo>
                <a:lnTo>
                  <a:pt x="1608137" y="135284"/>
                </a:lnTo>
                <a:lnTo>
                  <a:pt x="1609597" y="124775"/>
                </a:lnTo>
                <a:lnTo>
                  <a:pt x="1612517" y="122122"/>
                </a:lnTo>
                <a:lnTo>
                  <a:pt x="1613247" y="122228"/>
                </a:lnTo>
                <a:lnTo>
                  <a:pt x="1614707" y="131771"/>
                </a:lnTo>
                <a:lnTo>
                  <a:pt x="1615437" y="130778"/>
                </a:lnTo>
                <a:lnTo>
                  <a:pt x="1616897" y="118396"/>
                </a:lnTo>
                <a:lnTo>
                  <a:pt x="1617627" y="125440"/>
                </a:lnTo>
                <a:lnTo>
                  <a:pt x="1618357" y="136681"/>
                </a:lnTo>
                <a:lnTo>
                  <a:pt x="1619817" y="131877"/>
                </a:lnTo>
                <a:lnTo>
                  <a:pt x="1629307" y="89858"/>
                </a:lnTo>
                <a:lnTo>
                  <a:pt x="1630037" y="90128"/>
                </a:lnTo>
                <a:lnTo>
                  <a:pt x="1638796" y="63296"/>
                </a:lnTo>
                <a:lnTo>
                  <a:pt x="1639526" y="64865"/>
                </a:lnTo>
                <a:lnTo>
                  <a:pt x="1640256" y="62252"/>
                </a:lnTo>
                <a:lnTo>
                  <a:pt x="1643176" y="51124"/>
                </a:lnTo>
                <a:lnTo>
                  <a:pt x="1643906" y="54120"/>
                </a:lnTo>
                <a:lnTo>
                  <a:pt x="1645366" y="57705"/>
                </a:lnTo>
                <a:lnTo>
                  <a:pt x="1646096" y="53246"/>
                </a:lnTo>
                <a:lnTo>
                  <a:pt x="1650476" y="34912"/>
                </a:lnTo>
                <a:lnTo>
                  <a:pt x="1651936" y="42550"/>
                </a:lnTo>
                <a:lnTo>
                  <a:pt x="1652666" y="35119"/>
                </a:lnTo>
                <a:lnTo>
                  <a:pt x="1654126" y="31287"/>
                </a:lnTo>
                <a:lnTo>
                  <a:pt x="1661426" y="15807"/>
                </a:lnTo>
                <a:lnTo>
                  <a:pt x="1662156" y="19551"/>
                </a:lnTo>
                <a:lnTo>
                  <a:pt x="1664346" y="33088"/>
                </a:lnTo>
                <a:lnTo>
                  <a:pt x="1665076" y="25958"/>
                </a:lnTo>
                <a:lnTo>
                  <a:pt x="1665805" y="15623"/>
                </a:lnTo>
                <a:lnTo>
                  <a:pt x="1667265" y="24856"/>
                </a:lnTo>
                <a:lnTo>
                  <a:pt x="1667995" y="23141"/>
                </a:lnTo>
                <a:lnTo>
                  <a:pt x="1669455" y="26380"/>
                </a:lnTo>
                <a:lnTo>
                  <a:pt x="1670185" y="26078"/>
                </a:lnTo>
                <a:lnTo>
                  <a:pt x="1673105" y="14132"/>
                </a:lnTo>
                <a:lnTo>
                  <a:pt x="1673835" y="19491"/>
                </a:lnTo>
                <a:lnTo>
                  <a:pt x="1674565" y="25524"/>
                </a:lnTo>
                <a:lnTo>
                  <a:pt x="1676025" y="16916"/>
                </a:lnTo>
                <a:lnTo>
                  <a:pt x="1677485" y="23056"/>
                </a:lnTo>
                <a:lnTo>
                  <a:pt x="1678945" y="18058"/>
                </a:lnTo>
                <a:lnTo>
                  <a:pt x="1680405" y="11289"/>
                </a:lnTo>
                <a:lnTo>
                  <a:pt x="1681135" y="15478"/>
                </a:lnTo>
                <a:lnTo>
                  <a:pt x="1681865" y="20673"/>
                </a:lnTo>
                <a:lnTo>
                  <a:pt x="1684055" y="19964"/>
                </a:lnTo>
                <a:lnTo>
                  <a:pt x="1687705" y="13037"/>
                </a:lnTo>
                <a:lnTo>
                  <a:pt x="1688435" y="13622"/>
                </a:lnTo>
                <a:lnTo>
                  <a:pt x="1691355" y="21260"/>
                </a:lnTo>
                <a:lnTo>
                  <a:pt x="1692815" y="9669"/>
                </a:lnTo>
                <a:lnTo>
                  <a:pt x="1694274" y="18518"/>
                </a:lnTo>
                <a:lnTo>
                  <a:pt x="1695734" y="17275"/>
                </a:lnTo>
                <a:lnTo>
                  <a:pt x="1697194" y="22791"/>
                </a:lnTo>
                <a:lnTo>
                  <a:pt x="1699384" y="10467"/>
                </a:lnTo>
                <a:lnTo>
                  <a:pt x="1700114" y="12049"/>
                </a:lnTo>
                <a:lnTo>
                  <a:pt x="1701574" y="21188"/>
                </a:lnTo>
                <a:lnTo>
                  <a:pt x="1703034" y="19956"/>
                </a:lnTo>
                <a:lnTo>
                  <a:pt x="1707414" y="10066"/>
                </a:lnTo>
                <a:lnTo>
                  <a:pt x="1708144" y="9440"/>
                </a:lnTo>
                <a:lnTo>
                  <a:pt x="1708874" y="12811"/>
                </a:lnTo>
                <a:lnTo>
                  <a:pt x="1710334" y="10399"/>
                </a:lnTo>
                <a:lnTo>
                  <a:pt x="1711794" y="0"/>
                </a:lnTo>
                <a:lnTo>
                  <a:pt x="1712524" y="8490"/>
                </a:lnTo>
                <a:lnTo>
                  <a:pt x="1713254" y="21812"/>
                </a:lnTo>
                <a:lnTo>
                  <a:pt x="1715444" y="14132"/>
                </a:lnTo>
                <a:lnTo>
                  <a:pt x="1716904" y="19815"/>
                </a:lnTo>
                <a:lnTo>
                  <a:pt x="1718364" y="18096"/>
                </a:lnTo>
                <a:lnTo>
                  <a:pt x="1719824" y="18528"/>
                </a:lnTo>
                <a:lnTo>
                  <a:pt x="1721284" y="12718"/>
                </a:lnTo>
                <a:lnTo>
                  <a:pt x="1724203" y="19139"/>
                </a:lnTo>
                <a:lnTo>
                  <a:pt x="1725663" y="1618"/>
                </a:lnTo>
                <a:lnTo>
                  <a:pt x="1726393" y="4992"/>
                </a:lnTo>
                <a:lnTo>
                  <a:pt x="1727853" y="18923"/>
                </a:lnTo>
                <a:lnTo>
                  <a:pt x="1728583" y="10939"/>
                </a:lnTo>
                <a:lnTo>
                  <a:pt x="1730043" y="4166"/>
                </a:lnTo>
                <a:lnTo>
                  <a:pt x="1730773" y="6606"/>
                </a:lnTo>
                <a:lnTo>
                  <a:pt x="1735153" y="45305"/>
                </a:lnTo>
                <a:lnTo>
                  <a:pt x="1735883" y="38278"/>
                </a:lnTo>
                <a:lnTo>
                  <a:pt x="1738073" y="32011"/>
                </a:lnTo>
                <a:lnTo>
                  <a:pt x="1741723" y="20204"/>
                </a:lnTo>
                <a:lnTo>
                  <a:pt x="1743913" y="22889"/>
                </a:lnTo>
                <a:lnTo>
                  <a:pt x="1744643" y="18563"/>
                </a:lnTo>
                <a:lnTo>
                  <a:pt x="1746103" y="19819"/>
                </a:lnTo>
                <a:lnTo>
                  <a:pt x="1748293" y="32068"/>
                </a:lnTo>
                <a:lnTo>
                  <a:pt x="1749023" y="28728"/>
                </a:lnTo>
                <a:lnTo>
                  <a:pt x="1749753" y="26747"/>
                </a:lnTo>
                <a:lnTo>
                  <a:pt x="1750483" y="30161"/>
                </a:lnTo>
                <a:lnTo>
                  <a:pt x="1751213" y="30032"/>
                </a:lnTo>
                <a:lnTo>
                  <a:pt x="1751943" y="30075"/>
                </a:lnTo>
                <a:lnTo>
                  <a:pt x="1753403" y="41281"/>
                </a:lnTo>
                <a:lnTo>
                  <a:pt x="1754133" y="37667"/>
                </a:lnTo>
                <a:lnTo>
                  <a:pt x="1756323" y="25969"/>
                </a:lnTo>
                <a:lnTo>
                  <a:pt x="1757052" y="28664"/>
                </a:lnTo>
                <a:lnTo>
                  <a:pt x="1757782" y="32042"/>
                </a:lnTo>
                <a:lnTo>
                  <a:pt x="1759972" y="30626"/>
                </a:lnTo>
                <a:lnTo>
                  <a:pt x="1762892" y="25597"/>
                </a:lnTo>
                <a:lnTo>
                  <a:pt x="1765082" y="44788"/>
                </a:lnTo>
                <a:lnTo>
                  <a:pt x="1767272" y="38498"/>
                </a:lnTo>
                <a:lnTo>
                  <a:pt x="1770192" y="13990"/>
                </a:lnTo>
                <a:lnTo>
                  <a:pt x="1770922" y="14232"/>
                </a:lnTo>
                <a:lnTo>
                  <a:pt x="1775302" y="39839"/>
                </a:lnTo>
                <a:lnTo>
                  <a:pt x="1776762" y="29078"/>
                </a:lnTo>
                <a:lnTo>
                  <a:pt x="1778222" y="36635"/>
                </a:lnTo>
                <a:lnTo>
                  <a:pt x="1779682" y="33332"/>
                </a:lnTo>
                <a:lnTo>
                  <a:pt x="1781142" y="22073"/>
                </a:lnTo>
                <a:lnTo>
                  <a:pt x="1782602" y="23392"/>
                </a:lnTo>
                <a:lnTo>
                  <a:pt x="1784062" y="32833"/>
                </a:lnTo>
                <a:lnTo>
                  <a:pt x="1785522" y="31495"/>
                </a:lnTo>
                <a:lnTo>
                  <a:pt x="1786981" y="31924"/>
                </a:lnTo>
                <a:lnTo>
                  <a:pt x="1787711" y="34691"/>
                </a:lnTo>
                <a:lnTo>
                  <a:pt x="1789171" y="23948"/>
                </a:lnTo>
                <a:lnTo>
                  <a:pt x="1790631" y="24515"/>
                </a:lnTo>
                <a:lnTo>
                  <a:pt x="1792821" y="35500"/>
                </a:lnTo>
                <a:lnTo>
                  <a:pt x="1794281" y="23312"/>
                </a:lnTo>
                <a:lnTo>
                  <a:pt x="1795011" y="29722"/>
                </a:lnTo>
                <a:lnTo>
                  <a:pt x="1797201" y="27263"/>
                </a:lnTo>
                <a:lnTo>
                  <a:pt x="1800121" y="44433"/>
                </a:lnTo>
                <a:lnTo>
                  <a:pt x="1800851" y="29781"/>
                </a:lnTo>
                <a:lnTo>
                  <a:pt x="1801581" y="37829"/>
                </a:lnTo>
                <a:lnTo>
                  <a:pt x="1803041" y="55605"/>
                </a:lnTo>
                <a:lnTo>
                  <a:pt x="1803771" y="53916"/>
                </a:lnTo>
                <a:lnTo>
                  <a:pt x="1805231" y="33627"/>
                </a:lnTo>
                <a:lnTo>
                  <a:pt x="1806691" y="42994"/>
                </a:lnTo>
                <a:lnTo>
                  <a:pt x="1807421" y="31357"/>
                </a:lnTo>
                <a:lnTo>
                  <a:pt x="1808881" y="44006"/>
                </a:lnTo>
                <a:lnTo>
                  <a:pt x="1809611" y="44364"/>
                </a:lnTo>
                <a:lnTo>
                  <a:pt x="1810341" y="30129"/>
                </a:lnTo>
                <a:lnTo>
                  <a:pt x="1812531" y="30345"/>
                </a:lnTo>
                <a:lnTo>
                  <a:pt x="1814720" y="48831"/>
                </a:lnTo>
                <a:lnTo>
                  <a:pt x="1815450" y="57813"/>
                </a:lnTo>
                <a:lnTo>
                  <a:pt x="1816180" y="56775"/>
                </a:lnTo>
                <a:lnTo>
                  <a:pt x="1816910" y="32611"/>
                </a:lnTo>
                <a:lnTo>
                  <a:pt x="1818370" y="46065"/>
                </a:lnTo>
                <a:lnTo>
                  <a:pt x="1819100" y="48173"/>
                </a:lnTo>
                <a:lnTo>
                  <a:pt x="1819830" y="43004"/>
                </a:lnTo>
                <a:lnTo>
                  <a:pt x="1823480" y="31073"/>
                </a:lnTo>
                <a:lnTo>
                  <a:pt x="1824940" y="19933"/>
                </a:lnTo>
                <a:lnTo>
                  <a:pt x="1825670" y="26643"/>
                </a:lnTo>
                <a:lnTo>
                  <a:pt x="1828590" y="70205"/>
                </a:lnTo>
                <a:lnTo>
                  <a:pt x="1829320" y="57592"/>
                </a:lnTo>
                <a:lnTo>
                  <a:pt x="1832240" y="36634"/>
                </a:lnTo>
                <a:lnTo>
                  <a:pt x="1832970" y="41423"/>
                </a:lnTo>
                <a:lnTo>
                  <a:pt x="1834430" y="36667"/>
                </a:lnTo>
                <a:lnTo>
                  <a:pt x="1835160" y="36822"/>
                </a:lnTo>
                <a:lnTo>
                  <a:pt x="1838810" y="58392"/>
                </a:lnTo>
                <a:lnTo>
                  <a:pt x="1841000" y="36622"/>
                </a:lnTo>
                <a:lnTo>
                  <a:pt x="1841730" y="47516"/>
                </a:lnTo>
                <a:lnTo>
                  <a:pt x="1845379" y="68677"/>
                </a:lnTo>
                <a:lnTo>
                  <a:pt x="1843190" y="46943"/>
                </a:lnTo>
                <a:lnTo>
                  <a:pt x="1846110" y="60992"/>
                </a:lnTo>
                <a:lnTo>
                  <a:pt x="1848300" y="40098"/>
                </a:lnTo>
                <a:lnTo>
                  <a:pt x="1849029" y="45857"/>
                </a:lnTo>
                <a:lnTo>
                  <a:pt x="1849759" y="50098"/>
                </a:lnTo>
                <a:lnTo>
                  <a:pt x="1850489" y="44948"/>
                </a:lnTo>
                <a:lnTo>
                  <a:pt x="1851219" y="47608"/>
                </a:lnTo>
                <a:lnTo>
                  <a:pt x="1852679" y="35100"/>
                </a:lnTo>
                <a:lnTo>
                  <a:pt x="1853409" y="41238"/>
                </a:lnTo>
                <a:lnTo>
                  <a:pt x="1855599" y="64071"/>
                </a:lnTo>
                <a:lnTo>
                  <a:pt x="1856329" y="60665"/>
                </a:lnTo>
                <a:lnTo>
                  <a:pt x="1857059" y="60085"/>
                </a:lnTo>
                <a:lnTo>
                  <a:pt x="1858519" y="62198"/>
                </a:lnTo>
                <a:lnTo>
                  <a:pt x="1860709" y="70161"/>
                </a:lnTo>
                <a:lnTo>
                  <a:pt x="1861439" y="64202"/>
                </a:lnTo>
                <a:lnTo>
                  <a:pt x="1862899" y="70247"/>
                </a:lnTo>
                <a:lnTo>
                  <a:pt x="1866549" y="86259"/>
                </a:lnTo>
                <a:lnTo>
                  <a:pt x="1868739" y="89407"/>
                </a:lnTo>
                <a:lnTo>
                  <a:pt x="1870199" y="105351"/>
                </a:lnTo>
                <a:lnTo>
                  <a:pt x="1871659" y="102983"/>
                </a:lnTo>
                <a:lnTo>
                  <a:pt x="1875309" y="86124"/>
                </a:lnTo>
                <a:lnTo>
                  <a:pt x="1877498" y="123019"/>
                </a:lnTo>
                <a:lnTo>
                  <a:pt x="1879688" y="115195"/>
                </a:lnTo>
                <a:lnTo>
                  <a:pt x="1880418" y="117081"/>
                </a:lnTo>
                <a:lnTo>
                  <a:pt x="1881878" y="111150"/>
                </a:lnTo>
                <a:lnTo>
                  <a:pt x="1882608" y="115511"/>
                </a:lnTo>
                <a:lnTo>
                  <a:pt x="1885528" y="120210"/>
                </a:lnTo>
                <a:lnTo>
                  <a:pt x="1893558" y="128412"/>
                </a:lnTo>
                <a:lnTo>
                  <a:pt x="1895018" y="117834"/>
                </a:lnTo>
                <a:lnTo>
                  <a:pt x="1895748" y="122546"/>
                </a:lnTo>
                <a:lnTo>
                  <a:pt x="1897208" y="128341"/>
                </a:lnTo>
                <a:lnTo>
                  <a:pt x="1897938" y="124595"/>
                </a:lnTo>
                <a:lnTo>
                  <a:pt x="1900858" y="117911"/>
                </a:lnTo>
                <a:lnTo>
                  <a:pt x="1902318" y="129437"/>
                </a:lnTo>
                <a:lnTo>
                  <a:pt x="1903778" y="127489"/>
                </a:lnTo>
                <a:lnTo>
                  <a:pt x="1904508" y="126747"/>
                </a:lnTo>
                <a:lnTo>
                  <a:pt x="1905968" y="114153"/>
                </a:lnTo>
                <a:lnTo>
                  <a:pt x="1906697" y="123236"/>
                </a:lnTo>
                <a:lnTo>
                  <a:pt x="1908157" y="129498"/>
                </a:lnTo>
                <a:lnTo>
                  <a:pt x="1908887" y="125185"/>
                </a:lnTo>
                <a:lnTo>
                  <a:pt x="1909617" y="123231"/>
                </a:lnTo>
                <a:lnTo>
                  <a:pt x="1910347" y="131005"/>
                </a:lnTo>
                <a:lnTo>
                  <a:pt x="1911807" y="127605"/>
                </a:lnTo>
                <a:lnTo>
                  <a:pt x="1912537" y="125318"/>
                </a:lnTo>
                <a:lnTo>
                  <a:pt x="1913997" y="128950"/>
                </a:lnTo>
                <a:lnTo>
                  <a:pt x="1914727" y="127903"/>
                </a:lnTo>
                <a:lnTo>
                  <a:pt x="1919837" y="153415"/>
                </a:lnTo>
                <a:lnTo>
                  <a:pt x="1920567" y="150714"/>
                </a:lnTo>
                <a:lnTo>
                  <a:pt x="1921297" y="146711"/>
                </a:lnTo>
                <a:lnTo>
                  <a:pt x="1922757" y="150658"/>
                </a:lnTo>
                <a:lnTo>
                  <a:pt x="1923487" y="153248"/>
                </a:lnTo>
                <a:lnTo>
                  <a:pt x="1924217" y="152223"/>
                </a:lnTo>
                <a:lnTo>
                  <a:pt x="1925677" y="145830"/>
                </a:lnTo>
                <a:lnTo>
                  <a:pt x="1926407" y="146300"/>
                </a:lnTo>
                <a:lnTo>
                  <a:pt x="1927137" y="154977"/>
                </a:lnTo>
                <a:lnTo>
                  <a:pt x="1928597" y="150063"/>
                </a:lnTo>
                <a:lnTo>
                  <a:pt x="1938086" y="132119"/>
                </a:lnTo>
                <a:lnTo>
                  <a:pt x="1939546" y="144789"/>
                </a:lnTo>
                <a:lnTo>
                  <a:pt x="1941006" y="135798"/>
                </a:lnTo>
                <a:lnTo>
                  <a:pt x="1943196" y="151160"/>
                </a:lnTo>
                <a:lnTo>
                  <a:pt x="1943926" y="148343"/>
                </a:lnTo>
                <a:lnTo>
                  <a:pt x="1947576" y="129328"/>
                </a:lnTo>
                <a:lnTo>
                  <a:pt x="1952686" y="126378"/>
                </a:lnTo>
                <a:lnTo>
                  <a:pt x="1956336" y="143258"/>
                </a:lnTo>
                <a:lnTo>
                  <a:pt x="1957066" y="142725"/>
                </a:lnTo>
                <a:lnTo>
                  <a:pt x="1957796" y="144900"/>
                </a:lnTo>
                <a:lnTo>
                  <a:pt x="1958526" y="142957"/>
                </a:lnTo>
                <a:lnTo>
                  <a:pt x="1959256" y="137738"/>
                </a:lnTo>
                <a:lnTo>
                  <a:pt x="1960716" y="144640"/>
                </a:lnTo>
                <a:lnTo>
                  <a:pt x="1965826" y="137792"/>
                </a:lnTo>
                <a:lnTo>
                  <a:pt x="1962176" y="145919"/>
                </a:lnTo>
                <a:lnTo>
                  <a:pt x="1966556" y="140003"/>
                </a:lnTo>
                <a:lnTo>
                  <a:pt x="1970935" y="147577"/>
                </a:lnTo>
                <a:lnTo>
                  <a:pt x="1973125" y="152720"/>
                </a:lnTo>
                <a:lnTo>
                  <a:pt x="1973855" y="147042"/>
                </a:lnTo>
                <a:lnTo>
                  <a:pt x="1975315" y="155153"/>
                </a:lnTo>
                <a:lnTo>
                  <a:pt x="1977505" y="160254"/>
                </a:lnTo>
                <a:lnTo>
                  <a:pt x="1980425" y="148085"/>
                </a:lnTo>
                <a:lnTo>
                  <a:pt x="1981885" y="157096"/>
                </a:lnTo>
                <a:lnTo>
                  <a:pt x="1982615" y="155420"/>
                </a:lnTo>
                <a:lnTo>
                  <a:pt x="1986265" y="136180"/>
                </a:lnTo>
                <a:lnTo>
                  <a:pt x="1986995" y="130243"/>
                </a:lnTo>
                <a:lnTo>
                  <a:pt x="1987725" y="132860"/>
                </a:lnTo>
                <a:lnTo>
                  <a:pt x="1989915" y="152172"/>
                </a:lnTo>
                <a:lnTo>
                  <a:pt x="1990645" y="146985"/>
                </a:lnTo>
                <a:lnTo>
                  <a:pt x="1991375" y="138468"/>
                </a:lnTo>
                <a:lnTo>
                  <a:pt x="1992835" y="149242"/>
                </a:lnTo>
                <a:lnTo>
                  <a:pt x="1994295" y="151855"/>
                </a:lnTo>
                <a:lnTo>
                  <a:pt x="1997945" y="172118"/>
                </a:lnTo>
                <a:lnTo>
                  <a:pt x="1999404" y="168024"/>
                </a:lnTo>
                <a:lnTo>
                  <a:pt x="2000134" y="173602"/>
                </a:lnTo>
                <a:lnTo>
                  <a:pt x="2000864" y="168503"/>
                </a:lnTo>
                <a:lnTo>
                  <a:pt x="2003054" y="172573"/>
                </a:lnTo>
                <a:lnTo>
                  <a:pt x="2003784" y="168803"/>
                </a:lnTo>
                <a:lnTo>
                  <a:pt x="2004514" y="176658"/>
                </a:lnTo>
                <a:lnTo>
                  <a:pt x="2005244" y="181435"/>
                </a:lnTo>
                <a:lnTo>
                  <a:pt x="2005974" y="171199"/>
                </a:lnTo>
                <a:lnTo>
                  <a:pt x="2006704" y="173766"/>
                </a:lnTo>
                <a:lnTo>
                  <a:pt x="2007434" y="177475"/>
                </a:lnTo>
                <a:lnTo>
                  <a:pt x="2008894" y="173745"/>
                </a:lnTo>
                <a:lnTo>
                  <a:pt x="2016194" y="180271"/>
                </a:lnTo>
                <a:lnTo>
                  <a:pt x="2016924" y="173849"/>
                </a:lnTo>
                <a:lnTo>
                  <a:pt x="2018384" y="175466"/>
                </a:lnTo>
                <a:lnTo>
                  <a:pt x="2019844" y="182980"/>
                </a:lnTo>
                <a:lnTo>
                  <a:pt x="2021304" y="178519"/>
                </a:lnTo>
                <a:lnTo>
                  <a:pt x="2022034" y="177446"/>
                </a:lnTo>
                <a:lnTo>
                  <a:pt x="2022764" y="179863"/>
                </a:lnTo>
                <a:lnTo>
                  <a:pt x="2023494" y="179353"/>
                </a:lnTo>
                <a:lnTo>
                  <a:pt x="2024224" y="180014"/>
                </a:lnTo>
                <a:lnTo>
                  <a:pt x="2024954" y="178895"/>
                </a:lnTo>
                <a:lnTo>
                  <a:pt x="2026414" y="176375"/>
                </a:lnTo>
                <a:lnTo>
                  <a:pt x="2027143" y="179891"/>
                </a:lnTo>
                <a:lnTo>
                  <a:pt x="2027873" y="181268"/>
                </a:lnTo>
                <a:lnTo>
                  <a:pt x="2028603" y="178175"/>
                </a:lnTo>
                <a:lnTo>
                  <a:pt x="2029333" y="176963"/>
                </a:lnTo>
                <a:lnTo>
                  <a:pt x="2030063" y="180420"/>
                </a:lnTo>
                <a:lnTo>
                  <a:pt x="2032253" y="177674"/>
                </a:lnTo>
                <a:lnTo>
                  <a:pt x="2033713" y="189519"/>
                </a:lnTo>
                <a:lnTo>
                  <a:pt x="2035903" y="190209"/>
                </a:lnTo>
                <a:lnTo>
                  <a:pt x="2036633" y="186429"/>
                </a:lnTo>
                <a:lnTo>
                  <a:pt x="2041743" y="190291"/>
                </a:lnTo>
                <a:lnTo>
                  <a:pt x="2043203" y="188805"/>
                </a:lnTo>
                <a:lnTo>
                  <a:pt x="2043933" y="187117"/>
                </a:lnTo>
                <a:lnTo>
                  <a:pt x="2044663" y="192871"/>
                </a:lnTo>
              </a:path>
            </a:pathLst>
          </a:custGeom>
          <a:noFill/>
          <a:ln w="20130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Editable path 67"/>
          <p:cNvSpPr/>
          <p:nvPr/>
        </p:nvSpPr>
        <p:spPr>
          <a:xfrm>
            <a:off x="955673" y="2973331"/>
            <a:ext cx="2044663" cy="674451"/>
          </a:xfrm>
          <a:custGeom>
            <a:avLst/>
            <a:gdLst/>
            <a:ahLst/>
            <a:cxnLst/>
            <a:rect l="l" t="t" r="r" b="b"/>
            <a:pathLst>
              <a:path w="2044663" h="674451">
                <a:moveTo>
                  <a:pt x="0" y="102040"/>
                </a:moveTo>
                <a:lnTo>
                  <a:pt x="3650" y="105189"/>
                </a:lnTo>
                <a:lnTo>
                  <a:pt x="5110" y="103578"/>
                </a:lnTo>
                <a:lnTo>
                  <a:pt x="5840" y="105704"/>
                </a:lnTo>
                <a:lnTo>
                  <a:pt x="6570" y="106757"/>
                </a:lnTo>
                <a:lnTo>
                  <a:pt x="8030" y="114110"/>
                </a:lnTo>
                <a:lnTo>
                  <a:pt x="8760" y="106899"/>
                </a:lnTo>
                <a:lnTo>
                  <a:pt x="9490" y="103077"/>
                </a:lnTo>
                <a:lnTo>
                  <a:pt x="10220" y="111253"/>
                </a:lnTo>
                <a:lnTo>
                  <a:pt x="16060" y="100768"/>
                </a:lnTo>
                <a:lnTo>
                  <a:pt x="16790" y="105727"/>
                </a:lnTo>
                <a:lnTo>
                  <a:pt x="17520" y="103447"/>
                </a:lnTo>
                <a:lnTo>
                  <a:pt x="18980" y="81264"/>
                </a:lnTo>
                <a:lnTo>
                  <a:pt x="20440" y="89478"/>
                </a:lnTo>
                <a:lnTo>
                  <a:pt x="23360" y="111109"/>
                </a:lnTo>
                <a:lnTo>
                  <a:pt x="24090" y="104702"/>
                </a:lnTo>
                <a:lnTo>
                  <a:pt x="25550" y="93804"/>
                </a:lnTo>
                <a:lnTo>
                  <a:pt x="26280" y="96233"/>
                </a:lnTo>
                <a:lnTo>
                  <a:pt x="27739" y="102808"/>
                </a:lnTo>
                <a:lnTo>
                  <a:pt x="29200" y="101928"/>
                </a:lnTo>
                <a:lnTo>
                  <a:pt x="32849" y="96476"/>
                </a:lnTo>
                <a:lnTo>
                  <a:pt x="33579" y="100506"/>
                </a:lnTo>
                <a:lnTo>
                  <a:pt x="35039" y="107672"/>
                </a:lnTo>
                <a:lnTo>
                  <a:pt x="36499" y="106125"/>
                </a:lnTo>
                <a:lnTo>
                  <a:pt x="45989" y="94771"/>
                </a:lnTo>
                <a:lnTo>
                  <a:pt x="46719" y="96495"/>
                </a:lnTo>
                <a:lnTo>
                  <a:pt x="48179" y="102473"/>
                </a:lnTo>
                <a:lnTo>
                  <a:pt x="49639" y="110373"/>
                </a:lnTo>
                <a:lnTo>
                  <a:pt x="51099" y="108232"/>
                </a:lnTo>
                <a:lnTo>
                  <a:pt x="52559" y="102286"/>
                </a:lnTo>
                <a:lnTo>
                  <a:pt x="54019" y="93792"/>
                </a:lnTo>
                <a:lnTo>
                  <a:pt x="55479" y="97902"/>
                </a:lnTo>
                <a:lnTo>
                  <a:pt x="61318" y="119313"/>
                </a:lnTo>
                <a:lnTo>
                  <a:pt x="62778" y="115083"/>
                </a:lnTo>
                <a:lnTo>
                  <a:pt x="64968" y="110015"/>
                </a:lnTo>
                <a:lnTo>
                  <a:pt x="66428" y="110806"/>
                </a:lnTo>
                <a:lnTo>
                  <a:pt x="70078" y="112819"/>
                </a:lnTo>
                <a:lnTo>
                  <a:pt x="72998" y="105807"/>
                </a:lnTo>
                <a:lnTo>
                  <a:pt x="74458" y="114672"/>
                </a:lnTo>
                <a:lnTo>
                  <a:pt x="75918" y="110317"/>
                </a:lnTo>
                <a:lnTo>
                  <a:pt x="78108" y="124675"/>
                </a:lnTo>
                <a:lnTo>
                  <a:pt x="80298" y="123197"/>
                </a:lnTo>
                <a:lnTo>
                  <a:pt x="82488" y="124379"/>
                </a:lnTo>
                <a:lnTo>
                  <a:pt x="85408" y="117097"/>
                </a:lnTo>
                <a:lnTo>
                  <a:pt x="89058" y="128137"/>
                </a:lnTo>
                <a:lnTo>
                  <a:pt x="90517" y="123738"/>
                </a:lnTo>
                <a:lnTo>
                  <a:pt x="91247" y="117178"/>
                </a:lnTo>
                <a:lnTo>
                  <a:pt x="93437" y="118984"/>
                </a:lnTo>
                <a:lnTo>
                  <a:pt x="96357" y="145777"/>
                </a:lnTo>
                <a:lnTo>
                  <a:pt x="97087" y="143680"/>
                </a:lnTo>
                <a:lnTo>
                  <a:pt x="101467" y="130013"/>
                </a:lnTo>
                <a:lnTo>
                  <a:pt x="106577" y="123470"/>
                </a:lnTo>
                <a:lnTo>
                  <a:pt x="110227" y="133381"/>
                </a:lnTo>
                <a:lnTo>
                  <a:pt x="110957" y="130342"/>
                </a:lnTo>
                <a:lnTo>
                  <a:pt x="113147" y="124895"/>
                </a:lnTo>
                <a:lnTo>
                  <a:pt x="113877" y="127294"/>
                </a:lnTo>
                <a:lnTo>
                  <a:pt x="117527" y="132300"/>
                </a:lnTo>
                <a:lnTo>
                  <a:pt x="121176" y="120898"/>
                </a:lnTo>
                <a:lnTo>
                  <a:pt x="123366" y="136803"/>
                </a:lnTo>
                <a:lnTo>
                  <a:pt x="124096" y="133399"/>
                </a:lnTo>
                <a:lnTo>
                  <a:pt x="127016" y="124920"/>
                </a:lnTo>
                <a:lnTo>
                  <a:pt x="127746" y="128605"/>
                </a:lnTo>
                <a:lnTo>
                  <a:pt x="130666" y="138407"/>
                </a:lnTo>
                <a:lnTo>
                  <a:pt x="133586" y="151756"/>
                </a:lnTo>
                <a:lnTo>
                  <a:pt x="134316" y="152730"/>
                </a:lnTo>
                <a:lnTo>
                  <a:pt x="137966" y="135830"/>
                </a:lnTo>
                <a:lnTo>
                  <a:pt x="139426" y="147101"/>
                </a:lnTo>
                <a:lnTo>
                  <a:pt x="140886" y="139520"/>
                </a:lnTo>
                <a:lnTo>
                  <a:pt x="141616" y="142695"/>
                </a:lnTo>
                <a:lnTo>
                  <a:pt x="142346" y="139199"/>
                </a:lnTo>
                <a:lnTo>
                  <a:pt x="143806" y="132213"/>
                </a:lnTo>
                <a:lnTo>
                  <a:pt x="144536" y="136610"/>
                </a:lnTo>
                <a:lnTo>
                  <a:pt x="148916" y="147523"/>
                </a:lnTo>
                <a:lnTo>
                  <a:pt x="149646" y="148586"/>
                </a:lnTo>
                <a:lnTo>
                  <a:pt x="150376" y="146221"/>
                </a:lnTo>
                <a:lnTo>
                  <a:pt x="154755" y="140797"/>
                </a:lnTo>
                <a:lnTo>
                  <a:pt x="156945" y="137145"/>
                </a:lnTo>
                <a:lnTo>
                  <a:pt x="158405" y="132836"/>
                </a:lnTo>
                <a:lnTo>
                  <a:pt x="159135" y="135519"/>
                </a:lnTo>
                <a:lnTo>
                  <a:pt x="165705" y="172058"/>
                </a:lnTo>
                <a:lnTo>
                  <a:pt x="166435" y="170040"/>
                </a:lnTo>
                <a:lnTo>
                  <a:pt x="170085" y="143425"/>
                </a:lnTo>
                <a:lnTo>
                  <a:pt x="172275" y="144895"/>
                </a:lnTo>
                <a:lnTo>
                  <a:pt x="174465" y="128717"/>
                </a:lnTo>
                <a:lnTo>
                  <a:pt x="175195" y="134997"/>
                </a:lnTo>
                <a:lnTo>
                  <a:pt x="177385" y="168592"/>
                </a:lnTo>
                <a:lnTo>
                  <a:pt x="180304" y="157474"/>
                </a:lnTo>
                <a:lnTo>
                  <a:pt x="181035" y="161762"/>
                </a:lnTo>
                <a:lnTo>
                  <a:pt x="182494" y="155965"/>
                </a:lnTo>
                <a:lnTo>
                  <a:pt x="185414" y="159894"/>
                </a:lnTo>
                <a:lnTo>
                  <a:pt x="186144" y="158227"/>
                </a:lnTo>
                <a:lnTo>
                  <a:pt x="188334" y="149788"/>
                </a:lnTo>
                <a:lnTo>
                  <a:pt x="189794" y="151780"/>
                </a:lnTo>
                <a:lnTo>
                  <a:pt x="191984" y="164150"/>
                </a:lnTo>
                <a:lnTo>
                  <a:pt x="193444" y="160883"/>
                </a:lnTo>
                <a:lnTo>
                  <a:pt x="195634" y="161733"/>
                </a:lnTo>
                <a:lnTo>
                  <a:pt x="197824" y="153529"/>
                </a:lnTo>
                <a:lnTo>
                  <a:pt x="200014" y="155343"/>
                </a:lnTo>
                <a:lnTo>
                  <a:pt x="200744" y="153895"/>
                </a:lnTo>
                <a:lnTo>
                  <a:pt x="204394" y="147262"/>
                </a:lnTo>
                <a:lnTo>
                  <a:pt x="205854" y="154063"/>
                </a:lnTo>
                <a:lnTo>
                  <a:pt x="207314" y="149686"/>
                </a:lnTo>
                <a:lnTo>
                  <a:pt x="208044" y="147254"/>
                </a:lnTo>
                <a:lnTo>
                  <a:pt x="210234" y="147921"/>
                </a:lnTo>
                <a:lnTo>
                  <a:pt x="211693" y="146912"/>
                </a:lnTo>
                <a:lnTo>
                  <a:pt x="212423" y="148703"/>
                </a:lnTo>
                <a:lnTo>
                  <a:pt x="214613" y="154050"/>
                </a:lnTo>
                <a:lnTo>
                  <a:pt x="215343" y="151522"/>
                </a:lnTo>
                <a:lnTo>
                  <a:pt x="216073" y="148460"/>
                </a:lnTo>
                <a:lnTo>
                  <a:pt x="216803" y="149334"/>
                </a:lnTo>
                <a:lnTo>
                  <a:pt x="220453" y="161557"/>
                </a:lnTo>
                <a:lnTo>
                  <a:pt x="226293" y="155127"/>
                </a:lnTo>
                <a:lnTo>
                  <a:pt x="227023" y="159037"/>
                </a:lnTo>
                <a:lnTo>
                  <a:pt x="231403" y="174949"/>
                </a:lnTo>
                <a:lnTo>
                  <a:pt x="232133" y="172385"/>
                </a:lnTo>
                <a:lnTo>
                  <a:pt x="235783" y="160826"/>
                </a:lnTo>
                <a:lnTo>
                  <a:pt x="237243" y="153486"/>
                </a:lnTo>
                <a:lnTo>
                  <a:pt x="237973" y="159675"/>
                </a:lnTo>
                <a:lnTo>
                  <a:pt x="239433" y="167743"/>
                </a:lnTo>
                <a:lnTo>
                  <a:pt x="240893" y="162897"/>
                </a:lnTo>
                <a:lnTo>
                  <a:pt x="242352" y="160709"/>
                </a:lnTo>
                <a:lnTo>
                  <a:pt x="243812" y="149772"/>
                </a:lnTo>
                <a:lnTo>
                  <a:pt x="245272" y="155874"/>
                </a:lnTo>
                <a:lnTo>
                  <a:pt x="250382" y="141452"/>
                </a:lnTo>
                <a:lnTo>
                  <a:pt x="251112" y="142967"/>
                </a:lnTo>
                <a:lnTo>
                  <a:pt x="252572" y="141178"/>
                </a:lnTo>
                <a:lnTo>
                  <a:pt x="256222" y="138822"/>
                </a:lnTo>
                <a:lnTo>
                  <a:pt x="260602" y="145074"/>
                </a:lnTo>
                <a:lnTo>
                  <a:pt x="261332" y="143882"/>
                </a:lnTo>
                <a:lnTo>
                  <a:pt x="265712" y="131553"/>
                </a:lnTo>
                <a:lnTo>
                  <a:pt x="270092" y="152286"/>
                </a:lnTo>
                <a:lnTo>
                  <a:pt x="271551" y="148952"/>
                </a:lnTo>
                <a:lnTo>
                  <a:pt x="273011" y="142998"/>
                </a:lnTo>
                <a:lnTo>
                  <a:pt x="274471" y="145905"/>
                </a:lnTo>
                <a:lnTo>
                  <a:pt x="277391" y="154062"/>
                </a:lnTo>
                <a:lnTo>
                  <a:pt x="278121" y="150742"/>
                </a:lnTo>
                <a:lnTo>
                  <a:pt x="279581" y="146539"/>
                </a:lnTo>
                <a:lnTo>
                  <a:pt x="280311" y="148749"/>
                </a:lnTo>
                <a:lnTo>
                  <a:pt x="281041" y="152522"/>
                </a:lnTo>
                <a:lnTo>
                  <a:pt x="281771" y="146745"/>
                </a:lnTo>
                <a:lnTo>
                  <a:pt x="283231" y="150129"/>
                </a:lnTo>
                <a:lnTo>
                  <a:pt x="286881" y="149647"/>
                </a:lnTo>
                <a:lnTo>
                  <a:pt x="287611" y="142849"/>
                </a:lnTo>
                <a:lnTo>
                  <a:pt x="289071" y="146433"/>
                </a:lnTo>
                <a:lnTo>
                  <a:pt x="289801" y="152821"/>
                </a:lnTo>
                <a:lnTo>
                  <a:pt x="291261" y="152420"/>
                </a:lnTo>
                <a:lnTo>
                  <a:pt x="292721" y="137870"/>
                </a:lnTo>
                <a:lnTo>
                  <a:pt x="294911" y="139495"/>
                </a:lnTo>
                <a:lnTo>
                  <a:pt x="295641" y="137473"/>
                </a:lnTo>
                <a:lnTo>
                  <a:pt x="297101" y="140482"/>
                </a:lnTo>
                <a:lnTo>
                  <a:pt x="297831" y="142840"/>
                </a:lnTo>
                <a:lnTo>
                  <a:pt x="298561" y="142278"/>
                </a:lnTo>
                <a:lnTo>
                  <a:pt x="300021" y="134972"/>
                </a:lnTo>
                <a:lnTo>
                  <a:pt x="301481" y="139316"/>
                </a:lnTo>
                <a:lnTo>
                  <a:pt x="308780" y="138452"/>
                </a:lnTo>
                <a:lnTo>
                  <a:pt x="310240" y="144874"/>
                </a:lnTo>
                <a:lnTo>
                  <a:pt x="311700" y="142739"/>
                </a:lnTo>
                <a:lnTo>
                  <a:pt x="313160" y="144136"/>
                </a:lnTo>
                <a:lnTo>
                  <a:pt x="314620" y="136570"/>
                </a:lnTo>
                <a:lnTo>
                  <a:pt x="316080" y="138176"/>
                </a:lnTo>
                <a:lnTo>
                  <a:pt x="318270" y="142203"/>
                </a:lnTo>
                <a:lnTo>
                  <a:pt x="319000" y="141643"/>
                </a:lnTo>
                <a:lnTo>
                  <a:pt x="321190" y="137486"/>
                </a:lnTo>
                <a:lnTo>
                  <a:pt x="321920" y="139991"/>
                </a:lnTo>
                <a:lnTo>
                  <a:pt x="322650" y="141626"/>
                </a:lnTo>
                <a:lnTo>
                  <a:pt x="323380" y="137968"/>
                </a:lnTo>
                <a:lnTo>
                  <a:pt x="325570" y="121448"/>
                </a:lnTo>
                <a:lnTo>
                  <a:pt x="326300" y="104841"/>
                </a:lnTo>
                <a:lnTo>
                  <a:pt x="327760" y="119198"/>
                </a:lnTo>
                <a:lnTo>
                  <a:pt x="330680" y="142587"/>
                </a:lnTo>
                <a:lnTo>
                  <a:pt x="331410" y="143689"/>
                </a:lnTo>
                <a:lnTo>
                  <a:pt x="332139" y="141257"/>
                </a:lnTo>
                <a:lnTo>
                  <a:pt x="334329" y="132085"/>
                </a:lnTo>
                <a:lnTo>
                  <a:pt x="335059" y="140368"/>
                </a:lnTo>
                <a:lnTo>
                  <a:pt x="336519" y="136890"/>
                </a:lnTo>
                <a:lnTo>
                  <a:pt x="337979" y="134196"/>
                </a:lnTo>
                <a:lnTo>
                  <a:pt x="338709" y="135209"/>
                </a:lnTo>
                <a:lnTo>
                  <a:pt x="339439" y="137449"/>
                </a:lnTo>
                <a:lnTo>
                  <a:pt x="341629" y="136138"/>
                </a:lnTo>
                <a:lnTo>
                  <a:pt x="345279" y="133583"/>
                </a:lnTo>
                <a:lnTo>
                  <a:pt x="346009" y="130332"/>
                </a:lnTo>
                <a:lnTo>
                  <a:pt x="346739" y="131474"/>
                </a:lnTo>
                <a:lnTo>
                  <a:pt x="347469" y="136836"/>
                </a:lnTo>
                <a:lnTo>
                  <a:pt x="348929" y="132819"/>
                </a:lnTo>
                <a:lnTo>
                  <a:pt x="350389" y="131033"/>
                </a:lnTo>
                <a:lnTo>
                  <a:pt x="351119" y="133429"/>
                </a:lnTo>
                <a:lnTo>
                  <a:pt x="351849" y="133851"/>
                </a:lnTo>
                <a:lnTo>
                  <a:pt x="352579" y="132113"/>
                </a:lnTo>
                <a:lnTo>
                  <a:pt x="355499" y="124074"/>
                </a:lnTo>
                <a:lnTo>
                  <a:pt x="356229" y="125372"/>
                </a:lnTo>
                <a:lnTo>
                  <a:pt x="357689" y="129371"/>
                </a:lnTo>
                <a:lnTo>
                  <a:pt x="358419" y="128286"/>
                </a:lnTo>
                <a:lnTo>
                  <a:pt x="362069" y="118019"/>
                </a:lnTo>
                <a:lnTo>
                  <a:pt x="362799" y="116893"/>
                </a:lnTo>
                <a:lnTo>
                  <a:pt x="363528" y="118939"/>
                </a:lnTo>
                <a:lnTo>
                  <a:pt x="368638" y="125130"/>
                </a:lnTo>
                <a:lnTo>
                  <a:pt x="370828" y="125528"/>
                </a:lnTo>
                <a:lnTo>
                  <a:pt x="373748" y="120238"/>
                </a:lnTo>
                <a:lnTo>
                  <a:pt x="374478" y="121571"/>
                </a:lnTo>
                <a:lnTo>
                  <a:pt x="375208" y="124812"/>
                </a:lnTo>
                <a:lnTo>
                  <a:pt x="376668" y="121076"/>
                </a:lnTo>
                <a:lnTo>
                  <a:pt x="377398" y="122341"/>
                </a:lnTo>
                <a:lnTo>
                  <a:pt x="378128" y="120850"/>
                </a:lnTo>
                <a:lnTo>
                  <a:pt x="381048" y="108820"/>
                </a:lnTo>
                <a:lnTo>
                  <a:pt x="385428" y="82894"/>
                </a:lnTo>
                <a:lnTo>
                  <a:pt x="386158" y="87203"/>
                </a:lnTo>
                <a:lnTo>
                  <a:pt x="387618" y="94448"/>
                </a:lnTo>
                <a:lnTo>
                  <a:pt x="389078" y="91120"/>
                </a:lnTo>
                <a:lnTo>
                  <a:pt x="391997" y="96419"/>
                </a:lnTo>
                <a:lnTo>
                  <a:pt x="394917" y="94002"/>
                </a:lnTo>
                <a:lnTo>
                  <a:pt x="398567" y="98938"/>
                </a:lnTo>
                <a:lnTo>
                  <a:pt x="400757" y="89056"/>
                </a:lnTo>
                <a:lnTo>
                  <a:pt x="401487" y="93136"/>
                </a:lnTo>
                <a:lnTo>
                  <a:pt x="405137" y="104972"/>
                </a:lnTo>
                <a:lnTo>
                  <a:pt x="406597" y="95446"/>
                </a:lnTo>
                <a:lnTo>
                  <a:pt x="407327" y="90376"/>
                </a:lnTo>
                <a:lnTo>
                  <a:pt x="408057" y="99352"/>
                </a:lnTo>
                <a:lnTo>
                  <a:pt x="408787" y="104343"/>
                </a:lnTo>
                <a:lnTo>
                  <a:pt x="410247" y="99794"/>
                </a:lnTo>
                <a:lnTo>
                  <a:pt x="410977" y="96227"/>
                </a:lnTo>
                <a:lnTo>
                  <a:pt x="412437" y="99074"/>
                </a:lnTo>
                <a:lnTo>
                  <a:pt x="413897" y="104676"/>
                </a:lnTo>
                <a:lnTo>
                  <a:pt x="414627" y="102634"/>
                </a:lnTo>
                <a:lnTo>
                  <a:pt x="417547" y="96873"/>
                </a:lnTo>
                <a:lnTo>
                  <a:pt x="418277" y="99006"/>
                </a:lnTo>
                <a:lnTo>
                  <a:pt x="421927" y="100735"/>
                </a:lnTo>
                <a:lnTo>
                  <a:pt x="422657" y="99013"/>
                </a:lnTo>
                <a:lnTo>
                  <a:pt x="427036" y="92477"/>
                </a:lnTo>
                <a:lnTo>
                  <a:pt x="429956" y="101283"/>
                </a:lnTo>
                <a:lnTo>
                  <a:pt x="431416" y="98911"/>
                </a:lnTo>
                <a:lnTo>
                  <a:pt x="434336" y="84693"/>
                </a:lnTo>
                <a:lnTo>
                  <a:pt x="436526" y="87395"/>
                </a:lnTo>
                <a:lnTo>
                  <a:pt x="441636" y="98212"/>
                </a:lnTo>
                <a:lnTo>
                  <a:pt x="446016" y="104540"/>
                </a:lnTo>
                <a:lnTo>
                  <a:pt x="446746" y="96825"/>
                </a:lnTo>
                <a:lnTo>
                  <a:pt x="448206" y="101341"/>
                </a:lnTo>
                <a:lnTo>
                  <a:pt x="453315" y="117422"/>
                </a:lnTo>
                <a:lnTo>
                  <a:pt x="454046" y="115593"/>
                </a:lnTo>
                <a:lnTo>
                  <a:pt x="455505" y="95002"/>
                </a:lnTo>
                <a:lnTo>
                  <a:pt x="456965" y="95167"/>
                </a:lnTo>
                <a:lnTo>
                  <a:pt x="458425" y="87106"/>
                </a:lnTo>
                <a:lnTo>
                  <a:pt x="459885" y="89454"/>
                </a:lnTo>
                <a:lnTo>
                  <a:pt x="462805" y="105509"/>
                </a:lnTo>
                <a:lnTo>
                  <a:pt x="464265" y="101919"/>
                </a:lnTo>
                <a:lnTo>
                  <a:pt x="464995" y="102790"/>
                </a:lnTo>
                <a:lnTo>
                  <a:pt x="465725" y="101041"/>
                </a:lnTo>
                <a:lnTo>
                  <a:pt x="467915" y="82197"/>
                </a:lnTo>
                <a:lnTo>
                  <a:pt x="469375" y="87554"/>
                </a:lnTo>
                <a:lnTo>
                  <a:pt x="473755" y="100346"/>
                </a:lnTo>
                <a:lnTo>
                  <a:pt x="475215" y="97338"/>
                </a:lnTo>
                <a:lnTo>
                  <a:pt x="476675" y="85856"/>
                </a:lnTo>
                <a:lnTo>
                  <a:pt x="477405" y="89753"/>
                </a:lnTo>
                <a:lnTo>
                  <a:pt x="478135" y="96540"/>
                </a:lnTo>
                <a:lnTo>
                  <a:pt x="479595" y="87863"/>
                </a:lnTo>
                <a:lnTo>
                  <a:pt x="481785" y="90907"/>
                </a:lnTo>
                <a:lnTo>
                  <a:pt x="482515" y="93253"/>
                </a:lnTo>
                <a:lnTo>
                  <a:pt x="483245" y="88190"/>
                </a:lnTo>
                <a:lnTo>
                  <a:pt x="485434" y="81981"/>
                </a:lnTo>
                <a:lnTo>
                  <a:pt x="486894" y="87014"/>
                </a:lnTo>
                <a:lnTo>
                  <a:pt x="487624" y="79534"/>
                </a:lnTo>
                <a:lnTo>
                  <a:pt x="488354" y="78165"/>
                </a:lnTo>
                <a:lnTo>
                  <a:pt x="492734" y="91489"/>
                </a:lnTo>
                <a:lnTo>
                  <a:pt x="497844" y="109415"/>
                </a:lnTo>
                <a:lnTo>
                  <a:pt x="501494" y="85944"/>
                </a:lnTo>
                <a:lnTo>
                  <a:pt x="502224" y="90060"/>
                </a:lnTo>
                <a:lnTo>
                  <a:pt x="503684" y="97052"/>
                </a:lnTo>
                <a:lnTo>
                  <a:pt x="504414" y="88975"/>
                </a:lnTo>
                <a:lnTo>
                  <a:pt x="505874" y="75401"/>
                </a:lnTo>
                <a:lnTo>
                  <a:pt x="507334" y="85839"/>
                </a:lnTo>
                <a:lnTo>
                  <a:pt x="510984" y="85880"/>
                </a:lnTo>
                <a:lnTo>
                  <a:pt x="516823" y="84377"/>
                </a:lnTo>
                <a:lnTo>
                  <a:pt x="517553" y="78834"/>
                </a:lnTo>
                <a:lnTo>
                  <a:pt x="519743" y="81986"/>
                </a:lnTo>
                <a:lnTo>
                  <a:pt x="521203" y="84715"/>
                </a:lnTo>
                <a:lnTo>
                  <a:pt x="525583" y="101194"/>
                </a:lnTo>
                <a:lnTo>
                  <a:pt x="526313" y="98391"/>
                </a:lnTo>
                <a:lnTo>
                  <a:pt x="527043" y="102229"/>
                </a:lnTo>
                <a:lnTo>
                  <a:pt x="527773" y="103436"/>
                </a:lnTo>
                <a:lnTo>
                  <a:pt x="528503" y="100089"/>
                </a:lnTo>
                <a:lnTo>
                  <a:pt x="529233" y="97617"/>
                </a:lnTo>
                <a:lnTo>
                  <a:pt x="530693" y="99106"/>
                </a:lnTo>
                <a:lnTo>
                  <a:pt x="531423" y="101153"/>
                </a:lnTo>
                <a:lnTo>
                  <a:pt x="532153" y="96194"/>
                </a:lnTo>
                <a:lnTo>
                  <a:pt x="532883" y="97491"/>
                </a:lnTo>
                <a:lnTo>
                  <a:pt x="535073" y="96285"/>
                </a:lnTo>
                <a:lnTo>
                  <a:pt x="536533" y="94193"/>
                </a:lnTo>
                <a:lnTo>
                  <a:pt x="537263" y="96589"/>
                </a:lnTo>
                <a:lnTo>
                  <a:pt x="546022" y="105353"/>
                </a:lnTo>
                <a:lnTo>
                  <a:pt x="550402" y="121482"/>
                </a:lnTo>
                <a:lnTo>
                  <a:pt x="551862" y="109520"/>
                </a:lnTo>
                <a:lnTo>
                  <a:pt x="553322" y="115926"/>
                </a:lnTo>
                <a:lnTo>
                  <a:pt x="556242" y="112122"/>
                </a:lnTo>
                <a:lnTo>
                  <a:pt x="562082" y="122735"/>
                </a:lnTo>
                <a:lnTo>
                  <a:pt x="564272" y="122408"/>
                </a:lnTo>
                <a:lnTo>
                  <a:pt x="567192" y="125120"/>
                </a:lnTo>
                <a:lnTo>
                  <a:pt x="567922" y="121918"/>
                </a:lnTo>
                <a:lnTo>
                  <a:pt x="569382" y="126390"/>
                </a:lnTo>
                <a:lnTo>
                  <a:pt x="572302" y="134944"/>
                </a:lnTo>
                <a:lnTo>
                  <a:pt x="573762" y="131066"/>
                </a:lnTo>
                <a:lnTo>
                  <a:pt x="577411" y="119639"/>
                </a:lnTo>
                <a:lnTo>
                  <a:pt x="582521" y="144312"/>
                </a:lnTo>
                <a:lnTo>
                  <a:pt x="586171" y="138352"/>
                </a:lnTo>
                <a:lnTo>
                  <a:pt x="589821" y="147952"/>
                </a:lnTo>
                <a:lnTo>
                  <a:pt x="591281" y="136561"/>
                </a:lnTo>
                <a:lnTo>
                  <a:pt x="593471" y="139428"/>
                </a:lnTo>
                <a:lnTo>
                  <a:pt x="594201" y="139105"/>
                </a:lnTo>
                <a:lnTo>
                  <a:pt x="596391" y="146202"/>
                </a:lnTo>
                <a:lnTo>
                  <a:pt x="597851" y="143295"/>
                </a:lnTo>
                <a:lnTo>
                  <a:pt x="598581" y="136934"/>
                </a:lnTo>
                <a:lnTo>
                  <a:pt x="600771" y="139991"/>
                </a:lnTo>
                <a:lnTo>
                  <a:pt x="602231" y="139444"/>
                </a:lnTo>
                <a:lnTo>
                  <a:pt x="605150" y="145013"/>
                </a:lnTo>
                <a:lnTo>
                  <a:pt x="606610" y="138567"/>
                </a:lnTo>
                <a:lnTo>
                  <a:pt x="608070" y="143122"/>
                </a:lnTo>
                <a:lnTo>
                  <a:pt x="614640" y="163552"/>
                </a:lnTo>
                <a:lnTo>
                  <a:pt x="615370" y="159633"/>
                </a:lnTo>
                <a:lnTo>
                  <a:pt x="616830" y="154223"/>
                </a:lnTo>
                <a:lnTo>
                  <a:pt x="618290" y="158376"/>
                </a:lnTo>
                <a:lnTo>
                  <a:pt x="619020" y="161208"/>
                </a:lnTo>
                <a:lnTo>
                  <a:pt x="619750" y="159215"/>
                </a:lnTo>
                <a:lnTo>
                  <a:pt x="621940" y="147868"/>
                </a:lnTo>
                <a:lnTo>
                  <a:pt x="623400" y="152516"/>
                </a:lnTo>
                <a:lnTo>
                  <a:pt x="625590" y="169969"/>
                </a:lnTo>
                <a:lnTo>
                  <a:pt x="626320" y="167708"/>
                </a:lnTo>
                <a:lnTo>
                  <a:pt x="629240" y="151325"/>
                </a:lnTo>
                <a:lnTo>
                  <a:pt x="632160" y="181366"/>
                </a:lnTo>
                <a:lnTo>
                  <a:pt x="632889" y="173718"/>
                </a:lnTo>
                <a:lnTo>
                  <a:pt x="635809" y="158687"/>
                </a:lnTo>
                <a:lnTo>
                  <a:pt x="636539" y="159471"/>
                </a:lnTo>
                <a:lnTo>
                  <a:pt x="638729" y="170893"/>
                </a:lnTo>
                <a:lnTo>
                  <a:pt x="639459" y="168140"/>
                </a:lnTo>
                <a:lnTo>
                  <a:pt x="642379" y="162474"/>
                </a:lnTo>
                <a:lnTo>
                  <a:pt x="648949" y="196932"/>
                </a:lnTo>
                <a:lnTo>
                  <a:pt x="650409" y="195677"/>
                </a:lnTo>
                <a:lnTo>
                  <a:pt x="651139" y="198794"/>
                </a:lnTo>
                <a:lnTo>
                  <a:pt x="651869" y="192264"/>
                </a:lnTo>
                <a:lnTo>
                  <a:pt x="653329" y="196905"/>
                </a:lnTo>
                <a:lnTo>
                  <a:pt x="656249" y="205930"/>
                </a:lnTo>
                <a:lnTo>
                  <a:pt x="657709" y="189804"/>
                </a:lnTo>
                <a:lnTo>
                  <a:pt x="658439" y="213680"/>
                </a:lnTo>
                <a:lnTo>
                  <a:pt x="660629" y="197541"/>
                </a:lnTo>
                <a:lnTo>
                  <a:pt x="662089" y="205797"/>
                </a:lnTo>
                <a:lnTo>
                  <a:pt x="665009" y="207552"/>
                </a:lnTo>
                <a:lnTo>
                  <a:pt x="670848" y="226520"/>
                </a:lnTo>
                <a:lnTo>
                  <a:pt x="673038" y="240623"/>
                </a:lnTo>
                <a:lnTo>
                  <a:pt x="673768" y="237440"/>
                </a:lnTo>
                <a:lnTo>
                  <a:pt x="674498" y="229689"/>
                </a:lnTo>
                <a:lnTo>
                  <a:pt x="675958" y="234375"/>
                </a:lnTo>
                <a:lnTo>
                  <a:pt x="680338" y="254761"/>
                </a:lnTo>
                <a:lnTo>
                  <a:pt x="681068" y="246002"/>
                </a:lnTo>
                <a:lnTo>
                  <a:pt x="682528" y="240462"/>
                </a:lnTo>
                <a:lnTo>
                  <a:pt x="683258" y="246876"/>
                </a:lnTo>
                <a:lnTo>
                  <a:pt x="688368" y="264237"/>
                </a:lnTo>
                <a:lnTo>
                  <a:pt x="690558" y="263352"/>
                </a:lnTo>
                <a:lnTo>
                  <a:pt x="697857" y="292042"/>
                </a:lnTo>
                <a:lnTo>
                  <a:pt x="700777" y="312211"/>
                </a:lnTo>
                <a:lnTo>
                  <a:pt x="702237" y="311968"/>
                </a:lnTo>
                <a:lnTo>
                  <a:pt x="705157" y="308160"/>
                </a:lnTo>
                <a:lnTo>
                  <a:pt x="716837" y="269936"/>
                </a:lnTo>
                <a:lnTo>
                  <a:pt x="719757" y="269804"/>
                </a:lnTo>
                <a:lnTo>
                  <a:pt x="726326" y="236649"/>
                </a:lnTo>
                <a:lnTo>
                  <a:pt x="727056" y="237938"/>
                </a:lnTo>
                <a:lnTo>
                  <a:pt x="728516" y="235096"/>
                </a:lnTo>
                <a:lnTo>
                  <a:pt x="740196" y="149733"/>
                </a:lnTo>
                <a:lnTo>
                  <a:pt x="744576" y="133223"/>
                </a:lnTo>
                <a:lnTo>
                  <a:pt x="748956" y="109116"/>
                </a:lnTo>
                <a:lnTo>
                  <a:pt x="751146" y="100242"/>
                </a:lnTo>
                <a:lnTo>
                  <a:pt x="751876" y="100609"/>
                </a:lnTo>
                <a:lnTo>
                  <a:pt x="752606" y="102235"/>
                </a:lnTo>
                <a:lnTo>
                  <a:pt x="759905" y="54877"/>
                </a:lnTo>
                <a:lnTo>
                  <a:pt x="760635" y="60976"/>
                </a:lnTo>
                <a:lnTo>
                  <a:pt x="761365" y="61581"/>
                </a:lnTo>
                <a:lnTo>
                  <a:pt x="762095" y="59852"/>
                </a:lnTo>
                <a:lnTo>
                  <a:pt x="763555" y="70547"/>
                </a:lnTo>
                <a:lnTo>
                  <a:pt x="765015" y="69948"/>
                </a:lnTo>
                <a:lnTo>
                  <a:pt x="767205" y="63640"/>
                </a:lnTo>
                <a:lnTo>
                  <a:pt x="769395" y="65581"/>
                </a:lnTo>
                <a:lnTo>
                  <a:pt x="774505" y="75163"/>
                </a:lnTo>
                <a:lnTo>
                  <a:pt x="777425" y="67994"/>
                </a:lnTo>
                <a:lnTo>
                  <a:pt x="778155" y="76631"/>
                </a:lnTo>
                <a:lnTo>
                  <a:pt x="779615" y="68536"/>
                </a:lnTo>
                <a:lnTo>
                  <a:pt x="781075" y="69363"/>
                </a:lnTo>
                <a:lnTo>
                  <a:pt x="782535" y="75538"/>
                </a:lnTo>
                <a:lnTo>
                  <a:pt x="783265" y="71958"/>
                </a:lnTo>
                <a:lnTo>
                  <a:pt x="785455" y="63457"/>
                </a:lnTo>
                <a:lnTo>
                  <a:pt x="786185" y="69945"/>
                </a:lnTo>
                <a:lnTo>
                  <a:pt x="789104" y="79524"/>
                </a:lnTo>
                <a:lnTo>
                  <a:pt x="789834" y="78265"/>
                </a:lnTo>
                <a:lnTo>
                  <a:pt x="790564" y="80036"/>
                </a:lnTo>
                <a:lnTo>
                  <a:pt x="792024" y="78820"/>
                </a:lnTo>
                <a:lnTo>
                  <a:pt x="792754" y="80630"/>
                </a:lnTo>
                <a:lnTo>
                  <a:pt x="797134" y="77024"/>
                </a:lnTo>
                <a:lnTo>
                  <a:pt x="794214" y="82385"/>
                </a:lnTo>
                <a:lnTo>
                  <a:pt x="797864" y="78089"/>
                </a:lnTo>
                <a:lnTo>
                  <a:pt x="799324" y="78374"/>
                </a:lnTo>
                <a:lnTo>
                  <a:pt x="800054" y="76542"/>
                </a:lnTo>
                <a:lnTo>
                  <a:pt x="801514" y="69860"/>
                </a:lnTo>
                <a:lnTo>
                  <a:pt x="803704" y="59685"/>
                </a:lnTo>
                <a:lnTo>
                  <a:pt x="804434" y="62977"/>
                </a:lnTo>
                <a:lnTo>
                  <a:pt x="805164" y="63200"/>
                </a:lnTo>
                <a:lnTo>
                  <a:pt x="806624" y="59353"/>
                </a:lnTo>
                <a:lnTo>
                  <a:pt x="808084" y="61327"/>
                </a:lnTo>
                <a:lnTo>
                  <a:pt x="808814" y="63470"/>
                </a:lnTo>
                <a:lnTo>
                  <a:pt x="809544" y="61271"/>
                </a:lnTo>
                <a:lnTo>
                  <a:pt x="810274" y="59172"/>
                </a:lnTo>
                <a:lnTo>
                  <a:pt x="811004" y="61548"/>
                </a:lnTo>
                <a:lnTo>
                  <a:pt x="811734" y="65244"/>
                </a:lnTo>
                <a:lnTo>
                  <a:pt x="812464" y="59531"/>
                </a:lnTo>
                <a:lnTo>
                  <a:pt x="813194" y="53051"/>
                </a:lnTo>
                <a:lnTo>
                  <a:pt x="814654" y="62254"/>
                </a:lnTo>
                <a:lnTo>
                  <a:pt x="818303" y="86729"/>
                </a:lnTo>
                <a:lnTo>
                  <a:pt x="819033" y="83151"/>
                </a:lnTo>
                <a:lnTo>
                  <a:pt x="824143" y="73072"/>
                </a:lnTo>
                <a:lnTo>
                  <a:pt x="825603" y="76429"/>
                </a:lnTo>
                <a:lnTo>
                  <a:pt x="827063" y="67486"/>
                </a:lnTo>
                <a:lnTo>
                  <a:pt x="827793" y="76934"/>
                </a:lnTo>
                <a:lnTo>
                  <a:pt x="829253" y="68883"/>
                </a:lnTo>
                <a:lnTo>
                  <a:pt x="829983" y="70224"/>
                </a:lnTo>
                <a:lnTo>
                  <a:pt x="830713" y="66255"/>
                </a:lnTo>
                <a:lnTo>
                  <a:pt x="832173" y="67662"/>
                </a:lnTo>
                <a:lnTo>
                  <a:pt x="835823" y="51286"/>
                </a:lnTo>
                <a:lnTo>
                  <a:pt x="838013" y="49821"/>
                </a:lnTo>
                <a:lnTo>
                  <a:pt x="842393" y="39063"/>
                </a:lnTo>
                <a:lnTo>
                  <a:pt x="843123" y="42941"/>
                </a:lnTo>
                <a:lnTo>
                  <a:pt x="845312" y="40953"/>
                </a:lnTo>
                <a:lnTo>
                  <a:pt x="847502" y="42825"/>
                </a:lnTo>
                <a:lnTo>
                  <a:pt x="848232" y="41556"/>
                </a:lnTo>
                <a:lnTo>
                  <a:pt x="853342" y="30840"/>
                </a:lnTo>
                <a:lnTo>
                  <a:pt x="854072" y="34256"/>
                </a:lnTo>
                <a:lnTo>
                  <a:pt x="855532" y="28721"/>
                </a:lnTo>
                <a:lnTo>
                  <a:pt x="859912" y="14463"/>
                </a:lnTo>
                <a:lnTo>
                  <a:pt x="862832" y="7162"/>
                </a:lnTo>
                <a:lnTo>
                  <a:pt x="867212" y="0"/>
                </a:lnTo>
                <a:lnTo>
                  <a:pt x="868672" y="1983"/>
                </a:lnTo>
                <a:lnTo>
                  <a:pt x="870132" y="8702"/>
                </a:lnTo>
                <a:lnTo>
                  <a:pt x="871592" y="3949"/>
                </a:lnTo>
                <a:lnTo>
                  <a:pt x="872322" y="1921"/>
                </a:lnTo>
                <a:lnTo>
                  <a:pt x="873052" y="4018"/>
                </a:lnTo>
                <a:lnTo>
                  <a:pt x="875972" y="8422"/>
                </a:lnTo>
                <a:lnTo>
                  <a:pt x="878162" y="7995"/>
                </a:lnTo>
                <a:lnTo>
                  <a:pt x="882541" y="19663"/>
                </a:lnTo>
                <a:lnTo>
                  <a:pt x="885461" y="11384"/>
                </a:lnTo>
                <a:lnTo>
                  <a:pt x="886921" y="17359"/>
                </a:lnTo>
                <a:lnTo>
                  <a:pt x="887651" y="17291"/>
                </a:lnTo>
                <a:lnTo>
                  <a:pt x="888381" y="14302"/>
                </a:lnTo>
                <a:lnTo>
                  <a:pt x="889111" y="18015"/>
                </a:lnTo>
                <a:lnTo>
                  <a:pt x="891301" y="35979"/>
                </a:lnTo>
                <a:lnTo>
                  <a:pt x="892761" y="31540"/>
                </a:lnTo>
                <a:lnTo>
                  <a:pt x="895681" y="26416"/>
                </a:lnTo>
                <a:lnTo>
                  <a:pt x="897871" y="29279"/>
                </a:lnTo>
                <a:lnTo>
                  <a:pt x="897141" y="25698"/>
                </a:lnTo>
                <a:lnTo>
                  <a:pt x="898601" y="29034"/>
                </a:lnTo>
                <a:lnTo>
                  <a:pt x="900061" y="24723"/>
                </a:lnTo>
                <a:lnTo>
                  <a:pt x="901521" y="25841"/>
                </a:lnTo>
                <a:lnTo>
                  <a:pt x="902251" y="27835"/>
                </a:lnTo>
                <a:lnTo>
                  <a:pt x="902981" y="21189"/>
                </a:lnTo>
                <a:lnTo>
                  <a:pt x="904441" y="26905"/>
                </a:lnTo>
                <a:lnTo>
                  <a:pt x="906631" y="31066"/>
                </a:lnTo>
                <a:lnTo>
                  <a:pt x="907361" y="28697"/>
                </a:lnTo>
                <a:lnTo>
                  <a:pt x="908820" y="24076"/>
                </a:lnTo>
                <a:lnTo>
                  <a:pt x="909550" y="29238"/>
                </a:lnTo>
                <a:lnTo>
                  <a:pt x="910280" y="29674"/>
                </a:lnTo>
                <a:lnTo>
                  <a:pt x="913930" y="36061"/>
                </a:lnTo>
                <a:lnTo>
                  <a:pt x="914660" y="34638"/>
                </a:lnTo>
                <a:lnTo>
                  <a:pt x="916120" y="36784"/>
                </a:lnTo>
                <a:lnTo>
                  <a:pt x="919770" y="45506"/>
                </a:lnTo>
                <a:lnTo>
                  <a:pt x="922690" y="44537"/>
                </a:lnTo>
                <a:lnTo>
                  <a:pt x="923420" y="43384"/>
                </a:lnTo>
                <a:lnTo>
                  <a:pt x="924880" y="45693"/>
                </a:lnTo>
                <a:lnTo>
                  <a:pt x="927070" y="49486"/>
                </a:lnTo>
                <a:lnTo>
                  <a:pt x="927800" y="47344"/>
                </a:lnTo>
                <a:lnTo>
                  <a:pt x="928530" y="46254"/>
                </a:lnTo>
                <a:lnTo>
                  <a:pt x="930720" y="52788"/>
                </a:lnTo>
                <a:lnTo>
                  <a:pt x="931450" y="50636"/>
                </a:lnTo>
                <a:lnTo>
                  <a:pt x="935100" y="47323"/>
                </a:lnTo>
                <a:lnTo>
                  <a:pt x="936560" y="50519"/>
                </a:lnTo>
                <a:lnTo>
                  <a:pt x="938019" y="48390"/>
                </a:lnTo>
                <a:lnTo>
                  <a:pt x="938749" y="45894"/>
                </a:lnTo>
                <a:lnTo>
                  <a:pt x="940939" y="47528"/>
                </a:lnTo>
                <a:lnTo>
                  <a:pt x="944589" y="52232"/>
                </a:lnTo>
                <a:lnTo>
                  <a:pt x="945319" y="55580"/>
                </a:lnTo>
                <a:lnTo>
                  <a:pt x="946049" y="50861"/>
                </a:lnTo>
                <a:lnTo>
                  <a:pt x="947509" y="54666"/>
                </a:lnTo>
                <a:lnTo>
                  <a:pt x="952619" y="49536"/>
                </a:lnTo>
                <a:lnTo>
                  <a:pt x="954079" y="49119"/>
                </a:lnTo>
                <a:lnTo>
                  <a:pt x="956999" y="42077"/>
                </a:lnTo>
                <a:lnTo>
                  <a:pt x="957729" y="42345"/>
                </a:lnTo>
                <a:lnTo>
                  <a:pt x="961379" y="40161"/>
                </a:lnTo>
                <a:lnTo>
                  <a:pt x="962109" y="41158"/>
                </a:lnTo>
                <a:lnTo>
                  <a:pt x="967218" y="54455"/>
                </a:lnTo>
                <a:lnTo>
                  <a:pt x="967949" y="52370"/>
                </a:lnTo>
                <a:lnTo>
                  <a:pt x="970868" y="51174"/>
                </a:lnTo>
                <a:lnTo>
                  <a:pt x="975248" y="34987"/>
                </a:lnTo>
                <a:lnTo>
                  <a:pt x="978898" y="23253"/>
                </a:lnTo>
                <a:lnTo>
                  <a:pt x="979628" y="24656"/>
                </a:lnTo>
                <a:lnTo>
                  <a:pt x="980358" y="26460"/>
                </a:lnTo>
                <a:lnTo>
                  <a:pt x="981818" y="25648"/>
                </a:lnTo>
                <a:lnTo>
                  <a:pt x="985468" y="22477"/>
                </a:lnTo>
                <a:lnTo>
                  <a:pt x="986928" y="29813"/>
                </a:lnTo>
                <a:lnTo>
                  <a:pt x="988388" y="26515"/>
                </a:lnTo>
                <a:lnTo>
                  <a:pt x="989118" y="26867"/>
                </a:lnTo>
                <a:lnTo>
                  <a:pt x="996418" y="49978"/>
                </a:lnTo>
                <a:lnTo>
                  <a:pt x="997148" y="50359"/>
                </a:lnTo>
                <a:lnTo>
                  <a:pt x="1001527" y="60039"/>
                </a:lnTo>
                <a:lnTo>
                  <a:pt x="1005907" y="69079"/>
                </a:lnTo>
                <a:lnTo>
                  <a:pt x="1006637" y="67249"/>
                </a:lnTo>
                <a:lnTo>
                  <a:pt x="1008097" y="70362"/>
                </a:lnTo>
                <a:lnTo>
                  <a:pt x="1011017" y="75243"/>
                </a:lnTo>
                <a:lnTo>
                  <a:pt x="1013937" y="77113"/>
                </a:lnTo>
                <a:lnTo>
                  <a:pt x="1015397" y="87124"/>
                </a:lnTo>
                <a:lnTo>
                  <a:pt x="1016857" y="79099"/>
                </a:lnTo>
                <a:lnTo>
                  <a:pt x="1017587" y="76960"/>
                </a:lnTo>
                <a:lnTo>
                  <a:pt x="1018317" y="82447"/>
                </a:lnTo>
                <a:lnTo>
                  <a:pt x="1022697" y="116264"/>
                </a:lnTo>
                <a:lnTo>
                  <a:pt x="1026347" y="132271"/>
                </a:lnTo>
                <a:lnTo>
                  <a:pt x="1027077" y="131015"/>
                </a:lnTo>
                <a:lnTo>
                  <a:pt x="1027807" y="126586"/>
                </a:lnTo>
                <a:lnTo>
                  <a:pt x="1028536" y="128667"/>
                </a:lnTo>
                <a:lnTo>
                  <a:pt x="1032186" y="151503"/>
                </a:lnTo>
                <a:lnTo>
                  <a:pt x="1033646" y="148726"/>
                </a:lnTo>
                <a:lnTo>
                  <a:pt x="1038026" y="166917"/>
                </a:lnTo>
                <a:lnTo>
                  <a:pt x="1046056" y="187494"/>
                </a:lnTo>
                <a:lnTo>
                  <a:pt x="1047516" y="182762"/>
                </a:lnTo>
                <a:lnTo>
                  <a:pt x="1050436" y="197439"/>
                </a:lnTo>
                <a:lnTo>
                  <a:pt x="1051166" y="196039"/>
                </a:lnTo>
                <a:lnTo>
                  <a:pt x="1051896" y="196418"/>
                </a:lnTo>
                <a:lnTo>
                  <a:pt x="1052626" y="200550"/>
                </a:lnTo>
                <a:lnTo>
                  <a:pt x="1054086" y="196381"/>
                </a:lnTo>
                <a:lnTo>
                  <a:pt x="1054816" y="197059"/>
                </a:lnTo>
                <a:lnTo>
                  <a:pt x="1055546" y="204318"/>
                </a:lnTo>
                <a:lnTo>
                  <a:pt x="1057735" y="203506"/>
                </a:lnTo>
                <a:lnTo>
                  <a:pt x="1067225" y="236903"/>
                </a:lnTo>
                <a:lnTo>
                  <a:pt x="1068685" y="231690"/>
                </a:lnTo>
                <a:lnTo>
                  <a:pt x="1069415" y="232246"/>
                </a:lnTo>
                <a:lnTo>
                  <a:pt x="1071605" y="254344"/>
                </a:lnTo>
                <a:lnTo>
                  <a:pt x="1073065" y="246867"/>
                </a:lnTo>
                <a:lnTo>
                  <a:pt x="1073795" y="245325"/>
                </a:lnTo>
                <a:lnTo>
                  <a:pt x="1074525" y="246122"/>
                </a:lnTo>
                <a:lnTo>
                  <a:pt x="1076715" y="259832"/>
                </a:lnTo>
                <a:lnTo>
                  <a:pt x="1078175" y="256327"/>
                </a:lnTo>
                <a:lnTo>
                  <a:pt x="1080365" y="256358"/>
                </a:lnTo>
                <a:lnTo>
                  <a:pt x="1081825" y="263150"/>
                </a:lnTo>
                <a:lnTo>
                  <a:pt x="1083285" y="259406"/>
                </a:lnTo>
                <a:lnTo>
                  <a:pt x="1088395" y="251839"/>
                </a:lnTo>
                <a:lnTo>
                  <a:pt x="1089125" y="252845"/>
                </a:lnTo>
                <a:lnTo>
                  <a:pt x="1091315" y="242235"/>
                </a:lnTo>
                <a:lnTo>
                  <a:pt x="1092774" y="245011"/>
                </a:lnTo>
                <a:lnTo>
                  <a:pt x="1094234" y="251987"/>
                </a:lnTo>
                <a:lnTo>
                  <a:pt x="1095694" y="247400"/>
                </a:lnTo>
                <a:lnTo>
                  <a:pt x="1102994" y="225998"/>
                </a:lnTo>
                <a:lnTo>
                  <a:pt x="1103724" y="232530"/>
                </a:lnTo>
                <a:lnTo>
                  <a:pt x="1104454" y="236558"/>
                </a:lnTo>
                <a:lnTo>
                  <a:pt x="1105184" y="232925"/>
                </a:lnTo>
                <a:lnTo>
                  <a:pt x="1108104" y="214837"/>
                </a:lnTo>
                <a:lnTo>
                  <a:pt x="1108834" y="223073"/>
                </a:lnTo>
                <a:lnTo>
                  <a:pt x="1111024" y="230350"/>
                </a:lnTo>
                <a:lnTo>
                  <a:pt x="1111754" y="224273"/>
                </a:lnTo>
                <a:lnTo>
                  <a:pt x="1113214" y="210803"/>
                </a:lnTo>
                <a:lnTo>
                  <a:pt x="1113944" y="215772"/>
                </a:lnTo>
                <a:lnTo>
                  <a:pt x="1116864" y="234990"/>
                </a:lnTo>
                <a:lnTo>
                  <a:pt x="1117594" y="233400"/>
                </a:lnTo>
                <a:lnTo>
                  <a:pt x="1119784" y="212697"/>
                </a:lnTo>
                <a:lnTo>
                  <a:pt x="1121243" y="219534"/>
                </a:lnTo>
                <a:lnTo>
                  <a:pt x="1121973" y="223498"/>
                </a:lnTo>
                <a:lnTo>
                  <a:pt x="1123433" y="217041"/>
                </a:lnTo>
                <a:lnTo>
                  <a:pt x="1125623" y="224281"/>
                </a:lnTo>
                <a:lnTo>
                  <a:pt x="1127083" y="221357"/>
                </a:lnTo>
                <a:lnTo>
                  <a:pt x="1130733" y="194529"/>
                </a:lnTo>
                <a:lnTo>
                  <a:pt x="1131463" y="202094"/>
                </a:lnTo>
                <a:lnTo>
                  <a:pt x="1134383" y="220051"/>
                </a:lnTo>
                <a:lnTo>
                  <a:pt x="1135113" y="214864"/>
                </a:lnTo>
                <a:lnTo>
                  <a:pt x="1135843" y="212285"/>
                </a:lnTo>
                <a:lnTo>
                  <a:pt x="1136573" y="217023"/>
                </a:lnTo>
                <a:lnTo>
                  <a:pt x="1138033" y="226461"/>
                </a:lnTo>
                <a:lnTo>
                  <a:pt x="1140953" y="245748"/>
                </a:lnTo>
                <a:lnTo>
                  <a:pt x="1141683" y="238988"/>
                </a:lnTo>
                <a:lnTo>
                  <a:pt x="1143143" y="225982"/>
                </a:lnTo>
                <a:lnTo>
                  <a:pt x="1144603" y="228705"/>
                </a:lnTo>
                <a:lnTo>
                  <a:pt x="1149712" y="255567"/>
                </a:lnTo>
                <a:lnTo>
                  <a:pt x="1150442" y="255421"/>
                </a:lnTo>
                <a:lnTo>
                  <a:pt x="1157012" y="278308"/>
                </a:lnTo>
                <a:lnTo>
                  <a:pt x="1157742" y="275559"/>
                </a:lnTo>
                <a:lnTo>
                  <a:pt x="1158472" y="271438"/>
                </a:lnTo>
                <a:lnTo>
                  <a:pt x="1159202" y="276697"/>
                </a:lnTo>
                <a:lnTo>
                  <a:pt x="1164312" y="296912"/>
                </a:lnTo>
                <a:lnTo>
                  <a:pt x="1167962" y="318472"/>
                </a:lnTo>
                <a:lnTo>
                  <a:pt x="1168692" y="317333"/>
                </a:lnTo>
                <a:lnTo>
                  <a:pt x="1171612" y="304028"/>
                </a:lnTo>
                <a:lnTo>
                  <a:pt x="1174532" y="333300"/>
                </a:lnTo>
                <a:lnTo>
                  <a:pt x="1175992" y="331071"/>
                </a:lnTo>
                <a:lnTo>
                  <a:pt x="1177452" y="328879"/>
                </a:lnTo>
                <a:lnTo>
                  <a:pt x="1181831" y="356407"/>
                </a:lnTo>
                <a:lnTo>
                  <a:pt x="1182561" y="355975"/>
                </a:lnTo>
                <a:lnTo>
                  <a:pt x="1184021" y="351054"/>
                </a:lnTo>
                <a:lnTo>
                  <a:pt x="1185481" y="353090"/>
                </a:lnTo>
                <a:lnTo>
                  <a:pt x="1189131" y="387550"/>
                </a:lnTo>
                <a:lnTo>
                  <a:pt x="1189861" y="385243"/>
                </a:lnTo>
                <a:lnTo>
                  <a:pt x="1192051" y="367174"/>
                </a:lnTo>
                <a:lnTo>
                  <a:pt x="1192781" y="371244"/>
                </a:lnTo>
                <a:lnTo>
                  <a:pt x="1197161" y="384944"/>
                </a:lnTo>
                <a:lnTo>
                  <a:pt x="1200811" y="406573"/>
                </a:lnTo>
                <a:lnTo>
                  <a:pt x="1202271" y="405191"/>
                </a:lnTo>
                <a:lnTo>
                  <a:pt x="1205921" y="400853"/>
                </a:lnTo>
                <a:lnTo>
                  <a:pt x="1208111" y="412872"/>
                </a:lnTo>
                <a:lnTo>
                  <a:pt x="1209571" y="412120"/>
                </a:lnTo>
                <a:lnTo>
                  <a:pt x="1210301" y="411897"/>
                </a:lnTo>
                <a:lnTo>
                  <a:pt x="1213950" y="418710"/>
                </a:lnTo>
                <a:lnTo>
                  <a:pt x="1215410" y="423063"/>
                </a:lnTo>
                <a:lnTo>
                  <a:pt x="1235850" y="473042"/>
                </a:lnTo>
                <a:lnTo>
                  <a:pt x="1236580" y="472575"/>
                </a:lnTo>
                <a:lnTo>
                  <a:pt x="1237310" y="468993"/>
                </a:lnTo>
                <a:lnTo>
                  <a:pt x="1238770" y="474799"/>
                </a:lnTo>
                <a:lnTo>
                  <a:pt x="1242419" y="486591"/>
                </a:lnTo>
                <a:lnTo>
                  <a:pt x="1243149" y="483652"/>
                </a:lnTo>
                <a:lnTo>
                  <a:pt x="1273078" y="557873"/>
                </a:lnTo>
                <a:lnTo>
                  <a:pt x="1273808" y="555335"/>
                </a:lnTo>
                <a:lnTo>
                  <a:pt x="1275268" y="559358"/>
                </a:lnTo>
                <a:lnTo>
                  <a:pt x="1275998" y="559639"/>
                </a:lnTo>
                <a:lnTo>
                  <a:pt x="1277458" y="555436"/>
                </a:lnTo>
                <a:lnTo>
                  <a:pt x="1278918" y="558952"/>
                </a:lnTo>
                <a:lnTo>
                  <a:pt x="1289868" y="585692"/>
                </a:lnTo>
                <a:lnTo>
                  <a:pt x="1290598" y="593842"/>
                </a:lnTo>
                <a:lnTo>
                  <a:pt x="1292788" y="592866"/>
                </a:lnTo>
                <a:lnTo>
                  <a:pt x="1294248" y="593569"/>
                </a:lnTo>
                <a:lnTo>
                  <a:pt x="1297168" y="594631"/>
                </a:lnTo>
                <a:lnTo>
                  <a:pt x="1297898" y="591979"/>
                </a:lnTo>
                <a:lnTo>
                  <a:pt x="1299357" y="593964"/>
                </a:lnTo>
                <a:lnTo>
                  <a:pt x="1302277" y="599860"/>
                </a:lnTo>
                <a:lnTo>
                  <a:pt x="1305927" y="591980"/>
                </a:lnTo>
                <a:lnTo>
                  <a:pt x="1307387" y="594223"/>
                </a:lnTo>
                <a:lnTo>
                  <a:pt x="1308847" y="597219"/>
                </a:lnTo>
                <a:lnTo>
                  <a:pt x="1313227" y="607426"/>
                </a:lnTo>
                <a:lnTo>
                  <a:pt x="1313957" y="602781"/>
                </a:lnTo>
                <a:lnTo>
                  <a:pt x="1315417" y="610052"/>
                </a:lnTo>
                <a:lnTo>
                  <a:pt x="1317607" y="609195"/>
                </a:lnTo>
                <a:lnTo>
                  <a:pt x="1318337" y="614726"/>
                </a:lnTo>
                <a:lnTo>
                  <a:pt x="1319067" y="607622"/>
                </a:lnTo>
                <a:lnTo>
                  <a:pt x="1320527" y="616977"/>
                </a:lnTo>
                <a:lnTo>
                  <a:pt x="1321257" y="617495"/>
                </a:lnTo>
                <a:lnTo>
                  <a:pt x="1324907" y="626647"/>
                </a:lnTo>
                <a:lnTo>
                  <a:pt x="1325637" y="623081"/>
                </a:lnTo>
                <a:lnTo>
                  <a:pt x="1327097" y="624444"/>
                </a:lnTo>
                <a:lnTo>
                  <a:pt x="1330747" y="637436"/>
                </a:lnTo>
                <a:lnTo>
                  <a:pt x="1331477" y="635682"/>
                </a:lnTo>
                <a:lnTo>
                  <a:pt x="1332207" y="637974"/>
                </a:lnTo>
                <a:lnTo>
                  <a:pt x="1334396" y="636307"/>
                </a:lnTo>
                <a:lnTo>
                  <a:pt x="1338046" y="650615"/>
                </a:lnTo>
                <a:lnTo>
                  <a:pt x="1339506" y="644418"/>
                </a:lnTo>
                <a:lnTo>
                  <a:pt x="1340966" y="645057"/>
                </a:lnTo>
                <a:lnTo>
                  <a:pt x="1341696" y="647397"/>
                </a:lnTo>
                <a:lnTo>
                  <a:pt x="1342426" y="642245"/>
                </a:lnTo>
                <a:lnTo>
                  <a:pt x="1343886" y="646827"/>
                </a:lnTo>
                <a:lnTo>
                  <a:pt x="1344616" y="644997"/>
                </a:lnTo>
                <a:lnTo>
                  <a:pt x="1345346" y="649158"/>
                </a:lnTo>
                <a:lnTo>
                  <a:pt x="1347536" y="648479"/>
                </a:lnTo>
                <a:lnTo>
                  <a:pt x="1350456" y="648857"/>
                </a:lnTo>
                <a:lnTo>
                  <a:pt x="1351916" y="650304"/>
                </a:lnTo>
                <a:lnTo>
                  <a:pt x="1352646" y="648023"/>
                </a:lnTo>
                <a:lnTo>
                  <a:pt x="1354106" y="642195"/>
                </a:lnTo>
                <a:lnTo>
                  <a:pt x="1354836" y="646522"/>
                </a:lnTo>
                <a:lnTo>
                  <a:pt x="1357756" y="652560"/>
                </a:lnTo>
                <a:lnTo>
                  <a:pt x="1356296" y="645831"/>
                </a:lnTo>
                <a:lnTo>
                  <a:pt x="1358486" y="651790"/>
                </a:lnTo>
                <a:lnTo>
                  <a:pt x="1359216" y="649186"/>
                </a:lnTo>
                <a:lnTo>
                  <a:pt x="1360676" y="652773"/>
                </a:lnTo>
                <a:lnTo>
                  <a:pt x="1361405" y="654043"/>
                </a:lnTo>
                <a:lnTo>
                  <a:pt x="1363595" y="646308"/>
                </a:lnTo>
                <a:lnTo>
                  <a:pt x="1364325" y="648898"/>
                </a:lnTo>
                <a:lnTo>
                  <a:pt x="1365785" y="657794"/>
                </a:lnTo>
                <a:lnTo>
                  <a:pt x="1367245" y="656270"/>
                </a:lnTo>
                <a:lnTo>
                  <a:pt x="1368705" y="651365"/>
                </a:lnTo>
                <a:lnTo>
                  <a:pt x="1369435" y="652974"/>
                </a:lnTo>
                <a:lnTo>
                  <a:pt x="1370895" y="657785"/>
                </a:lnTo>
                <a:lnTo>
                  <a:pt x="1371625" y="654064"/>
                </a:lnTo>
                <a:lnTo>
                  <a:pt x="1372355" y="651063"/>
                </a:lnTo>
                <a:lnTo>
                  <a:pt x="1373815" y="656139"/>
                </a:lnTo>
                <a:lnTo>
                  <a:pt x="1375275" y="661087"/>
                </a:lnTo>
                <a:lnTo>
                  <a:pt x="1376005" y="654218"/>
                </a:lnTo>
                <a:lnTo>
                  <a:pt x="1381845" y="652801"/>
                </a:lnTo>
                <a:lnTo>
                  <a:pt x="1384765" y="658453"/>
                </a:lnTo>
                <a:lnTo>
                  <a:pt x="1385495" y="657155"/>
                </a:lnTo>
                <a:lnTo>
                  <a:pt x="1386225" y="649708"/>
                </a:lnTo>
                <a:lnTo>
                  <a:pt x="1387685" y="653796"/>
                </a:lnTo>
                <a:lnTo>
                  <a:pt x="1392064" y="667674"/>
                </a:lnTo>
                <a:lnTo>
                  <a:pt x="1392794" y="665319"/>
                </a:lnTo>
                <a:lnTo>
                  <a:pt x="1393524" y="662284"/>
                </a:lnTo>
                <a:lnTo>
                  <a:pt x="1394254" y="668863"/>
                </a:lnTo>
                <a:lnTo>
                  <a:pt x="1394984" y="670266"/>
                </a:lnTo>
                <a:lnTo>
                  <a:pt x="1396444" y="664008"/>
                </a:lnTo>
                <a:lnTo>
                  <a:pt x="1397904" y="674451"/>
                </a:lnTo>
                <a:lnTo>
                  <a:pt x="1399364" y="669300"/>
                </a:lnTo>
                <a:lnTo>
                  <a:pt x="1400824" y="662353"/>
                </a:lnTo>
                <a:lnTo>
                  <a:pt x="1403014" y="665477"/>
                </a:lnTo>
                <a:lnTo>
                  <a:pt x="1403744" y="665966"/>
                </a:lnTo>
                <a:lnTo>
                  <a:pt x="1404474" y="672956"/>
                </a:lnTo>
                <a:lnTo>
                  <a:pt x="1405934" y="663109"/>
                </a:lnTo>
                <a:lnTo>
                  <a:pt x="1408854" y="666827"/>
                </a:lnTo>
                <a:lnTo>
                  <a:pt x="1410314" y="673193"/>
                </a:lnTo>
                <a:lnTo>
                  <a:pt x="1411774" y="671231"/>
                </a:lnTo>
                <a:lnTo>
                  <a:pt x="1413964" y="672886"/>
                </a:lnTo>
                <a:lnTo>
                  <a:pt x="1416884" y="659603"/>
                </a:lnTo>
                <a:lnTo>
                  <a:pt x="1417614" y="665998"/>
                </a:lnTo>
                <a:lnTo>
                  <a:pt x="1418344" y="665647"/>
                </a:lnTo>
                <a:lnTo>
                  <a:pt x="1423454" y="647692"/>
                </a:lnTo>
                <a:lnTo>
                  <a:pt x="1424183" y="646939"/>
                </a:lnTo>
                <a:lnTo>
                  <a:pt x="1424913" y="655784"/>
                </a:lnTo>
                <a:lnTo>
                  <a:pt x="1426373" y="650895"/>
                </a:lnTo>
                <a:lnTo>
                  <a:pt x="1430753" y="641809"/>
                </a:lnTo>
                <a:lnTo>
                  <a:pt x="1438053" y="631229"/>
                </a:lnTo>
                <a:lnTo>
                  <a:pt x="1438783" y="636966"/>
                </a:lnTo>
                <a:lnTo>
                  <a:pt x="1440973" y="633560"/>
                </a:lnTo>
                <a:lnTo>
                  <a:pt x="1441703" y="634987"/>
                </a:lnTo>
                <a:lnTo>
                  <a:pt x="1442433" y="632198"/>
                </a:lnTo>
                <a:lnTo>
                  <a:pt x="1443163" y="624058"/>
                </a:lnTo>
                <a:lnTo>
                  <a:pt x="1444623" y="629372"/>
                </a:lnTo>
                <a:lnTo>
                  <a:pt x="1446813" y="628684"/>
                </a:lnTo>
                <a:lnTo>
                  <a:pt x="1451193" y="623023"/>
                </a:lnTo>
                <a:lnTo>
                  <a:pt x="1453382" y="623904"/>
                </a:lnTo>
                <a:lnTo>
                  <a:pt x="1456302" y="611347"/>
                </a:lnTo>
                <a:lnTo>
                  <a:pt x="1459222" y="619491"/>
                </a:lnTo>
                <a:lnTo>
                  <a:pt x="1461412" y="605796"/>
                </a:lnTo>
                <a:lnTo>
                  <a:pt x="1463602" y="608002"/>
                </a:lnTo>
                <a:lnTo>
                  <a:pt x="1465792" y="604346"/>
                </a:lnTo>
                <a:lnTo>
                  <a:pt x="1466522" y="610015"/>
                </a:lnTo>
                <a:lnTo>
                  <a:pt x="1468712" y="606721"/>
                </a:lnTo>
                <a:lnTo>
                  <a:pt x="1470172" y="596502"/>
                </a:lnTo>
                <a:lnTo>
                  <a:pt x="1471632" y="599938"/>
                </a:lnTo>
                <a:lnTo>
                  <a:pt x="1475282" y="591742"/>
                </a:lnTo>
                <a:lnTo>
                  <a:pt x="1476012" y="594240"/>
                </a:lnTo>
                <a:lnTo>
                  <a:pt x="1476742" y="591429"/>
                </a:lnTo>
                <a:lnTo>
                  <a:pt x="1481122" y="583176"/>
                </a:lnTo>
                <a:lnTo>
                  <a:pt x="1481851" y="584318"/>
                </a:lnTo>
                <a:lnTo>
                  <a:pt x="1482581" y="582006"/>
                </a:lnTo>
                <a:lnTo>
                  <a:pt x="1484771" y="577647"/>
                </a:lnTo>
                <a:lnTo>
                  <a:pt x="1485501" y="578837"/>
                </a:lnTo>
                <a:lnTo>
                  <a:pt x="1486231" y="578462"/>
                </a:lnTo>
                <a:lnTo>
                  <a:pt x="1490611" y="565927"/>
                </a:lnTo>
                <a:lnTo>
                  <a:pt x="1491341" y="566086"/>
                </a:lnTo>
                <a:lnTo>
                  <a:pt x="1494991" y="553530"/>
                </a:lnTo>
                <a:lnTo>
                  <a:pt x="1497911" y="553062"/>
                </a:lnTo>
                <a:lnTo>
                  <a:pt x="1498641" y="552783"/>
                </a:lnTo>
                <a:lnTo>
                  <a:pt x="1502291" y="538461"/>
                </a:lnTo>
                <a:lnTo>
                  <a:pt x="1504481" y="540326"/>
                </a:lnTo>
                <a:lnTo>
                  <a:pt x="1516890" y="489410"/>
                </a:lnTo>
                <a:lnTo>
                  <a:pt x="1518350" y="491491"/>
                </a:lnTo>
                <a:lnTo>
                  <a:pt x="1519080" y="490786"/>
                </a:lnTo>
                <a:lnTo>
                  <a:pt x="1524920" y="477015"/>
                </a:lnTo>
                <a:lnTo>
                  <a:pt x="1526380" y="476988"/>
                </a:lnTo>
                <a:lnTo>
                  <a:pt x="1530760" y="461397"/>
                </a:lnTo>
                <a:lnTo>
                  <a:pt x="1531490" y="462175"/>
                </a:lnTo>
                <a:lnTo>
                  <a:pt x="1532950" y="456643"/>
                </a:lnTo>
                <a:lnTo>
                  <a:pt x="1535870" y="447953"/>
                </a:lnTo>
                <a:lnTo>
                  <a:pt x="1536600" y="451358"/>
                </a:lnTo>
                <a:lnTo>
                  <a:pt x="1538060" y="446384"/>
                </a:lnTo>
                <a:lnTo>
                  <a:pt x="1540250" y="436368"/>
                </a:lnTo>
                <a:lnTo>
                  <a:pt x="1542440" y="437214"/>
                </a:lnTo>
                <a:lnTo>
                  <a:pt x="1544630" y="434338"/>
                </a:lnTo>
                <a:lnTo>
                  <a:pt x="1545359" y="426105"/>
                </a:lnTo>
                <a:lnTo>
                  <a:pt x="1546819" y="434927"/>
                </a:lnTo>
                <a:lnTo>
                  <a:pt x="1559959" y="399611"/>
                </a:lnTo>
                <a:lnTo>
                  <a:pt x="1561419" y="405658"/>
                </a:lnTo>
                <a:lnTo>
                  <a:pt x="1562149" y="401407"/>
                </a:lnTo>
                <a:lnTo>
                  <a:pt x="1563609" y="399395"/>
                </a:lnTo>
                <a:lnTo>
                  <a:pt x="1564339" y="401057"/>
                </a:lnTo>
                <a:lnTo>
                  <a:pt x="1565799" y="391947"/>
                </a:lnTo>
                <a:lnTo>
                  <a:pt x="1566529" y="396913"/>
                </a:lnTo>
                <a:lnTo>
                  <a:pt x="1567989" y="400988"/>
                </a:lnTo>
                <a:lnTo>
                  <a:pt x="1568719" y="400234"/>
                </a:lnTo>
                <a:lnTo>
                  <a:pt x="1569449" y="394732"/>
                </a:lnTo>
                <a:lnTo>
                  <a:pt x="1571639" y="395494"/>
                </a:lnTo>
                <a:lnTo>
                  <a:pt x="1572369" y="393613"/>
                </a:lnTo>
                <a:lnTo>
                  <a:pt x="1573099" y="396497"/>
                </a:lnTo>
                <a:lnTo>
                  <a:pt x="1574558" y="394998"/>
                </a:lnTo>
                <a:lnTo>
                  <a:pt x="1575288" y="395617"/>
                </a:lnTo>
                <a:lnTo>
                  <a:pt x="1611787" y="234769"/>
                </a:lnTo>
                <a:lnTo>
                  <a:pt x="1614707" y="226611"/>
                </a:lnTo>
                <a:lnTo>
                  <a:pt x="1622007" y="213536"/>
                </a:lnTo>
                <a:lnTo>
                  <a:pt x="1623467" y="216678"/>
                </a:lnTo>
                <a:lnTo>
                  <a:pt x="1624927" y="214729"/>
                </a:lnTo>
                <a:lnTo>
                  <a:pt x="1625657" y="214955"/>
                </a:lnTo>
                <a:lnTo>
                  <a:pt x="1626387" y="218113"/>
                </a:lnTo>
                <a:lnTo>
                  <a:pt x="1627847" y="213328"/>
                </a:lnTo>
                <a:lnTo>
                  <a:pt x="1630037" y="211185"/>
                </a:lnTo>
                <a:lnTo>
                  <a:pt x="1639526" y="195106"/>
                </a:lnTo>
                <a:lnTo>
                  <a:pt x="1640986" y="187414"/>
                </a:lnTo>
                <a:lnTo>
                  <a:pt x="1642446" y="190907"/>
                </a:lnTo>
                <a:lnTo>
                  <a:pt x="1645366" y="178135"/>
                </a:lnTo>
                <a:lnTo>
                  <a:pt x="1647556" y="170835"/>
                </a:lnTo>
                <a:lnTo>
                  <a:pt x="1648286" y="176052"/>
                </a:lnTo>
                <a:lnTo>
                  <a:pt x="1649016" y="178442"/>
                </a:lnTo>
                <a:lnTo>
                  <a:pt x="1650476" y="174727"/>
                </a:lnTo>
                <a:lnTo>
                  <a:pt x="1651936" y="168184"/>
                </a:lnTo>
                <a:lnTo>
                  <a:pt x="1655586" y="156038"/>
                </a:lnTo>
                <a:lnTo>
                  <a:pt x="1658506" y="149025"/>
                </a:lnTo>
                <a:lnTo>
                  <a:pt x="1660696" y="140501"/>
                </a:lnTo>
                <a:lnTo>
                  <a:pt x="1661426" y="143244"/>
                </a:lnTo>
                <a:lnTo>
                  <a:pt x="1662156" y="143258"/>
                </a:lnTo>
                <a:lnTo>
                  <a:pt x="1672375" y="111378"/>
                </a:lnTo>
                <a:lnTo>
                  <a:pt x="1673105" y="114601"/>
                </a:lnTo>
                <a:lnTo>
                  <a:pt x="1674565" y="110389"/>
                </a:lnTo>
                <a:lnTo>
                  <a:pt x="1678945" y="97930"/>
                </a:lnTo>
                <a:lnTo>
                  <a:pt x="1681135" y="96704"/>
                </a:lnTo>
                <a:lnTo>
                  <a:pt x="1686245" y="81152"/>
                </a:lnTo>
                <a:lnTo>
                  <a:pt x="1688435" y="81564"/>
                </a:lnTo>
                <a:lnTo>
                  <a:pt x="1692085" y="69767"/>
                </a:lnTo>
                <a:lnTo>
                  <a:pt x="1693545" y="73708"/>
                </a:lnTo>
                <a:lnTo>
                  <a:pt x="1694274" y="69080"/>
                </a:lnTo>
                <a:lnTo>
                  <a:pt x="1697924" y="60473"/>
                </a:lnTo>
                <a:lnTo>
                  <a:pt x="1700114" y="59765"/>
                </a:lnTo>
                <a:lnTo>
                  <a:pt x="1703764" y="53277"/>
                </a:lnTo>
                <a:lnTo>
                  <a:pt x="1705224" y="54889"/>
                </a:lnTo>
                <a:lnTo>
                  <a:pt x="1706684" y="50033"/>
                </a:lnTo>
                <a:lnTo>
                  <a:pt x="1708144" y="51255"/>
                </a:lnTo>
                <a:lnTo>
                  <a:pt x="1710334" y="41816"/>
                </a:lnTo>
                <a:lnTo>
                  <a:pt x="1711794" y="47309"/>
                </a:lnTo>
                <a:lnTo>
                  <a:pt x="1712524" y="48930"/>
                </a:lnTo>
                <a:lnTo>
                  <a:pt x="1713254" y="46431"/>
                </a:lnTo>
                <a:lnTo>
                  <a:pt x="1716904" y="41365"/>
                </a:lnTo>
                <a:lnTo>
                  <a:pt x="1717634" y="42209"/>
                </a:lnTo>
                <a:lnTo>
                  <a:pt x="1718364" y="42204"/>
                </a:lnTo>
                <a:lnTo>
                  <a:pt x="1720554" y="34407"/>
                </a:lnTo>
                <a:lnTo>
                  <a:pt x="1721284" y="35673"/>
                </a:lnTo>
                <a:lnTo>
                  <a:pt x="1732963" y="24315"/>
                </a:lnTo>
                <a:lnTo>
                  <a:pt x="1733693" y="27532"/>
                </a:lnTo>
                <a:lnTo>
                  <a:pt x="1735153" y="24394"/>
                </a:lnTo>
                <a:lnTo>
                  <a:pt x="1735883" y="24940"/>
                </a:lnTo>
                <a:lnTo>
                  <a:pt x="1736613" y="23513"/>
                </a:lnTo>
                <a:lnTo>
                  <a:pt x="1740263" y="19501"/>
                </a:lnTo>
                <a:lnTo>
                  <a:pt x="1740993" y="20107"/>
                </a:lnTo>
                <a:lnTo>
                  <a:pt x="1743913" y="21132"/>
                </a:lnTo>
                <a:lnTo>
                  <a:pt x="1745373" y="19140"/>
                </a:lnTo>
                <a:lnTo>
                  <a:pt x="1746833" y="23061"/>
                </a:lnTo>
                <a:lnTo>
                  <a:pt x="1748293" y="20682"/>
                </a:lnTo>
                <a:lnTo>
                  <a:pt x="1749753" y="18844"/>
                </a:lnTo>
                <a:lnTo>
                  <a:pt x="1752673" y="26582"/>
                </a:lnTo>
                <a:lnTo>
                  <a:pt x="1753403" y="20511"/>
                </a:lnTo>
                <a:lnTo>
                  <a:pt x="1755593" y="23575"/>
                </a:lnTo>
                <a:lnTo>
                  <a:pt x="1756323" y="21114"/>
                </a:lnTo>
                <a:lnTo>
                  <a:pt x="1758512" y="21784"/>
                </a:lnTo>
                <a:lnTo>
                  <a:pt x="1760702" y="25396"/>
                </a:lnTo>
                <a:lnTo>
                  <a:pt x="1761432" y="23096"/>
                </a:lnTo>
                <a:lnTo>
                  <a:pt x="1764352" y="29298"/>
                </a:lnTo>
                <a:lnTo>
                  <a:pt x="1765082" y="24370"/>
                </a:lnTo>
                <a:lnTo>
                  <a:pt x="1765812" y="23659"/>
                </a:lnTo>
                <a:lnTo>
                  <a:pt x="1766542" y="28126"/>
                </a:lnTo>
                <a:lnTo>
                  <a:pt x="1768002" y="23803"/>
                </a:lnTo>
                <a:lnTo>
                  <a:pt x="1774572" y="28437"/>
                </a:lnTo>
                <a:lnTo>
                  <a:pt x="1776032" y="25828"/>
                </a:lnTo>
                <a:lnTo>
                  <a:pt x="1776762" y="27725"/>
                </a:lnTo>
                <a:lnTo>
                  <a:pt x="1778222" y="31234"/>
                </a:lnTo>
                <a:lnTo>
                  <a:pt x="1779682" y="28970"/>
                </a:lnTo>
                <a:lnTo>
                  <a:pt x="1780412" y="26113"/>
                </a:lnTo>
                <a:lnTo>
                  <a:pt x="1781142" y="29186"/>
                </a:lnTo>
                <a:lnTo>
                  <a:pt x="1781872" y="34062"/>
                </a:lnTo>
                <a:lnTo>
                  <a:pt x="1783332" y="33427"/>
                </a:lnTo>
                <a:lnTo>
                  <a:pt x="1785522" y="29333"/>
                </a:lnTo>
                <a:lnTo>
                  <a:pt x="1786251" y="30506"/>
                </a:lnTo>
                <a:lnTo>
                  <a:pt x="1789171" y="34133"/>
                </a:lnTo>
                <a:lnTo>
                  <a:pt x="1789901" y="32693"/>
                </a:lnTo>
                <a:lnTo>
                  <a:pt x="1790631" y="36152"/>
                </a:lnTo>
                <a:lnTo>
                  <a:pt x="1791361" y="34793"/>
                </a:lnTo>
                <a:lnTo>
                  <a:pt x="1792091" y="37102"/>
                </a:lnTo>
                <a:lnTo>
                  <a:pt x="1792821" y="32293"/>
                </a:lnTo>
                <a:lnTo>
                  <a:pt x="1793551" y="30449"/>
                </a:lnTo>
                <a:lnTo>
                  <a:pt x="1794281" y="33453"/>
                </a:lnTo>
                <a:lnTo>
                  <a:pt x="1795011" y="36100"/>
                </a:lnTo>
                <a:lnTo>
                  <a:pt x="1795741" y="31692"/>
                </a:lnTo>
                <a:lnTo>
                  <a:pt x="1796471" y="28255"/>
                </a:lnTo>
                <a:lnTo>
                  <a:pt x="1797931" y="33215"/>
                </a:lnTo>
                <a:lnTo>
                  <a:pt x="1799391" y="34405"/>
                </a:lnTo>
                <a:lnTo>
                  <a:pt x="1800851" y="28513"/>
                </a:lnTo>
                <a:lnTo>
                  <a:pt x="1802311" y="31815"/>
                </a:lnTo>
                <a:lnTo>
                  <a:pt x="1804501" y="27471"/>
                </a:lnTo>
                <a:lnTo>
                  <a:pt x="1805231" y="31334"/>
                </a:lnTo>
                <a:lnTo>
                  <a:pt x="1805961" y="33042"/>
                </a:lnTo>
                <a:lnTo>
                  <a:pt x="1806691" y="29020"/>
                </a:lnTo>
                <a:lnTo>
                  <a:pt x="1807421" y="28627"/>
                </a:lnTo>
                <a:lnTo>
                  <a:pt x="1808151" y="33993"/>
                </a:lnTo>
                <a:lnTo>
                  <a:pt x="1809611" y="29529"/>
                </a:lnTo>
                <a:lnTo>
                  <a:pt x="1810341" y="27102"/>
                </a:lnTo>
                <a:lnTo>
                  <a:pt x="1811071" y="31799"/>
                </a:lnTo>
                <a:lnTo>
                  <a:pt x="1812531" y="29971"/>
                </a:lnTo>
                <a:lnTo>
                  <a:pt x="1814720" y="37545"/>
                </a:lnTo>
                <a:lnTo>
                  <a:pt x="1816910" y="26499"/>
                </a:lnTo>
                <a:lnTo>
                  <a:pt x="1817640" y="33449"/>
                </a:lnTo>
                <a:lnTo>
                  <a:pt x="1818370" y="36014"/>
                </a:lnTo>
                <a:lnTo>
                  <a:pt x="1819830" y="33350"/>
                </a:lnTo>
                <a:lnTo>
                  <a:pt x="1824210" y="30744"/>
                </a:lnTo>
                <a:lnTo>
                  <a:pt x="1827130" y="38929"/>
                </a:lnTo>
                <a:lnTo>
                  <a:pt x="1827860" y="37599"/>
                </a:lnTo>
                <a:lnTo>
                  <a:pt x="1829320" y="27194"/>
                </a:lnTo>
                <a:lnTo>
                  <a:pt x="1830780" y="32121"/>
                </a:lnTo>
                <a:lnTo>
                  <a:pt x="1836620" y="26389"/>
                </a:lnTo>
                <a:lnTo>
                  <a:pt x="1841000" y="19981"/>
                </a:lnTo>
                <a:lnTo>
                  <a:pt x="1841730" y="24124"/>
                </a:lnTo>
                <a:lnTo>
                  <a:pt x="1843920" y="23398"/>
                </a:lnTo>
                <a:lnTo>
                  <a:pt x="1844650" y="25302"/>
                </a:lnTo>
                <a:lnTo>
                  <a:pt x="1845379" y="22500"/>
                </a:lnTo>
                <a:lnTo>
                  <a:pt x="1846840" y="13794"/>
                </a:lnTo>
                <a:lnTo>
                  <a:pt x="1848300" y="18524"/>
                </a:lnTo>
                <a:lnTo>
                  <a:pt x="1849029" y="22654"/>
                </a:lnTo>
                <a:lnTo>
                  <a:pt x="1850489" y="19258"/>
                </a:lnTo>
                <a:lnTo>
                  <a:pt x="1851949" y="15224"/>
                </a:lnTo>
                <a:lnTo>
                  <a:pt x="1852679" y="17699"/>
                </a:lnTo>
                <a:lnTo>
                  <a:pt x="1853409" y="22218"/>
                </a:lnTo>
                <a:lnTo>
                  <a:pt x="1855599" y="20973"/>
                </a:lnTo>
                <a:lnTo>
                  <a:pt x="1857059" y="14742"/>
                </a:lnTo>
                <a:lnTo>
                  <a:pt x="1858519" y="15542"/>
                </a:lnTo>
                <a:lnTo>
                  <a:pt x="1859249" y="17085"/>
                </a:lnTo>
                <a:lnTo>
                  <a:pt x="1859979" y="15602"/>
                </a:lnTo>
                <a:lnTo>
                  <a:pt x="1860709" y="13321"/>
                </a:lnTo>
                <a:lnTo>
                  <a:pt x="1861439" y="15289"/>
                </a:lnTo>
                <a:lnTo>
                  <a:pt x="1862899" y="22680"/>
                </a:lnTo>
                <a:lnTo>
                  <a:pt x="1864359" y="22374"/>
                </a:lnTo>
                <a:lnTo>
                  <a:pt x="1867279" y="14050"/>
                </a:lnTo>
                <a:lnTo>
                  <a:pt x="1868009" y="15512"/>
                </a:lnTo>
                <a:lnTo>
                  <a:pt x="1870199" y="24427"/>
                </a:lnTo>
                <a:lnTo>
                  <a:pt x="1873849" y="7800"/>
                </a:lnTo>
                <a:lnTo>
                  <a:pt x="1876039" y="19322"/>
                </a:lnTo>
                <a:lnTo>
                  <a:pt x="1876769" y="16999"/>
                </a:lnTo>
                <a:lnTo>
                  <a:pt x="1877498" y="17654"/>
                </a:lnTo>
                <a:lnTo>
                  <a:pt x="1878228" y="4687"/>
                </a:lnTo>
                <a:lnTo>
                  <a:pt x="1879688" y="18949"/>
                </a:lnTo>
                <a:lnTo>
                  <a:pt x="1881148" y="11936"/>
                </a:lnTo>
                <a:lnTo>
                  <a:pt x="1882608" y="15136"/>
                </a:lnTo>
                <a:lnTo>
                  <a:pt x="1883338" y="14785"/>
                </a:lnTo>
                <a:lnTo>
                  <a:pt x="1884068" y="11494"/>
                </a:lnTo>
                <a:lnTo>
                  <a:pt x="1885528" y="16913"/>
                </a:lnTo>
                <a:lnTo>
                  <a:pt x="1886258" y="17390"/>
                </a:lnTo>
                <a:lnTo>
                  <a:pt x="1886988" y="14359"/>
                </a:lnTo>
                <a:lnTo>
                  <a:pt x="1888448" y="16908"/>
                </a:lnTo>
                <a:lnTo>
                  <a:pt x="1889178" y="19098"/>
                </a:lnTo>
                <a:lnTo>
                  <a:pt x="1891368" y="17711"/>
                </a:lnTo>
                <a:lnTo>
                  <a:pt x="1896478" y="22657"/>
                </a:lnTo>
                <a:lnTo>
                  <a:pt x="1899398" y="17484"/>
                </a:lnTo>
                <a:lnTo>
                  <a:pt x="1900128" y="17084"/>
                </a:lnTo>
                <a:lnTo>
                  <a:pt x="1901588" y="23817"/>
                </a:lnTo>
                <a:lnTo>
                  <a:pt x="1903778" y="22253"/>
                </a:lnTo>
                <a:lnTo>
                  <a:pt x="1905238" y="16662"/>
                </a:lnTo>
                <a:lnTo>
                  <a:pt x="1905968" y="16907"/>
                </a:lnTo>
                <a:lnTo>
                  <a:pt x="1907427" y="23123"/>
                </a:lnTo>
                <a:lnTo>
                  <a:pt x="1908157" y="19521"/>
                </a:lnTo>
                <a:lnTo>
                  <a:pt x="1908887" y="18682"/>
                </a:lnTo>
                <a:lnTo>
                  <a:pt x="1909617" y="21657"/>
                </a:lnTo>
                <a:lnTo>
                  <a:pt x="1913997" y="21347"/>
                </a:lnTo>
                <a:lnTo>
                  <a:pt x="1919107" y="30546"/>
                </a:lnTo>
                <a:lnTo>
                  <a:pt x="1921297" y="23093"/>
                </a:lnTo>
                <a:lnTo>
                  <a:pt x="1922757" y="28450"/>
                </a:lnTo>
                <a:lnTo>
                  <a:pt x="1924217" y="27768"/>
                </a:lnTo>
                <a:lnTo>
                  <a:pt x="1924947" y="21443"/>
                </a:lnTo>
                <a:lnTo>
                  <a:pt x="1926407" y="27334"/>
                </a:lnTo>
                <a:lnTo>
                  <a:pt x="1927867" y="20924"/>
                </a:lnTo>
                <a:lnTo>
                  <a:pt x="1928597" y="24286"/>
                </a:lnTo>
                <a:lnTo>
                  <a:pt x="1929327" y="30721"/>
                </a:lnTo>
                <a:lnTo>
                  <a:pt x="1930787" y="25595"/>
                </a:lnTo>
                <a:lnTo>
                  <a:pt x="1931517" y="22974"/>
                </a:lnTo>
                <a:lnTo>
                  <a:pt x="1932247" y="25541"/>
                </a:lnTo>
                <a:lnTo>
                  <a:pt x="1932977" y="27559"/>
                </a:lnTo>
                <a:lnTo>
                  <a:pt x="1933707" y="24452"/>
                </a:lnTo>
                <a:lnTo>
                  <a:pt x="1935166" y="26311"/>
                </a:lnTo>
                <a:lnTo>
                  <a:pt x="1936626" y="23418"/>
                </a:lnTo>
                <a:lnTo>
                  <a:pt x="1938086" y="26535"/>
                </a:lnTo>
                <a:lnTo>
                  <a:pt x="1938816" y="24699"/>
                </a:lnTo>
                <a:lnTo>
                  <a:pt x="1940276" y="16580"/>
                </a:lnTo>
                <a:lnTo>
                  <a:pt x="1941006" y="19945"/>
                </a:lnTo>
                <a:lnTo>
                  <a:pt x="1942466" y="28350"/>
                </a:lnTo>
                <a:lnTo>
                  <a:pt x="1943926" y="24796"/>
                </a:lnTo>
                <a:lnTo>
                  <a:pt x="1945386" y="16621"/>
                </a:lnTo>
                <a:lnTo>
                  <a:pt x="1946116" y="23894"/>
                </a:lnTo>
                <a:lnTo>
                  <a:pt x="1946846" y="23501"/>
                </a:lnTo>
                <a:lnTo>
                  <a:pt x="1947576" y="19851"/>
                </a:lnTo>
                <a:lnTo>
                  <a:pt x="1948306" y="23816"/>
                </a:lnTo>
                <a:lnTo>
                  <a:pt x="1949036" y="21829"/>
                </a:lnTo>
                <a:lnTo>
                  <a:pt x="1951226" y="24974"/>
                </a:lnTo>
                <a:lnTo>
                  <a:pt x="1952686" y="20055"/>
                </a:lnTo>
                <a:lnTo>
                  <a:pt x="1953416" y="25056"/>
                </a:lnTo>
                <a:lnTo>
                  <a:pt x="1954146" y="24599"/>
                </a:lnTo>
                <a:lnTo>
                  <a:pt x="1956336" y="19043"/>
                </a:lnTo>
                <a:lnTo>
                  <a:pt x="1957066" y="19946"/>
                </a:lnTo>
                <a:lnTo>
                  <a:pt x="1958526" y="21860"/>
                </a:lnTo>
                <a:lnTo>
                  <a:pt x="1959256" y="17566"/>
                </a:lnTo>
                <a:lnTo>
                  <a:pt x="1960716" y="24074"/>
                </a:lnTo>
                <a:lnTo>
                  <a:pt x="1965826" y="18804"/>
                </a:lnTo>
                <a:lnTo>
                  <a:pt x="1966556" y="19748"/>
                </a:lnTo>
                <a:lnTo>
                  <a:pt x="1968016" y="20911"/>
                </a:lnTo>
                <a:lnTo>
                  <a:pt x="1968746" y="17225"/>
                </a:lnTo>
                <a:lnTo>
                  <a:pt x="1970205" y="21702"/>
                </a:lnTo>
                <a:lnTo>
                  <a:pt x="1970935" y="21971"/>
                </a:lnTo>
                <a:lnTo>
                  <a:pt x="1973855" y="16021"/>
                </a:lnTo>
                <a:lnTo>
                  <a:pt x="1975315" y="19954"/>
                </a:lnTo>
                <a:lnTo>
                  <a:pt x="1976775" y="18592"/>
                </a:lnTo>
                <a:lnTo>
                  <a:pt x="1977505" y="20133"/>
                </a:lnTo>
                <a:lnTo>
                  <a:pt x="1978235" y="16810"/>
                </a:lnTo>
                <a:lnTo>
                  <a:pt x="1978965" y="17420"/>
                </a:lnTo>
                <a:lnTo>
                  <a:pt x="1981885" y="20425"/>
                </a:lnTo>
                <a:lnTo>
                  <a:pt x="1980425" y="15615"/>
                </a:lnTo>
                <a:lnTo>
                  <a:pt x="1982615" y="18627"/>
                </a:lnTo>
                <a:lnTo>
                  <a:pt x="1986265" y="11469"/>
                </a:lnTo>
                <a:lnTo>
                  <a:pt x="1988455" y="21528"/>
                </a:lnTo>
                <a:lnTo>
                  <a:pt x="1991375" y="9933"/>
                </a:lnTo>
                <a:lnTo>
                  <a:pt x="1992105" y="17605"/>
                </a:lnTo>
                <a:lnTo>
                  <a:pt x="1993565" y="14622"/>
                </a:lnTo>
                <a:lnTo>
                  <a:pt x="1994295" y="10665"/>
                </a:lnTo>
                <a:lnTo>
                  <a:pt x="1995755" y="14383"/>
                </a:lnTo>
                <a:lnTo>
                  <a:pt x="1997945" y="9481"/>
                </a:lnTo>
                <a:lnTo>
                  <a:pt x="1998674" y="8840"/>
                </a:lnTo>
                <a:lnTo>
                  <a:pt x="2000134" y="18201"/>
                </a:lnTo>
                <a:lnTo>
                  <a:pt x="2001594" y="14553"/>
                </a:lnTo>
                <a:lnTo>
                  <a:pt x="2002324" y="13549"/>
                </a:lnTo>
                <a:lnTo>
                  <a:pt x="2005244" y="17310"/>
                </a:lnTo>
                <a:lnTo>
                  <a:pt x="2005974" y="11006"/>
                </a:lnTo>
                <a:lnTo>
                  <a:pt x="2007434" y="17508"/>
                </a:lnTo>
                <a:lnTo>
                  <a:pt x="2008164" y="17392"/>
                </a:lnTo>
                <a:lnTo>
                  <a:pt x="2008894" y="12178"/>
                </a:lnTo>
                <a:lnTo>
                  <a:pt x="2009624" y="17600"/>
                </a:lnTo>
                <a:lnTo>
                  <a:pt x="2011084" y="15307"/>
                </a:lnTo>
                <a:lnTo>
                  <a:pt x="2012544" y="12066"/>
                </a:lnTo>
                <a:lnTo>
                  <a:pt x="2013274" y="15160"/>
                </a:lnTo>
                <a:lnTo>
                  <a:pt x="2014004" y="17265"/>
                </a:lnTo>
                <a:lnTo>
                  <a:pt x="2015464" y="14316"/>
                </a:lnTo>
                <a:lnTo>
                  <a:pt x="2016194" y="16301"/>
                </a:lnTo>
                <a:lnTo>
                  <a:pt x="2016924" y="14385"/>
                </a:lnTo>
                <a:lnTo>
                  <a:pt x="2018384" y="15051"/>
                </a:lnTo>
                <a:lnTo>
                  <a:pt x="2020574" y="18228"/>
                </a:lnTo>
                <a:lnTo>
                  <a:pt x="2021304" y="15189"/>
                </a:lnTo>
                <a:lnTo>
                  <a:pt x="2024224" y="16276"/>
                </a:lnTo>
                <a:lnTo>
                  <a:pt x="2024954" y="13464"/>
                </a:lnTo>
                <a:lnTo>
                  <a:pt x="2025684" y="15171"/>
                </a:lnTo>
                <a:lnTo>
                  <a:pt x="2026414" y="18569"/>
                </a:lnTo>
                <a:lnTo>
                  <a:pt x="2027143" y="14348"/>
                </a:lnTo>
                <a:lnTo>
                  <a:pt x="2027873" y="16736"/>
                </a:lnTo>
                <a:lnTo>
                  <a:pt x="2032253" y="9923"/>
                </a:lnTo>
                <a:lnTo>
                  <a:pt x="2033713" y="18476"/>
                </a:lnTo>
                <a:lnTo>
                  <a:pt x="2035173" y="16146"/>
                </a:lnTo>
                <a:lnTo>
                  <a:pt x="2038093" y="16228"/>
                </a:lnTo>
                <a:lnTo>
                  <a:pt x="2039553" y="14392"/>
                </a:lnTo>
                <a:lnTo>
                  <a:pt x="2040283" y="18575"/>
                </a:lnTo>
                <a:lnTo>
                  <a:pt x="2041013" y="14136"/>
                </a:lnTo>
                <a:lnTo>
                  <a:pt x="2043203" y="16518"/>
                </a:lnTo>
                <a:lnTo>
                  <a:pt x="2044663" y="19550"/>
                </a:lnTo>
              </a:path>
            </a:pathLst>
          </a:custGeom>
          <a:noFill/>
          <a:ln w="2013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Editable path 68"/>
          <p:cNvSpPr/>
          <p:nvPr/>
        </p:nvSpPr>
        <p:spPr>
          <a:xfrm>
            <a:off x="853440" y="2526184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Editable path 69"/>
          <p:cNvSpPr/>
          <p:nvPr/>
        </p:nvSpPr>
        <p:spPr>
          <a:xfrm>
            <a:off x="3102569" y="2526184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Editable path 70"/>
          <p:cNvSpPr/>
          <p:nvPr/>
        </p:nvSpPr>
        <p:spPr>
          <a:xfrm>
            <a:off x="853440" y="3701192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Editable path 71"/>
          <p:cNvSpPr/>
          <p:nvPr/>
        </p:nvSpPr>
        <p:spPr>
          <a:xfrm>
            <a:off x="853440" y="2526184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489173" y="2238670"/>
            <a:ext cx="1021328" cy="2131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98" b="0" i="0">
                <a:solidFill>
                  <a:srgbClr val="3B6CA8"/>
                </a:solidFill>
                <a:latin typeface="Times New Roman"/>
              </a:rPr>
              <a:t>Robot A · left</a:t>
            </a:r>
          </a:p>
        </p:txBody>
      </p:sp>
      <p:sp>
        <p:nvSpPr>
          <p:cNvPr id="106" name="Editable path 72"/>
          <p:cNvSpPr/>
          <p:nvPr/>
        </p:nvSpPr>
        <p:spPr>
          <a:xfrm>
            <a:off x="853440" y="4302013"/>
            <a:ext cx="2249129" cy="1175008"/>
          </a:xfrm>
          <a:custGeom>
            <a:avLst/>
            <a:gdLst/>
            <a:ahLst/>
            <a:cxnLst/>
            <a:rect l="l" t="t" r="r" b="b"/>
            <a:pathLst>
              <a:path w="2249129" h="1175008">
                <a:moveTo>
                  <a:pt x="0" y="0"/>
                </a:moveTo>
                <a:lnTo>
                  <a:pt x="2249129" y="0"/>
                </a:lnTo>
                <a:lnTo>
                  <a:pt x="2249129" y="1175008"/>
                </a:lnTo>
                <a:lnTo>
                  <a:pt x="0" y="11750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Editable path 73"/>
          <p:cNvSpPr/>
          <p:nvPr/>
        </p:nvSpPr>
        <p:spPr>
          <a:xfrm>
            <a:off x="955673" y="4302013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Editable path 74"/>
          <p:cNvSpPr/>
          <p:nvPr/>
        </p:nvSpPr>
        <p:spPr>
          <a:xfrm>
            <a:off x="955673" y="5477021"/>
            <a:ext cx="0" cy="82890"/>
          </a:xfrm>
          <a:custGeom>
            <a:avLst/>
            <a:gdLst/>
            <a:ahLst/>
            <a:cxnLst/>
            <a:rect l="l" t="t" r="r" b="b"/>
            <a:pathLst>
              <a:path w="0" h="82890">
                <a:moveTo>
                  <a:pt x="0" y="0"/>
                </a:moveTo>
                <a:lnTo>
                  <a:pt x="0" y="8289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920148" y="5623421"/>
            <a:ext cx="106573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10" name="Editable path 75"/>
          <p:cNvSpPr/>
          <p:nvPr/>
        </p:nvSpPr>
        <p:spPr>
          <a:xfrm>
            <a:off x="1685649" y="4302013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Editable path 76"/>
          <p:cNvSpPr/>
          <p:nvPr/>
        </p:nvSpPr>
        <p:spPr>
          <a:xfrm>
            <a:off x="1685649" y="5477021"/>
            <a:ext cx="0" cy="82890"/>
          </a:xfrm>
          <a:custGeom>
            <a:avLst/>
            <a:gdLst/>
            <a:ahLst/>
            <a:cxnLst/>
            <a:rect l="l" t="t" r="r" b="b"/>
            <a:pathLst>
              <a:path w="0" h="82890">
                <a:moveTo>
                  <a:pt x="0" y="0"/>
                </a:moveTo>
                <a:lnTo>
                  <a:pt x="0" y="8289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614600" y="5623421"/>
            <a:ext cx="177622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113" name="Editable path 77"/>
          <p:cNvSpPr/>
          <p:nvPr/>
        </p:nvSpPr>
        <p:spPr>
          <a:xfrm>
            <a:off x="2415625" y="4302013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Editable path 78"/>
          <p:cNvSpPr/>
          <p:nvPr/>
        </p:nvSpPr>
        <p:spPr>
          <a:xfrm>
            <a:off x="2415625" y="5477021"/>
            <a:ext cx="0" cy="82890"/>
          </a:xfrm>
          <a:custGeom>
            <a:avLst/>
            <a:gdLst/>
            <a:ahLst/>
            <a:cxnLst/>
            <a:rect l="l" t="t" r="r" b="b"/>
            <a:pathLst>
              <a:path w="0" h="82890">
                <a:moveTo>
                  <a:pt x="0" y="0"/>
                </a:moveTo>
                <a:lnTo>
                  <a:pt x="0" y="8289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344576" y="5623421"/>
            <a:ext cx="177622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408503" y="5852407"/>
            <a:ext cx="1175481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Reference time (s)</a:t>
            </a:r>
          </a:p>
        </p:txBody>
      </p:sp>
      <p:sp>
        <p:nvSpPr>
          <p:cNvPr id="117" name="Editable path 79"/>
          <p:cNvSpPr/>
          <p:nvPr/>
        </p:nvSpPr>
        <p:spPr>
          <a:xfrm>
            <a:off x="853440" y="5230633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Editable path 80"/>
          <p:cNvSpPr/>
          <p:nvPr/>
        </p:nvSpPr>
        <p:spPr>
          <a:xfrm>
            <a:off x="770550" y="5230633"/>
            <a:ext cx="82890" cy="0"/>
          </a:xfrm>
          <a:custGeom>
            <a:avLst/>
            <a:gdLst/>
            <a:ahLst/>
            <a:cxnLst/>
            <a:rect l="l" t="t" r="r" b="b"/>
            <a:pathLst>
              <a:path w="82890" h="0">
                <a:moveTo>
                  <a:pt x="8289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48239" y="5162777"/>
            <a:ext cx="274959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−20</a:t>
            </a:r>
          </a:p>
        </p:txBody>
      </p:sp>
      <p:sp>
        <p:nvSpPr>
          <p:cNvPr id="120" name="Editable path 81"/>
          <p:cNvSpPr/>
          <p:nvPr/>
        </p:nvSpPr>
        <p:spPr>
          <a:xfrm>
            <a:off x="853440" y="4890057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Editable path 82"/>
          <p:cNvSpPr/>
          <p:nvPr/>
        </p:nvSpPr>
        <p:spPr>
          <a:xfrm>
            <a:off x="770550" y="4890057"/>
            <a:ext cx="82890" cy="0"/>
          </a:xfrm>
          <a:custGeom>
            <a:avLst/>
            <a:gdLst/>
            <a:ahLst/>
            <a:cxnLst/>
            <a:rect l="l" t="t" r="r" b="b"/>
            <a:pathLst>
              <a:path w="82890" h="0">
                <a:moveTo>
                  <a:pt x="8289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16610" y="4822201"/>
            <a:ext cx="106573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23" name="Editable path 83"/>
          <p:cNvSpPr/>
          <p:nvPr/>
        </p:nvSpPr>
        <p:spPr>
          <a:xfrm>
            <a:off x="853440" y="4549482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Editable path 84"/>
          <p:cNvSpPr/>
          <p:nvPr/>
        </p:nvSpPr>
        <p:spPr>
          <a:xfrm>
            <a:off x="770550" y="4549482"/>
            <a:ext cx="82890" cy="0"/>
          </a:xfrm>
          <a:custGeom>
            <a:avLst/>
            <a:gdLst/>
            <a:ahLst/>
            <a:cxnLst/>
            <a:rect l="l" t="t" r="r" b="b"/>
            <a:pathLst>
              <a:path w="82890" h="0">
                <a:moveTo>
                  <a:pt x="8289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45561" y="4481626"/>
            <a:ext cx="177622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126" name="TextBox 125"/>
          <p:cNvSpPr txBox="1"/>
          <p:nvPr/>
        </p:nvSpPr>
        <p:spPr>
          <a:xfrm rot="16200000">
            <a:off x="-217225" y="4786983"/>
            <a:ext cx="1045248" cy="1989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05" b="0" i="0">
                <a:solidFill>
                  <a:srgbClr val="2B2B2B"/>
                </a:solidFill>
                <a:latin typeface="Times New Roman"/>
              </a:rPr>
              <a:t>Moment (N m)</a:t>
            </a:r>
          </a:p>
        </p:txBody>
      </p:sp>
      <p:sp>
        <p:nvSpPr>
          <p:cNvPr id="127" name="Editable path 85"/>
          <p:cNvSpPr/>
          <p:nvPr/>
        </p:nvSpPr>
        <p:spPr>
          <a:xfrm>
            <a:off x="955673" y="4355422"/>
            <a:ext cx="2044663" cy="640927"/>
          </a:xfrm>
          <a:custGeom>
            <a:avLst/>
            <a:gdLst/>
            <a:ahLst/>
            <a:cxnLst/>
            <a:rect l="l" t="t" r="r" b="b"/>
            <a:pathLst>
              <a:path w="2044663" h="640927">
                <a:moveTo>
                  <a:pt x="0" y="436606"/>
                </a:moveTo>
                <a:lnTo>
                  <a:pt x="730" y="439856"/>
                </a:lnTo>
                <a:lnTo>
                  <a:pt x="2190" y="435379"/>
                </a:lnTo>
                <a:lnTo>
                  <a:pt x="2920" y="433868"/>
                </a:lnTo>
                <a:lnTo>
                  <a:pt x="3650" y="438454"/>
                </a:lnTo>
                <a:lnTo>
                  <a:pt x="5110" y="435045"/>
                </a:lnTo>
                <a:lnTo>
                  <a:pt x="5840" y="433320"/>
                </a:lnTo>
                <a:lnTo>
                  <a:pt x="6570" y="437825"/>
                </a:lnTo>
                <a:lnTo>
                  <a:pt x="7300" y="442257"/>
                </a:lnTo>
                <a:lnTo>
                  <a:pt x="8030" y="437759"/>
                </a:lnTo>
                <a:lnTo>
                  <a:pt x="8760" y="431840"/>
                </a:lnTo>
                <a:lnTo>
                  <a:pt x="10220" y="439918"/>
                </a:lnTo>
                <a:lnTo>
                  <a:pt x="10950" y="434493"/>
                </a:lnTo>
                <a:lnTo>
                  <a:pt x="15330" y="422470"/>
                </a:lnTo>
                <a:lnTo>
                  <a:pt x="16060" y="422917"/>
                </a:lnTo>
                <a:lnTo>
                  <a:pt x="16790" y="433447"/>
                </a:lnTo>
                <a:lnTo>
                  <a:pt x="17520" y="428810"/>
                </a:lnTo>
                <a:lnTo>
                  <a:pt x="18980" y="402474"/>
                </a:lnTo>
                <a:lnTo>
                  <a:pt x="20440" y="422827"/>
                </a:lnTo>
                <a:lnTo>
                  <a:pt x="21170" y="418891"/>
                </a:lnTo>
                <a:lnTo>
                  <a:pt x="21900" y="425184"/>
                </a:lnTo>
                <a:lnTo>
                  <a:pt x="22630" y="431575"/>
                </a:lnTo>
                <a:lnTo>
                  <a:pt x="23360" y="428676"/>
                </a:lnTo>
                <a:lnTo>
                  <a:pt x="25550" y="412551"/>
                </a:lnTo>
                <a:lnTo>
                  <a:pt x="26280" y="420539"/>
                </a:lnTo>
                <a:lnTo>
                  <a:pt x="27010" y="428029"/>
                </a:lnTo>
                <a:lnTo>
                  <a:pt x="27739" y="425441"/>
                </a:lnTo>
                <a:lnTo>
                  <a:pt x="28470" y="415267"/>
                </a:lnTo>
                <a:lnTo>
                  <a:pt x="29930" y="416884"/>
                </a:lnTo>
                <a:lnTo>
                  <a:pt x="31389" y="422428"/>
                </a:lnTo>
                <a:lnTo>
                  <a:pt x="32849" y="409287"/>
                </a:lnTo>
                <a:lnTo>
                  <a:pt x="34309" y="417119"/>
                </a:lnTo>
                <a:lnTo>
                  <a:pt x="35039" y="420570"/>
                </a:lnTo>
                <a:lnTo>
                  <a:pt x="35769" y="414628"/>
                </a:lnTo>
                <a:lnTo>
                  <a:pt x="36499" y="416717"/>
                </a:lnTo>
                <a:lnTo>
                  <a:pt x="37229" y="415073"/>
                </a:lnTo>
                <a:lnTo>
                  <a:pt x="37959" y="416149"/>
                </a:lnTo>
                <a:lnTo>
                  <a:pt x="38689" y="420367"/>
                </a:lnTo>
                <a:lnTo>
                  <a:pt x="39419" y="416596"/>
                </a:lnTo>
                <a:lnTo>
                  <a:pt x="42339" y="403603"/>
                </a:lnTo>
                <a:lnTo>
                  <a:pt x="43069" y="405959"/>
                </a:lnTo>
                <a:lnTo>
                  <a:pt x="43799" y="417580"/>
                </a:lnTo>
                <a:lnTo>
                  <a:pt x="45259" y="403469"/>
                </a:lnTo>
                <a:lnTo>
                  <a:pt x="45989" y="402871"/>
                </a:lnTo>
                <a:lnTo>
                  <a:pt x="46719" y="405032"/>
                </a:lnTo>
                <a:lnTo>
                  <a:pt x="48909" y="419347"/>
                </a:lnTo>
                <a:lnTo>
                  <a:pt x="50369" y="412128"/>
                </a:lnTo>
                <a:lnTo>
                  <a:pt x="51099" y="412072"/>
                </a:lnTo>
                <a:lnTo>
                  <a:pt x="56209" y="397204"/>
                </a:lnTo>
                <a:lnTo>
                  <a:pt x="59858" y="415296"/>
                </a:lnTo>
                <a:lnTo>
                  <a:pt x="60588" y="413657"/>
                </a:lnTo>
                <a:lnTo>
                  <a:pt x="64968" y="402361"/>
                </a:lnTo>
                <a:lnTo>
                  <a:pt x="67158" y="404694"/>
                </a:lnTo>
                <a:lnTo>
                  <a:pt x="67888" y="408654"/>
                </a:lnTo>
                <a:lnTo>
                  <a:pt x="69348" y="403782"/>
                </a:lnTo>
                <a:lnTo>
                  <a:pt x="70078" y="403538"/>
                </a:lnTo>
                <a:lnTo>
                  <a:pt x="70808" y="395625"/>
                </a:lnTo>
                <a:lnTo>
                  <a:pt x="71538" y="405247"/>
                </a:lnTo>
                <a:lnTo>
                  <a:pt x="72998" y="397088"/>
                </a:lnTo>
                <a:lnTo>
                  <a:pt x="73728" y="408509"/>
                </a:lnTo>
                <a:lnTo>
                  <a:pt x="75918" y="402277"/>
                </a:lnTo>
                <a:lnTo>
                  <a:pt x="77378" y="409012"/>
                </a:lnTo>
                <a:lnTo>
                  <a:pt x="78108" y="407888"/>
                </a:lnTo>
                <a:lnTo>
                  <a:pt x="78838" y="400544"/>
                </a:lnTo>
                <a:lnTo>
                  <a:pt x="81028" y="402243"/>
                </a:lnTo>
                <a:lnTo>
                  <a:pt x="82488" y="408105"/>
                </a:lnTo>
                <a:lnTo>
                  <a:pt x="85408" y="396443"/>
                </a:lnTo>
                <a:lnTo>
                  <a:pt x="86138" y="396670"/>
                </a:lnTo>
                <a:lnTo>
                  <a:pt x="87598" y="403967"/>
                </a:lnTo>
                <a:lnTo>
                  <a:pt x="88328" y="403439"/>
                </a:lnTo>
                <a:lnTo>
                  <a:pt x="91247" y="391256"/>
                </a:lnTo>
                <a:lnTo>
                  <a:pt x="91977" y="396167"/>
                </a:lnTo>
                <a:lnTo>
                  <a:pt x="92707" y="397764"/>
                </a:lnTo>
                <a:lnTo>
                  <a:pt x="93437" y="395024"/>
                </a:lnTo>
                <a:lnTo>
                  <a:pt x="96357" y="411679"/>
                </a:lnTo>
                <a:lnTo>
                  <a:pt x="99277" y="391493"/>
                </a:lnTo>
                <a:lnTo>
                  <a:pt x="100007" y="399461"/>
                </a:lnTo>
                <a:lnTo>
                  <a:pt x="102197" y="394735"/>
                </a:lnTo>
                <a:lnTo>
                  <a:pt x="102927" y="395443"/>
                </a:lnTo>
                <a:lnTo>
                  <a:pt x="103657" y="391943"/>
                </a:lnTo>
                <a:lnTo>
                  <a:pt x="105847" y="394287"/>
                </a:lnTo>
                <a:lnTo>
                  <a:pt x="108037" y="407077"/>
                </a:lnTo>
                <a:lnTo>
                  <a:pt x="108767" y="404250"/>
                </a:lnTo>
                <a:lnTo>
                  <a:pt x="111687" y="388320"/>
                </a:lnTo>
                <a:lnTo>
                  <a:pt x="112417" y="395933"/>
                </a:lnTo>
                <a:lnTo>
                  <a:pt x="114607" y="391483"/>
                </a:lnTo>
                <a:lnTo>
                  <a:pt x="115337" y="388136"/>
                </a:lnTo>
                <a:lnTo>
                  <a:pt x="116797" y="389129"/>
                </a:lnTo>
                <a:lnTo>
                  <a:pt x="117527" y="392472"/>
                </a:lnTo>
                <a:lnTo>
                  <a:pt x="118257" y="381222"/>
                </a:lnTo>
                <a:lnTo>
                  <a:pt x="119716" y="386355"/>
                </a:lnTo>
                <a:lnTo>
                  <a:pt x="120446" y="395310"/>
                </a:lnTo>
                <a:lnTo>
                  <a:pt x="122636" y="394440"/>
                </a:lnTo>
                <a:lnTo>
                  <a:pt x="127016" y="383010"/>
                </a:lnTo>
                <a:lnTo>
                  <a:pt x="127746" y="391215"/>
                </a:lnTo>
                <a:lnTo>
                  <a:pt x="129206" y="387888"/>
                </a:lnTo>
                <a:lnTo>
                  <a:pt x="129936" y="384107"/>
                </a:lnTo>
                <a:lnTo>
                  <a:pt x="130666" y="393210"/>
                </a:lnTo>
                <a:lnTo>
                  <a:pt x="131396" y="403587"/>
                </a:lnTo>
                <a:lnTo>
                  <a:pt x="132126" y="387535"/>
                </a:lnTo>
                <a:lnTo>
                  <a:pt x="132856" y="386242"/>
                </a:lnTo>
                <a:lnTo>
                  <a:pt x="133586" y="390391"/>
                </a:lnTo>
                <a:lnTo>
                  <a:pt x="134316" y="385313"/>
                </a:lnTo>
                <a:lnTo>
                  <a:pt x="135046" y="381052"/>
                </a:lnTo>
                <a:lnTo>
                  <a:pt x="136506" y="382759"/>
                </a:lnTo>
                <a:lnTo>
                  <a:pt x="139426" y="393855"/>
                </a:lnTo>
                <a:lnTo>
                  <a:pt x="142346" y="375477"/>
                </a:lnTo>
                <a:lnTo>
                  <a:pt x="143076" y="374494"/>
                </a:lnTo>
                <a:lnTo>
                  <a:pt x="143806" y="365339"/>
                </a:lnTo>
                <a:lnTo>
                  <a:pt x="144536" y="367653"/>
                </a:lnTo>
                <a:lnTo>
                  <a:pt x="147456" y="385425"/>
                </a:lnTo>
                <a:lnTo>
                  <a:pt x="151835" y="373437"/>
                </a:lnTo>
                <a:lnTo>
                  <a:pt x="152565" y="375795"/>
                </a:lnTo>
                <a:lnTo>
                  <a:pt x="154025" y="374363"/>
                </a:lnTo>
                <a:lnTo>
                  <a:pt x="157675" y="368438"/>
                </a:lnTo>
                <a:lnTo>
                  <a:pt x="159135" y="372909"/>
                </a:lnTo>
                <a:lnTo>
                  <a:pt x="160595" y="370568"/>
                </a:lnTo>
                <a:lnTo>
                  <a:pt x="161325" y="362870"/>
                </a:lnTo>
                <a:lnTo>
                  <a:pt x="162055" y="364933"/>
                </a:lnTo>
                <a:lnTo>
                  <a:pt x="165705" y="391990"/>
                </a:lnTo>
                <a:lnTo>
                  <a:pt x="167165" y="366576"/>
                </a:lnTo>
                <a:lnTo>
                  <a:pt x="168625" y="379865"/>
                </a:lnTo>
                <a:lnTo>
                  <a:pt x="169355" y="380943"/>
                </a:lnTo>
                <a:lnTo>
                  <a:pt x="170815" y="379786"/>
                </a:lnTo>
                <a:lnTo>
                  <a:pt x="173005" y="375114"/>
                </a:lnTo>
                <a:lnTo>
                  <a:pt x="174465" y="363880"/>
                </a:lnTo>
                <a:lnTo>
                  <a:pt x="175195" y="375378"/>
                </a:lnTo>
                <a:lnTo>
                  <a:pt x="177385" y="399993"/>
                </a:lnTo>
                <a:lnTo>
                  <a:pt x="178115" y="373603"/>
                </a:lnTo>
                <a:lnTo>
                  <a:pt x="180304" y="381664"/>
                </a:lnTo>
                <a:lnTo>
                  <a:pt x="181035" y="386025"/>
                </a:lnTo>
                <a:lnTo>
                  <a:pt x="182494" y="366149"/>
                </a:lnTo>
                <a:lnTo>
                  <a:pt x="183954" y="374873"/>
                </a:lnTo>
                <a:lnTo>
                  <a:pt x="184684" y="379673"/>
                </a:lnTo>
                <a:lnTo>
                  <a:pt x="186144" y="378027"/>
                </a:lnTo>
                <a:lnTo>
                  <a:pt x="188334" y="364739"/>
                </a:lnTo>
                <a:lnTo>
                  <a:pt x="189794" y="372308"/>
                </a:lnTo>
                <a:lnTo>
                  <a:pt x="191254" y="389763"/>
                </a:lnTo>
                <a:lnTo>
                  <a:pt x="191984" y="385719"/>
                </a:lnTo>
                <a:lnTo>
                  <a:pt x="194904" y="371156"/>
                </a:lnTo>
                <a:lnTo>
                  <a:pt x="195634" y="381670"/>
                </a:lnTo>
                <a:lnTo>
                  <a:pt x="197824" y="376649"/>
                </a:lnTo>
                <a:lnTo>
                  <a:pt x="198554" y="379036"/>
                </a:lnTo>
                <a:lnTo>
                  <a:pt x="200014" y="375321"/>
                </a:lnTo>
                <a:lnTo>
                  <a:pt x="200744" y="374092"/>
                </a:lnTo>
                <a:lnTo>
                  <a:pt x="201474" y="375888"/>
                </a:lnTo>
                <a:lnTo>
                  <a:pt x="202204" y="377700"/>
                </a:lnTo>
                <a:lnTo>
                  <a:pt x="202934" y="374728"/>
                </a:lnTo>
                <a:lnTo>
                  <a:pt x="204394" y="366137"/>
                </a:lnTo>
                <a:lnTo>
                  <a:pt x="205124" y="375147"/>
                </a:lnTo>
                <a:lnTo>
                  <a:pt x="210964" y="368856"/>
                </a:lnTo>
                <a:lnTo>
                  <a:pt x="211693" y="358500"/>
                </a:lnTo>
                <a:lnTo>
                  <a:pt x="213153" y="369540"/>
                </a:lnTo>
                <a:lnTo>
                  <a:pt x="213883" y="367642"/>
                </a:lnTo>
                <a:lnTo>
                  <a:pt x="214613" y="382331"/>
                </a:lnTo>
                <a:lnTo>
                  <a:pt x="216073" y="371289"/>
                </a:lnTo>
                <a:lnTo>
                  <a:pt x="216803" y="369551"/>
                </a:lnTo>
                <a:lnTo>
                  <a:pt x="217533" y="374453"/>
                </a:lnTo>
                <a:lnTo>
                  <a:pt x="218263" y="372777"/>
                </a:lnTo>
                <a:lnTo>
                  <a:pt x="220453" y="377600"/>
                </a:lnTo>
                <a:lnTo>
                  <a:pt x="221913" y="375897"/>
                </a:lnTo>
                <a:lnTo>
                  <a:pt x="222643" y="369687"/>
                </a:lnTo>
                <a:lnTo>
                  <a:pt x="224833" y="372876"/>
                </a:lnTo>
                <a:lnTo>
                  <a:pt x="227023" y="377093"/>
                </a:lnTo>
                <a:lnTo>
                  <a:pt x="229213" y="376109"/>
                </a:lnTo>
                <a:lnTo>
                  <a:pt x="231403" y="416434"/>
                </a:lnTo>
                <a:lnTo>
                  <a:pt x="232863" y="371580"/>
                </a:lnTo>
                <a:lnTo>
                  <a:pt x="234323" y="397006"/>
                </a:lnTo>
                <a:lnTo>
                  <a:pt x="236513" y="373674"/>
                </a:lnTo>
                <a:lnTo>
                  <a:pt x="237243" y="386839"/>
                </a:lnTo>
                <a:lnTo>
                  <a:pt x="240893" y="406961"/>
                </a:lnTo>
                <a:lnTo>
                  <a:pt x="242352" y="407902"/>
                </a:lnTo>
                <a:lnTo>
                  <a:pt x="243812" y="385682"/>
                </a:lnTo>
                <a:lnTo>
                  <a:pt x="245272" y="400668"/>
                </a:lnTo>
                <a:lnTo>
                  <a:pt x="246002" y="400950"/>
                </a:lnTo>
                <a:lnTo>
                  <a:pt x="247462" y="390352"/>
                </a:lnTo>
                <a:lnTo>
                  <a:pt x="248192" y="398382"/>
                </a:lnTo>
                <a:lnTo>
                  <a:pt x="248922" y="402415"/>
                </a:lnTo>
                <a:lnTo>
                  <a:pt x="250382" y="379904"/>
                </a:lnTo>
                <a:lnTo>
                  <a:pt x="251842" y="384611"/>
                </a:lnTo>
                <a:lnTo>
                  <a:pt x="254032" y="395566"/>
                </a:lnTo>
                <a:lnTo>
                  <a:pt x="254762" y="392092"/>
                </a:lnTo>
                <a:lnTo>
                  <a:pt x="256222" y="386445"/>
                </a:lnTo>
                <a:lnTo>
                  <a:pt x="256952" y="390238"/>
                </a:lnTo>
                <a:lnTo>
                  <a:pt x="257682" y="403837"/>
                </a:lnTo>
                <a:lnTo>
                  <a:pt x="259142" y="391405"/>
                </a:lnTo>
                <a:lnTo>
                  <a:pt x="259872" y="390461"/>
                </a:lnTo>
                <a:lnTo>
                  <a:pt x="260602" y="401930"/>
                </a:lnTo>
                <a:lnTo>
                  <a:pt x="262062" y="388707"/>
                </a:lnTo>
                <a:lnTo>
                  <a:pt x="262792" y="397555"/>
                </a:lnTo>
                <a:lnTo>
                  <a:pt x="263522" y="402854"/>
                </a:lnTo>
                <a:lnTo>
                  <a:pt x="264982" y="395919"/>
                </a:lnTo>
                <a:lnTo>
                  <a:pt x="265712" y="389042"/>
                </a:lnTo>
                <a:lnTo>
                  <a:pt x="266442" y="400384"/>
                </a:lnTo>
                <a:lnTo>
                  <a:pt x="270092" y="420928"/>
                </a:lnTo>
                <a:lnTo>
                  <a:pt x="270822" y="420392"/>
                </a:lnTo>
                <a:lnTo>
                  <a:pt x="272281" y="409895"/>
                </a:lnTo>
                <a:lnTo>
                  <a:pt x="273741" y="417025"/>
                </a:lnTo>
                <a:lnTo>
                  <a:pt x="275201" y="423424"/>
                </a:lnTo>
                <a:lnTo>
                  <a:pt x="277391" y="422087"/>
                </a:lnTo>
                <a:lnTo>
                  <a:pt x="278121" y="412579"/>
                </a:lnTo>
                <a:lnTo>
                  <a:pt x="279581" y="425878"/>
                </a:lnTo>
                <a:lnTo>
                  <a:pt x="281041" y="432652"/>
                </a:lnTo>
                <a:lnTo>
                  <a:pt x="282501" y="412918"/>
                </a:lnTo>
                <a:lnTo>
                  <a:pt x="283961" y="419194"/>
                </a:lnTo>
                <a:lnTo>
                  <a:pt x="286151" y="431531"/>
                </a:lnTo>
                <a:lnTo>
                  <a:pt x="286881" y="424633"/>
                </a:lnTo>
                <a:lnTo>
                  <a:pt x="287611" y="416460"/>
                </a:lnTo>
                <a:lnTo>
                  <a:pt x="289071" y="427095"/>
                </a:lnTo>
                <a:lnTo>
                  <a:pt x="289801" y="434693"/>
                </a:lnTo>
                <a:lnTo>
                  <a:pt x="291261" y="426250"/>
                </a:lnTo>
                <a:lnTo>
                  <a:pt x="292721" y="412669"/>
                </a:lnTo>
                <a:lnTo>
                  <a:pt x="294181" y="414030"/>
                </a:lnTo>
                <a:lnTo>
                  <a:pt x="297831" y="423663"/>
                </a:lnTo>
                <a:lnTo>
                  <a:pt x="299291" y="408839"/>
                </a:lnTo>
                <a:lnTo>
                  <a:pt x="300021" y="415586"/>
                </a:lnTo>
                <a:lnTo>
                  <a:pt x="301481" y="426240"/>
                </a:lnTo>
                <a:lnTo>
                  <a:pt x="302940" y="421003"/>
                </a:lnTo>
                <a:lnTo>
                  <a:pt x="303670" y="424017"/>
                </a:lnTo>
                <a:lnTo>
                  <a:pt x="304400" y="413386"/>
                </a:lnTo>
                <a:lnTo>
                  <a:pt x="305860" y="423377"/>
                </a:lnTo>
                <a:lnTo>
                  <a:pt x="308780" y="418149"/>
                </a:lnTo>
                <a:lnTo>
                  <a:pt x="309510" y="426078"/>
                </a:lnTo>
                <a:lnTo>
                  <a:pt x="310970" y="415603"/>
                </a:lnTo>
                <a:lnTo>
                  <a:pt x="311700" y="424306"/>
                </a:lnTo>
                <a:lnTo>
                  <a:pt x="312430" y="425355"/>
                </a:lnTo>
                <a:lnTo>
                  <a:pt x="313160" y="422377"/>
                </a:lnTo>
                <a:lnTo>
                  <a:pt x="314620" y="406730"/>
                </a:lnTo>
                <a:lnTo>
                  <a:pt x="315350" y="420677"/>
                </a:lnTo>
                <a:lnTo>
                  <a:pt x="316080" y="420218"/>
                </a:lnTo>
                <a:lnTo>
                  <a:pt x="316810" y="424738"/>
                </a:lnTo>
                <a:lnTo>
                  <a:pt x="318270" y="418417"/>
                </a:lnTo>
                <a:lnTo>
                  <a:pt x="319730" y="407613"/>
                </a:lnTo>
                <a:lnTo>
                  <a:pt x="320460" y="418967"/>
                </a:lnTo>
                <a:lnTo>
                  <a:pt x="321920" y="421226"/>
                </a:lnTo>
                <a:lnTo>
                  <a:pt x="326300" y="378176"/>
                </a:lnTo>
                <a:lnTo>
                  <a:pt x="328490" y="445910"/>
                </a:lnTo>
                <a:lnTo>
                  <a:pt x="329220" y="429379"/>
                </a:lnTo>
                <a:lnTo>
                  <a:pt x="329950" y="412721"/>
                </a:lnTo>
                <a:lnTo>
                  <a:pt x="331410" y="420430"/>
                </a:lnTo>
                <a:lnTo>
                  <a:pt x="332139" y="423062"/>
                </a:lnTo>
                <a:lnTo>
                  <a:pt x="332869" y="420476"/>
                </a:lnTo>
                <a:lnTo>
                  <a:pt x="333599" y="411744"/>
                </a:lnTo>
                <a:lnTo>
                  <a:pt x="335059" y="424633"/>
                </a:lnTo>
                <a:lnTo>
                  <a:pt x="336519" y="415307"/>
                </a:lnTo>
                <a:lnTo>
                  <a:pt x="337249" y="412567"/>
                </a:lnTo>
                <a:lnTo>
                  <a:pt x="337979" y="416020"/>
                </a:lnTo>
                <a:lnTo>
                  <a:pt x="339439" y="424476"/>
                </a:lnTo>
                <a:lnTo>
                  <a:pt x="340169" y="419286"/>
                </a:lnTo>
                <a:lnTo>
                  <a:pt x="341629" y="411599"/>
                </a:lnTo>
                <a:lnTo>
                  <a:pt x="342359" y="413795"/>
                </a:lnTo>
                <a:lnTo>
                  <a:pt x="343089" y="418373"/>
                </a:lnTo>
                <a:lnTo>
                  <a:pt x="344549" y="417556"/>
                </a:lnTo>
                <a:lnTo>
                  <a:pt x="346009" y="412441"/>
                </a:lnTo>
                <a:lnTo>
                  <a:pt x="346739" y="418973"/>
                </a:lnTo>
                <a:lnTo>
                  <a:pt x="347469" y="421967"/>
                </a:lnTo>
                <a:lnTo>
                  <a:pt x="348199" y="417334"/>
                </a:lnTo>
                <a:lnTo>
                  <a:pt x="348929" y="410699"/>
                </a:lnTo>
                <a:lnTo>
                  <a:pt x="350389" y="416486"/>
                </a:lnTo>
                <a:lnTo>
                  <a:pt x="351119" y="420904"/>
                </a:lnTo>
                <a:lnTo>
                  <a:pt x="352579" y="418315"/>
                </a:lnTo>
                <a:lnTo>
                  <a:pt x="354039" y="404007"/>
                </a:lnTo>
                <a:lnTo>
                  <a:pt x="355499" y="411455"/>
                </a:lnTo>
                <a:lnTo>
                  <a:pt x="357689" y="410534"/>
                </a:lnTo>
                <a:lnTo>
                  <a:pt x="358419" y="417451"/>
                </a:lnTo>
                <a:lnTo>
                  <a:pt x="359879" y="400100"/>
                </a:lnTo>
                <a:lnTo>
                  <a:pt x="361339" y="407128"/>
                </a:lnTo>
                <a:lnTo>
                  <a:pt x="362799" y="392540"/>
                </a:lnTo>
                <a:lnTo>
                  <a:pt x="363528" y="401129"/>
                </a:lnTo>
                <a:lnTo>
                  <a:pt x="364258" y="408176"/>
                </a:lnTo>
                <a:lnTo>
                  <a:pt x="365718" y="406120"/>
                </a:lnTo>
                <a:lnTo>
                  <a:pt x="367178" y="392165"/>
                </a:lnTo>
                <a:lnTo>
                  <a:pt x="368638" y="402284"/>
                </a:lnTo>
                <a:lnTo>
                  <a:pt x="369368" y="404607"/>
                </a:lnTo>
                <a:lnTo>
                  <a:pt x="371558" y="395005"/>
                </a:lnTo>
                <a:lnTo>
                  <a:pt x="372288" y="396396"/>
                </a:lnTo>
                <a:lnTo>
                  <a:pt x="373748" y="395315"/>
                </a:lnTo>
                <a:lnTo>
                  <a:pt x="375208" y="405563"/>
                </a:lnTo>
                <a:lnTo>
                  <a:pt x="378858" y="386866"/>
                </a:lnTo>
                <a:lnTo>
                  <a:pt x="379588" y="390961"/>
                </a:lnTo>
                <a:lnTo>
                  <a:pt x="382508" y="361519"/>
                </a:lnTo>
                <a:lnTo>
                  <a:pt x="383238" y="367015"/>
                </a:lnTo>
                <a:lnTo>
                  <a:pt x="383968" y="375646"/>
                </a:lnTo>
                <a:lnTo>
                  <a:pt x="384698" y="370146"/>
                </a:lnTo>
                <a:lnTo>
                  <a:pt x="385428" y="347981"/>
                </a:lnTo>
                <a:lnTo>
                  <a:pt x="386888" y="382328"/>
                </a:lnTo>
                <a:lnTo>
                  <a:pt x="392727" y="352250"/>
                </a:lnTo>
                <a:lnTo>
                  <a:pt x="395647" y="366403"/>
                </a:lnTo>
                <a:lnTo>
                  <a:pt x="397837" y="364351"/>
                </a:lnTo>
                <a:lnTo>
                  <a:pt x="398567" y="366079"/>
                </a:lnTo>
                <a:lnTo>
                  <a:pt x="400027" y="338747"/>
                </a:lnTo>
                <a:lnTo>
                  <a:pt x="401487" y="358158"/>
                </a:lnTo>
                <a:lnTo>
                  <a:pt x="402217" y="361671"/>
                </a:lnTo>
                <a:lnTo>
                  <a:pt x="403677" y="357351"/>
                </a:lnTo>
                <a:lnTo>
                  <a:pt x="404407" y="359924"/>
                </a:lnTo>
                <a:lnTo>
                  <a:pt x="405137" y="360676"/>
                </a:lnTo>
                <a:lnTo>
                  <a:pt x="405867" y="357993"/>
                </a:lnTo>
                <a:lnTo>
                  <a:pt x="407327" y="341654"/>
                </a:lnTo>
                <a:lnTo>
                  <a:pt x="408057" y="370725"/>
                </a:lnTo>
                <a:lnTo>
                  <a:pt x="409517" y="346805"/>
                </a:lnTo>
                <a:lnTo>
                  <a:pt x="410977" y="341479"/>
                </a:lnTo>
                <a:lnTo>
                  <a:pt x="413897" y="355506"/>
                </a:lnTo>
                <a:lnTo>
                  <a:pt x="415357" y="344479"/>
                </a:lnTo>
                <a:lnTo>
                  <a:pt x="416817" y="344852"/>
                </a:lnTo>
                <a:lnTo>
                  <a:pt x="417547" y="344718"/>
                </a:lnTo>
                <a:lnTo>
                  <a:pt x="419737" y="352113"/>
                </a:lnTo>
                <a:lnTo>
                  <a:pt x="423386" y="330616"/>
                </a:lnTo>
                <a:lnTo>
                  <a:pt x="424116" y="331901"/>
                </a:lnTo>
                <a:lnTo>
                  <a:pt x="424846" y="328627"/>
                </a:lnTo>
                <a:lnTo>
                  <a:pt x="425576" y="328506"/>
                </a:lnTo>
                <a:lnTo>
                  <a:pt x="426306" y="324611"/>
                </a:lnTo>
                <a:lnTo>
                  <a:pt x="427766" y="330253"/>
                </a:lnTo>
                <a:lnTo>
                  <a:pt x="430686" y="326658"/>
                </a:lnTo>
                <a:lnTo>
                  <a:pt x="431416" y="326577"/>
                </a:lnTo>
                <a:lnTo>
                  <a:pt x="434336" y="308629"/>
                </a:lnTo>
                <a:lnTo>
                  <a:pt x="435066" y="328308"/>
                </a:lnTo>
                <a:lnTo>
                  <a:pt x="437256" y="320390"/>
                </a:lnTo>
                <a:lnTo>
                  <a:pt x="437986" y="323344"/>
                </a:lnTo>
                <a:lnTo>
                  <a:pt x="438716" y="316017"/>
                </a:lnTo>
                <a:lnTo>
                  <a:pt x="442366" y="319928"/>
                </a:lnTo>
                <a:lnTo>
                  <a:pt x="446746" y="296978"/>
                </a:lnTo>
                <a:lnTo>
                  <a:pt x="443826" y="322009"/>
                </a:lnTo>
                <a:lnTo>
                  <a:pt x="447476" y="302674"/>
                </a:lnTo>
                <a:lnTo>
                  <a:pt x="450396" y="312544"/>
                </a:lnTo>
                <a:lnTo>
                  <a:pt x="451856" y="297814"/>
                </a:lnTo>
                <a:lnTo>
                  <a:pt x="452585" y="304306"/>
                </a:lnTo>
                <a:lnTo>
                  <a:pt x="453315" y="310626"/>
                </a:lnTo>
                <a:lnTo>
                  <a:pt x="454046" y="304960"/>
                </a:lnTo>
                <a:lnTo>
                  <a:pt x="454775" y="278014"/>
                </a:lnTo>
                <a:lnTo>
                  <a:pt x="456965" y="287905"/>
                </a:lnTo>
                <a:lnTo>
                  <a:pt x="458425" y="274397"/>
                </a:lnTo>
                <a:lnTo>
                  <a:pt x="459885" y="277654"/>
                </a:lnTo>
                <a:lnTo>
                  <a:pt x="462075" y="295773"/>
                </a:lnTo>
                <a:lnTo>
                  <a:pt x="464265" y="293373"/>
                </a:lnTo>
                <a:lnTo>
                  <a:pt x="466455" y="281540"/>
                </a:lnTo>
                <a:lnTo>
                  <a:pt x="467915" y="274793"/>
                </a:lnTo>
                <a:lnTo>
                  <a:pt x="468645" y="275059"/>
                </a:lnTo>
                <a:lnTo>
                  <a:pt x="473755" y="292716"/>
                </a:lnTo>
                <a:lnTo>
                  <a:pt x="476675" y="278478"/>
                </a:lnTo>
                <a:lnTo>
                  <a:pt x="478135" y="297475"/>
                </a:lnTo>
                <a:lnTo>
                  <a:pt x="478865" y="279612"/>
                </a:lnTo>
                <a:lnTo>
                  <a:pt x="482515" y="289751"/>
                </a:lnTo>
                <a:lnTo>
                  <a:pt x="485434" y="278344"/>
                </a:lnTo>
                <a:lnTo>
                  <a:pt x="486164" y="285291"/>
                </a:lnTo>
                <a:lnTo>
                  <a:pt x="487624" y="275327"/>
                </a:lnTo>
                <a:lnTo>
                  <a:pt x="488354" y="276632"/>
                </a:lnTo>
                <a:lnTo>
                  <a:pt x="490544" y="291398"/>
                </a:lnTo>
                <a:lnTo>
                  <a:pt x="491274" y="281234"/>
                </a:lnTo>
                <a:lnTo>
                  <a:pt x="492004" y="294740"/>
                </a:lnTo>
                <a:lnTo>
                  <a:pt x="492734" y="288111"/>
                </a:lnTo>
                <a:lnTo>
                  <a:pt x="494194" y="305787"/>
                </a:lnTo>
                <a:lnTo>
                  <a:pt x="495654" y="299569"/>
                </a:lnTo>
                <a:lnTo>
                  <a:pt x="496384" y="297418"/>
                </a:lnTo>
                <a:lnTo>
                  <a:pt x="497844" y="310349"/>
                </a:lnTo>
                <a:lnTo>
                  <a:pt x="498574" y="301251"/>
                </a:lnTo>
                <a:lnTo>
                  <a:pt x="501494" y="289613"/>
                </a:lnTo>
                <a:lnTo>
                  <a:pt x="502954" y="310737"/>
                </a:lnTo>
                <a:lnTo>
                  <a:pt x="503684" y="298002"/>
                </a:lnTo>
                <a:lnTo>
                  <a:pt x="505874" y="282413"/>
                </a:lnTo>
                <a:lnTo>
                  <a:pt x="507334" y="311063"/>
                </a:lnTo>
                <a:lnTo>
                  <a:pt x="508794" y="291832"/>
                </a:lnTo>
                <a:lnTo>
                  <a:pt x="510984" y="293258"/>
                </a:lnTo>
                <a:lnTo>
                  <a:pt x="512443" y="288622"/>
                </a:lnTo>
                <a:lnTo>
                  <a:pt x="513174" y="289581"/>
                </a:lnTo>
                <a:lnTo>
                  <a:pt x="513904" y="288540"/>
                </a:lnTo>
                <a:lnTo>
                  <a:pt x="517553" y="274334"/>
                </a:lnTo>
                <a:lnTo>
                  <a:pt x="518283" y="284640"/>
                </a:lnTo>
                <a:lnTo>
                  <a:pt x="519013" y="272676"/>
                </a:lnTo>
                <a:lnTo>
                  <a:pt x="519743" y="277310"/>
                </a:lnTo>
                <a:lnTo>
                  <a:pt x="520473" y="277965"/>
                </a:lnTo>
                <a:lnTo>
                  <a:pt x="521203" y="275945"/>
                </a:lnTo>
                <a:lnTo>
                  <a:pt x="524853" y="301271"/>
                </a:lnTo>
                <a:lnTo>
                  <a:pt x="529233" y="280214"/>
                </a:lnTo>
                <a:lnTo>
                  <a:pt x="529963" y="281259"/>
                </a:lnTo>
                <a:lnTo>
                  <a:pt x="531423" y="279417"/>
                </a:lnTo>
                <a:lnTo>
                  <a:pt x="532153" y="265874"/>
                </a:lnTo>
                <a:lnTo>
                  <a:pt x="534343" y="268976"/>
                </a:lnTo>
                <a:lnTo>
                  <a:pt x="535073" y="269712"/>
                </a:lnTo>
                <a:lnTo>
                  <a:pt x="539453" y="254761"/>
                </a:lnTo>
                <a:lnTo>
                  <a:pt x="540913" y="259667"/>
                </a:lnTo>
                <a:lnTo>
                  <a:pt x="542373" y="255887"/>
                </a:lnTo>
                <a:lnTo>
                  <a:pt x="545292" y="253050"/>
                </a:lnTo>
                <a:lnTo>
                  <a:pt x="546752" y="259288"/>
                </a:lnTo>
                <a:lnTo>
                  <a:pt x="547482" y="254213"/>
                </a:lnTo>
                <a:lnTo>
                  <a:pt x="548212" y="249296"/>
                </a:lnTo>
                <a:lnTo>
                  <a:pt x="548942" y="259782"/>
                </a:lnTo>
                <a:lnTo>
                  <a:pt x="549672" y="280064"/>
                </a:lnTo>
                <a:lnTo>
                  <a:pt x="550402" y="270678"/>
                </a:lnTo>
                <a:lnTo>
                  <a:pt x="551132" y="241850"/>
                </a:lnTo>
                <a:lnTo>
                  <a:pt x="553322" y="252485"/>
                </a:lnTo>
                <a:lnTo>
                  <a:pt x="555512" y="237962"/>
                </a:lnTo>
                <a:lnTo>
                  <a:pt x="556242" y="238718"/>
                </a:lnTo>
                <a:lnTo>
                  <a:pt x="557702" y="248911"/>
                </a:lnTo>
                <a:lnTo>
                  <a:pt x="559162" y="242103"/>
                </a:lnTo>
                <a:lnTo>
                  <a:pt x="560622" y="229171"/>
                </a:lnTo>
                <a:lnTo>
                  <a:pt x="561352" y="242979"/>
                </a:lnTo>
                <a:lnTo>
                  <a:pt x="562082" y="235275"/>
                </a:lnTo>
                <a:lnTo>
                  <a:pt x="564272" y="232771"/>
                </a:lnTo>
                <a:lnTo>
                  <a:pt x="565002" y="241836"/>
                </a:lnTo>
                <a:lnTo>
                  <a:pt x="565732" y="227065"/>
                </a:lnTo>
                <a:lnTo>
                  <a:pt x="567922" y="218492"/>
                </a:lnTo>
                <a:lnTo>
                  <a:pt x="569382" y="222473"/>
                </a:lnTo>
                <a:lnTo>
                  <a:pt x="570112" y="221477"/>
                </a:lnTo>
                <a:lnTo>
                  <a:pt x="571572" y="223309"/>
                </a:lnTo>
                <a:lnTo>
                  <a:pt x="572302" y="225221"/>
                </a:lnTo>
                <a:lnTo>
                  <a:pt x="573032" y="220178"/>
                </a:lnTo>
                <a:lnTo>
                  <a:pt x="577411" y="188220"/>
                </a:lnTo>
                <a:lnTo>
                  <a:pt x="578141" y="200274"/>
                </a:lnTo>
                <a:lnTo>
                  <a:pt x="578871" y="198523"/>
                </a:lnTo>
                <a:lnTo>
                  <a:pt x="580331" y="225252"/>
                </a:lnTo>
                <a:lnTo>
                  <a:pt x="581061" y="205449"/>
                </a:lnTo>
                <a:lnTo>
                  <a:pt x="582521" y="207242"/>
                </a:lnTo>
                <a:lnTo>
                  <a:pt x="583981" y="194832"/>
                </a:lnTo>
                <a:lnTo>
                  <a:pt x="587631" y="190356"/>
                </a:lnTo>
                <a:lnTo>
                  <a:pt x="588361" y="193538"/>
                </a:lnTo>
                <a:lnTo>
                  <a:pt x="589821" y="192009"/>
                </a:lnTo>
                <a:lnTo>
                  <a:pt x="593471" y="167861"/>
                </a:lnTo>
                <a:lnTo>
                  <a:pt x="594201" y="166420"/>
                </a:lnTo>
                <a:lnTo>
                  <a:pt x="594931" y="169210"/>
                </a:lnTo>
                <a:lnTo>
                  <a:pt x="595661" y="173173"/>
                </a:lnTo>
                <a:lnTo>
                  <a:pt x="596391" y="170899"/>
                </a:lnTo>
                <a:lnTo>
                  <a:pt x="600771" y="152048"/>
                </a:lnTo>
                <a:lnTo>
                  <a:pt x="602961" y="158252"/>
                </a:lnTo>
                <a:lnTo>
                  <a:pt x="604420" y="157682"/>
                </a:lnTo>
                <a:lnTo>
                  <a:pt x="606610" y="147699"/>
                </a:lnTo>
                <a:lnTo>
                  <a:pt x="608070" y="149142"/>
                </a:lnTo>
                <a:lnTo>
                  <a:pt x="612450" y="152822"/>
                </a:lnTo>
                <a:lnTo>
                  <a:pt x="616830" y="137020"/>
                </a:lnTo>
                <a:lnTo>
                  <a:pt x="618290" y="143109"/>
                </a:lnTo>
                <a:lnTo>
                  <a:pt x="619020" y="139933"/>
                </a:lnTo>
                <a:lnTo>
                  <a:pt x="621940" y="130953"/>
                </a:lnTo>
                <a:lnTo>
                  <a:pt x="625590" y="145665"/>
                </a:lnTo>
                <a:lnTo>
                  <a:pt x="629240" y="123682"/>
                </a:lnTo>
                <a:lnTo>
                  <a:pt x="630700" y="138627"/>
                </a:lnTo>
                <a:lnTo>
                  <a:pt x="632160" y="137082"/>
                </a:lnTo>
                <a:lnTo>
                  <a:pt x="636539" y="126105"/>
                </a:lnTo>
                <a:lnTo>
                  <a:pt x="638729" y="129001"/>
                </a:lnTo>
                <a:lnTo>
                  <a:pt x="639459" y="125786"/>
                </a:lnTo>
                <a:lnTo>
                  <a:pt x="642379" y="119247"/>
                </a:lnTo>
                <a:lnTo>
                  <a:pt x="643109" y="121903"/>
                </a:lnTo>
                <a:lnTo>
                  <a:pt x="643839" y="123789"/>
                </a:lnTo>
                <a:lnTo>
                  <a:pt x="644569" y="118228"/>
                </a:lnTo>
                <a:lnTo>
                  <a:pt x="645299" y="124393"/>
                </a:lnTo>
                <a:lnTo>
                  <a:pt x="646029" y="123057"/>
                </a:lnTo>
                <a:lnTo>
                  <a:pt x="646759" y="122362"/>
                </a:lnTo>
                <a:lnTo>
                  <a:pt x="649679" y="113149"/>
                </a:lnTo>
                <a:lnTo>
                  <a:pt x="650409" y="117234"/>
                </a:lnTo>
                <a:lnTo>
                  <a:pt x="651139" y="112429"/>
                </a:lnTo>
                <a:lnTo>
                  <a:pt x="651869" y="108140"/>
                </a:lnTo>
                <a:lnTo>
                  <a:pt x="652599" y="114882"/>
                </a:lnTo>
                <a:lnTo>
                  <a:pt x="653329" y="111638"/>
                </a:lnTo>
                <a:lnTo>
                  <a:pt x="654059" y="116994"/>
                </a:lnTo>
                <a:lnTo>
                  <a:pt x="655519" y="109851"/>
                </a:lnTo>
                <a:lnTo>
                  <a:pt x="656249" y="110712"/>
                </a:lnTo>
                <a:lnTo>
                  <a:pt x="656979" y="106973"/>
                </a:lnTo>
                <a:lnTo>
                  <a:pt x="657709" y="108562"/>
                </a:lnTo>
                <a:lnTo>
                  <a:pt x="658439" y="132916"/>
                </a:lnTo>
                <a:lnTo>
                  <a:pt x="659899" y="107488"/>
                </a:lnTo>
                <a:lnTo>
                  <a:pt x="665009" y="98511"/>
                </a:lnTo>
                <a:lnTo>
                  <a:pt x="666469" y="104214"/>
                </a:lnTo>
                <a:lnTo>
                  <a:pt x="667198" y="101630"/>
                </a:lnTo>
                <a:lnTo>
                  <a:pt x="669388" y="91889"/>
                </a:lnTo>
                <a:lnTo>
                  <a:pt x="670848" y="94909"/>
                </a:lnTo>
                <a:lnTo>
                  <a:pt x="672308" y="100346"/>
                </a:lnTo>
                <a:lnTo>
                  <a:pt x="673038" y="96474"/>
                </a:lnTo>
                <a:lnTo>
                  <a:pt x="674498" y="85127"/>
                </a:lnTo>
                <a:lnTo>
                  <a:pt x="675958" y="89708"/>
                </a:lnTo>
                <a:lnTo>
                  <a:pt x="684718" y="68071"/>
                </a:lnTo>
                <a:lnTo>
                  <a:pt x="689098" y="59786"/>
                </a:lnTo>
                <a:lnTo>
                  <a:pt x="692018" y="54076"/>
                </a:lnTo>
                <a:lnTo>
                  <a:pt x="693478" y="49492"/>
                </a:lnTo>
                <a:lnTo>
                  <a:pt x="694208" y="52057"/>
                </a:lnTo>
                <a:lnTo>
                  <a:pt x="694938" y="57501"/>
                </a:lnTo>
                <a:lnTo>
                  <a:pt x="695668" y="47724"/>
                </a:lnTo>
                <a:lnTo>
                  <a:pt x="696397" y="48273"/>
                </a:lnTo>
                <a:lnTo>
                  <a:pt x="704427" y="23429"/>
                </a:lnTo>
                <a:lnTo>
                  <a:pt x="713917" y="4377"/>
                </a:lnTo>
                <a:lnTo>
                  <a:pt x="718297" y="6656"/>
                </a:lnTo>
                <a:lnTo>
                  <a:pt x="719027" y="0"/>
                </a:lnTo>
                <a:lnTo>
                  <a:pt x="720487" y="7947"/>
                </a:lnTo>
                <a:lnTo>
                  <a:pt x="721217" y="7306"/>
                </a:lnTo>
                <a:lnTo>
                  <a:pt x="721947" y="9758"/>
                </a:lnTo>
                <a:lnTo>
                  <a:pt x="723407" y="14139"/>
                </a:lnTo>
                <a:lnTo>
                  <a:pt x="725596" y="13171"/>
                </a:lnTo>
                <a:lnTo>
                  <a:pt x="726326" y="11825"/>
                </a:lnTo>
                <a:lnTo>
                  <a:pt x="729246" y="33104"/>
                </a:lnTo>
                <a:lnTo>
                  <a:pt x="729976" y="17052"/>
                </a:lnTo>
                <a:lnTo>
                  <a:pt x="732166" y="22525"/>
                </a:lnTo>
                <a:lnTo>
                  <a:pt x="733626" y="29274"/>
                </a:lnTo>
                <a:lnTo>
                  <a:pt x="734356" y="32425"/>
                </a:lnTo>
                <a:lnTo>
                  <a:pt x="736546" y="31483"/>
                </a:lnTo>
                <a:lnTo>
                  <a:pt x="737276" y="31995"/>
                </a:lnTo>
                <a:lnTo>
                  <a:pt x="740926" y="52948"/>
                </a:lnTo>
                <a:lnTo>
                  <a:pt x="742386" y="33416"/>
                </a:lnTo>
                <a:lnTo>
                  <a:pt x="743846" y="36146"/>
                </a:lnTo>
                <a:lnTo>
                  <a:pt x="744576" y="51743"/>
                </a:lnTo>
                <a:lnTo>
                  <a:pt x="746766" y="42420"/>
                </a:lnTo>
                <a:lnTo>
                  <a:pt x="748956" y="50866"/>
                </a:lnTo>
                <a:lnTo>
                  <a:pt x="749686" y="45450"/>
                </a:lnTo>
                <a:lnTo>
                  <a:pt x="752606" y="59528"/>
                </a:lnTo>
                <a:lnTo>
                  <a:pt x="753336" y="55741"/>
                </a:lnTo>
                <a:lnTo>
                  <a:pt x="754066" y="50237"/>
                </a:lnTo>
                <a:lnTo>
                  <a:pt x="754795" y="65370"/>
                </a:lnTo>
                <a:lnTo>
                  <a:pt x="756986" y="58679"/>
                </a:lnTo>
                <a:lnTo>
                  <a:pt x="759175" y="54981"/>
                </a:lnTo>
                <a:lnTo>
                  <a:pt x="759905" y="60634"/>
                </a:lnTo>
                <a:lnTo>
                  <a:pt x="760635" y="30473"/>
                </a:lnTo>
                <a:lnTo>
                  <a:pt x="762825" y="43804"/>
                </a:lnTo>
                <a:lnTo>
                  <a:pt x="763555" y="39870"/>
                </a:lnTo>
                <a:lnTo>
                  <a:pt x="764285" y="49533"/>
                </a:lnTo>
                <a:lnTo>
                  <a:pt x="765015" y="45186"/>
                </a:lnTo>
                <a:lnTo>
                  <a:pt x="767205" y="43189"/>
                </a:lnTo>
                <a:lnTo>
                  <a:pt x="768665" y="46039"/>
                </a:lnTo>
                <a:lnTo>
                  <a:pt x="769395" y="43359"/>
                </a:lnTo>
                <a:lnTo>
                  <a:pt x="770855" y="35872"/>
                </a:lnTo>
                <a:lnTo>
                  <a:pt x="771585" y="36963"/>
                </a:lnTo>
                <a:lnTo>
                  <a:pt x="772315" y="46514"/>
                </a:lnTo>
                <a:lnTo>
                  <a:pt x="773045" y="32485"/>
                </a:lnTo>
                <a:lnTo>
                  <a:pt x="774505" y="45518"/>
                </a:lnTo>
                <a:lnTo>
                  <a:pt x="776695" y="37856"/>
                </a:lnTo>
                <a:lnTo>
                  <a:pt x="777425" y="40331"/>
                </a:lnTo>
                <a:lnTo>
                  <a:pt x="779615" y="45188"/>
                </a:lnTo>
                <a:lnTo>
                  <a:pt x="780345" y="38069"/>
                </a:lnTo>
                <a:lnTo>
                  <a:pt x="781805" y="48754"/>
                </a:lnTo>
                <a:lnTo>
                  <a:pt x="784725" y="35512"/>
                </a:lnTo>
                <a:lnTo>
                  <a:pt x="785455" y="41322"/>
                </a:lnTo>
                <a:lnTo>
                  <a:pt x="786185" y="42743"/>
                </a:lnTo>
                <a:lnTo>
                  <a:pt x="789104" y="34792"/>
                </a:lnTo>
                <a:lnTo>
                  <a:pt x="789834" y="39132"/>
                </a:lnTo>
                <a:lnTo>
                  <a:pt x="791294" y="34479"/>
                </a:lnTo>
                <a:lnTo>
                  <a:pt x="793484" y="39107"/>
                </a:lnTo>
                <a:lnTo>
                  <a:pt x="794214" y="36580"/>
                </a:lnTo>
                <a:lnTo>
                  <a:pt x="795674" y="42629"/>
                </a:lnTo>
                <a:lnTo>
                  <a:pt x="797134" y="41223"/>
                </a:lnTo>
                <a:lnTo>
                  <a:pt x="798594" y="36853"/>
                </a:lnTo>
                <a:lnTo>
                  <a:pt x="800054" y="41258"/>
                </a:lnTo>
                <a:lnTo>
                  <a:pt x="801514" y="47635"/>
                </a:lnTo>
                <a:lnTo>
                  <a:pt x="802244" y="39197"/>
                </a:lnTo>
                <a:lnTo>
                  <a:pt x="802974" y="34922"/>
                </a:lnTo>
                <a:lnTo>
                  <a:pt x="803704" y="36270"/>
                </a:lnTo>
                <a:lnTo>
                  <a:pt x="805164" y="46348"/>
                </a:lnTo>
                <a:lnTo>
                  <a:pt x="806624" y="40336"/>
                </a:lnTo>
                <a:lnTo>
                  <a:pt x="808814" y="53813"/>
                </a:lnTo>
                <a:lnTo>
                  <a:pt x="809544" y="50886"/>
                </a:lnTo>
                <a:lnTo>
                  <a:pt x="812464" y="36602"/>
                </a:lnTo>
                <a:lnTo>
                  <a:pt x="813194" y="37801"/>
                </a:lnTo>
                <a:lnTo>
                  <a:pt x="814654" y="51366"/>
                </a:lnTo>
                <a:lnTo>
                  <a:pt x="818303" y="87041"/>
                </a:lnTo>
                <a:lnTo>
                  <a:pt x="819033" y="81250"/>
                </a:lnTo>
                <a:lnTo>
                  <a:pt x="819763" y="78510"/>
                </a:lnTo>
                <a:lnTo>
                  <a:pt x="820493" y="81898"/>
                </a:lnTo>
                <a:lnTo>
                  <a:pt x="836553" y="160351"/>
                </a:lnTo>
                <a:lnTo>
                  <a:pt x="837283" y="154336"/>
                </a:lnTo>
                <a:lnTo>
                  <a:pt x="838013" y="160063"/>
                </a:lnTo>
                <a:lnTo>
                  <a:pt x="841663" y="186046"/>
                </a:lnTo>
                <a:lnTo>
                  <a:pt x="842393" y="181283"/>
                </a:lnTo>
                <a:lnTo>
                  <a:pt x="843123" y="178621"/>
                </a:lnTo>
                <a:lnTo>
                  <a:pt x="847502" y="204600"/>
                </a:lnTo>
                <a:lnTo>
                  <a:pt x="850422" y="216618"/>
                </a:lnTo>
                <a:lnTo>
                  <a:pt x="851152" y="213232"/>
                </a:lnTo>
                <a:lnTo>
                  <a:pt x="851882" y="213664"/>
                </a:lnTo>
                <a:lnTo>
                  <a:pt x="854802" y="236643"/>
                </a:lnTo>
                <a:lnTo>
                  <a:pt x="855532" y="236462"/>
                </a:lnTo>
                <a:lnTo>
                  <a:pt x="856262" y="236372"/>
                </a:lnTo>
                <a:lnTo>
                  <a:pt x="864292" y="278444"/>
                </a:lnTo>
                <a:lnTo>
                  <a:pt x="867942" y="292429"/>
                </a:lnTo>
                <a:lnTo>
                  <a:pt x="873782" y="306844"/>
                </a:lnTo>
                <a:lnTo>
                  <a:pt x="874512" y="305655"/>
                </a:lnTo>
                <a:lnTo>
                  <a:pt x="875242" y="305318"/>
                </a:lnTo>
                <a:lnTo>
                  <a:pt x="878892" y="316300"/>
                </a:lnTo>
                <a:lnTo>
                  <a:pt x="879621" y="314165"/>
                </a:lnTo>
                <a:lnTo>
                  <a:pt x="881081" y="316073"/>
                </a:lnTo>
                <a:lnTo>
                  <a:pt x="886921" y="326176"/>
                </a:lnTo>
                <a:lnTo>
                  <a:pt x="888381" y="323388"/>
                </a:lnTo>
                <a:lnTo>
                  <a:pt x="891301" y="341791"/>
                </a:lnTo>
                <a:lnTo>
                  <a:pt x="892761" y="338710"/>
                </a:lnTo>
                <a:lnTo>
                  <a:pt x="894221" y="343411"/>
                </a:lnTo>
                <a:lnTo>
                  <a:pt x="895681" y="333895"/>
                </a:lnTo>
                <a:lnTo>
                  <a:pt x="896411" y="341479"/>
                </a:lnTo>
                <a:lnTo>
                  <a:pt x="898601" y="339437"/>
                </a:lnTo>
                <a:lnTo>
                  <a:pt x="901521" y="338758"/>
                </a:lnTo>
                <a:lnTo>
                  <a:pt x="902981" y="341873"/>
                </a:lnTo>
                <a:lnTo>
                  <a:pt x="905901" y="349007"/>
                </a:lnTo>
                <a:lnTo>
                  <a:pt x="906631" y="350204"/>
                </a:lnTo>
                <a:lnTo>
                  <a:pt x="907361" y="348035"/>
                </a:lnTo>
                <a:lnTo>
                  <a:pt x="908090" y="348248"/>
                </a:lnTo>
                <a:lnTo>
                  <a:pt x="911010" y="350055"/>
                </a:lnTo>
                <a:lnTo>
                  <a:pt x="918310" y="356714"/>
                </a:lnTo>
                <a:lnTo>
                  <a:pt x="924880" y="352149"/>
                </a:lnTo>
                <a:lnTo>
                  <a:pt x="933640" y="374364"/>
                </a:lnTo>
                <a:lnTo>
                  <a:pt x="935100" y="370640"/>
                </a:lnTo>
                <a:lnTo>
                  <a:pt x="936560" y="373384"/>
                </a:lnTo>
                <a:lnTo>
                  <a:pt x="943129" y="383267"/>
                </a:lnTo>
                <a:lnTo>
                  <a:pt x="947509" y="394926"/>
                </a:lnTo>
                <a:lnTo>
                  <a:pt x="948239" y="394054"/>
                </a:lnTo>
                <a:lnTo>
                  <a:pt x="948969" y="393606"/>
                </a:lnTo>
                <a:lnTo>
                  <a:pt x="949699" y="395622"/>
                </a:lnTo>
                <a:lnTo>
                  <a:pt x="963569" y="427725"/>
                </a:lnTo>
                <a:lnTo>
                  <a:pt x="967949" y="446352"/>
                </a:lnTo>
                <a:lnTo>
                  <a:pt x="968678" y="447784"/>
                </a:lnTo>
                <a:lnTo>
                  <a:pt x="969408" y="445847"/>
                </a:lnTo>
                <a:lnTo>
                  <a:pt x="970138" y="442535"/>
                </a:lnTo>
                <a:lnTo>
                  <a:pt x="970868" y="447686"/>
                </a:lnTo>
                <a:lnTo>
                  <a:pt x="971598" y="446352"/>
                </a:lnTo>
                <a:lnTo>
                  <a:pt x="978168" y="444166"/>
                </a:lnTo>
                <a:lnTo>
                  <a:pt x="981818" y="447270"/>
                </a:lnTo>
                <a:lnTo>
                  <a:pt x="984738" y="447038"/>
                </a:lnTo>
                <a:lnTo>
                  <a:pt x="989118" y="449953"/>
                </a:lnTo>
                <a:lnTo>
                  <a:pt x="992768" y="446496"/>
                </a:lnTo>
                <a:lnTo>
                  <a:pt x="998608" y="448154"/>
                </a:lnTo>
                <a:lnTo>
                  <a:pt x="999338" y="452326"/>
                </a:lnTo>
                <a:lnTo>
                  <a:pt x="1001527" y="450904"/>
                </a:lnTo>
                <a:lnTo>
                  <a:pt x="1008097" y="463562"/>
                </a:lnTo>
                <a:lnTo>
                  <a:pt x="1012477" y="473615"/>
                </a:lnTo>
                <a:lnTo>
                  <a:pt x="1016127" y="479447"/>
                </a:lnTo>
                <a:lnTo>
                  <a:pt x="1021237" y="491534"/>
                </a:lnTo>
                <a:lnTo>
                  <a:pt x="1026347" y="503613"/>
                </a:lnTo>
                <a:lnTo>
                  <a:pt x="1030726" y="510726"/>
                </a:lnTo>
                <a:lnTo>
                  <a:pt x="1032186" y="513007"/>
                </a:lnTo>
                <a:lnTo>
                  <a:pt x="1035836" y="517893"/>
                </a:lnTo>
                <a:lnTo>
                  <a:pt x="1038756" y="519169"/>
                </a:lnTo>
                <a:lnTo>
                  <a:pt x="1043136" y="523248"/>
                </a:lnTo>
                <a:lnTo>
                  <a:pt x="1043866" y="521468"/>
                </a:lnTo>
                <a:lnTo>
                  <a:pt x="1045326" y="523421"/>
                </a:lnTo>
                <a:lnTo>
                  <a:pt x="1052626" y="521778"/>
                </a:lnTo>
                <a:lnTo>
                  <a:pt x="1054816" y="514560"/>
                </a:lnTo>
                <a:lnTo>
                  <a:pt x="1055546" y="515879"/>
                </a:lnTo>
                <a:lnTo>
                  <a:pt x="1057006" y="518548"/>
                </a:lnTo>
                <a:lnTo>
                  <a:pt x="1057735" y="515360"/>
                </a:lnTo>
                <a:lnTo>
                  <a:pt x="1060655" y="518974"/>
                </a:lnTo>
                <a:lnTo>
                  <a:pt x="1065035" y="506445"/>
                </a:lnTo>
                <a:lnTo>
                  <a:pt x="1065765" y="506656"/>
                </a:lnTo>
                <a:lnTo>
                  <a:pt x="1068685" y="502679"/>
                </a:lnTo>
                <a:lnTo>
                  <a:pt x="1070145" y="510781"/>
                </a:lnTo>
                <a:lnTo>
                  <a:pt x="1073795" y="493621"/>
                </a:lnTo>
                <a:lnTo>
                  <a:pt x="1083285" y="457610"/>
                </a:lnTo>
                <a:lnTo>
                  <a:pt x="1089125" y="427737"/>
                </a:lnTo>
                <a:lnTo>
                  <a:pt x="1094964" y="408012"/>
                </a:lnTo>
                <a:lnTo>
                  <a:pt x="1095694" y="408552"/>
                </a:lnTo>
                <a:lnTo>
                  <a:pt x="1096424" y="406392"/>
                </a:lnTo>
                <a:lnTo>
                  <a:pt x="1100074" y="387778"/>
                </a:lnTo>
                <a:lnTo>
                  <a:pt x="1100804" y="390054"/>
                </a:lnTo>
                <a:lnTo>
                  <a:pt x="1101534" y="385516"/>
                </a:lnTo>
                <a:lnTo>
                  <a:pt x="1102264" y="387653"/>
                </a:lnTo>
                <a:lnTo>
                  <a:pt x="1107374" y="361298"/>
                </a:lnTo>
                <a:lnTo>
                  <a:pt x="1108104" y="362125"/>
                </a:lnTo>
                <a:lnTo>
                  <a:pt x="1109564" y="353598"/>
                </a:lnTo>
                <a:lnTo>
                  <a:pt x="1110294" y="357386"/>
                </a:lnTo>
                <a:lnTo>
                  <a:pt x="1112484" y="365137"/>
                </a:lnTo>
                <a:lnTo>
                  <a:pt x="1114674" y="344394"/>
                </a:lnTo>
                <a:lnTo>
                  <a:pt x="1116134" y="351959"/>
                </a:lnTo>
                <a:lnTo>
                  <a:pt x="1116864" y="353073"/>
                </a:lnTo>
                <a:lnTo>
                  <a:pt x="1117594" y="351085"/>
                </a:lnTo>
                <a:lnTo>
                  <a:pt x="1121243" y="336561"/>
                </a:lnTo>
                <a:lnTo>
                  <a:pt x="1124163" y="348836"/>
                </a:lnTo>
                <a:lnTo>
                  <a:pt x="1124893" y="347042"/>
                </a:lnTo>
                <a:lnTo>
                  <a:pt x="1127813" y="331399"/>
                </a:lnTo>
                <a:lnTo>
                  <a:pt x="1128543" y="332255"/>
                </a:lnTo>
                <a:lnTo>
                  <a:pt x="1131463" y="344786"/>
                </a:lnTo>
                <a:lnTo>
                  <a:pt x="1132193" y="331217"/>
                </a:lnTo>
                <a:lnTo>
                  <a:pt x="1134383" y="334681"/>
                </a:lnTo>
                <a:lnTo>
                  <a:pt x="1136573" y="352220"/>
                </a:lnTo>
                <a:lnTo>
                  <a:pt x="1137303" y="346399"/>
                </a:lnTo>
                <a:lnTo>
                  <a:pt x="1138763" y="336281"/>
                </a:lnTo>
                <a:lnTo>
                  <a:pt x="1139493" y="338540"/>
                </a:lnTo>
                <a:lnTo>
                  <a:pt x="1143143" y="360334"/>
                </a:lnTo>
                <a:lnTo>
                  <a:pt x="1143873" y="367252"/>
                </a:lnTo>
                <a:lnTo>
                  <a:pt x="1144603" y="360531"/>
                </a:lnTo>
                <a:lnTo>
                  <a:pt x="1146063" y="348229"/>
                </a:lnTo>
                <a:lnTo>
                  <a:pt x="1146793" y="353475"/>
                </a:lnTo>
                <a:lnTo>
                  <a:pt x="1147523" y="364830"/>
                </a:lnTo>
                <a:lnTo>
                  <a:pt x="1148983" y="350411"/>
                </a:lnTo>
                <a:lnTo>
                  <a:pt x="1150442" y="350304"/>
                </a:lnTo>
                <a:lnTo>
                  <a:pt x="1153362" y="370817"/>
                </a:lnTo>
                <a:lnTo>
                  <a:pt x="1154092" y="363832"/>
                </a:lnTo>
                <a:lnTo>
                  <a:pt x="1154822" y="363535"/>
                </a:lnTo>
                <a:lnTo>
                  <a:pt x="1157012" y="375239"/>
                </a:lnTo>
                <a:lnTo>
                  <a:pt x="1157742" y="372752"/>
                </a:lnTo>
                <a:lnTo>
                  <a:pt x="1158472" y="367422"/>
                </a:lnTo>
                <a:lnTo>
                  <a:pt x="1159202" y="375831"/>
                </a:lnTo>
                <a:lnTo>
                  <a:pt x="1160662" y="369872"/>
                </a:lnTo>
                <a:lnTo>
                  <a:pt x="1164312" y="398119"/>
                </a:lnTo>
                <a:lnTo>
                  <a:pt x="1165772" y="388446"/>
                </a:lnTo>
                <a:lnTo>
                  <a:pt x="1166502" y="393804"/>
                </a:lnTo>
                <a:lnTo>
                  <a:pt x="1167232" y="397358"/>
                </a:lnTo>
                <a:lnTo>
                  <a:pt x="1167962" y="390155"/>
                </a:lnTo>
                <a:lnTo>
                  <a:pt x="1168692" y="389677"/>
                </a:lnTo>
                <a:lnTo>
                  <a:pt x="1170882" y="411063"/>
                </a:lnTo>
                <a:lnTo>
                  <a:pt x="1172342" y="403812"/>
                </a:lnTo>
                <a:lnTo>
                  <a:pt x="1173802" y="407465"/>
                </a:lnTo>
                <a:lnTo>
                  <a:pt x="1174532" y="411363"/>
                </a:lnTo>
                <a:lnTo>
                  <a:pt x="1175262" y="395339"/>
                </a:lnTo>
                <a:lnTo>
                  <a:pt x="1176722" y="415633"/>
                </a:lnTo>
                <a:lnTo>
                  <a:pt x="1178181" y="422718"/>
                </a:lnTo>
                <a:lnTo>
                  <a:pt x="1179641" y="420019"/>
                </a:lnTo>
                <a:lnTo>
                  <a:pt x="1180371" y="420041"/>
                </a:lnTo>
                <a:lnTo>
                  <a:pt x="1184751" y="442426"/>
                </a:lnTo>
                <a:lnTo>
                  <a:pt x="1186941" y="430475"/>
                </a:lnTo>
                <a:lnTo>
                  <a:pt x="1187671" y="434229"/>
                </a:lnTo>
                <a:lnTo>
                  <a:pt x="1190591" y="447629"/>
                </a:lnTo>
                <a:lnTo>
                  <a:pt x="1191321" y="446558"/>
                </a:lnTo>
                <a:lnTo>
                  <a:pt x="1192051" y="441606"/>
                </a:lnTo>
                <a:lnTo>
                  <a:pt x="1192781" y="450667"/>
                </a:lnTo>
                <a:lnTo>
                  <a:pt x="1194241" y="443784"/>
                </a:lnTo>
                <a:lnTo>
                  <a:pt x="1197161" y="452147"/>
                </a:lnTo>
                <a:lnTo>
                  <a:pt x="1200811" y="467508"/>
                </a:lnTo>
                <a:lnTo>
                  <a:pt x="1201541" y="457197"/>
                </a:lnTo>
                <a:lnTo>
                  <a:pt x="1203731" y="459882"/>
                </a:lnTo>
                <a:lnTo>
                  <a:pt x="1206651" y="469489"/>
                </a:lnTo>
                <a:lnTo>
                  <a:pt x="1208111" y="467868"/>
                </a:lnTo>
                <a:lnTo>
                  <a:pt x="1208841" y="461932"/>
                </a:lnTo>
                <a:lnTo>
                  <a:pt x="1209571" y="469119"/>
                </a:lnTo>
                <a:lnTo>
                  <a:pt x="1210301" y="466342"/>
                </a:lnTo>
                <a:lnTo>
                  <a:pt x="1214680" y="476342"/>
                </a:lnTo>
                <a:lnTo>
                  <a:pt x="1216140" y="474367"/>
                </a:lnTo>
                <a:lnTo>
                  <a:pt x="1216870" y="472849"/>
                </a:lnTo>
                <a:lnTo>
                  <a:pt x="1217600" y="476374"/>
                </a:lnTo>
                <a:lnTo>
                  <a:pt x="1219060" y="476689"/>
                </a:lnTo>
                <a:lnTo>
                  <a:pt x="1219790" y="471449"/>
                </a:lnTo>
                <a:lnTo>
                  <a:pt x="1220520" y="476954"/>
                </a:lnTo>
                <a:lnTo>
                  <a:pt x="1221250" y="487610"/>
                </a:lnTo>
                <a:lnTo>
                  <a:pt x="1221980" y="478257"/>
                </a:lnTo>
                <a:lnTo>
                  <a:pt x="1222710" y="466183"/>
                </a:lnTo>
                <a:lnTo>
                  <a:pt x="1224170" y="483294"/>
                </a:lnTo>
                <a:lnTo>
                  <a:pt x="1224900" y="481271"/>
                </a:lnTo>
                <a:lnTo>
                  <a:pt x="1225630" y="482711"/>
                </a:lnTo>
                <a:lnTo>
                  <a:pt x="1227090" y="491038"/>
                </a:lnTo>
                <a:lnTo>
                  <a:pt x="1228550" y="488385"/>
                </a:lnTo>
                <a:lnTo>
                  <a:pt x="1230010" y="485043"/>
                </a:lnTo>
                <a:lnTo>
                  <a:pt x="1230740" y="489669"/>
                </a:lnTo>
                <a:lnTo>
                  <a:pt x="1233660" y="491886"/>
                </a:lnTo>
                <a:lnTo>
                  <a:pt x="1237310" y="476158"/>
                </a:lnTo>
                <a:lnTo>
                  <a:pt x="1238040" y="489908"/>
                </a:lnTo>
                <a:lnTo>
                  <a:pt x="1240230" y="484896"/>
                </a:lnTo>
                <a:lnTo>
                  <a:pt x="1242419" y="495473"/>
                </a:lnTo>
                <a:lnTo>
                  <a:pt x="1243879" y="493725"/>
                </a:lnTo>
                <a:lnTo>
                  <a:pt x="1248259" y="501009"/>
                </a:lnTo>
                <a:lnTo>
                  <a:pt x="1252639" y="510828"/>
                </a:lnTo>
                <a:lnTo>
                  <a:pt x="1254099" y="508191"/>
                </a:lnTo>
                <a:lnTo>
                  <a:pt x="1254829" y="505182"/>
                </a:lnTo>
                <a:lnTo>
                  <a:pt x="1255559" y="509297"/>
                </a:lnTo>
                <a:lnTo>
                  <a:pt x="1258479" y="513794"/>
                </a:lnTo>
                <a:lnTo>
                  <a:pt x="1261399" y="519330"/>
                </a:lnTo>
                <a:lnTo>
                  <a:pt x="1262129" y="521812"/>
                </a:lnTo>
                <a:lnTo>
                  <a:pt x="1263589" y="520399"/>
                </a:lnTo>
                <a:lnTo>
                  <a:pt x="1264319" y="519172"/>
                </a:lnTo>
                <a:lnTo>
                  <a:pt x="1267239" y="530139"/>
                </a:lnTo>
                <a:lnTo>
                  <a:pt x="1267969" y="525416"/>
                </a:lnTo>
                <a:lnTo>
                  <a:pt x="1269429" y="527890"/>
                </a:lnTo>
                <a:lnTo>
                  <a:pt x="1270158" y="532491"/>
                </a:lnTo>
                <a:lnTo>
                  <a:pt x="1271618" y="529883"/>
                </a:lnTo>
                <a:lnTo>
                  <a:pt x="1273808" y="528324"/>
                </a:lnTo>
                <a:lnTo>
                  <a:pt x="1274538" y="529277"/>
                </a:lnTo>
                <a:lnTo>
                  <a:pt x="1276728" y="535588"/>
                </a:lnTo>
                <a:lnTo>
                  <a:pt x="1277458" y="533709"/>
                </a:lnTo>
                <a:lnTo>
                  <a:pt x="1278918" y="529855"/>
                </a:lnTo>
                <a:lnTo>
                  <a:pt x="1279648" y="535048"/>
                </a:lnTo>
                <a:lnTo>
                  <a:pt x="1282568" y="540380"/>
                </a:lnTo>
                <a:lnTo>
                  <a:pt x="1283298" y="538766"/>
                </a:lnTo>
                <a:lnTo>
                  <a:pt x="1284028" y="536682"/>
                </a:lnTo>
                <a:lnTo>
                  <a:pt x="1284758" y="542060"/>
                </a:lnTo>
                <a:lnTo>
                  <a:pt x="1286948" y="550397"/>
                </a:lnTo>
                <a:lnTo>
                  <a:pt x="1288408" y="547167"/>
                </a:lnTo>
                <a:lnTo>
                  <a:pt x="1289138" y="544899"/>
                </a:lnTo>
                <a:lnTo>
                  <a:pt x="1290598" y="556581"/>
                </a:lnTo>
                <a:lnTo>
                  <a:pt x="1292788" y="555112"/>
                </a:lnTo>
                <a:lnTo>
                  <a:pt x="1294978" y="554296"/>
                </a:lnTo>
                <a:lnTo>
                  <a:pt x="1295708" y="549399"/>
                </a:lnTo>
                <a:lnTo>
                  <a:pt x="1297898" y="552380"/>
                </a:lnTo>
                <a:lnTo>
                  <a:pt x="1300088" y="560603"/>
                </a:lnTo>
                <a:lnTo>
                  <a:pt x="1300818" y="559061"/>
                </a:lnTo>
                <a:lnTo>
                  <a:pt x="1303737" y="552309"/>
                </a:lnTo>
                <a:lnTo>
                  <a:pt x="1306657" y="565456"/>
                </a:lnTo>
                <a:lnTo>
                  <a:pt x="1308847" y="561077"/>
                </a:lnTo>
                <a:lnTo>
                  <a:pt x="1310307" y="561854"/>
                </a:lnTo>
                <a:lnTo>
                  <a:pt x="1313227" y="569464"/>
                </a:lnTo>
                <a:lnTo>
                  <a:pt x="1313957" y="561892"/>
                </a:lnTo>
                <a:lnTo>
                  <a:pt x="1315417" y="568330"/>
                </a:lnTo>
                <a:lnTo>
                  <a:pt x="1319797" y="579170"/>
                </a:lnTo>
                <a:lnTo>
                  <a:pt x="1323447" y="574048"/>
                </a:lnTo>
                <a:lnTo>
                  <a:pt x="1324907" y="584886"/>
                </a:lnTo>
                <a:lnTo>
                  <a:pt x="1326367" y="580991"/>
                </a:lnTo>
                <a:lnTo>
                  <a:pt x="1327097" y="578065"/>
                </a:lnTo>
                <a:lnTo>
                  <a:pt x="1327827" y="582550"/>
                </a:lnTo>
                <a:lnTo>
                  <a:pt x="1330017" y="589627"/>
                </a:lnTo>
                <a:lnTo>
                  <a:pt x="1330747" y="587559"/>
                </a:lnTo>
                <a:lnTo>
                  <a:pt x="1331477" y="585493"/>
                </a:lnTo>
                <a:lnTo>
                  <a:pt x="1332936" y="588946"/>
                </a:lnTo>
                <a:lnTo>
                  <a:pt x="1333666" y="587963"/>
                </a:lnTo>
                <a:lnTo>
                  <a:pt x="1334396" y="589963"/>
                </a:lnTo>
                <a:lnTo>
                  <a:pt x="1335126" y="600516"/>
                </a:lnTo>
                <a:lnTo>
                  <a:pt x="1337316" y="596168"/>
                </a:lnTo>
                <a:lnTo>
                  <a:pt x="1338046" y="599742"/>
                </a:lnTo>
                <a:lnTo>
                  <a:pt x="1338776" y="591749"/>
                </a:lnTo>
                <a:lnTo>
                  <a:pt x="1339506" y="592595"/>
                </a:lnTo>
                <a:lnTo>
                  <a:pt x="1341696" y="600469"/>
                </a:lnTo>
                <a:lnTo>
                  <a:pt x="1342426" y="599527"/>
                </a:lnTo>
                <a:lnTo>
                  <a:pt x="1343156" y="597665"/>
                </a:lnTo>
                <a:lnTo>
                  <a:pt x="1343886" y="601319"/>
                </a:lnTo>
                <a:lnTo>
                  <a:pt x="1344616" y="600323"/>
                </a:lnTo>
                <a:lnTo>
                  <a:pt x="1345346" y="603073"/>
                </a:lnTo>
                <a:lnTo>
                  <a:pt x="1347536" y="601156"/>
                </a:lnTo>
                <a:lnTo>
                  <a:pt x="1348266" y="600026"/>
                </a:lnTo>
                <a:lnTo>
                  <a:pt x="1350456" y="606154"/>
                </a:lnTo>
                <a:lnTo>
                  <a:pt x="1351186" y="604738"/>
                </a:lnTo>
                <a:lnTo>
                  <a:pt x="1354106" y="599440"/>
                </a:lnTo>
                <a:lnTo>
                  <a:pt x="1357756" y="609107"/>
                </a:lnTo>
                <a:lnTo>
                  <a:pt x="1359216" y="602104"/>
                </a:lnTo>
                <a:lnTo>
                  <a:pt x="1359946" y="606501"/>
                </a:lnTo>
                <a:lnTo>
                  <a:pt x="1361405" y="615087"/>
                </a:lnTo>
                <a:lnTo>
                  <a:pt x="1362865" y="612601"/>
                </a:lnTo>
                <a:lnTo>
                  <a:pt x="1363595" y="604567"/>
                </a:lnTo>
                <a:lnTo>
                  <a:pt x="1365055" y="612680"/>
                </a:lnTo>
                <a:lnTo>
                  <a:pt x="1365785" y="610428"/>
                </a:lnTo>
                <a:lnTo>
                  <a:pt x="1366515" y="610728"/>
                </a:lnTo>
                <a:lnTo>
                  <a:pt x="1367245" y="614777"/>
                </a:lnTo>
                <a:lnTo>
                  <a:pt x="1368705" y="612761"/>
                </a:lnTo>
                <a:lnTo>
                  <a:pt x="1369435" y="610784"/>
                </a:lnTo>
                <a:lnTo>
                  <a:pt x="1371625" y="611731"/>
                </a:lnTo>
                <a:lnTo>
                  <a:pt x="1372355" y="611174"/>
                </a:lnTo>
                <a:lnTo>
                  <a:pt x="1375275" y="619008"/>
                </a:lnTo>
                <a:lnTo>
                  <a:pt x="1376735" y="611425"/>
                </a:lnTo>
                <a:lnTo>
                  <a:pt x="1378195" y="613707"/>
                </a:lnTo>
                <a:lnTo>
                  <a:pt x="1380385" y="617585"/>
                </a:lnTo>
                <a:lnTo>
                  <a:pt x="1381845" y="612261"/>
                </a:lnTo>
                <a:lnTo>
                  <a:pt x="1383305" y="614131"/>
                </a:lnTo>
                <a:lnTo>
                  <a:pt x="1385495" y="623437"/>
                </a:lnTo>
                <a:lnTo>
                  <a:pt x="1386225" y="613193"/>
                </a:lnTo>
                <a:lnTo>
                  <a:pt x="1388415" y="617359"/>
                </a:lnTo>
                <a:lnTo>
                  <a:pt x="1392064" y="631440"/>
                </a:lnTo>
                <a:lnTo>
                  <a:pt x="1393524" y="621994"/>
                </a:lnTo>
                <a:lnTo>
                  <a:pt x="1394984" y="627778"/>
                </a:lnTo>
                <a:lnTo>
                  <a:pt x="1395714" y="623061"/>
                </a:lnTo>
                <a:lnTo>
                  <a:pt x="1396444" y="626040"/>
                </a:lnTo>
                <a:lnTo>
                  <a:pt x="1397904" y="633615"/>
                </a:lnTo>
                <a:lnTo>
                  <a:pt x="1398634" y="629624"/>
                </a:lnTo>
                <a:lnTo>
                  <a:pt x="1400824" y="620320"/>
                </a:lnTo>
                <a:lnTo>
                  <a:pt x="1401554" y="625323"/>
                </a:lnTo>
                <a:lnTo>
                  <a:pt x="1404474" y="639402"/>
                </a:lnTo>
                <a:lnTo>
                  <a:pt x="1405204" y="633233"/>
                </a:lnTo>
                <a:lnTo>
                  <a:pt x="1405934" y="626209"/>
                </a:lnTo>
                <a:lnTo>
                  <a:pt x="1408124" y="628169"/>
                </a:lnTo>
                <a:lnTo>
                  <a:pt x="1411044" y="640927"/>
                </a:lnTo>
                <a:lnTo>
                  <a:pt x="1411774" y="636677"/>
                </a:lnTo>
                <a:lnTo>
                  <a:pt x="1416884" y="631906"/>
                </a:lnTo>
                <a:lnTo>
                  <a:pt x="1417614" y="639265"/>
                </a:lnTo>
                <a:lnTo>
                  <a:pt x="1418344" y="631461"/>
                </a:lnTo>
                <a:lnTo>
                  <a:pt x="1419804" y="635541"/>
                </a:lnTo>
                <a:lnTo>
                  <a:pt x="1420534" y="636467"/>
                </a:lnTo>
                <a:lnTo>
                  <a:pt x="1421264" y="635633"/>
                </a:lnTo>
                <a:lnTo>
                  <a:pt x="1423454" y="625290"/>
                </a:lnTo>
                <a:lnTo>
                  <a:pt x="1424183" y="628490"/>
                </a:lnTo>
                <a:lnTo>
                  <a:pt x="1424913" y="636456"/>
                </a:lnTo>
                <a:lnTo>
                  <a:pt x="1426373" y="633059"/>
                </a:lnTo>
                <a:lnTo>
                  <a:pt x="1429293" y="625236"/>
                </a:lnTo>
                <a:lnTo>
                  <a:pt x="1430753" y="626782"/>
                </a:lnTo>
                <a:lnTo>
                  <a:pt x="1435863" y="626683"/>
                </a:lnTo>
                <a:lnTo>
                  <a:pt x="1438053" y="620681"/>
                </a:lnTo>
                <a:lnTo>
                  <a:pt x="1440243" y="620028"/>
                </a:lnTo>
                <a:lnTo>
                  <a:pt x="1441703" y="629605"/>
                </a:lnTo>
                <a:lnTo>
                  <a:pt x="1443163" y="617163"/>
                </a:lnTo>
                <a:lnTo>
                  <a:pt x="1445353" y="620326"/>
                </a:lnTo>
                <a:lnTo>
                  <a:pt x="1446813" y="622312"/>
                </a:lnTo>
                <a:lnTo>
                  <a:pt x="1448273" y="617198"/>
                </a:lnTo>
                <a:lnTo>
                  <a:pt x="1449733" y="623667"/>
                </a:lnTo>
                <a:lnTo>
                  <a:pt x="1450463" y="616343"/>
                </a:lnTo>
                <a:lnTo>
                  <a:pt x="1451193" y="615125"/>
                </a:lnTo>
                <a:lnTo>
                  <a:pt x="1451923" y="618336"/>
                </a:lnTo>
                <a:lnTo>
                  <a:pt x="1452653" y="622344"/>
                </a:lnTo>
                <a:lnTo>
                  <a:pt x="1454112" y="616326"/>
                </a:lnTo>
                <a:lnTo>
                  <a:pt x="1456302" y="610810"/>
                </a:lnTo>
                <a:lnTo>
                  <a:pt x="1458492" y="622465"/>
                </a:lnTo>
                <a:lnTo>
                  <a:pt x="1459952" y="619820"/>
                </a:lnTo>
                <a:lnTo>
                  <a:pt x="1461412" y="611124"/>
                </a:lnTo>
                <a:lnTo>
                  <a:pt x="1462872" y="614942"/>
                </a:lnTo>
                <a:lnTo>
                  <a:pt x="1465062" y="613486"/>
                </a:lnTo>
                <a:lnTo>
                  <a:pt x="1467252" y="611928"/>
                </a:lnTo>
                <a:lnTo>
                  <a:pt x="1466522" y="615908"/>
                </a:lnTo>
                <a:lnTo>
                  <a:pt x="1467982" y="612747"/>
                </a:lnTo>
                <a:lnTo>
                  <a:pt x="1468712" y="613596"/>
                </a:lnTo>
                <a:lnTo>
                  <a:pt x="1469442" y="607901"/>
                </a:lnTo>
                <a:lnTo>
                  <a:pt x="1471632" y="609561"/>
                </a:lnTo>
                <a:lnTo>
                  <a:pt x="1478202" y="602114"/>
                </a:lnTo>
                <a:lnTo>
                  <a:pt x="1478932" y="603108"/>
                </a:lnTo>
                <a:lnTo>
                  <a:pt x="1479662" y="601071"/>
                </a:lnTo>
                <a:lnTo>
                  <a:pt x="1481851" y="601971"/>
                </a:lnTo>
                <a:lnTo>
                  <a:pt x="1483311" y="594506"/>
                </a:lnTo>
                <a:lnTo>
                  <a:pt x="1484041" y="598029"/>
                </a:lnTo>
                <a:lnTo>
                  <a:pt x="1486231" y="596347"/>
                </a:lnTo>
                <a:lnTo>
                  <a:pt x="1489881" y="587375"/>
                </a:lnTo>
                <a:lnTo>
                  <a:pt x="1491341" y="591476"/>
                </a:lnTo>
                <a:lnTo>
                  <a:pt x="1494991" y="576115"/>
                </a:lnTo>
                <a:lnTo>
                  <a:pt x="1496451" y="572525"/>
                </a:lnTo>
                <a:lnTo>
                  <a:pt x="1497911" y="573714"/>
                </a:lnTo>
                <a:lnTo>
                  <a:pt x="1498641" y="575874"/>
                </a:lnTo>
                <a:lnTo>
                  <a:pt x="1499371" y="572655"/>
                </a:lnTo>
                <a:lnTo>
                  <a:pt x="1503751" y="559106"/>
                </a:lnTo>
                <a:lnTo>
                  <a:pt x="1504481" y="562829"/>
                </a:lnTo>
                <a:lnTo>
                  <a:pt x="1505211" y="553910"/>
                </a:lnTo>
                <a:lnTo>
                  <a:pt x="1505941" y="553564"/>
                </a:lnTo>
                <a:lnTo>
                  <a:pt x="1509591" y="542780"/>
                </a:lnTo>
                <a:lnTo>
                  <a:pt x="1510321" y="548447"/>
                </a:lnTo>
                <a:lnTo>
                  <a:pt x="1511780" y="541057"/>
                </a:lnTo>
                <a:lnTo>
                  <a:pt x="1515431" y="531962"/>
                </a:lnTo>
                <a:lnTo>
                  <a:pt x="1516160" y="536739"/>
                </a:lnTo>
                <a:lnTo>
                  <a:pt x="1517620" y="525373"/>
                </a:lnTo>
                <a:lnTo>
                  <a:pt x="1519080" y="531786"/>
                </a:lnTo>
                <a:lnTo>
                  <a:pt x="1519810" y="530352"/>
                </a:lnTo>
                <a:lnTo>
                  <a:pt x="1523460" y="517646"/>
                </a:lnTo>
                <a:lnTo>
                  <a:pt x="1524190" y="518886"/>
                </a:lnTo>
                <a:lnTo>
                  <a:pt x="1527840" y="509309"/>
                </a:lnTo>
                <a:lnTo>
                  <a:pt x="1534410" y="496630"/>
                </a:lnTo>
                <a:lnTo>
                  <a:pt x="1535870" y="498130"/>
                </a:lnTo>
                <a:lnTo>
                  <a:pt x="1536600" y="502238"/>
                </a:lnTo>
                <a:lnTo>
                  <a:pt x="1537330" y="497360"/>
                </a:lnTo>
                <a:lnTo>
                  <a:pt x="1540250" y="489625"/>
                </a:lnTo>
                <a:lnTo>
                  <a:pt x="1541710" y="490287"/>
                </a:lnTo>
                <a:lnTo>
                  <a:pt x="1542440" y="489140"/>
                </a:lnTo>
                <a:lnTo>
                  <a:pt x="1543900" y="489417"/>
                </a:lnTo>
                <a:lnTo>
                  <a:pt x="1544630" y="478685"/>
                </a:lnTo>
                <a:lnTo>
                  <a:pt x="1546089" y="479123"/>
                </a:lnTo>
                <a:lnTo>
                  <a:pt x="1546819" y="487004"/>
                </a:lnTo>
                <a:lnTo>
                  <a:pt x="1548279" y="482232"/>
                </a:lnTo>
                <a:lnTo>
                  <a:pt x="1557039" y="465603"/>
                </a:lnTo>
                <a:lnTo>
                  <a:pt x="1557769" y="466793"/>
                </a:lnTo>
                <a:lnTo>
                  <a:pt x="1558499" y="464323"/>
                </a:lnTo>
                <a:lnTo>
                  <a:pt x="1559229" y="464248"/>
                </a:lnTo>
                <a:lnTo>
                  <a:pt x="1559959" y="458955"/>
                </a:lnTo>
                <a:lnTo>
                  <a:pt x="1561419" y="464410"/>
                </a:lnTo>
                <a:lnTo>
                  <a:pt x="1564339" y="468520"/>
                </a:lnTo>
                <a:lnTo>
                  <a:pt x="1565069" y="462284"/>
                </a:lnTo>
                <a:lnTo>
                  <a:pt x="1565799" y="469394"/>
                </a:lnTo>
                <a:lnTo>
                  <a:pt x="1566529" y="477830"/>
                </a:lnTo>
                <a:lnTo>
                  <a:pt x="1567989" y="475883"/>
                </a:lnTo>
                <a:lnTo>
                  <a:pt x="1568719" y="467356"/>
                </a:lnTo>
                <a:lnTo>
                  <a:pt x="1570909" y="468198"/>
                </a:lnTo>
                <a:lnTo>
                  <a:pt x="1574558" y="460288"/>
                </a:lnTo>
                <a:lnTo>
                  <a:pt x="1575288" y="460768"/>
                </a:lnTo>
                <a:lnTo>
                  <a:pt x="1577478" y="427807"/>
                </a:lnTo>
                <a:lnTo>
                  <a:pt x="1578208" y="444113"/>
                </a:lnTo>
                <a:lnTo>
                  <a:pt x="1578938" y="443560"/>
                </a:lnTo>
                <a:lnTo>
                  <a:pt x="1584778" y="396008"/>
                </a:lnTo>
                <a:lnTo>
                  <a:pt x="1586238" y="398755"/>
                </a:lnTo>
                <a:lnTo>
                  <a:pt x="1605947" y="324029"/>
                </a:lnTo>
                <a:lnTo>
                  <a:pt x="1606677" y="323801"/>
                </a:lnTo>
                <a:lnTo>
                  <a:pt x="1610327" y="316707"/>
                </a:lnTo>
                <a:lnTo>
                  <a:pt x="1616167" y="307534"/>
                </a:lnTo>
                <a:lnTo>
                  <a:pt x="1616897" y="308574"/>
                </a:lnTo>
                <a:lnTo>
                  <a:pt x="1617627" y="306803"/>
                </a:lnTo>
                <a:lnTo>
                  <a:pt x="1619817" y="303628"/>
                </a:lnTo>
                <a:lnTo>
                  <a:pt x="1620547" y="304203"/>
                </a:lnTo>
                <a:lnTo>
                  <a:pt x="1621277" y="304065"/>
                </a:lnTo>
                <a:lnTo>
                  <a:pt x="1626387" y="331769"/>
                </a:lnTo>
                <a:lnTo>
                  <a:pt x="1627117" y="328000"/>
                </a:lnTo>
                <a:lnTo>
                  <a:pt x="1628577" y="321645"/>
                </a:lnTo>
                <a:lnTo>
                  <a:pt x="1630037" y="325329"/>
                </a:lnTo>
                <a:lnTo>
                  <a:pt x="1631497" y="329222"/>
                </a:lnTo>
                <a:lnTo>
                  <a:pt x="1632227" y="324945"/>
                </a:lnTo>
                <a:lnTo>
                  <a:pt x="1632957" y="325389"/>
                </a:lnTo>
                <a:lnTo>
                  <a:pt x="1634417" y="313918"/>
                </a:lnTo>
                <a:lnTo>
                  <a:pt x="1635147" y="319214"/>
                </a:lnTo>
                <a:lnTo>
                  <a:pt x="1635877" y="327296"/>
                </a:lnTo>
                <a:lnTo>
                  <a:pt x="1637336" y="316329"/>
                </a:lnTo>
                <a:lnTo>
                  <a:pt x="1640986" y="310384"/>
                </a:lnTo>
                <a:lnTo>
                  <a:pt x="1641716" y="315830"/>
                </a:lnTo>
                <a:lnTo>
                  <a:pt x="1643176" y="310476"/>
                </a:lnTo>
                <a:lnTo>
                  <a:pt x="1646826" y="287117"/>
                </a:lnTo>
                <a:lnTo>
                  <a:pt x="1649746" y="307091"/>
                </a:lnTo>
                <a:lnTo>
                  <a:pt x="1650476" y="303234"/>
                </a:lnTo>
                <a:lnTo>
                  <a:pt x="1651936" y="284619"/>
                </a:lnTo>
                <a:lnTo>
                  <a:pt x="1653396" y="293920"/>
                </a:lnTo>
                <a:lnTo>
                  <a:pt x="1658506" y="266826"/>
                </a:lnTo>
                <a:lnTo>
                  <a:pt x="1659236" y="267615"/>
                </a:lnTo>
                <a:lnTo>
                  <a:pt x="1659966" y="262701"/>
                </a:lnTo>
                <a:lnTo>
                  <a:pt x="1661426" y="268459"/>
                </a:lnTo>
                <a:lnTo>
                  <a:pt x="1662156" y="267907"/>
                </a:lnTo>
                <a:lnTo>
                  <a:pt x="1663616" y="257174"/>
                </a:lnTo>
                <a:lnTo>
                  <a:pt x="1665805" y="257949"/>
                </a:lnTo>
                <a:lnTo>
                  <a:pt x="1666535" y="257282"/>
                </a:lnTo>
                <a:lnTo>
                  <a:pt x="1668725" y="247572"/>
                </a:lnTo>
                <a:lnTo>
                  <a:pt x="1669455" y="250794"/>
                </a:lnTo>
                <a:lnTo>
                  <a:pt x="1670185" y="251302"/>
                </a:lnTo>
                <a:lnTo>
                  <a:pt x="1672375" y="243485"/>
                </a:lnTo>
                <a:lnTo>
                  <a:pt x="1673105" y="247551"/>
                </a:lnTo>
                <a:lnTo>
                  <a:pt x="1673835" y="248150"/>
                </a:lnTo>
                <a:lnTo>
                  <a:pt x="1674565" y="245348"/>
                </a:lnTo>
                <a:lnTo>
                  <a:pt x="1678215" y="236041"/>
                </a:lnTo>
                <a:lnTo>
                  <a:pt x="1679675" y="236802"/>
                </a:lnTo>
                <a:lnTo>
                  <a:pt x="1680405" y="235615"/>
                </a:lnTo>
                <a:lnTo>
                  <a:pt x="1686975" y="223764"/>
                </a:lnTo>
                <a:lnTo>
                  <a:pt x="1688435" y="227282"/>
                </a:lnTo>
                <a:lnTo>
                  <a:pt x="1690625" y="216782"/>
                </a:lnTo>
                <a:lnTo>
                  <a:pt x="1691355" y="219194"/>
                </a:lnTo>
                <a:lnTo>
                  <a:pt x="1692085" y="220392"/>
                </a:lnTo>
                <a:lnTo>
                  <a:pt x="1692815" y="226902"/>
                </a:lnTo>
                <a:lnTo>
                  <a:pt x="1694274" y="217702"/>
                </a:lnTo>
                <a:lnTo>
                  <a:pt x="1696464" y="211557"/>
                </a:lnTo>
                <a:lnTo>
                  <a:pt x="1697924" y="214086"/>
                </a:lnTo>
                <a:lnTo>
                  <a:pt x="1698654" y="214968"/>
                </a:lnTo>
                <a:lnTo>
                  <a:pt x="1700114" y="212759"/>
                </a:lnTo>
                <a:lnTo>
                  <a:pt x="1700844" y="207996"/>
                </a:lnTo>
                <a:lnTo>
                  <a:pt x="1703034" y="209476"/>
                </a:lnTo>
                <a:lnTo>
                  <a:pt x="1703764" y="209077"/>
                </a:lnTo>
                <a:lnTo>
                  <a:pt x="1704494" y="212202"/>
                </a:lnTo>
                <a:lnTo>
                  <a:pt x="1705224" y="210753"/>
                </a:lnTo>
                <a:lnTo>
                  <a:pt x="1706684" y="206509"/>
                </a:lnTo>
                <a:lnTo>
                  <a:pt x="1707414" y="207109"/>
                </a:lnTo>
                <a:lnTo>
                  <a:pt x="1708144" y="209738"/>
                </a:lnTo>
                <a:lnTo>
                  <a:pt x="1708874" y="205941"/>
                </a:lnTo>
                <a:lnTo>
                  <a:pt x="1710334" y="201195"/>
                </a:lnTo>
                <a:lnTo>
                  <a:pt x="1711064" y="204077"/>
                </a:lnTo>
                <a:lnTo>
                  <a:pt x="1713254" y="218127"/>
                </a:lnTo>
                <a:lnTo>
                  <a:pt x="1713984" y="217281"/>
                </a:lnTo>
                <a:lnTo>
                  <a:pt x="1717634" y="204419"/>
                </a:lnTo>
                <a:lnTo>
                  <a:pt x="1718364" y="204993"/>
                </a:lnTo>
                <a:lnTo>
                  <a:pt x="1722744" y="196569"/>
                </a:lnTo>
                <a:lnTo>
                  <a:pt x="1727123" y="207822"/>
                </a:lnTo>
                <a:lnTo>
                  <a:pt x="1730043" y="198279"/>
                </a:lnTo>
                <a:lnTo>
                  <a:pt x="1730773" y="200642"/>
                </a:lnTo>
                <a:lnTo>
                  <a:pt x="1731503" y="195319"/>
                </a:lnTo>
                <a:lnTo>
                  <a:pt x="1732233" y="198873"/>
                </a:lnTo>
                <a:lnTo>
                  <a:pt x="1732963" y="194142"/>
                </a:lnTo>
                <a:lnTo>
                  <a:pt x="1734423" y="195162"/>
                </a:lnTo>
                <a:lnTo>
                  <a:pt x="1735153" y="202620"/>
                </a:lnTo>
                <a:lnTo>
                  <a:pt x="1735883" y="189740"/>
                </a:lnTo>
                <a:lnTo>
                  <a:pt x="1737343" y="198085"/>
                </a:lnTo>
                <a:lnTo>
                  <a:pt x="1740263" y="188824"/>
                </a:lnTo>
                <a:lnTo>
                  <a:pt x="1740993" y="190907"/>
                </a:lnTo>
                <a:lnTo>
                  <a:pt x="1743183" y="187976"/>
                </a:lnTo>
                <a:lnTo>
                  <a:pt x="1743913" y="189846"/>
                </a:lnTo>
                <a:lnTo>
                  <a:pt x="1747563" y="191279"/>
                </a:lnTo>
                <a:lnTo>
                  <a:pt x="1748293" y="187693"/>
                </a:lnTo>
                <a:lnTo>
                  <a:pt x="1749753" y="190789"/>
                </a:lnTo>
                <a:lnTo>
                  <a:pt x="1752673" y="194874"/>
                </a:lnTo>
                <a:lnTo>
                  <a:pt x="1753403" y="193597"/>
                </a:lnTo>
                <a:lnTo>
                  <a:pt x="1754133" y="193962"/>
                </a:lnTo>
                <a:lnTo>
                  <a:pt x="1754863" y="191144"/>
                </a:lnTo>
                <a:lnTo>
                  <a:pt x="1757052" y="192548"/>
                </a:lnTo>
                <a:lnTo>
                  <a:pt x="1759972" y="195347"/>
                </a:lnTo>
                <a:lnTo>
                  <a:pt x="1760702" y="195027"/>
                </a:lnTo>
                <a:lnTo>
                  <a:pt x="1768732" y="200621"/>
                </a:lnTo>
                <a:lnTo>
                  <a:pt x="1769462" y="196688"/>
                </a:lnTo>
                <a:lnTo>
                  <a:pt x="1770192" y="200983"/>
                </a:lnTo>
                <a:lnTo>
                  <a:pt x="1770922" y="199344"/>
                </a:lnTo>
                <a:lnTo>
                  <a:pt x="1772382" y="203638"/>
                </a:lnTo>
                <a:lnTo>
                  <a:pt x="1773842" y="199994"/>
                </a:lnTo>
                <a:lnTo>
                  <a:pt x="1774572" y="195646"/>
                </a:lnTo>
                <a:lnTo>
                  <a:pt x="1775302" y="201836"/>
                </a:lnTo>
                <a:lnTo>
                  <a:pt x="1776032" y="197425"/>
                </a:lnTo>
                <a:lnTo>
                  <a:pt x="1778222" y="208345"/>
                </a:lnTo>
                <a:lnTo>
                  <a:pt x="1779682" y="197627"/>
                </a:lnTo>
                <a:lnTo>
                  <a:pt x="1780412" y="206497"/>
                </a:lnTo>
                <a:lnTo>
                  <a:pt x="1781142" y="210135"/>
                </a:lnTo>
                <a:lnTo>
                  <a:pt x="1781872" y="205100"/>
                </a:lnTo>
                <a:lnTo>
                  <a:pt x="1782602" y="207209"/>
                </a:lnTo>
                <a:lnTo>
                  <a:pt x="1785522" y="197164"/>
                </a:lnTo>
                <a:lnTo>
                  <a:pt x="1786251" y="200543"/>
                </a:lnTo>
                <a:lnTo>
                  <a:pt x="1787711" y="221481"/>
                </a:lnTo>
                <a:lnTo>
                  <a:pt x="1789901" y="221180"/>
                </a:lnTo>
                <a:lnTo>
                  <a:pt x="1790631" y="221148"/>
                </a:lnTo>
                <a:lnTo>
                  <a:pt x="1792091" y="206125"/>
                </a:lnTo>
                <a:lnTo>
                  <a:pt x="1793551" y="210073"/>
                </a:lnTo>
                <a:lnTo>
                  <a:pt x="1795011" y="203659"/>
                </a:lnTo>
                <a:lnTo>
                  <a:pt x="1795741" y="206009"/>
                </a:lnTo>
                <a:lnTo>
                  <a:pt x="1796471" y="214403"/>
                </a:lnTo>
                <a:lnTo>
                  <a:pt x="1797931" y="203228"/>
                </a:lnTo>
                <a:lnTo>
                  <a:pt x="1799391" y="208149"/>
                </a:lnTo>
                <a:lnTo>
                  <a:pt x="1800121" y="201415"/>
                </a:lnTo>
                <a:lnTo>
                  <a:pt x="1801581" y="202466"/>
                </a:lnTo>
                <a:lnTo>
                  <a:pt x="1803041" y="216733"/>
                </a:lnTo>
                <a:lnTo>
                  <a:pt x="1803771" y="204599"/>
                </a:lnTo>
                <a:lnTo>
                  <a:pt x="1805961" y="211476"/>
                </a:lnTo>
                <a:lnTo>
                  <a:pt x="1805231" y="201691"/>
                </a:lnTo>
                <a:lnTo>
                  <a:pt x="1807421" y="207637"/>
                </a:lnTo>
                <a:lnTo>
                  <a:pt x="1810341" y="202610"/>
                </a:lnTo>
                <a:lnTo>
                  <a:pt x="1813991" y="210659"/>
                </a:lnTo>
                <a:lnTo>
                  <a:pt x="1815450" y="201486"/>
                </a:lnTo>
                <a:lnTo>
                  <a:pt x="1816910" y="208558"/>
                </a:lnTo>
                <a:lnTo>
                  <a:pt x="1819830" y="217585"/>
                </a:lnTo>
                <a:lnTo>
                  <a:pt x="1822020" y="203098"/>
                </a:lnTo>
                <a:lnTo>
                  <a:pt x="1823480" y="205964"/>
                </a:lnTo>
                <a:lnTo>
                  <a:pt x="1824940" y="212543"/>
                </a:lnTo>
                <a:lnTo>
                  <a:pt x="1825670" y="208818"/>
                </a:lnTo>
                <a:lnTo>
                  <a:pt x="1826400" y="203658"/>
                </a:lnTo>
                <a:lnTo>
                  <a:pt x="1827860" y="206046"/>
                </a:lnTo>
                <a:lnTo>
                  <a:pt x="1829320" y="219096"/>
                </a:lnTo>
                <a:lnTo>
                  <a:pt x="1830050" y="210659"/>
                </a:lnTo>
                <a:lnTo>
                  <a:pt x="1832970" y="199053"/>
                </a:lnTo>
                <a:lnTo>
                  <a:pt x="1834430" y="199926"/>
                </a:lnTo>
                <a:lnTo>
                  <a:pt x="1837350" y="200767"/>
                </a:lnTo>
                <a:lnTo>
                  <a:pt x="1838080" y="195719"/>
                </a:lnTo>
                <a:lnTo>
                  <a:pt x="1840270" y="197069"/>
                </a:lnTo>
                <a:lnTo>
                  <a:pt x="1841000" y="196580"/>
                </a:lnTo>
                <a:lnTo>
                  <a:pt x="1841730" y="190896"/>
                </a:lnTo>
                <a:lnTo>
                  <a:pt x="1843190" y="194366"/>
                </a:lnTo>
                <a:lnTo>
                  <a:pt x="1845379" y="198506"/>
                </a:lnTo>
                <a:lnTo>
                  <a:pt x="1846110" y="197877"/>
                </a:lnTo>
                <a:lnTo>
                  <a:pt x="1847570" y="192364"/>
                </a:lnTo>
                <a:lnTo>
                  <a:pt x="1849029" y="195614"/>
                </a:lnTo>
                <a:lnTo>
                  <a:pt x="1851949" y="191339"/>
                </a:lnTo>
                <a:lnTo>
                  <a:pt x="1854139" y="196493"/>
                </a:lnTo>
                <a:lnTo>
                  <a:pt x="1854869" y="196052"/>
                </a:lnTo>
                <a:lnTo>
                  <a:pt x="1859249" y="188388"/>
                </a:lnTo>
                <a:lnTo>
                  <a:pt x="1860709" y="187283"/>
                </a:lnTo>
                <a:lnTo>
                  <a:pt x="1862899" y="206017"/>
                </a:lnTo>
                <a:lnTo>
                  <a:pt x="1863629" y="192925"/>
                </a:lnTo>
                <a:lnTo>
                  <a:pt x="1865819" y="196502"/>
                </a:lnTo>
                <a:lnTo>
                  <a:pt x="1867279" y="195551"/>
                </a:lnTo>
                <a:lnTo>
                  <a:pt x="1868009" y="186589"/>
                </a:lnTo>
                <a:lnTo>
                  <a:pt x="1868739" y="199633"/>
                </a:lnTo>
                <a:lnTo>
                  <a:pt x="1869469" y="193841"/>
                </a:lnTo>
                <a:lnTo>
                  <a:pt x="1871659" y="194668"/>
                </a:lnTo>
                <a:lnTo>
                  <a:pt x="1872389" y="193659"/>
                </a:lnTo>
                <a:lnTo>
                  <a:pt x="1873849" y="184478"/>
                </a:lnTo>
                <a:lnTo>
                  <a:pt x="1875309" y="200779"/>
                </a:lnTo>
                <a:lnTo>
                  <a:pt x="1876039" y="187286"/>
                </a:lnTo>
                <a:lnTo>
                  <a:pt x="1877498" y="185174"/>
                </a:lnTo>
                <a:lnTo>
                  <a:pt x="1878228" y="189502"/>
                </a:lnTo>
                <a:lnTo>
                  <a:pt x="1880418" y="188153"/>
                </a:lnTo>
                <a:lnTo>
                  <a:pt x="1882608" y="185571"/>
                </a:lnTo>
                <a:lnTo>
                  <a:pt x="1883338" y="186811"/>
                </a:lnTo>
                <a:lnTo>
                  <a:pt x="1886258" y="193979"/>
                </a:lnTo>
                <a:lnTo>
                  <a:pt x="1887718" y="187753"/>
                </a:lnTo>
                <a:lnTo>
                  <a:pt x="1888448" y="190763"/>
                </a:lnTo>
                <a:lnTo>
                  <a:pt x="1889178" y="195531"/>
                </a:lnTo>
                <a:lnTo>
                  <a:pt x="1889908" y="187628"/>
                </a:lnTo>
                <a:lnTo>
                  <a:pt x="1890638" y="193183"/>
                </a:lnTo>
                <a:lnTo>
                  <a:pt x="1891368" y="190627"/>
                </a:lnTo>
                <a:lnTo>
                  <a:pt x="1892828" y="197897"/>
                </a:lnTo>
                <a:lnTo>
                  <a:pt x="1894288" y="196665"/>
                </a:lnTo>
                <a:lnTo>
                  <a:pt x="1895748" y="188262"/>
                </a:lnTo>
                <a:lnTo>
                  <a:pt x="1897938" y="192178"/>
                </a:lnTo>
                <a:lnTo>
                  <a:pt x="1900128" y="190878"/>
                </a:lnTo>
                <a:lnTo>
                  <a:pt x="1900858" y="193657"/>
                </a:lnTo>
                <a:lnTo>
                  <a:pt x="1902318" y="190137"/>
                </a:lnTo>
                <a:lnTo>
                  <a:pt x="1903048" y="191658"/>
                </a:lnTo>
                <a:lnTo>
                  <a:pt x="1905238" y="196483"/>
                </a:lnTo>
                <a:lnTo>
                  <a:pt x="1905968" y="193240"/>
                </a:lnTo>
                <a:lnTo>
                  <a:pt x="1906697" y="189720"/>
                </a:lnTo>
                <a:lnTo>
                  <a:pt x="1908157" y="194246"/>
                </a:lnTo>
                <a:lnTo>
                  <a:pt x="1908887" y="200130"/>
                </a:lnTo>
                <a:lnTo>
                  <a:pt x="1910347" y="191622"/>
                </a:lnTo>
                <a:lnTo>
                  <a:pt x="1917647" y="220672"/>
                </a:lnTo>
                <a:lnTo>
                  <a:pt x="1918377" y="213504"/>
                </a:lnTo>
                <a:lnTo>
                  <a:pt x="1919837" y="207963"/>
                </a:lnTo>
                <a:lnTo>
                  <a:pt x="1920567" y="211938"/>
                </a:lnTo>
                <a:lnTo>
                  <a:pt x="1922757" y="221226"/>
                </a:lnTo>
                <a:lnTo>
                  <a:pt x="1923487" y="220344"/>
                </a:lnTo>
                <a:lnTo>
                  <a:pt x="1924947" y="207869"/>
                </a:lnTo>
                <a:lnTo>
                  <a:pt x="1926407" y="215110"/>
                </a:lnTo>
                <a:lnTo>
                  <a:pt x="1927137" y="207469"/>
                </a:lnTo>
                <a:lnTo>
                  <a:pt x="1928597" y="215277"/>
                </a:lnTo>
                <a:lnTo>
                  <a:pt x="1930057" y="224109"/>
                </a:lnTo>
                <a:lnTo>
                  <a:pt x="1930787" y="218533"/>
                </a:lnTo>
                <a:lnTo>
                  <a:pt x="1931517" y="214759"/>
                </a:lnTo>
                <a:lnTo>
                  <a:pt x="1932247" y="216021"/>
                </a:lnTo>
                <a:lnTo>
                  <a:pt x="1932977" y="226432"/>
                </a:lnTo>
                <a:lnTo>
                  <a:pt x="1934437" y="217859"/>
                </a:lnTo>
                <a:lnTo>
                  <a:pt x="1935166" y="202768"/>
                </a:lnTo>
                <a:lnTo>
                  <a:pt x="1937356" y="205701"/>
                </a:lnTo>
                <a:lnTo>
                  <a:pt x="1938086" y="208283"/>
                </a:lnTo>
                <a:lnTo>
                  <a:pt x="1938816" y="199418"/>
                </a:lnTo>
                <a:lnTo>
                  <a:pt x="1940276" y="210919"/>
                </a:lnTo>
                <a:lnTo>
                  <a:pt x="1941006" y="208619"/>
                </a:lnTo>
                <a:lnTo>
                  <a:pt x="1941736" y="220447"/>
                </a:lnTo>
                <a:lnTo>
                  <a:pt x="1943926" y="218117"/>
                </a:lnTo>
                <a:lnTo>
                  <a:pt x="1945386" y="215106"/>
                </a:lnTo>
                <a:lnTo>
                  <a:pt x="1946116" y="201456"/>
                </a:lnTo>
                <a:lnTo>
                  <a:pt x="1947576" y="217704"/>
                </a:lnTo>
                <a:lnTo>
                  <a:pt x="1948306" y="222375"/>
                </a:lnTo>
                <a:lnTo>
                  <a:pt x="1949766" y="219295"/>
                </a:lnTo>
                <a:lnTo>
                  <a:pt x="1951226" y="209237"/>
                </a:lnTo>
                <a:lnTo>
                  <a:pt x="1951956" y="217998"/>
                </a:lnTo>
                <a:lnTo>
                  <a:pt x="1952686" y="221123"/>
                </a:lnTo>
                <a:lnTo>
                  <a:pt x="1956336" y="206006"/>
                </a:lnTo>
                <a:lnTo>
                  <a:pt x="1957796" y="216881"/>
                </a:lnTo>
                <a:lnTo>
                  <a:pt x="1958526" y="222946"/>
                </a:lnTo>
                <a:lnTo>
                  <a:pt x="1959986" y="213771"/>
                </a:lnTo>
                <a:lnTo>
                  <a:pt x="1961446" y="224686"/>
                </a:lnTo>
                <a:lnTo>
                  <a:pt x="1962906" y="214665"/>
                </a:lnTo>
                <a:lnTo>
                  <a:pt x="1964366" y="208024"/>
                </a:lnTo>
                <a:lnTo>
                  <a:pt x="1965096" y="210503"/>
                </a:lnTo>
                <a:lnTo>
                  <a:pt x="1965826" y="219701"/>
                </a:lnTo>
                <a:lnTo>
                  <a:pt x="1967286" y="213213"/>
                </a:lnTo>
                <a:lnTo>
                  <a:pt x="1968746" y="207768"/>
                </a:lnTo>
                <a:lnTo>
                  <a:pt x="1969475" y="211394"/>
                </a:lnTo>
                <a:lnTo>
                  <a:pt x="1970935" y="221970"/>
                </a:lnTo>
                <a:lnTo>
                  <a:pt x="1972395" y="213255"/>
                </a:lnTo>
                <a:lnTo>
                  <a:pt x="1973125" y="213994"/>
                </a:lnTo>
                <a:lnTo>
                  <a:pt x="1973855" y="223152"/>
                </a:lnTo>
                <a:lnTo>
                  <a:pt x="1974585" y="211691"/>
                </a:lnTo>
                <a:lnTo>
                  <a:pt x="1976045" y="220754"/>
                </a:lnTo>
                <a:lnTo>
                  <a:pt x="1977505" y="218909"/>
                </a:lnTo>
                <a:lnTo>
                  <a:pt x="1978235" y="225401"/>
                </a:lnTo>
                <a:lnTo>
                  <a:pt x="1978965" y="214451"/>
                </a:lnTo>
                <a:lnTo>
                  <a:pt x="1979695" y="218664"/>
                </a:lnTo>
                <a:lnTo>
                  <a:pt x="1981885" y="213743"/>
                </a:lnTo>
                <a:lnTo>
                  <a:pt x="1982615" y="217344"/>
                </a:lnTo>
                <a:lnTo>
                  <a:pt x="1983345" y="220803"/>
                </a:lnTo>
                <a:lnTo>
                  <a:pt x="1984805" y="203028"/>
                </a:lnTo>
                <a:lnTo>
                  <a:pt x="1986265" y="210709"/>
                </a:lnTo>
                <a:lnTo>
                  <a:pt x="1986995" y="212345"/>
                </a:lnTo>
                <a:lnTo>
                  <a:pt x="1988455" y="199374"/>
                </a:lnTo>
                <a:lnTo>
                  <a:pt x="1989185" y="201170"/>
                </a:lnTo>
                <a:lnTo>
                  <a:pt x="1993565" y="221300"/>
                </a:lnTo>
                <a:lnTo>
                  <a:pt x="1995025" y="200033"/>
                </a:lnTo>
                <a:lnTo>
                  <a:pt x="1997215" y="203649"/>
                </a:lnTo>
                <a:lnTo>
                  <a:pt x="1997945" y="201002"/>
                </a:lnTo>
                <a:lnTo>
                  <a:pt x="1998674" y="220399"/>
                </a:lnTo>
                <a:lnTo>
                  <a:pt x="2000864" y="218159"/>
                </a:lnTo>
                <a:lnTo>
                  <a:pt x="2002324" y="209451"/>
                </a:lnTo>
                <a:lnTo>
                  <a:pt x="2003054" y="216176"/>
                </a:lnTo>
                <a:lnTo>
                  <a:pt x="2003784" y="216194"/>
                </a:lnTo>
                <a:lnTo>
                  <a:pt x="2006704" y="202721"/>
                </a:lnTo>
                <a:lnTo>
                  <a:pt x="2008894" y="215674"/>
                </a:lnTo>
                <a:lnTo>
                  <a:pt x="2010354" y="212828"/>
                </a:lnTo>
                <a:lnTo>
                  <a:pt x="2012544" y="218256"/>
                </a:lnTo>
                <a:lnTo>
                  <a:pt x="2013274" y="215598"/>
                </a:lnTo>
                <a:lnTo>
                  <a:pt x="2015464" y="211722"/>
                </a:lnTo>
                <a:lnTo>
                  <a:pt x="2017654" y="223857"/>
                </a:lnTo>
                <a:lnTo>
                  <a:pt x="2018384" y="223266"/>
                </a:lnTo>
                <a:lnTo>
                  <a:pt x="2019114" y="206239"/>
                </a:lnTo>
                <a:lnTo>
                  <a:pt x="2021304" y="210607"/>
                </a:lnTo>
                <a:lnTo>
                  <a:pt x="2022034" y="205890"/>
                </a:lnTo>
                <a:lnTo>
                  <a:pt x="2022764" y="208642"/>
                </a:lnTo>
                <a:lnTo>
                  <a:pt x="2024224" y="207392"/>
                </a:lnTo>
                <a:lnTo>
                  <a:pt x="2026414" y="226589"/>
                </a:lnTo>
                <a:lnTo>
                  <a:pt x="2030793" y="204357"/>
                </a:lnTo>
                <a:lnTo>
                  <a:pt x="2032253" y="214749"/>
                </a:lnTo>
                <a:lnTo>
                  <a:pt x="2032983" y="211735"/>
                </a:lnTo>
                <a:lnTo>
                  <a:pt x="2035173" y="205754"/>
                </a:lnTo>
                <a:lnTo>
                  <a:pt x="2034443" y="218533"/>
                </a:lnTo>
                <a:lnTo>
                  <a:pt x="2035903" y="210090"/>
                </a:lnTo>
                <a:lnTo>
                  <a:pt x="2039553" y="203868"/>
                </a:lnTo>
                <a:lnTo>
                  <a:pt x="2043203" y="223329"/>
                </a:lnTo>
                <a:lnTo>
                  <a:pt x="2044663" y="211983"/>
                </a:lnTo>
              </a:path>
            </a:pathLst>
          </a:custGeom>
          <a:noFill/>
          <a:ln w="2013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Editable path 86"/>
          <p:cNvSpPr/>
          <p:nvPr/>
        </p:nvSpPr>
        <p:spPr>
          <a:xfrm>
            <a:off x="955673" y="4871383"/>
            <a:ext cx="2044663" cy="552228"/>
          </a:xfrm>
          <a:custGeom>
            <a:avLst/>
            <a:gdLst/>
            <a:ahLst/>
            <a:cxnLst/>
            <a:rect l="l" t="t" r="r" b="b"/>
            <a:pathLst>
              <a:path w="2044663" h="552228">
                <a:moveTo>
                  <a:pt x="0" y="13133"/>
                </a:moveTo>
                <a:lnTo>
                  <a:pt x="4380" y="13915"/>
                </a:lnTo>
                <a:lnTo>
                  <a:pt x="6570" y="14890"/>
                </a:lnTo>
                <a:lnTo>
                  <a:pt x="8030" y="18054"/>
                </a:lnTo>
                <a:lnTo>
                  <a:pt x="8760" y="15068"/>
                </a:lnTo>
                <a:lnTo>
                  <a:pt x="9490" y="13719"/>
                </a:lnTo>
                <a:lnTo>
                  <a:pt x="10220" y="16844"/>
                </a:lnTo>
                <a:lnTo>
                  <a:pt x="10950" y="16332"/>
                </a:lnTo>
                <a:lnTo>
                  <a:pt x="18250" y="8991"/>
                </a:lnTo>
                <a:lnTo>
                  <a:pt x="18980" y="3450"/>
                </a:lnTo>
                <a:lnTo>
                  <a:pt x="20440" y="6495"/>
                </a:lnTo>
                <a:lnTo>
                  <a:pt x="23360" y="15792"/>
                </a:lnTo>
                <a:lnTo>
                  <a:pt x="24090" y="13249"/>
                </a:lnTo>
                <a:lnTo>
                  <a:pt x="25550" y="8868"/>
                </a:lnTo>
                <a:lnTo>
                  <a:pt x="27010" y="11773"/>
                </a:lnTo>
                <a:lnTo>
                  <a:pt x="31389" y="12606"/>
                </a:lnTo>
                <a:lnTo>
                  <a:pt x="32849" y="10154"/>
                </a:lnTo>
                <a:lnTo>
                  <a:pt x="33579" y="11586"/>
                </a:lnTo>
                <a:lnTo>
                  <a:pt x="37229" y="13865"/>
                </a:lnTo>
                <a:lnTo>
                  <a:pt x="41609" y="12713"/>
                </a:lnTo>
                <a:lnTo>
                  <a:pt x="43069" y="9317"/>
                </a:lnTo>
                <a:lnTo>
                  <a:pt x="44529" y="10323"/>
                </a:lnTo>
                <a:lnTo>
                  <a:pt x="45989" y="9283"/>
                </a:lnTo>
                <a:lnTo>
                  <a:pt x="47449" y="10316"/>
                </a:lnTo>
                <a:lnTo>
                  <a:pt x="49639" y="15920"/>
                </a:lnTo>
                <a:lnTo>
                  <a:pt x="51099" y="15346"/>
                </a:lnTo>
                <a:lnTo>
                  <a:pt x="52559" y="12643"/>
                </a:lnTo>
                <a:lnTo>
                  <a:pt x="54019" y="8682"/>
                </a:lnTo>
                <a:lnTo>
                  <a:pt x="55479" y="10391"/>
                </a:lnTo>
                <a:lnTo>
                  <a:pt x="61318" y="19737"/>
                </a:lnTo>
                <a:lnTo>
                  <a:pt x="63508" y="17169"/>
                </a:lnTo>
                <a:lnTo>
                  <a:pt x="67158" y="16483"/>
                </a:lnTo>
                <a:lnTo>
                  <a:pt x="70078" y="16882"/>
                </a:lnTo>
                <a:lnTo>
                  <a:pt x="72998" y="14183"/>
                </a:lnTo>
                <a:lnTo>
                  <a:pt x="74458" y="17716"/>
                </a:lnTo>
                <a:lnTo>
                  <a:pt x="75918" y="16275"/>
                </a:lnTo>
                <a:lnTo>
                  <a:pt x="80298" y="21920"/>
                </a:lnTo>
                <a:lnTo>
                  <a:pt x="81028" y="21322"/>
                </a:lnTo>
                <a:lnTo>
                  <a:pt x="83948" y="20790"/>
                </a:lnTo>
                <a:lnTo>
                  <a:pt x="85408" y="19305"/>
                </a:lnTo>
                <a:lnTo>
                  <a:pt x="86138" y="19897"/>
                </a:lnTo>
                <a:lnTo>
                  <a:pt x="89058" y="24413"/>
                </a:lnTo>
                <a:lnTo>
                  <a:pt x="90517" y="22506"/>
                </a:lnTo>
                <a:lnTo>
                  <a:pt x="92707" y="19419"/>
                </a:lnTo>
                <a:lnTo>
                  <a:pt x="93437" y="20244"/>
                </a:lnTo>
                <a:lnTo>
                  <a:pt x="96357" y="32766"/>
                </a:lnTo>
                <a:lnTo>
                  <a:pt x="97087" y="32008"/>
                </a:lnTo>
                <a:lnTo>
                  <a:pt x="102197" y="25339"/>
                </a:lnTo>
                <a:lnTo>
                  <a:pt x="106577" y="23023"/>
                </a:lnTo>
                <a:lnTo>
                  <a:pt x="110227" y="27509"/>
                </a:lnTo>
                <a:lnTo>
                  <a:pt x="110957" y="26252"/>
                </a:lnTo>
                <a:lnTo>
                  <a:pt x="113147" y="23776"/>
                </a:lnTo>
                <a:lnTo>
                  <a:pt x="113877" y="24731"/>
                </a:lnTo>
                <a:lnTo>
                  <a:pt x="117527" y="26966"/>
                </a:lnTo>
                <a:lnTo>
                  <a:pt x="118257" y="26003"/>
                </a:lnTo>
                <a:lnTo>
                  <a:pt x="121176" y="21836"/>
                </a:lnTo>
                <a:lnTo>
                  <a:pt x="121906" y="25426"/>
                </a:lnTo>
                <a:lnTo>
                  <a:pt x="123366" y="28838"/>
                </a:lnTo>
                <a:lnTo>
                  <a:pt x="124826" y="26257"/>
                </a:lnTo>
                <a:lnTo>
                  <a:pt x="127016" y="23265"/>
                </a:lnTo>
                <a:lnTo>
                  <a:pt x="127746" y="24894"/>
                </a:lnTo>
                <a:lnTo>
                  <a:pt x="130666" y="29192"/>
                </a:lnTo>
                <a:lnTo>
                  <a:pt x="134316" y="36599"/>
                </a:lnTo>
                <a:lnTo>
                  <a:pt x="137966" y="28973"/>
                </a:lnTo>
                <a:lnTo>
                  <a:pt x="138696" y="30904"/>
                </a:lnTo>
                <a:lnTo>
                  <a:pt x="139426" y="33736"/>
                </a:lnTo>
                <a:lnTo>
                  <a:pt x="141616" y="32265"/>
                </a:lnTo>
                <a:lnTo>
                  <a:pt x="143806" y="27801"/>
                </a:lnTo>
                <a:lnTo>
                  <a:pt x="144536" y="29821"/>
                </a:lnTo>
                <a:lnTo>
                  <a:pt x="149646" y="34882"/>
                </a:lnTo>
                <a:lnTo>
                  <a:pt x="158405" y="27897"/>
                </a:lnTo>
                <a:lnTo>
                  <a:pt x="164975" y="41778"/>
                </a:lnTo>
                <a:lnTo>
                  <a:pt x="166435" y="45282"/>
                </a:lnTo>
                <a:lnTo>
                  <a:pt x="170085" y="32570"/>
                </a:lnTo>
                <a:lnTo>
                  <a:pt x="173005" y="31807"/>
                </a:lnTo>
                <a:lnTo>
                  <a:pt x="174465" y="25935"/>
                </a:lnTo>
                <a:lnTo>
                  <a:pt x="175195" y="27668"/>
                </a:lnTo>
                <a:lnTo>
                  <a:pt x="177385" y="43079"/>
                </a:lnTo>
                <a:lnTo>
                  <a:pt x="180304" y="38702"/>
                </a:lnTo>
                <a:lnTo>
                  <a:pt x="181764" y="40148"/>
                </a:lnTo>
                <a:lnTo>
                  <a:pt x="182494" y="38227"/>
                </a:lnTo>
                <a:lnTo>
                  <a:pt x="186874" y="37439"/>
                </a:lnTo>
                <a:lnTo>
                  <a:pt x="188334" y="35446"/>
                </a:lnTo>
                <a:lnTo>
                  <a:pt x="189794" y="36103"/>
                </a:lnTo>
                <a:lnTo>
                  <a:pt x="191984" y="41541"/>
                </a:lnTo>
                <a:lnTo>
                  <a:pt x="193444" y="40213"/>
                </a:lnTo>
                <a:lnTo>
                  <a:pt x="197824" y="36845"/>
                </a:lnTo>
                <a:lnTo>
                  <a:pt x="201474" y="36019"/>
                </a:lnTo>
                <a:lnTo>
                  <a:pt x="207314" y="35453"/>
                </a:lnTo>
                <a:lnTo>
                  <a:pt x="210964" y="34055"/>
                </a:lnTo>
                <a:lnTo>
                  <a:pt x="212423" y="34534"/>
                </a:lnTo>
                <a:lnTo>
                  <a:pt x="214613" y="37374"/>
                </a:lnTo>
                <a:lnTo>
                  <a:pt x="215343" y="35862"/>
                </a:lnTo>
                <a:lnTo>
                  <a:pt x="216803" y="34778"/>
                </a:lnTo>
                <a:lnTo>
                  <a:pt x="217533" y="36912"/>
                </a:lnTo>
                <a:lnTo>
                  <a:pt x="229943" y="40450"/>
                </a:lnTo>
                <a:lnTo>
                  <a:pt x="231403" y="45148"/>
                </a:lnTo>
                <a:lnTo>
                  <a:pt x="232133" y="44665"/>
                </a:lnTo>
                <a:lnTo>
                  <a:pt x="236513" y="36045"/>
                </a:lnTo>
                <a:lnTo>
                  <a:pt x="238703" y="39803"/>
                </a:lnTo>
                <a:lnTo>
                  <a:pt x="240163" y="41181"/>
                </a:lnTo>
                <a:lnTo>
                  <a:pt x="240893" y="39668"/>
                </a:lnTo>
                <a:lnTo>
                  <a:pt x="247462" y="32256"/>
                </a:lnTo>
                <a:lnTo>
                  <a:pt x="248922" y="33400"/>
                </a:lnTo>
                <a:lnTo>
                  <a:pt x="249652" y="31682"/>
                </a:lnTo>
                <a:lnTo>
                  <a:pt x="253302" y="28365"/>
                </a:lnTo>
                <a:lnTo>
                  <a:pt x="254762" y="28789"/>
                </a:lnTo>
                <a:lnTo>
                  <a:pt x="255492" y="27927"/>
                </a:lnTo>
                <a:lnTo>
                  <a:pt x="256952" y="27957"/>
                </a:lnTo>
                <a:lnTo>
                  <a:pt x="257682" y="30158"/>
                </a:lnTo>
                <a:lnTo>
                  <a:pt x="259872" y="28702"/>
                </a:lnTo>
                <a:lnTo>
                  <a:pt x="261332" y="30243"/>
                </a:lnTo>
                <a:lnTo>
                  <a:pt x="262792" y="28843"/>
                </a:lnTo>
                <a:lnTo>
                  <a:pt x="265712" y="24480"/>
                </a:lnTo>
                <a:lnTo>
                  <a:pt x="267172" y="28805"/>
                </a:lnTo>
                <a:lnTo>
                  <a:pt x="270822" y="32661"/>
                </a:lnTo>
                <a:lnTo>
                  <a:pt x="273011" y="28742"/>
                </a:lnTo>
                <a:lnTo>
                  <a:pt x="274471" y="29899"/>
                </a:lnTo>
                <a:lnTo>
                  <a:pt x="277391" y="32741"/>
                </a:lnTo>
                <a:lnTo>
                  <a:pt x="278121" y="31772"/>
                </a:lnTo>
                <a:lnTo>
                  <a:pt x="282501" y="29690"/>
                </a:lnTo>
                <a:lnTo>
                  <a:pt x="286151" y="30947"/>
                </a:lnTo>
                <a:lnTo>
                  <a:pt x="291991" y="29113"/>
                </a:lnTo>
                <a:lnTo>
                  <a:pt x="294911" y="26008"/>
                </a:lnTo>
                <a:lnTo>
                  <a:pt x="297101" y="26478"/>
                </a:lnTo>
                <a:lnTo>
                  <a:pt x="298561" y="27623"/>
                </a:lnTo>
                <a:lnTo>
                  <a:pt x="300021" y="24484"/>
                </a:lnTo>
                <a:lnTo>
                  <a:pt x="301481" y="25826"/>
                </a:lnTo>
                <a:lnTo>
                  <a:pt x="313160" y="28401"/>
                </a:lnTo>
                <a:lnTo>
                  <a:pt x="316080" y="25777"/>
                </a:lnTo>
                <a:lnTo>
                  <a:pt x="319730" y="27294"/>
                </a:lnTo>
                <a:lnTo>
                  <a:pt x="324840" y="23201"/>
                </a:lnTo>
                <a:lnTo>
                  <a:pt x="326300" y="12399"/>
                </a:lnTo>
                <a:lnTo>
                  <a:pt x="327760" y="17755"/>
                </a:lnTo>
                <a:lnTo>
                  <a:pt x="330680" y="28066"/>
                </a:lnTo>
                <a:lnTo>
                  <a:pt x="332869" y="25772"/>
                </a:lnTo>
                <a:lnTo>
                  <a:pt x="334329" y="23802"/>
                </a:lnTo>
                <a:lnTo>
                  <a:pt x="335059" y="26820"/>
                </a:lnTo>
                <a:lnTo>
                  <a:pt x="343089" y="25053"/>
                </a:lnTo>
                <a:lnTo>
                  <a:pt x="353309" y="22449"/>
                </a:lnTo>
                <a:lnTo>
                  <a:pt x="356229" y="19901"/>
                </a:lnTo>
                <a:lnTo>
                  <a:pt x="358419" y="21834"/>
                </a:lnTo>
                <a:lnTo>
                  <a:pt x="362069" y="17300"/>
                </a:lnTo>
                <a:lnTo>
                  <a:pt x="364258" y="18007"/>
                </a:lnTo>
                <a:lnTo>
                  <a:pt x="371558" y="19975"/>
                </a:lnTo>
                <a:lnTo>
                  <a:pt x="379588" y="18346"/>
                </a:lnTo>
                <a:lnTo>
                  <a:pt x="383238" y="8249"/>
                </a:lnTo>
                <a:lnTo>
                  <a:pt x="384698" y="8404"/>
                </a:lnTo>
                <a:lnTo>
                  <a:pt x="385428" y="2444"/>
                </a:lnTo>
                <a:lnTo>
                  <a:pt x="386888" y="6289"/>
                </a:lnTo>
                <a:lnTo>
                  <a:pt x="398567" y="9134"/>
                </a:lnTo>
                <a:lnTo>
                  <a:pt x="400757" y="5167"/>
                </a:lnTo>
                <a:lnTo>
                  <a:pt x="401487" y="6478"/>
                </a:lnTo>
                <a:lnTo>
                  <a:pt x="405137" y="11561"/>
                </a:lnTo>
                <a:lnTo>
                  <a:pt x="406597" y="8183"/>
                </a:lnTo>
                <a:lnTo>
                  <a:pt x="407327" y="5970"/>
                </a:lnTo>
                <a:lnTo>
                  <a:pt x="408057" y="9293"/>
                </a:lnTo>
                <a:lnTo>
                  <a:pt x="409517" y="10938"/>
                </a:lnTo>
                <a:lnTo>
                  <a:pt x="410247" y="10335"/>
                </a:lnTo>
                <a:lnTo>
                  <a:pt x="412437" y="9355"/>
                </a:lnTo>
                <a:lnTo>
                  <a:pt x="414627" y="11433"/>
                </a:lnTo>
                <a:lnTo>
                  <a:pt x="415357" y="10079"/>
                </a:lnTo>
                <a:lnTo>
                  <a:pt x="420467" y="10006"/>
                </a:lnTo>
                <a:lnTo>
                  <a:pt x="422657" y="9899"/>
                </a:lnTo>
                <a:lnTo>
                  <a:pt x="427036" y="7681"/>
                </a:lnTo>
                <a:lnTo>
                  <a:pt x="431416" y="10610"/>
                </a:lnTo>
                <a:lnTo>
                  <a:pt x="432146" y="9608"/>
                </a:lnTo>
                <a:lnTo>
                  <a:pt x="436526" y="5671"/>
                </a:lnTo>
                <a:lnTo>
                  <a:pt x="437256" y="6640"/>
                </a:lnTo>
                <a:lnTo>
                  <a:pt x="443826" y="12737"/>
                </a:lnTo>
                <a:lnTo>
                  <a:pt x="447476" y="10516"/>
                </a:lnTo>
                <a:lnTo>
                  <a:pt x="454046" y="18763"/>
                </a:lnTo>
                <a:lnTo>
                  <a:pt x="456965" y="10212"/>
                </a:lnTo>
                <a:lnTo>
                  <a:pt x="459155" y="7069"/>
                </a:lnTo>
                <a:lnTo>
                  <a:pt x="460615" y="9406"/>
                </a:lnTo>
                <a:lnTo>
                  <a:pt x="462805" y="14588"/>
                </a:lnTo>
                <a:lnTo>
                  <a:pt x="464265" y="12920"/>
                </a:lnTo>
                <a:lnTo>
                  <a:pt x="465725" y="12631"/>
                </a:lnTo>
                <a:lnTo>
                  <a:pt x="467915" y="4254"/>
                </a:lnTo>
                <a:lnTo>
                  <a:pt x="470105" y="7283"/>
                </a:lnTo>
                <a:lnTo>
                  <a:pt x="473755" y="11843"/>
                </a:lnTo>
                <a:lnTo>
                  <a:pt x="474485" y="11290"/>
                </a:lnTo>
                <a:lnTo>
                  <a:pt x="475945" y="8901"/>
                </a:lnTo>
                <a:lnTo>
                  <a:pt x="476675" y="5702"/>
                </a:lnTo>
                <a:lnTo>
                  <a:pt x="478135" y="9849"/>
                </a:lnTo>
                <a:lnTo>
                  <a:pt x="478865" y="7710"/>
                </a:lnTo>
                <a:lnTo>
                  <a:pt x="481055" y="6331"/>
                </a:lnTo>
                <a:lnTo>
                  <a:pt x="481785" y="7602"/>
                </a:lnTo>
                <a:lnTo>
                  <a:pt x="482515" y="8673"/>
                </a:lnTo>
                <a:lnTo>
                  <a:pt x="483245" y="6717"/>
                </a:lnTo>
                <a:lnTo>
                  <a:pt x="485434" y="3654"/>
                </a:lnTo>
                <a:lnTo>
                  <a:pt x="486164" y="5708"/>
                </a:lnTo>
                <a:lnTo>
                  <a:pt x="486894" y="5873"/>
                </a:lnTo>
                <a:lnTo>
                  <a:pt x="488354" y="1968"/>
                </a:lnTo>
                <a:lnTo>
                  <a:pt x="489084" y="4091"/>
                </a:lnTo>
                <a:lnTo>
                  <a:pt x="497844" y="14739"/>
                </a:lnTo>
                <a:lnTo>
                  <a:pt x="498574" y="12462"/>
                </a:lnTo>
                <a:lnTo>
                  <a:pt x="501494" y="4620"/>
                </a:lnTo>
                <a:lnTo>
                  <a:pt x="502224" y="6337"/>
                </a:lnTo>
                <a:lnTo>
                  <a:pt x="503684" y="9407"/>
                </a:lnTo>
                <a:lnTo>
                  <a:pt x="504414" y="6003"/>
                </a:lnTo>
                <a:lnTo>
                  <a:pt x="505874" y="0"/>
                </a:lnTo>
                <a:lnTo>
                  <a:pt x="507334" y="3323"/>
                </a:lnTo>
                <a:lnTo>
                  <a:pt x="510984" y="3851"/>
                </a:lnTo>
                <a:lnTo>
                  <a:pt x="516823" y="4167"/>
                </a:lnTo>
                <a:lnTo>
                  <a:pt x="517553" y="2045"/>
                </a:lnTo>
                <a:lnTo>
                  <a:pt x="519743" y="3375"/>
                </a:lnTo>
                <a:lnTo>
                  <a:pt x="521933" y="6125"/>
                </a:lnTo>
                <a:lnTo>
                  <a:pt x="527043" y="11983"/>
                </a:lnTo>
                <a:lnTo>
                  <a:pt x="532153" y="10748"/>
                </a:lnTo>
                <a:lnTo>
                  <a:pt x="535073" y="10538"/>
                </a:lnTo>
                <a:lnTo>
                  <a:pt x="538723" y="11277"/>
                </a:lnTo>
                <a:lnTo>
                  <a:pt x="545292" y="15259"/>
                </a:lnTo>
                <a:lnTo>
                  <a:pt x="550402" y="22232"/>
                </a:lnTo>
                <a:lnTo>
                  <a:pt x="551132" y="19109"/>
                </a:lnTo>
                <a:lnTo>
                  <a:pt x="551862" y="18484"/>
                </a:lnTo>
                <a:lnTo>
                  <a:pt x="552592" y="20017"/>
                </a:lnTo>
                <a:lnTo>
                  <a:pt x="555512" y="21102"/>
                </a:lnTo>
                <a:lnTo>
                  <a:pt x="556242" y="20391"/>
                </a:lnTo>
                <a:lnTo>
                  <a:pt x="556972" y="21227"/>
                </a:lnTo>
                <a:lnTo>
                  <a:pt x="562082" y="25480"/>
                </a:lnTo>
                <a:lnTo>
                  <a:pt x="567922" y="26501"/>
                </a:lnTo>
                <a:lnTo>
                  <a:pt x="572302" y="32393"/>
                </a:lnTo>
                <a:lnTo>
                  <a:pt x="577411" y="28725"/>
                </a:lnTo>
                <a:lnTo>
                  <a:pt x="578141" y="30985"/>
                </a:lnTo>
                <a:lnTo>
                  <a:pt x="584711" y="37047"/>
                </a:lnTo>
                <a:lnTo>
                  <a:pt x="611720" y="48649"/>
                </a:lnTo>
                <a:lnTo>
                  <a:pt x="614640" y="53603"/>
                </a:lnTo>
                <a:lnTo>
                  <a:pt x="616100" y="52486"/>
                </a:lnTo>
                <a:lnTo>
                  <a:pt x="617560" y="52092"/>
                </a:lnTo>
                <a:lnTo>
                  <a:pt x="618290" y="53161"/>
                </a:lnTo>
                <a:lnTo>
                  <a:pt x="619750" y="54829"/>
                </a:lnTo>
                <a:lnTo>
                  <a:pt x="620480" y="53837"/>
                </a:lnTo>
                <a:lnTo>
                  <a:pt x="622670" y="50881"/>
                </a:lnTo>
                <a:lnTo>
                  <a:pt x="623400" y="52585"/>
                </a:lnTo>
                <a:lnTo>
                  <a:pt x="625590" y="59348"/>
                </a:lnTo>
                <a:lnTo>
                  <a:pt x="627050" y="57333"/>
                </a:lnTo>
                <a:lnTo>
                  <a:pt x="629240" y="54937"/>
                </a:lnTo>
                <a:lnTo>
                  <a:pt x="629970" y="56143"/>
                </a:lnTo>
                <a:lnTo>
                  <a:pt x="632160" y="64790"/>
                </a:lnTo>
                <a:lnTo>
                  <a:pt x="632889" y="62356"/>
                </a:lnTo>
                <a:lnTo>
                  <a:pt x="635809" y="56892"/>
                </a:lnTo>
                <a:lnTo>
                  <a:pt x="636539" y="57684"/>
                </a:lnTo>
                <a:lnTo>
                  <a:pt x="638729" y="62593"/>
                </a:lnTo>
                <a:lnTo>
                  <a:pt x="640189" y="60236"/>
                </a:lnTo>
                <a:lnTo>
                  <a:pt x="643109" y="63328"/>
                </a:lnTo>
                <a:lnTo>
                  <a:pt x="647489" y="75202"/>
                </a:lnTo>
                <a:lnTo>
                  <a:pt x="648219" y="73713"/>
                </a:lnTo>
                <a:lnTo>
                  <a:pt x="649679" y="76065"/>
                </a:lnTo>
                <a:lnTo>
                  <a:pt x="652599" y="76262"/>
                </a:lnTo>
                <a:lnTo>
                  <a:pt x="656249" y="80177"/>
                </a:lnTo>
                <a:lnTo>
                  <a:pt x="657709" y="74016"/>
                </a:lnTo>
                <a:lnTo>
                  <a:pt x="658439" y="79933"/>
                </a:lnTo>
                <a:lnTo>
                  <a:pt x="659169" y="81470"/>
                </a:lnTo>
                <a:lnTo>
                  <a:pt x="659899" y="79299"/>
                </a:lnTo>
                <a:lnTo>
                  <a:pt x="660629" y="77647"/>
                </a:lnTo>
                <a:lnTo>
                  <a:pt x="661359" y="79768"/>
                </a:lnTo>
                <a:lnTo>
                  <a:pt x="665739" y="83091"/>
                </a:lnTo>
                <a:lnTo>
                  <a:pt x="667928" y="87509"/>
                </a:lnTo>
                <a:lnTo>
                  <a:pt x="680338" y="104025"/>
                </a:lnTo>
                <a:lnTo>
                  <a:pt x="681068" y="103247"/>
                </a:lnTo>
                <a:lnTo>
                  <a:pt x="681798" y="100839"/>
                </a:lnTo>
                <a:lnTo>
                  <a:pt x="683258" y="103718"/>
                </a:lnTo>
                <a:lnTo>
                  <a:pt x="689098" y="114945"/>
                </a:lnTo>
                <a:lnTo>
                  <a:pt x="691288" y="116711"/>
                </a:lnTo>
                <a:lnTo>
                  <a:pt x="700047" y="135373"/>
                </a:lnTo>
                <a:lnTo>
                  <a:pt x="704427" y="142213"/>
                </a:lnTo>
                <a:lnTo>
                  <a:pt x="716837" y="152160"/>
                </a:lnTo>
                <a:lnTo>
                  <a:pt x="721217" y="158411"/>
                </a:lnTo>
                <a:lnTo>
                  <a:pt x="725596" y="152441"/>
                </a:lnTo>
                <a:lnTo>
                  <a:pt x="727786" y="151093"/>
                </a:lnTo>
                <a:lnTo>
                  <a:pt x="734356" y="126967"/>
                </a:lnTo>
                <a:lnTo>
                  <a:pt x="743116" y="93438"/>
                </a:lnTo>
                <a:lnTo>
                  <a:pt x="743846" y="95965"/>
                </a:lnTo>
                <a:lnTo>
                  <a:pt x="744576" y="89484"/>
                </a:lnTo>
                <a:lnTo>
                  <a:pt x="754066" y="68282"/>
                </a:lnTo>
                <a:lnTo>
                  <a:pt x="756986" y="54239"/>
                </a:lnTo>
                <a:lnTo>
                  <a:pt x="757716" y="54721"/>
                </a:lnTo>
                <a:lnTo>
                  <a:pt x="760635" y="40345"/>
                </a:lnTo>
                <a:lnTo>
                  <a:pt x="762095" y="44050"/>
                </a:lnTo>
                <a:lnTo>
                  <a:pt x="762825" y="42414"/>
                </a:lnTo>
                <a:lnTo>
                  <a:pt x="764285" y="49820"/>
                </a:lnTo>
                <a:lnTo>
                  <a:pt x="765745" y="48195"/>
                </a:lnTo>
                <a:lnTo>
                  <a:pt x="767935" y="44774"/>
                </a:lnTo>
                <a:lnTo>
                  <a:pt x="768665" y="48022"/>
                </a:lnTo>
                <a:lnTo>
                  <a:pt x="770125" y="44572"/>
                </a:lnTo>
                <a:lnTo>
                  <a:pt x="770855" y="44105"/>
                </a:lnTo>
                <a:lnTo>
                  <a:pt x="771585" y="58239"/>
                </a:lnTo>
                <a:lnTo>
                  <a:pt x="773045" y="43730"/>
                </a:lnTo>
                <a:lnTo>
                  <a:pt x="775235" y="55113"/>
                </a:lnTo>
                <a:lnTo>
                  <a:pt x="775965" y="52254"/>
                </a:lnTo>
                <a:lnTo>
                  <a:pt x="776695" y="48286"/>
                </a:lnTo>
                <a:lnTo>
                  <a:pt x="777425" y="59011"/>
                </a:lnTo>
                <a:lnTo>
                  <a:pt x="778885" y="56207"/>
                </a:lnTo>
                <a:lnTo>
                  <a:pt x="780345" y="47127"/>
                </a:lnTo>
                <a:lnTo>
                  <a:pt x="781075" y="57643"/>
                </a:lnTo>
                <a:lnTo>
                  <a:pt x="781805" y="49591"/>
                </a:lnTo>
                <a:lnTo>
                  <a:pt x="782535" y="54837"/>
                </a:lnTo>
                <a:lnTo>
                  <a:pt x="783265" y="51437"/>
                </a:lnTo>
                <a:lnTo>
                  <a:pt x="783995" y="45990"/>
                </a:lnTo>
                <a:lnTo>
                  <a:pt x="784725" y="50257"/>
                </a:lnTo>
                <a:lnTo>
                  <a:pt x="785455" y="60100"/>
                </a:lnTo>
                <a:lnTo>
                  <a:pt x="786185" y="47095"/>
                </a:lnTo>
                <a:lnTo>
                  <a:pt x="787644" y="56788"/>
                </a:lnTo>
                <a:lnTo>
                  <a:pt x="789104" y="50916"/>
                </a:lnTo>
                <a:lnTo>
                  <a:pt x="789834" y="56519"/>
                </a:lnTo>
                <a:lnTo>
                  <a:pt x="790564" y="57531"/>
                </a:lnTo>
                <a:lnTo>
                  <a:pt x="791294" y="52185"/>
                </a:lnTo>
                <a:lnTo>
                  <a:pt x="792754" y="56483"/>
                </a:lnTo>
                <a:lnTo>
                  <a:pt x="795674" y="59812"/>
                </a:lnTo>
                <a:lnTo>
                  <a:pt x="796404" y="59327"/>
                </a:lnTo>
                <a:lnTo>
                  <a:pt x="799324" y="58275"/>
                </a:lnTo>
                <a:lnTo>
                  <a:pt x="800784" y="68057"/>
                </a:lnTo>
                <a:lnTo>
                  <a:pt x="801514" y="64547"/>
                </a:lnTo>
                <a:lnTo>
                  <a:pt x="802974" y="52763"/>
                </a:lnTo>
                <a:lnTo>
                  <a:pt x="804434" y="56283"/>
                </a:lnTo>
                <a:lnTo>
                  <a:pt x="805164" y="59586"/>
                </a:lnTo>
                <a:lnTo>
                  <a:pt x="805894" y="54334"/>
                </a:lnTo>
                <a:lnTo>
                  <a:pt x="807354" y="48976"/>
                </a:lnTo>
                <a:lnTo>
                  <a:pt x="809544" y="69972"/>
                </a:lnTo>
                <a:lnTo>
                  <a:pt x="810274" y="67175"/>
                </a:lnTo>
                <a:lnTo>
                  <a:pt x="811004" y="61178"/>
                </a:lnTo>
                <a:lnTo>
                  <a:pt x="812464" y="69016"/>
                </a:lnTo>
                <a:lnTo>
                  <a:pt x="814654" y="71900"/>
                </a:lnTo>
                <a:lnTo>
                  <a:pt x="818303" y="54472"/>
                </a:lnTo>
                <a:lnTo>
                  <a:pt x="821223" y="77742"/>
                </a:lnTo>
                <a:lnTo>
                  <a:pt x="821953" y="76381"/>
                </a:lnTo>
                <a:lnTo>
                  <a:pt x="822683" y="73770"/>
                </a:lnTo>
                <a:lnTo>
                  <a:pt x="823413" y="77563"/>
                </a:lnTo>
                <a:lnTo>
                  <a:pt x="824873" y="75139"/>
                </a:lnTo>
                <a:lnTo>
                  <a:pt x="825603" y="74507"/>
                </a:lnTo>
                <a:lnTo>
                  <a:pt x="826333" y="84903"/>
                </a:lnTo>
                <a:lnTo>
                  <a:pt x="827063" y="77189"/>
                </a:lnTo>
                <a:lnTo>
                  <a:pt x="830713" y="48927"/>
                </a:lnTo>
                <a:lnTo>
                  <a:pt x="831443" y="50516"/>
                </a:lnTo>
                <a:lnTo>
                  <a:pt x="832173" y="59660"/>
                </a:lnTo>
                <a:lnTo>
                  <a:pt x="833633" y="49158"/>
                </a:lnTo>
                <a:lnTo>
                  <a:pt x="834363" y="54532"/>
                </a:lnTo>
                <a:lnTo>
                  <a:pt x="836553" y="51168"/>
                </a:lnTo>
                <a:lnTo>
                  <a:pt x="837283" y="47616"/>
                </a:lnTo>
                <a:lnTo>
                  <a:pt x="838743" y="53278"/>
                </a:lnTo>
                <a:lnTo>
                  <a:pt x="840203" y="50648"/>
                </a:lnTo>
                <a:lnTo>
                  <a:pt x="840933" y="52251"/>
                </a:lnTo>
                <a:lnTo>
                  <a:pt x="842393" y="50434"/>
                </a:lnTo>
                <a:lnTo>
                  <a:pt x="846772" y="62945"/>
                </a:lnTo>
                <a:lnTo>
                  <a:pt x="848232" y="66457"/>
                </a:lnTo>
                <a:lnTo>
                  <a:pt x="849692" y="64651"/>
                </a:lnTo>
                <a:lnTo>
                  <a:pt x="854802" y="78904"/>
                </a:lnTo>
                <a:lnTo>
                  <a:pt x="856262" y="75342"/>
                </a:lnTo>
                <a:lnTo>
                  <a:pt x="859912" y="75658"/>
                </a:lnTo>
                <a:lnTo>
                  <a:pt x="862832" y="77590"/>
                </a:lnTo>
                <a:lnTo>
                  <a:pt x="863562" y="76406"/>
                </a:lnTo>
                <a:lnTo>
                  <a:pt x="864292" y="77009"/>
                </a:lnTo>
                <a:lnTo>
                  <a:pt x="865022" y="79973"/>
                </a:lnTo>
                <a:lnTo>
                  <a:pt x="865752" y="78918"/>
                </a:lnTo>
                <a:lnTo>
                  <a:pt x="867942" y="73684"/>
                </a:lnTo>
                <a:lnTo>
                  <a:pt x="868672" y="74664"/>
                </a:lnTo>
                <a:lnTo>
                  <a:pt x="870862" y="77082"/>
                </a:lnTo>
                <a:lnTo>
                  <a:pt x="871592" y="74668"/>
                </a:lnTo>
                <a:lnTo>
                  <a:pt x="875242" y="69515"/>
                </a:lnTo>
                <a:lnTo>
                  <a:pt x="877432" y="73176"/>
                </a:lnTo>
                <a:lnTo>
                  <a:pt x="878162" y="72357"/>
                </a:lnTo>
                <a:lnTo>
                  <a:pt x="879621" y="70429"/>
                </a:lnTo>
                <a:lnTo>
                  <a:pt x="882541" y="78245"/>
                </a:lnTo>
                <a:lnTo>
                  <a:pt x="885461" y="70468"/>
                </a:lnTo>
                <a:lnTo>
                  <a:pt x="886191" y="71883"/>
                </a:lnTo>
                <a:lnTo>
                  <a:pt x="886921" y="74490"/>
                </a:lnTo>
                <a:lnTo>
                  <a:pt x="887651" y="71172"/>
                </a:lnTo>
                <a:lnTo>
                  <a:pt x="888381" y="68773"/>
                </a:lnTo>
                <a:lnTo>
                  <a:pt x="889111" y="75309"/>
                </a:lnTo>
                <a:lnTo>
                  <a:pt x="891301" y="88582"/>
                </a:lnTo>
                <a:lnTo>
                  <a:pt x="892031" y="88023"/>
                </a:lnTo>
                <a:lnTo>
                  <a:pt x="895681" y="78974"/>
                </a:lnTo>
                <a:lnTo>
                  <a:pt x="900791" y="71615"/>
                </a:lnTo>
                <a:lnTo>
                  <a:pt x="901521" y="72013"/>
                </a:lnTo>
                <a:lnTo>
                  <a:pt x="902981" y="69772"/>
                </a:lnTo>
                <a:lnTo>
                  <a:pt x="905901" y="75291"/>
                </a:lnTo>
                <a:lnTo>
                  <a:pt x="906631" y="76665"/>
                </a:lnTo>
                <a:lnTo>
                  <a:pt x="907361" y="73210"/>
                </a:lnTo>
                <a:lnTo>
                  <a:pt x="908820" y="68311"/>
                </a:lnTo>
                <a:lnTo>
                  <a:pt x="910280" y="69830"/>
                </a:lnTo>
                <a:lnTo>
                  <a:pt x="913930" y="76077"/>
                </a:lnTo>
                <a:lnTo>
                  <a:pt x="915390" y="72684"/>
                </a:lnTo>
                <a:lnTo>
                  <a:pt x="916120" y="76466"/>
                </a:lnTo>
                <a:lnTo>
                  <a:pt x="918310" y="77196"/>
                </a:lnTo>
                <a:lnTo>
                  <a:pt x="919040" y="76307"/>
                </a:lnTo>
                <a:lnTo>
                  <a:pt x="919770" y="77049"/>
                </a:lnTo>
                <a:lnTo>
                  <a:pt x="921230" y="75269"/>
                </a:lnTo>
                <a:lnTo>
                  <a:pt x="925610" y="70836"/>
                </a:lnTo>
                <a:lnTo>
                  <a:pt x="926340" y="70806"/>
                </a:lnTo>
                <a:lnTo>
                  <a:pt x="928530" y="69989"/>
                </a:lnTo>
                <a:lnTo>
                  <a:pt x="929990" y="77713"/>
                </a:lnTo>
                <a:lnTo>
                  <a:pt x="934370" y="69793"/>
                </a:lnTo>
                <a:lnTo>
                  <a:pt x="935100" y="72730"/>
                </a:lnTo>
                <a:lnTo>
                  <a:pt x="936560" y="73961"/>
                </a:lnTo>
                <a:lnTo>
                  <a:pt x="937289" y="71862"/>
                </a:lnTo>
                <a:lnTo>
                  <a:pt x="940939" y="69738"/>
                </a:lnTo>
                <a:lnTo>
                  <a:pt x="945319" y="75040"/>
                </a:lnTo>
                <a:lnTo>
                  <a:pt x="954079" y="75584"/>
                </a:lnTo>
                <a:lnTo>
                  <a:pt x="956999" y="72825"/>
                </a:lnTo>
                <a:lnTo>
                  <a:pt x="957729" y="73619"/>
                </a:lnTo>
                <a:lnTo>
                  <a:pt x="962109" y="78521"/>
                </a:lnTo>
                <a:lnTo>
                  <a:pt x="963569" y="82045"/>
                </a:lnTo>
                <a:lnTo>
                  <a:pt x="967218" y="98165"/>
                </a:lnTo>
                <a:lnTo>
                  <a:pt x="967949" y="95961"/>
                </a:lnTo>
                <a:lnTo>
                  <a:pt x="970138" y="96971"/>
                </a:lnTo>
                <a:lnTo>
                  <a:pt x="970868" y="102452"/>
                </a:lnTo>
                <a:lnTo>
                  <a:pt x="972328" y="94181"/>
                </a:lnTo>
                <a:lnTo>
                  <a:pt x="974518" y="97848"/>
                </a:lnTo>
                <a:lnTo>
                  <a:pt x="976708" y="95562"/>
                </a:lnTo>
                <a:lnTo>
                  <a:pt x="980358" y="96486"/>
                </a:lnTo>
                <a:lnTo>
                  <a:pt x="984008" y="92885"/>
                </a:lnTo>
                <a:lnTo>
                  <a:pt x="985468" y="93629"/>
                </a:lnTo>
                <a:lnTo>
                  <a:pt x="986198" y="91094"/>
                </a:lnTo>
                <a:lnTo>
                  <a:pt x="986928" y="94737"/>
                </a:lnTo>
                <a:lnTo>
                  <a:pt x="987658" y="94819"/>
                </a:lnTo>
                <a:lnTo>
                  <a:pt x="999338" y="113902"/>
                </a:lnTo>
                <a:lnTo>
                  <a:pt x="1000797" y="111627"/>
                </a:lnTo>
                <a:lnTo>
                  <a:pt x="1003717" y="109508"/>
                </a:lnTo>
                <a:lnTo>
                  <a:pt x="1005907" y="115641"/>
                </a:lnTo>
                <a:lnTo>
                  <a:pt x="1006637" y="114547"/>
                </a:lnTo>
                <a:lnTo>
                  <a:pt x="1019047" y="120426"/>
                </a:lnTo>
                <a:lnTo>
                  <a:pt x="1024157" y="140264"/>
                </a:lnTo>
                <a:lnTo>
                  <a:pt x="1024887" y="139180"/>
                </a:lnTo>
                <a:lnTo>
                  <a:pt x="1026347" y="141526"/>
                </a:lnTo>
                <a:lnTo>
                  <a:pt x="1030726" y="150902"/>
                </a:lnTo>
                <a:lnTo>
                  <a:pt x="1031456" y="150376"/>
                </a:lnTo>
                <a:lnTo>
                  <a:pt x="1032186" y="151902"/>
                </a:lnTo>
                <a:lnTo>
                  <a:pt x="1035836" y="160297"/>
                </a:lnTo>
                <a:lnTo>
                  <a:pt x="1036566" y="159059"/>
                </a:lnTo>
                <a:lnTo>
                  <a:pt x="1037296" y="161312"/>
                </a:lnTo>
                <a:lnTo>
                  <a:pt x="1038026" y="161521"/>
                </a:lnTo>
                <a:lnTo>
                  <a:pt x="1039486" y="164701"/>
                </a:lnTo>
                <a:lnTo>
                  <a:pt x="1047516" y="177657"/>
                </a:lnTo>
                <a:lnTo>
                  <a:pt x="1048246" y="175424"/>
                </a:lnTo>
                <a:lnTo>
                  <a:pt x="1049706" y="176430"/>
                </a:lnTo>
                <a:lnTo>
                  <a:pt x="1051166" y="180881"/>
                </a:lnTo>
                <a:lnTo>
                  <a:pt x="1052626" y="179168"/>
                </a:lnTo>
                <a:lnTo>
                  <a:pt x="1054816" y="175800"/>
                </a:lnTo>
                <a:lnTo>
                  <a:pt x="1054086" y="180543"/>
                </a:lnTo>
                <a:lnTo>
                  <a:pt x="1055546" y="178205"/>
                </a:lnTo>
                <a:lnTo>
                  <a:pt x="1058465" y="186523"/>
                </a:lnTo>
                <a:lnTo>
                  <a:pt x="1059195" y="185712"/>
                </a:lnTo>
                <a:lnTo>
                  <a:pt x="1062845" y="191833"/>
                </a:lnTo>
                <a:lnTo>
                  <a:pt x="1069415" y="210099"/>
                </a:lnTo>
                <a:lnTo>
                  <a:pt x="1070145" y="219098"/>
                </a:lnTo>
                <a:lnTo>
                  <a:pt x="1072335" y="214402"/>
                </a:lnTo>
                <a:lnTo>
                  <a:pt x="1076715" y="211807"/>
                </a:lnTo>
                <a:lnTo>
                  <a:pt x="1079635" y="216434"/>
                </a:lnTo>
                <a:lnTo>
                  <a:pt x="1084015" y="205187"/>
                </a:lnTo>
                <a:lnTo>
                  <a:pt x="1084745" y="205222"/>
                </a:lnTo>
                <a:lnTo>
                  <a:pt x="1091315" y="190631"/>
                </a:lnTo>
                <a:lnTo>
                  <a:pt x="1092774" y="199800"/>
                </a:lnTo>
                <a:lnTo>
                  <a:pt x="1094234" y="193326"/>
                </a:lnTo>
                <a:lnTo>
                  <a:pt x="1096424" y="196930"/>
                </a:lnTo>
                <a:lnTo>
                  <a:pt x="1100074" y="182310"/>
                </a:lnTo>
                <a:lnTo>
                  <a:pt x="1100804" y="183919"/>
                </a:lnTo>
                <a:lnTo>
                  <a:pt x="1101534" y="181367"/>
                </a:lnTo>
                <a:lnTo>
                  <a:pt x="1102264" y="181403"/>
                </a:lnTo>
                <a:lnTo>
                  <a:pt x="1107374" y="161743"/>
                </a:lnTo>
                <a:lnTo>
                  <a:pt x="1108834" y="156361"/>
                </a:lnTo>
                <a:lnTo>
                  <a:pt x="1110294" y="159944"/>
                </a:lnTo>
                <a:lnTo>
                  <a:pt x="1111754" y="163445"/>
                </a:lnTo>
                <a:lnTo>
                  <a:pt x="1113214" y="155580"/>
                </a:lnTo>
                <a:lnTo>
                  <a:pt x="1114674" y="155981"/>
                </a:lnTo>
                <a:lnTo>
                  <a:pt x="1116864" y="169239"/>
                </a:lnTo>
                <a:lnTo>
                  <a:pt x="1118324" y="165239"/>
                </a:lnTo>
                <a:lnTo>
                  <a:pt x="1121243" y="154491"/>
                </a:lnTo>
                <a:lnTo>
                  <a:pt x="1121973" y="158742"/>
                </a:lnTo>
                <a:lnTo>
                  <a:pt x="1122703" y="160534"/>
                </a:lnTo>
                <a:lnTo>
                  <a:pt x="1124163" y="157181"/>
                </a:lnTo>
                <a:lnTo>
                  <a:pt x="1125623" y="160701"/>
                </a:lnTo>
                <a:lnTo>
                  <a:pt x="1126353" y="157479"/>
                </a:lnTo>
                <a:lnTo>
                  <a:pt x="1128543" y="139285"/>
                </a:lnTo>
                <a:lnTo>
                  <a:pt x="1131463" y="142016"/>
                </a:lnTo>
                <a:lnTo>
                  <a:pt x="1133653" y="154724"/>
                </a:lnTo>
                <a:lnTo>
                  <a:pt x="1134383" y="150224"/>
                </a:lnTo>
                <a:lnTo>
                  <a:pt x="1135113" y="141341"/>
                </a:lnTo>
                <a:lnTo>
                  <a:pt x="1136573" y="150141"/>
                </a:lnTo>
                <a:lnTo>
                  <a:pt x="1151172" y="185393"/>
                </a:lnTo>
                <a:lnTo>
                  <a:pt x="1152632" y="175930"/>
                </a:lnTo>
                <a:lnTo>
                  <a:pt x="1154092" y="180950"/>
                </a:lnTo>
                <a:lnTo>
                  <a:pt x="1158472" y="194982"/>
                </a:lnTo>
                <a:lnTo>
                  <a:pt x="1159202" y="192906"/>
                </a:lnTo>
                <a:lnTo>
                  <a:pt x="1159932" y="196872"/>
                </a:lnTo>
                <a:lnTo>
                  <a:pt x="1166502" y="225555"/>
                </a:lnTo>
                <a:lnTo>
                  <a:pt x="1167232" y="224457"/>
                </a:lnTo>
                <a:lnTo>
                  <a:pt x="1170882" y="233427"/>
                </a:lnTo>
                <a:lnTo>
                  <a:pt x="1171612" y="227062"/>
                </a:lnTo>
                <a:lnTo>
                  <a:pt x="1173072" y="231215"/>
                </a:lnTo>
                <a:lnTo>
                  <a:pt x="1175262" y="248734"/>
                </a:lnTo>
                <a:lnTo>
                  <a:pt x="1176722" y="246503"/>
                </a:lnTo>
                <a:lnTo>
                  <a:pt x="1177452" y="244984"/>
                </a:lnTo>
                <a:lnTo>
                  <a:pt x="1182561" y="263257"/>
                </a:lnTo>
                <a:lnTo>
                  <a:pt x="1184021" y="267942"/>
                </a:lnTo>
                <a:lnTo>
                  <a:pt x="1184751" y="276625"/>
                </a:lnTo>
                <a:lnTo>
                  <a:pt x="1186941" y="271550"/>
                </a:lnTo>
                <a:lnTo>
                  <a:pt x="1190591" y="290094"/>
                </a:lnTo>
                <a:lnTo>
                  <a:pt x="1193511" y="279287"/>
                </a:lnTo>
                <a:lnTo>
                  <a:pt x="1194971" y="290409"/>
                </a:lnTo>
                <a:lnTo>
                  <a:pt x="1196431" y="285264"/>
                </a:lnTo>
                <a:lnTo>
                  <a:pt x="1200811" y="310488"/>
                </a:lnTo>
                <a:lnTo>
                  <a:pt x="1202271" y="303863"/>
                </a:lnTo>
                <a:lnTo>
                  <a:pt x="1203001" y="304010"/>
                </a:lnTo>
                <a:lnTo>
                  <a:pt x="1203731" y="300626"/>
                </a:lnTo>
                <a:lnTo>
                  <a:pt x="1204461" y="303759"/>
                </a:lnTo>
                <a:lnTo>
                  <a:pt x="1208841" y="322006"/>
                </a:lnTo>
                <a:lnTo>
                  <a:pt x="1209571" y="310494"/>
                </a:lnTo>
                <a:lnTo>
                  <a:pt x="1211761" y="316880"/>
                </a:lnTo>
                <a:lnTo>
                  <a:pt x="1212490" y="315298"/>
                </a:lnTo>
                <a:lnTo>
                  <a:pt x="1213220" y="318066"/>
                </a:lnTo>
                <a:lnTo>
                  <a:pt x="1219790" y="329416"/>
                </a:lnTo>
                <a:lnTo>
                  <a:pt x="1220520" y="327072"/>
                </a:lnTo>
                <a:lnTo>
                  <a:pt x="1222710" y="344587"/>
                </a:lnTo>
                <a:lnTo>
                  <a:pt x="1223440" y="332113"/>
                </a:lnTo>
                <a:lnTo>
                  <a:pt x="1230010" y="354775"/>
                </a:lnTo>
                <a:lnTo>
                  <a:pt x="1230740" y="352132"/>
                </a:lnTo>
                <a:lnTo>
                  <a:pt x="1232200" y="354534"/>
                </a:lnTo>
                <a:lnTo>
                  <a:pt x="1233660" y="357073"/>
                </a:lnTo>
                <a:lnTo>
                  <a:pt x="1235120" y="355531"/>
                </a:lnTo>
                <a:lnTo>
                  <a:pt x="1237310" y="365158"/>
                </a:lnTo>
                <a:lnTo>
                  <a:pt x="1238040" y="357850"/>
                </a:lnTo>
                <a:lnTo>
                  <a:pt x="1238770" y="368374"/>
                </a:lnTo>
                <a:lnTo>
                  <a:pt x="1239500" y="374256"/>
                </a:lnTo>
                <a:lnTo>
                  <a:pt x="1240230" y="371842"/>
                </a:lnTo>
                <a:lnTo>
                  <a:pt x="1240959" y="363695"/>
                </a:lnTo>
                <a:lnTo>
                  <a:pt x="1242419" y="368676"/>
                </a:lnTo>
                <a:lnTo>
                  <a:pt x="1243879" y="367070"/>
                </a:lnTo>
                <a:lnTo>
                  <a:pt x="1248989" y="379787"/>
                </a:lnTo>
                <a:lnTo>
                  <a:pt x="1253369" y="397239"/>
                </a:lnTo>
                <a:lnTo>
                  <a:pt x="1254099" y="393573"/>
                </a:lnTo>
                <a:lnTo>
                  <a:pt x="1254829" y="390300"/>
                </a:lnTo>
                <a:lnTo>
                  <a:pt x="1256289" y="395092"/>
                </a:lnTo>
                <a:lnTo>
                  <a:pt x="1263589" y="413046"/>
                </a:lnTo>
                <a:lnTo>
                  <a:pt x="1264319" y="409748"/>
                </a:lnTo>
                <a:lnTo>
                  <a:pt x="1265779" y="412790"/>
                </a:lnTo>
                <a:lnTo>
                  <a:pt x="1270158" y="425662"/>
                </a:lnTo>
                <a:lnTo>
                  <a:pt x="1273808" y="422871"/>
                </a:lnTo>
                <a:lnTo>
                  <a:pt x="1274538" y="424192"/>
                </a:lnTo>
                <a:lnTo>
                  <a:pt x="1275998" y="431958"/>
                </a:lnTo>
                <a:lnTo>
                  <a:pt x="1277458" y="426599"/>
                </a:lnTo>
                <a:lnTo>
                  <a:pt x="1278188" y="425609"/>
                </a:lnTo>
                <a:lnTo>
                  <a:pt x="1278918" y="427482"/>
                </a:lnTo>
                <a:lnTo>
                  <a:pt x="1286948" y="451218"/>
                </a:lnTo>
                <a:lnTo>
                  <a:pt x="1290598" y="463137"/>
                </a:lnTo>
                <a:lnTo>
                  <a:pt x="1289138" y="449478"/>
                </a:lnTo>
                <a:lnTo>
                  <a:pt x="1291328" y="462531"/>
                </a:lnTo>
                <a:lnTo>
                  <a:pt x="1292058" y="461016"/>
                </a:lnTo>
                <a:lnTo>
                  <a:pt x="1292788" y="463247"/>
                </a:lnTo>
                <a:lnTo>
                  <a:pt x="1294248" y="461663"/>
                </a:lnTo>
                <a:lnTo>
                  <a:pt x="1294978" y="463526"/>
                </a:lnTo>
                <a:lnTo>
                  <a:pt x="1296438" y="456663"/>
                </a:lnTo>
                <a:lnTo>
                  <a:pt x="1297898" y="460680"/>
                </a:lnTo>
                <a:lnTo>
                  <a:pt x="1300088" y="469437"/>
                </a:lnTo>
                <a:lnTo>
                  <a:pt x="1302277" y="468079"/>
                </a:lnTo>
                <a:lnTo>
                  <a:pt x="1305927" y="473127"/>
                </a:lnTo>
                <a:lnTo>
                  <a:pt x="1308847" y="464379"/>
                </a:lnTo>
                <a:lnTo>
                  <a:pt x="1313227" y="474595"/>
                </a:lnTo>
                <a:lnTo>
                  <a:pt x="1314687" y="468551"/>
                </a:lnTo>
                <a:lnTo>
                  <a:pt x="1315417" y="475166"/>
                </a:lnTo>
                <a:lnTo>
                  <a:pt x="1318337" y="489148"/>
                </a:lnTo>
                <a:lnTo>
                  <a:pt x="1319067" y="487614"/>
                </a:lnTo>
                <a:lnTo>
                  <a:pt x="1319797" y="483064"/>
                </a:lnTo>
                <a:lnTo>
                  <a:pt x="1321257" y="487273"/>
                </a:lnTo>
                <a:lnTo>
                  <a:pt x="1321987" y="495641"/>
                </a:lnTo>
                <a:lnTo>
                  <a:pt x="1324177" y="491901"/>
                </a:lnTo>
                <a:lnTo>
                  <a:pt x="1325637" y="496269"/>
                </a:lnTo>
                <a:lnTo>
                  <a:pt x="1326367" y="490632"/>
                </a:lnTo>
                <a:lnTo>
                  <a:pt x="1327097" y="491217"/>
                </a:lnTo>
                <a:lnTo>
                  <a:pt x="1330017" y="507224"/>
                </a:lnTo>
                <a:lnTo>
                  <a:pt x="1330747" y="505406"/>
                </a:lnTo>
                <a:lnTo>
                  <a:pt x="1331477" y="503743"/>
                </a:lnTo>
                <a:lnTo>
                  <a:pt x="1332207" y="506721"/>
                </a:lnTo>
                <a:lnTo>
                  <a:pt x="1338046" y="522131"/>
                </a:lnTo>
                <a:lnTo>
                  <a:pt x="1339506" y="515406"/>
                </a:lnTo>
                <a:lnTo>
                  <a:pt x="1340966" y="518446"/>
                </a:lnTo>
                <a:lnTo>
                  <a:pt x="1341696" y="521422"/>
                </a:lnTo>
                <a:lnTo>
                  <a:pt x="1342426" y="517232"/>
                </a:lnTo>
                <a:lnTo>
                  <a:pt x="1343156" y="514741"/>
                </a:lnTo>
                <a:lnTo>
                  <a:pt x="1343886" y="520613"/>
                </a:lnTo>
                <a:lnTo>
                  <a:pt x="1344616" y="516305"/>
                </a:lnTo>
                <a:lnTo>
                  <a:pt x="1345346" y="521597"/>
                </a:lnTo>
                <a:lnTo>
                  <a:pt x="1347536" y="519616"/>
                </a:lnTo>
                <a:lnTo>
                  <a:pt x="1348996" y="522082"/>
                </a:lnTo>
                <a:lnTo>
                  <a:pt x="1351916" y="524314"/>
                </a:lnTo>
                <a:lnTo>
                  <a:pt x="1352646" y="523245"/>
                </a:lnTo>
                <a:lnTo>
                  <a:pt x="1354106" y="515532"/>
                </a:lnTo>
                <a:lnTo>
                  <a:pt x="1354836" y="519831"/>
                </a:lnTo>
                <a:lnTo>
                  <a:pt x="1357756" y="524490"/>
                </a:lnTo>
                <a:lnTo>
                  <a:pt x="1356296" y="516449"/>
                </a:lnTo>
                <a:lnTo>
                  <a:pt x="1358486" y="524154"/>
                </a:lnTo>
                <a:lnTo>
                  <a:pt x="1359216" y="520609"/>
                </a:lnTo>
                <a:lnTo>
                  <a:pt x="1359946" y="523937"/>
                </a:lnTo>
                <a:lnTo>
                  <a:pt x="1362135" y="530983"/>
                </a:lnTo>
                <a:lnTo>
                  <a:pt x="1363595" y="517186"/>
                </a:lnTo>
                <a:lnTo>
                  <a:pt x="1364325" y="519876"/>
                </a:lnTo>
                <a:lnTo>
                  <a:pt x="1367245" y="531932"/>
                </a:lnTo>
                <a:lnTo>
                  <a:pt x="1368705" y="523450"/>
                </a:lnTo>
                <a:lnTo>
                  <a:pt x="1370165" y="529087"/>
                </a:lnTo>
                <a:lnTo>
                  <a:pt x="1370895" y="530240"/>
                </a:lnTo>
                <a:lnTo>
                  <a:pt x="1371625" y="527922"/>
                </a:lnTo>
                <a:lnTo>
                  <a:pt x="1372355" y="525503"/>
                </a:lnTo>
                <a:lnTo>
                  <a:pt x="1373815" y="528905"/>
                </a:lnTo>
                <a:lnTo>
                  <a:pt x="1375275" y="536500"/>
                </a:lnTo>
                <a:lnTo>
                  <a:pt x="1378195" y="526002"/>
                </a:lnTo>
                <a:lnTo>
                  <a:pt x="1380385" y="529364"/>
                </a:lnTo>
                <a:lnTo>
                  <a:pt x="1381845" y="525219"/>
                </a:lnTo>
                <a:lnTo>
                  <a:pt x="1382575" y="527814"/>
                </a:lnTo>
                <a:lnTo>
                  <a:pt x="1383305" y="532419"/>
                </a:lnTo>
                <a:lnTo>
                  <a:pt x="1385495" y="531977"/>
                </a:lnTo>
                <a:lnTo>
                  <a:pt x="1386955" y="521689"/>
                </a:lnTo>
                <a:lnTo>
                  <a:pt x="1387685" y="526628"/>
                </a:lnTo>
                <a:lnTo>
                  <a:pt x="1392064" y="545812"/>
                </a:lnTo>
                <a:lnTo>
                  <a:pt x="1393524" y="535525"/>
                </a:lnTo>
                <a:lnTo>
                  <a:pt x="1394254" y="543055"/>
                </a:lnTo>
                <a:lnTo>
                  <a:pt x="1394984" y="544830"/>
                </a:lnTo>
                <a:lnTo>
                  <a:pt x="1395714" y="541280"/>
                </a:lnTo>
                <a:lnTo>
                  <a:pt x="1396444" y="536371"/>
                </a:lnTo>
                <a:lnTo>
                  <a:pt x="1397904" y="552228"/>
                </a:lnTo>
                <a:lnTo>
                  <a:pt x="1399364" y="544931"/>
                </a:lnTo>
                <a:lnTo>
                  <a:pt x="1400094" y="543364"/>
                </a:lnTo>
                <a:lnTo>
                  <a:pt x="1400824" y="535142"/>
                </a:lnTo>
                <a:lnTo>
                  <a:pt x="1403014" y="538520"/>
                </a:lnTo>
                <a:lnTo>
                  <a:pt x="1404474" y="545191"/>
                </a:lnTo>
                <a:lnTo>
                  <a:pt x="1405204" y="544446"/>
                </a:lnTo>
                <a:lnTo>
                  <a:pt x="1405934" y="535984"/>
                </a:lnTo>
                <a:lnTo>
                  <a:pt x="1407394" y="540625"/>
                </a:lnTo>
                <a:lnTo>
                  <a:pt x="1408854" y="538399"/>
                </a:lnTo>
                <a:lnTo>
                  <a:pt x="1409584" y="544664"/>
                </a:lnTo>
                <a:lnTo>
                  <a:pt x="1410314" y="551390"/>
                </a:lnTo>
                <a:lnTo>
                  <a:pt x="1412504" y="548251"/>
                </a:lnTo>
                <a:lnTo>
                  <a:pt x="1416884" y="536358"/>
                </a:lnTo>
                <a:lnTo>
                  <a:pt x="1417614" y="541840"/>
                </a:lnTo>
                <a:lnTo>
                  <a:pt x="1418344" y="544608"/>
                </a:lnTo>
                <a:lnTo>
                  <a:pt x="1419074" y="539447"/>
                </a:lnTo>
                <a:lnTo>
                  <a:pt x="1419804" y="540668"/>
                </a:lnTo>
                <a:lnTo>
                  <a:pt x="1424183" y="528050"/>
                </a:lnTo>
                <a:lnTo>
                  <a:pt x="1424913" y="536232"/>
                </a:lnTo>
                <a:lnTo>
                  <a:pt x="1426373" y="533157"/>
                </a:lnTo>
                <a:lnTo>
                  <a:pt x="1432213" y="517986"/>
                </a:lnTo>
                <a:lnTo>
                  <a:pt x="1432943" y="521395"/>
                </a:lnTo>
                <a:lnTo>
                  <a:pt x="1435863" y="525756"/>
                </a:lnTo>
                <a:lnTo>
                  <a:pt x="1436593" y="525142"/>
                </a:lnTo>
                <a:lnTo>
                  <a:pt x="1437323" y="524679"/>
                </a:lnTo>
                <a:lnTo>
                  <a:pt x="1438053" y="518634"/>
                </a:lnTo>
                <a:lnTo>
                  <a:pt x="1438783" y="523684"/>
                </a:lnTo>
                <a:lnTo>
                  <a:pt x="1440243" y="530184"/>
                </a:lnTo>
                <a:lnTo>
                  <a:pt x="1441703" y="529100"/>
                </a:lnTo>
                <a:lnTo>
                  <a:pt x="1442433" y="529147"/>
                </a:lnTo>
                <a:lnTo>
                  <a:pt x="1443163" y="522880"/>
                </a:lnTo>
                <a:lnTo>
                  <a:pt x="1444623" y="530281"/>
                </a:lnTo>
                <a:lnTo>
                  <a:pt x="1446083" y="538140"/>
                </a:lnTo>
                <a:lnTo>
                  <a:pt x="1447543" y="532489"/>
                </a:lnTo>
                <a:lnTo>
                  <a:pt x="1450463" y="532453"/>
                </a:lnTo>
                <a:lnTo>
                  <a:pt x="1451923" y="531381"/>
                </a:lnTo>
                <a:lnTo>
                  <a:pt x="1453382" y="539314"/>
                </a:lnTo>
                <a:lnTo>
                  <a:pt x="1454842" y="523986"/>
                </a:lnTo>
                <a:lnTo>
                  <a:pt x="1456302" y="534082"/>
                </a:lnTo>
                <a:lnTo>
                  <a:pt x="1457032" y="530960"/>
                </a:lnTo>
                <a:lnTo>
                  <a:pt x="1458492" y="532914"/>
                </a:lnTo>
                <a:lnTo>
                  <a:pt x="1459222" y="537511"/>
                </a:lnTo>
                <a:lnTo>
                  <a:pt x="1459952" y="533031"/>
                </a:lnTo>
                <a:lnTo>
                  <a:pt x="1461412" y="526101"/>
                </a:lnTo>
                <a:lnTo>
                  <a:pt x="1462872" y="527490"/>
                </a:lnTo>
                <a:lnTo>
                  <a:pt x="1463602" y="528154"/>
                </a:lnTo>
                <a:lnTo>
                  <a:pt x="1464332" y="525505"/>
                </a:lnTo>
                <a:lnTo>
                  <a:pt x="1465792" y="523405"/>
                </a:lnTo>
                <a:lnTo>
                  <a:pt x="1468712" y="530252"/>
                </a:lnTo>
                <a:lnTo>
                  <a:pt x="1470172" y="522452"/>
                </a:lnTo>
                <a:lnTo>
                  <a:pt x="1471632" y="526792"/>
                </a:lnTo>
                <a:lnTo>
                  <a:pt x="1475282" y="522856"/>
                </a:lnTo>
                <a:lnTo>
                  <a:pt x="1476012" y="526238"/>
                </a:lnTo>
                <a:lnTo>
                  <a:pt x="1476742" y="522291"/>
                </a:lnTo>
                <a:lnTo>
                  <a:pt x="1479662" y="519142"/>
                </a:lnTo>
                <a:lnTo>
                  <a:pt x="1480392" y="519661"/>
                </a:lnTo>
                <a:lnTo>
                  <a:pt x="1481122" y="517654"/>
                </a:lnTo>
                <a:lnTo>
                  <a:pt x="1487691" y="511368"/>
                </a:lnTo>
                <a:lnTo>
                  <a:pt x="1489151" y="518550"/>
                </a:lnTo>
                <a:lnTo>
                  <a:pt x="1489881" y="512382"/>
                </a:lnTo>
                <a:lnTo>
                  <a:pt x="1490611" y="511591"/>
                </a:lnTo>
                <a:lnTo>
                  <a:pt x="1492071" y="501616"/>
                </a:lnTo>
                <a:lnTo>
                  <a:pt x="1493531" y="505861"/>
                </a:lnTo>
                <a:lnTo>
                  <a:pt x="1495721" y="507601"/>
                </a:lnTo>
                <a:lnTo>
                  <a:pt x="1496451" y="510519"/>
                </a:lnTo>
                <a:lnTo>
                  <a:pt x="1497911" y="507802"/>
                </a:lnTo>
                <a:lnTo>
                  <a:pt x="1499371" y="498019"/>
                </a:lnTo>
                <a:lnTo>
                  <a:pt x="1500831" y="505275"/>
                </a:lnTo>
                <a:lnTo>
                  <a:pt x="1502291" y="500066"/>
                </a:lnTo>
                <a:lnTo>
                  <a:pt x="1503021" y="506794"/>
                </a:lnTo>
                <a:lnTo>
                  <a:pt x="1504481" y="504091"/>
                </a:lnTo>
                <a:lnTo>
                  <a:pt x="1505211" y="510463"/>
                </a:lnTo>
                <a:lnTo>
                  <a:pt x="1508861" y="482305"/>
                </a:lnTo>
                <a:lnTo>
                  <a:pt x="1509591" y="489090"/>
                </a:lnTo>
                <a:lnTo>
                  <a:pt x="1510321" y="484042"/>
                </a:lnTo>
                <a:lnTo>
                  <a:pt x="1514701" y="461626"/>
                </a:lnTo>
                <a:lnTo>
                  <a:pt x="1516160" y="459296"/>
                </a:lnTo>
                <a:lnTo>
                  <a:pt x="1517620" y="467414"/>
                </a:lnTo>
                <a:lnTo>
                  <a:pt x="1519810" y="458374"/>
                </a:lnTo>
                <a:lnTo>
                  <a:pt x="1520540" y="465872"/>
                </a:lnTo>
                <a:lnTo>
                  <a:pt x="1522000" y="464239"/>
                </a:lnTo>
                <a:lnTo>
                  <a:pt x="1523460" y="457398"/>
                </a:lnTo>
                <a:lnTo>
                  <a:pt x="1524920" y="463039"/>
                </a:lnTo>
                <a:lnTo>
                  <a:pt x="1531490" y="448499"/>
                </a:lnTo>
                <a:lnTo>
                  <a:pt x="1535870" y="436419"/>
                </a:lnTo>
                <a:lnTo>
                  <a:pt x="1538060" y="437892"/>
                </a:lnTo>
                <a:lnTo>
                  <a:pt x="1539520" y="433356"/>
                </a:lnTo>
                <a:lnTo>
                  <a:pt x="1540250" y="430379"/>
                </a:lnTo>
                <a:lnTo>
                  <a:pt x="1542440" y="431559"/>
                </a:lnTo>
                <a:lnTo>
                  <a:pt x="1544630" y="433177"/>
                </a:lnTo>
                <a:lnTo>
                  <a:pt x="1545359" y="425273"/>
                </a:lnTo>
                <a:lnTo>
                  <a:pt x="1546819" y="431470"/>
                </a:lnTo>
                <a:lnTo>
                  <a:pt x="1554119" y="423266"/>
                </a:lnTo>
                <a:lnTo>
                  <a:pt x="1554849" y="416129"/>
                </a:lnTo>
                <a:lnTo>
                  <a:pt x="1557039" y="417925"/>
                </a:lnTo>
                <a:lnTo>
                  <a:pt x="1559229" y="407853"/>
                </a:lnTo>
                <a:lnTo>
                  <a:pt x="1560689" y="410055"/>
                </a:lnTo>
                <a:lnTo>
                  <a:pt x="1561419" y="411062"/>
                </a:lnTo>
                <a:lnTo>
                  <a:pt x="1566529" y="374772"/>
                </a:lnTo>
                <a:lnTo>
                  <a:pt x="1570909" y="388906"/>
                </a:lnTo>
                <a:lnTo>
                  <a:pt x="1572369" y="383872"/>
                </a:lnTo>
                <a:lnTo>
                  <a:pt x="1573099" y="385772"/>
                </a:lnTo>
                <a:lnTo>
                  <a:pt x="1576018" y="412964"/>
                </a:lnTo>
                <a:lnTo>
                  <a:pt x="1576748" y="408462"/>
                </a:lnTo>
                <a:lnTo>
                  <a:pt x="1578208" y="374588"/>
                </a:lnTo>
                <a:lnTo>
                  <a:pt x="1578938" y="384504"/>
                </a:lnTo>
                <a:lnTo>
                  <a:pt x="1581128" y="404883"/>
                </a:lnTo>
                <a:lnTo>
                  <a:pt x="1582588" y="370199"/>
                </a:lnTo>
                <a:lnTo>
                  <a:pt x="1584048" y="383283"/>
                </a:lnTo>
                <a:lnTo>
                  <a:pt x="1586238" y="381222"/>
                </a:lnTo>
                <a:lnTo>
                  <a:pt x="1587698" y="367532"/>
                </a:lnTo>
                <a:lnTo>
                  <a:pt x="1589888" y="368813"/>
                </a:lnTo>
                <a:lnTo>
                  <a:pt x="1592078" y="369894"/>
                </a:lnTo>
                <a:lnTo>
                  <a:pt x="1592808" y="368752"/>
                </a:lnTo>
                <a:lnTo>
                  <a:pt x="1597188" y="341947"/>
                </a:lnTo>
                <a:lnTo>
                  <a:pt x="1597918" y="344147"/>
                </a:lnTo>
                <a:lnTo>
                  <a:pt x="1603757" y="315516"/>
                </a:lnTo>
                <a:lnTo>
                  <a:pt x="1614707" y="289713"/>
                </a:lnTo>
                <a:lnTo>
                  <a:pt x="1639526" y="262147"/>
                </a:lnTo>
                <a:lnTo>
                  <a:pt x="1641716" y="256517"/>
                </a:lnTo>
                <a:lnTo>
                  <a:pt x="1642446" y="256782"/>
                </a:lnTo>
                <a:lnTo>
                  <a:pt x="1643906" y="257911"/>
                </a:lnTo>
                <a:lnTo>
                  <a:pt x="1647556" y="243404"/>
                </a:lnTo>
                <a:lnTo>
                  <a:pt x="1648286" y="248105"/>
                </a:lnTo>
                <a:lnTo>
                  <a:pt x="1649016" y="251448"/>
                </a:lnTo>
                <a:lnTo>
                  <a:pt x="1649746" y="249287"/>
                </a:lnTo>
                <a:lnTo>
                  <a:pt x="1651206" y="251838"/>
                </a:lnTo>
                <a:lnTo>
                  <a:pt x="1653396" y="236526"/>
                </a:lnTo>
                <a:lnTo>
                  <a:pt x="1654126" y="239802"/>
                </a:lnTo>
                <a:lnTo>
                  <a:pt x="1655586" y="235719"/>
                </a:lnTo>
                <a:lnTo>
                  <a:pt x="1665805" y="206115"/>
                </a:lnTo>
                <a:lnTo>
                  <a:pt x="1667265" y="213603"/>
                </a:lnTo>
                <a:lnTo>
                  <a:pt x="1667995" y="208246"/>
                </a:lnTo>
                <a:lnTo>
                  <a:pt x="1675295" y="191470"/>
                </a:lnTo>
                <a:lnTo>
                  <a:pt x="1676755" y="193062"/>
                </a:lnTo>
                <a:lnTo>
                  <a:pt x="1681135" y="183068"/>
                </a:lnTo>
                <a:lnTo>
                  <a:pt x="1681865" y="182421"/>
                </a:lnTo>
                <a:lnTo>
                  <a:pt x="1684785" y="177507"/>
                </a:lnTo>
                <a:lnTo>
                  <a:pt x="1703764" y="147624"/>
                </a:lnTo>
                <a:lnTo>
                  <a:pt x="1705224" y="148929"/>
                </a:lnTo>
                <a:lnTo>
                  <a:pt x="1705954" y="146441"/>
                </a:lnTo>
                <a:lnTo>
                  <a:pt x="1709604" y="145784"/>
                </a:lnTo>
                <a:lnTo>
                  <a:pt x="1710334" y="141507"/>
                </a:lnTo>
                <a:lnTo>
                  <a:pt x="1712524" y="143533"/>
                </a:lnTo>
                <a:lnTo>
                  <a:pt x="1716904" y="136592"/>
                </a:lnTo>
                <a:lnTo>
                  <a:pt x="1717634" y="137624"/>
                </a:lnTo>
                <a:lnTo>
                  <a:pt x="1718364" y="138190"/>
                </a:lnTo>
                <a:lnTo>
                  <a:pt x="1720554" y="134357"/>
                </a:lnTo>
                <a:lnTo>
                  <a:pt x="1721284" y="134571"/>
                </a:lnTo>
                <a:lnTo>
                  <a:pt x="1724933" y="130949"/>
                </a:lnTo>
                <a:lnTo>
                  <a:pt x="1725663" y="123889"/>
                </a:lnTo>
                <a:lnTo>
                  <a:pt x="1727123" y="131717"/>
                </a:lnTo>
                <a:lnTo>
                  <a:pt x="1727853" y="131059"/>
                </a:lnTo>
                <a:lnTo>
                  <a:pt x="1728583" y="120299"/>
                </a:lnTo>
                <a:lnTo>
                  <a:pt x="1730043" y="132661"/>
                </a:lnTo>
                <a:lnTo>
                  <a:pt x="1735153" y="111077"/>
                </a:lnTo>
                <a:lnTo>
                  <a:pt x="1735883" y="131733"/>
                </a:lnTo>
                <a:lnTo>
                  <a:pt x="1738073" y="123475"/>
                </a:lnTo>
                <a:lnTo>
                  <a:pt x="1741723" y="127565"/>
                </a:lnTo>
                <a:lnTo>
                  <a:pt x="1744643" y="121982"/>
                </a:lnTo>
                <a:lnTo>
                  <a:pt x="1748293" y="126719"/>
                </a:lnTo>
                <a:lnTo>
                  <a:pt x="1749753" y="120552"/>
                </a:lnTo>
                <a:lnTo>
                  <a:pt x="1751213" y="122603"/>
                </a:lnTo>
                <a:lnTo>
                  <a:pt x="1752673" y="125007"/>
                </a:lnTo>
                <a:lnTo>
                  <a:pt x="1754133" y="122917"/>
                </a:lnTo>
                <a:lnTo>
                  <a:pt x="1756323" y="120297"/>
                </a:lnTo>
                <a:lnTo>
                  <a:pt x="1759242" y="124705"/>
                </a:lnTo>
                <a:lnTo>
                  <a:pt x="1761432" y="120307"/>
                </a:lnTo>
                <a:lnTo>
                  <a:pt x="1762162" y="122228"/>
                </a:lnTo>
                <a:lnTo>
                  <a:pt x="1764352" y="128971"/>
                </a:lnTo>
                <a:lnTo>
                  <a:pt x="1765082" y="127303"/>
                </a:lnTo>
                <a:lnTo>
                  <a:pt x="1768732" y="117626"/>
                </a:lnTo>
                <a:lnTo>
                  <a:pt x="1771652" y="125726"/>
                </a:lnTo>
                <a:lnTo>
                  <a:pt x="1773112" y="127354"/>
                </a:lnTo>
                <a:lnTo>
                  <a:pt x="1773842" y="124011"/>
                </a:lnTo>
                <a:lnTo>
                  <a:pt x="1774572" y="131629"/>
                </a:lnTo>
                <a:lnTo>
                  <a:pt x="1776032" y="125175"/>
                </a:lnTo>
                <a:lnTo>
                  <a:pt x="1776762" y="125707"/>
                </a:lnTo>
                <a:lnTo>
                  <a:pt x="1779682" y="132162"/>
                </a:lnTo>
                <a:lnTo>
                  <a:pt x="1780412" y="126227"/>
                </a:lnTo>
                <a:lnTo>
                  <a:pt x="1781872" y="133081"/>
                </a:lnTo>
                <a:lnTo>
                  <a:pt x="1782602" y="131393"/>
                </a:lnTo>
                <a:lnTo>
                  <a:pt x="1783332" y="135594"/>
                </a:lnTo>
                <a:lnTo>
                  <a:pt x="1784062" y="136197"/>
                </a:lnTo>
                <a:lnTo>
                  <a:pt x="1784792" y="134132"/>
                </a:lnTo>
                <a:lnTo>
                  <a:pt x="1787711" y="127369"/>
                </a:lnTo>
                <a:lnTo>
                  <a:pt x="1788441" y="128193"/>
                </a:lnTo>
                <a:lnTo>
                  <a:pt x="1789901" y="127321"/>
                </a:lnTo>
                <a:lnTo>
                  <a:pt x="1792091" y="137421"/>
                </a:lnTo>
                <a:lnTo>
                  <a:pt x="1793551" y="122854"/>
                </a:lnTo>
                <a:lnTo>
                  <a:pt x="1794281" y="128163"/>
                </a:lnTo>
                <a:lnTo>
                  <a:pt x="1795011" y="137271"/>
                </a:lnTo>
                <a:lnTo>
                  <a:pt x="1796471" y="125066"/>
                </a:lnTo>
                <a:lnTo>
                  <a:pt x="1798661" y="133686"/>
                </a:lnTo>
                <a:lnTo>
                  <a:pt x="1800121" y="127870"/>
                </a:lnTo>
                <a:lnTo>
                  <a:pt x="1800851" y="121378"/>
                </a:lnTo>
                <a:lnTo>
                  <a:pt x="1801581" y="133251"/>
                </a:lnTo>
                <a:lnTo>
                  <a:pt x="1802311" y="128162"/>
                </a:lnTo>
                <a:lnTo>
                  <a:pt x="1804501" y="118129"/>
                </a:lnTo>
                <a:lnTo>
                  <a:pt x="1805231" y="133180"/>
                </a:lnTo>
                <a:lnTo>
                  <a:pt x="1806691" y="125033"/>
                </a:lnTo>
                <a:lnTo>
                  <a:pt x="1807421" y="118185"/>
                </a:lnTo>
                <a:lnTo>
                  <a:pt x="1808151" y="133415"/>
                </a:lnTo>
                <a:lnTo>
                  <a:pt x="1811071" y="123922"/>
                </a:lnTo>
                <a:lnTo>
                  <a:pt x="1812531" y="126609"/>
                </a:lnTo>
                <a:lnTo>
                  <a:pt x="1814720" y="137070"/>
                </a:lnTo>
                <a:lnTo>
                  <a:pt x="1815450" y="134869"/>
                </a:lnTo>
                <a:lnTo>
                  <a:pt x="1816910" y="121688"/>
                </a:lnTo>
                <a:lnTo>
                  <a:pt x="1817640" y="129082"/>
                </a:lnTo>
                <a:lnTo>
                  <a:pt x="1818370" y="131188"/>
                </a:lnTo>
                <a:lnTo>
                  <a:pt x="1819100" y="127892"/>
                </a:lnTo>
                <a:lnTo>
                  <a:pt x="1820560" y="124358"/>
                </a:lnTo>
                <a:lnTo>
                  <a:pt x="1821290" y="126062"/>
                </a:lnTo>
                <a:lnTo>
                  <a:pt x="1822020" y="135102"/>
                </a:lnTo>
                <a:lnTo>
                  <a:pt x="1822750" y="125675"/>
                </a:lnTo>
                <a:lnTo>
                  <a:pt x="1823480" y="129780"/>
                </a:lnTo>
                <a:lnTo>
                  <a:pt x="1824940" y="124799"/>
                </a:lnTo>
                <a:lnTo>
                  <a:pt x="1825670" y="131363"/>
                </a:lnTo>
                <a:lnTo>
                  <a:pt x="1827130" y="138778"/>
                </a:lnTo>
                <a:lnTo>
                  <a:pt x="1827860" y="138640"/>
                </a:lnTo>
                <a:lnTo>
                  <a:pt x="1830050" y="112435"/>
                </a:lnTo>
                <a:lnTo>
                  <a:pt x="1830780" y="124841"/>
                </a:lnTo>
                <a:lnTo>
                  <a:pt x="1832970" y="130470"/>
                </a:lnTo>
                <a:lnTo>
                  <a:pt x="1832240" y="123154"/>
                </a:lnTo>
                <a:lnTo>
                  <a:pt x="1833700" y="127346"/>
                </a:lnTo>
                <a:lnTo>
                  <a:pt x="1837350" y="123033"/>
                </a:lnTo>
                <a:lnTo>
                  <a:pt x="1838810" y="127354"/>
                </a:lnTo>
                <a:lnTo>
                  <a:pt x="1841000" y="119285"/>
                </a:lnTo>
                <a:lnTo>
                  <a:pt x="1841730" y="127457"/>
                </a:lnTo>
                <a:lnTo>
                  <a:pt x="1843920" y="123187"/>
                </a:lnTo>
                <a:lnTo>
                  <a:pt x="1844650" y="127150"/>
                </a:lnTo>
                <a:lnTo>
                  <a:pt x="1845379" y="123120"/>
                </a:lnTo>
                <a:lnTo>
                  <a:pt x="1846840" y="110904"/>
                </a:lnTo>
                <a:lnTo>
                  <a:pt x="1848300" y="117158"/>
                </a:lnTo>
                <a:lnTo>
                  <a:pt x="1849759" y="122947"/>
                </a:lnTo>
                <a:lnTo>
                  <a:pt x="1850489" y="117935"/>
                </a:lnTo>
                <a:lnTo>
                  <a:pt x="1851949" y="117104"/>
                </a:lnTo>
                <a:lnTo>
                  <a:pt x="1852679" y="118363"/>
                </a:lnTo>
                <a:lnTo>
                  <a:pt x="1853409" y="125245"/>
                </a:lnTo>
                <a:lnTo>
                  <a:pt x="1854869" y="117262"/>
                </a:lnTo>
                <a:lnTo>
                  <a:pt x="1855599" y="123293"/>
                </a:lnTo>
                <a:lnTo>
                  <a:pt x="1857059" y="115076"/>
                </a:lnTo>
                <a:lnTo>
                  <a:pt x="1858519" y="119009"/>
                </a:lnTo>
                <a:lnTo>
                  <a:pt x="1859249" y="121895"/>
                </a:lnTo>
                <a:lnTo>
                  <a:pt x="1859979" y="115440"/>
                </a:lnTo>
                <a:lnTo>
                  <a:pt x="1860709" y="119508"/>
                </a:lnTo>
                <a:lnTo>
                  <a:pt x="1862169" y="119001"/>
                </a:lnTo>
                <a:lnTo>
                  <a:pt x="1864359" y="126400"/>
                </a:lnTo>
                <a:lnTo>
                  <a:pt x="1867279" y="110735"/>
                </a:lnTo>
                <a:lnTo>
                  <a:pt x="1870199" y="127846"/>
                </a:lnTo>
                <a:lnTo>
                  <a:pt x="1870929" y="110534"/>
                </a:lnTo>
                <a:lnTo>
                  <a:pt x="1872389" y="124416"/>
                </a:lnTo>
                <a:lnTo>
                  <a:pt x="1874579" y="104035"/>
                </a:lnTo>
                <a:lnTo>
                  <a:pt x="1875309" y="110655"/>
                </a:lnTo>
                <a:lnTo>
                  <a:pt x="1876039" y="126418"/>
                </a:lnTo>
                <a:lnTo>
                  <a:pt x="1877498" y="123547"/>
                </a:lnTo>
                <a:lnTo>
                  <a:pt x="1878228" y="100505"/>
                </a:lnTo>
                <a:lnTo>
                  <a:pt x="1879688" y="123963"/>
                </a:lnTo>
                <a:lnTo>
                  <a:pt x="1881148" y="111717"/>
                </a:lnTo>
                <a:lnTo>
                  <a:pt x="1882608" y="119466"/>
                </a:lnTo>
                <a:lnTo>
                  <a:pt x="1883338" y="118853"/>
                </a:lnTo>
                <a:lnTo>
                  <a:pt x="1885528" y="110574"/>
                </a:lnTo>
                <a:lnTo>
                  <a:pt x="1886258" y="112784"/>
                </a:lnTo>
                <a:lnTo>
                  <a:pt x="1887718" y="119530"/>
                </a:lnTo>
                <a:lnTo>
                  <a:pt x="1888448" y="118033"/>
                </a:lnTo>
                <a:lnTo>
                  <a:pt x="1889178" y="112459"/>
                </a:lnTo>
                <a:lnTo>
                  <a:pt x="1890638" y="121489"/>
                </a:lnTo>
                <a:lnTo>
                  <a:pt x="1893558" y="118751"/>
                </a:lnTo>
                <a:lnTo>
                  <a:pt x="1894288" y="108741"/>
                </a:lnTo>
                <a:lnTo>
                  <a:pt x="1895018" y="115694"/>
                </a:lnTo>
                <a:lnTo>
                  <a:pt x="1895748" y="128753"/>
                </a:lnTo>
                <a:lnTo>
                  <a:pt x="1897938" y="122758"/>
                </a:lnTo>
                <a:lnTo>
                  <a:pt x="1900128" y="118924"/>
                </a:lnTo>
                <a:lnTo>
                  <a:pt x="1901588" y="127799"/>
                </a:lnTo>
                <a:lnTo>
                  <a:pt x="1903048" y="124387"/>
                </a:lnTo>
                <a:lnTo>
                  <a:pt x="1903778" y="123619"/>
                </a:lnTo>
                <a:lnTo>
                  <a:pt x="1905968" y="109867"/>
                </a:lnTo>
                <a:lnTo>
                  <a:pt x="1906697" y="126020"/>
                </a:lnTo>
                <a:lnTo>
                  <a:pt x="1908157" y="119865"/>
                </a:lnTo>
                <a:lnTo>
                  <a:pt x="1908887" y="107720"/>
                </a:lnTo>
                <a:lnTo>
                  <a:pt x="1910347" y="124330"/>
                </a:lnTo>
                <a:lnTo>
                  <a:pt x="1911807" y="115164"/>
                </a:lnTo>
                <a:lnTo>
                  <a:pt x="1913267" y="120080"/>
                </a:lnTo>
                <a:lnTo>
                  <a:pt x="1914727" y="116633"/>
                </a:lnTo>
                <a:lnTo>
                  <a:pt x="1915457" y="121296"/>
                </a:lnTo>
                <a:lnTo>
                  <a:pt x="1916187" y="118653"/>
                </a:lnTo>
                <a:lnTo>
                  <a:pt x="1919107" y="131463"/>
                </a:lnTo>
                <a:lnTo>
                  <a:pt x="1917647" y="116419"/>
                </a:lnTo>
                <a:lnTo>
                  <a:pt x="1919837" y="125057"/>
                </a:lnTo>
                <a:lnTo>
                  <a:pt x="1921297" y="114570"/>
                </a:lnTo>
                <a:lnTo>
                  <a:pt x="1922027" y="127304"/>
                </a:lnTo>
                <a:lnTo>
                  <a:pt x="1923487" y="114440"/>
                </a:lnTo>
                <a:lnTo>
                  <a:pt x="1924217" y="111723"/>
                </a:lnTo>
                <a:lnTo>
                  <a:pt x="1924947" y="117905"/>
                </a:lnTo>
                <a:lnTo>
                  <a:pt x="1925677" y="125475"/>
                </a:lnTo>
                <a:lnTo>
                  <a:pt x="1927137" y="122284"/>
                </a:lnTo>
                <a:lnTo>
                  <a:pt x="1927867" y="108048"/>
                </a:lnTo>
                <a:lnTo>
                  <a:pt x="1928597" y="121990"/>
                </a:lnTo>
                <a:lnTo>
                  <a:pt x="1929327" y="131028"/>
                </a:lnTo>
                <a:lnTo>
                  <a:pt x="1930057" y="117791"/>
                </a:lnTo>
                <a:lnTo>
                  <a:pt x="1931517" y="105220"/>
                </a:lnTo>
                <a:lnTo>
                  <a:pt x="1932977" y="111920"/>
                </a:lnTo>
                <a:lnTo>
                  <a:pt x="1934437" y="104724"/>
                </a:lnTo>
                <a:lnTo>
                  <a:pt x="1937356" y="116523"/>
                </a:lnTo>
                <a:lnTo>
                  <a:pt x="1939546" y="117575"/>
                </a:lnTo>
                <a:lnTo>
                  <a:pt x="1940276" y="98582"/>
                </a:lnTo>
                <a:lnTo>
                  <a:pt x="1941736" y="122788"/>
                </a:lnTo>
                <a:lnTo>
                  <a:pt x="1944656" y="109035"/>
                </a:lnTo>
                <a:lnTo>
                  <a:pt x="1945386" y="96458"/>
                </a:lnTo>
                <a:lnTo>
                  <a:pt x="1946116" y="108167"/>
                </a:lnTo>
                <a:lnTo>
                  <a:pt x="1946846" y="117174"/>
                </a:lnTo>
                <a:lnTo>
                  <a:pt x="1948306" y="105805"/>
                </a:lnTo>
                <a:lnTo>
                  <a:pt x="1949036" y="104932"/>
                </a:lnTo>
                <a:lnTo>
                  <a:pt x="1951226" y="118560"/>
                </a:lnTo>
                <a:lnTo>
                  <a:pt x="1951956" y="111168"/>
                </a:lnTo>
                <a:lnTo>
                  <a:pt x="1952686" y="99672"/>
                </a:lnTo>
                <a:lnTo>
                  <a:pt x="1953416" y="118078"/>
                </a:lnTo>
                <a:lnTo>
                  <a:pt x="1954146" y="121868"/>
                </a:lnTo>
                <a:lnTo>
                  <a:pt x="1954876" y="111460"/>
                </a:lnTo>
                <a:lnTo>
                  <a:pt x="1957066" y="117739"/>
                </a:lnTo>
                <a:lnTo>
                  <a:pt x="1957796" y="118937"/>
                </a:lnTo>
                <a:lnTo>
                  <a:pt x="1959256" y="96963"/>
                </a:lnTo>
                <a:lnTo>
                  <a:pt x="1960716" y="111641"/>
                </a:lnTo>
                <a:lnTo>
                  <a:pt x="1962176" y="103742"/>
                </a:lnTo>
                <a:lnTo>
                  <a:pt x="1962906" y="113527"/>
                </a:lnTo>
                <a:lnTo>
                  <a:pt x="1963636" y="113775"/>
                </a:lnTo>
                <a:lnTo>
                  <a:pt x="1964366" y="118479"/>
                </a:lnTo>
                <a:lnTo>
                  <a:pt x="1965096" y="113967"/>
                </a:lnTo>
                <a:lnTo>
                  <a:pt x="1965826" y="98465"/>
                </a:lnTo>
                <a:lnTo>
                  <a:pt x="1967286" y="116410"/>
                </a:lnTo>
                <a:lnTo>
                  <a:pt x="1968746" y="102292"/>
                </a:lnTo>
                <a:lnTo>
                  <a:pt x="1969475" y="108802"/>
                </a:lnTo>
                <a:lnTo>
                  <a:pt x="1970205" y="115143"/>
                </a:lnTo>
                <a:lnTo>
                  <a:pt x="1970935" y="103436"/>
                </a:lnTo>
                <a:lnTo>
                  <a:pt x="1971665" y="99572"/>
                </a:lnTo>
                <a:lnTo>
                  <a:pt x="1973855" y="98060"/>
                </a:lnTo>
                <a:lnTo>
                  <a:pt x="1974585" y="118552"/>
                </a:lnTo>
                <a:lnTo>
                  <a:pt x="1975315" y="115783"/>
                </a:lnTo>
                <a:lnTo>
                  <a:pt x="1978235" y="93901"/>
                </a:lnTo>
                <a:lnTo>
                  <a:pt x="1981885" y="117688"/>
                </a:lnTo>
                <a:lnTo>
                  <a:pt x="1984075" y="95651"/>
                </a:lnTo>
                <a:lnTo>
                  <a:pt x="1984805" y="96620"/>
                </a:lnTo>
                <a:lnTo>
                  <a:pt x="1986265" y="92355"/>
                </a:lnTo>
                <a:lnTo>
                  <a:pt x="1988455" y="117625"/>
                </a:lnTo>
                <a:lnTo>
                  <a:pt x="1989185" y="109464"/>
                </a:lnTo>
                <a:lnTo>
                  <a:pt x="1989915" y="92399"/>
                </a:lnTo>
                <a:lnTo>
                  <a:pt x="1991375" y="92674"/>
                </a:lnTo>
                <a:lnTo>
                  <a:pt x="1995025" y="115420"/>
                </a:lnTo>
                <a:lnTo>
                  <a:pt x="1998674" y="89474"/>
                </a:lnTo>
                <a:lnTo>
                  <a:pt x="2001594" y="97764"/>
                </a:lnTo>
                <a:lnTo>
                  <a:pt x="2002324" y="97360"/>
                </a:lnTo>
                <a:lnTo>
                  <a:pt x="2004514" y="115500"/>
                </a:lnTo>
                <a:lnTo>
                  <a:pt x="2005244" y="113530"/>
                </a:lnTo>
                <a:lnTo>
                  <a:pt x="2005974" y="89855"/>
                </a:lnTo>
                <a:lnTo>
                  <a:pt x="2007434" y="114373"/>
                </a:lnTo>
                <a:lnTo>
                  <a:pt x="2008894" y="98444"/>
                </a:lnTo>
                <a:lnTo>
                  <a:pt x="2009624" y="113607"/>
                </a:lnTo>
                <a:lnTo>
                  <a:pt x="2010354" y="113498"/>
                </a:lnTo>
                <a:lnTo>
                  <a:pt x="2012544" y="93021"/>
                </a:lnTo>
                <a:lnTo>
                  <a:pt x="2014004" y="111513"/>
                </a:lnTo>
                <a:lnTo>
                  <a:pt x="2014734" y="101184"/>
                </a:lnTo>
                <a:lnTo>
                  <a:pt x="2017654" y="93581"/>
                </a:lnTo>
                <a:lnTo>
                  <a:pt x="2018384" y="93736"/>
                </a:lnTo>
                <a:lnTo>
                  <a:pt x="2019114" y="111167"/>
                </a:lnTo>
                <a:lnTo>
                  <a:pt x="2020574" y="96707"/>
                </a:lnTo>
                <a:lnTo>
                  <a:pt x="2021304" y="96525"/>
                </a:lnTo>
                <a:lnTo>
                  <a:pt x="2022764" y="113908"/>
                </a:lnTo>
                <a:lnTo>
                  <a:pt x="2023494" y="95505"/>
                </a:lnTo>
                <a:lnTo>
                  <a:pt x="2024224" y="104085"/>
                </a:lnTo>
                <a:lnTo>
                  <a:pt x="2027143" y="93422"/>
                </a:lnTo>
                <a:lnTo>
                  <a:pt x="2030793" y="114932"/>
                </a:lnTo>
                <a:lnTo>
                  <a:pt x="2032253" y="94492"/>
                </a:lnTo>
                <a:lnTo>
                  <a:pt x="2032983" y="112591"/>
                </a:lnTo>
                <a:lnTo>
                  <a:pt x="2033713" y="114543"/>
                </a:lnTo>
                <a:lnTo>
                  <a:pt x="2034443" y="98152"/>
                </a:lnTo>
                <a:lnTo>
                  <a:pt x="2036633" y="103092"/>
                </a:lnTo>
                <a:lnTo>
                  <a:pt x="2037363" y="102976"/>
                </a:lnTo>
                <a:lnTo>
                  <a:pt x="2038823" y="107737"/>
                </a:lnTo>
                <a:lnTo>
                  <a:pt x="2039553" y="98635"/>
                </a:lnTo>
                <a:lnTo>
                  <a:pt x="2040283" y="108226"/>
                </a:lnTo>
                <a:lnTo>
                  <a:pt x="2041013" y="97730"/>
                </a:lnTo>
                <a:lnTo>
                  <a:pt x="2041743" y="107497"/>
                </a:lnTo>
                <a:lnTo>
                  <a:pt x="2043203" y="96356"/>
                </a:lnTo>
                <a:lnTo>
                  <a:pt x="2043933" y="102094"/>
                </a:lnTo>
                <a:lnTo>
                  <a:pt x="2044663" y="114174"/>
                </a:lnTo>
              </a:path>
            </a:pathLst>
          </a:custGeom>
          <a:noFill/>
          <a:ln w="20130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Editable path 87"/>
          <p:cNvSpPr/>
          <p:nvPr/>
        </p:nvSpPr>
        <p:spPr>
          <a:xfrm>
            <a:off x="955673" y="4527790"/>
            <a:ext cx="2044663" cy="659906"/>
          </a:xfrm>
          <a:custGeom>
            <a:avLst/>
            <a:gdLst/>
            <a:ahLst/>
            <a:cxnLst/>
            <a:rect l="l" t="t" r="r" b="b"/>
            <a:pathLst>
              <a:path w="2044663" h="659906">
                <a:moveTo>
                  <a:pt x="0" y="518220"/>
                </a:moveTo>
                <a:lnTo>
                  <a:pt x="730" y="528096"/>
                </a:lnTo>
                <a:lnTo>
                  <a:pt x="2190" y="519637"/>
                </a:lnTo>
                <a:lnTo>
                  <a:pt x="2920" y="517241"/>
                </a:lnTo>
                <a:lnTo>
                  <a:pt x="3650" y="534602"/>
                </a:lnTo>
                <a:lnTo>
                  <a:pt x="5840" y="526456"/>
                </a:lnTo>
                <a:lnTo>
                  <a:pt x="7300" y="551895"/>
                </a:lnTo>
                <a:lnTo>
                  <a:pt x="8760" y="531463"/>
                </a:lnTo>
                <a:lnTo>
                  <a:pt x="9490" y="532285"/>
                </a:lnTo>
                <a:lnTo>
                  <a:pt x="10220" y="551542"/>
                </a:lnTo>
                <a:lnTo>
                  <a:pt x="12410" y="541183"/>
                </a:lnTo>
                <a:lnTo>
                  <a:pt x="13140" y="545313"/>
                </a:lnTo>
                <a:lnTo>
                  <a:pt x="13870" y="537479"/>
                </a:lnTo>
                <a:lnTo>
                  <a:pt x="15330" y="527627"/>
                </a:lnTo>
                <a:lnTo>
                  <a:pt x="16060" y="530288"/>
                </a:lnTo>
                <a:lnTo>
                  <a:pt x="16790" y="549840"/>
                </a:lnTo>
                <a:lnTo>
                  <a:pt x="17520" y="536425"/>
                </a:lnTo>
                <a:lnTo>
                  <a:pt x="18980" y="501866"/>
                </a:lnTo>
                <a:lnTo>
                  <a:pt x="19710" y="526095"/>
                </a:lnTo>
                <a:lnTo>
                  <a:pt x="21900" y="549133"/>
                </a:lnTo>
                <a:lnTo>
                  <a:pt x="23360" y="572237"/>
                </a:lnTo>
                <a:lnTo>
                  <a:pt x="24090" y="548780"/>
                </a:lnTo>
                <a:lnTo>
                  <a:pt x="25550" y="521717"/>
                </a:lnTo>
                <a:lnTo>
                  <a:pt x="26280" y="537945"/>
                </a:lnTo>
                <a:lnTo>
                  <a:pt x="27010" y="555689"/>
                </a:lnTo>
                <a:lnTo>
                  <a:pt x="29200" y="548444"/>
                </a:lnTo>
                <a:lnTo>
                  <a:pt x="32849" y="533830"/>
                </a:lnTo>
                <a:lnTo>
                  <a:pt x="35039" y="564362"/>
                </a:lnTo>
                <a:lnTo>
                  <a:pt x="35769" y="548476"/>
                </a:lnTo>
                <a:lnTo>
                  <a:pt x="36499" y="553882"/>
                </a:lnTo>
                <a:lnTo>
                  <a:pt x="37959" y="549307"/>
                </a:lnTo>
                <a:lnTo>
                  <a:pt x="38689" y="550123"/>
                </a:lnTo>
                <a:lnTo>
                  <a:pt x="39419" y="547156"/>
                </a:lnTo>
                <a:lnTo>
                  <a:pt x="42339" y="526769"/>
                </a:lnTo>
                <a:lnTo>
                  <a:pt x="43069" y="532776"/>
                </a:lnTo>
                <a:lnTo>
                  <a:pt x="43799" y="547469"/>
                </a:lnTo>
                <a:lnTo>
                  <a:pt x="44529" y="529076"/>
                </a:lnTo>
                <a:lnTo>
                  <a:pt x="45259" y="529970"/>
                </a:lnTo>
                <a:lnTo>
                  <a:pt x="48179" y="547160"/>
                </a:lnTo>
                <a:lnTo>
                  <a:pt x="49639" y="559485"/>
                </a:lnTo>
                <a:lnTo>
                  <a:pt x="51099" y="553976"/>
                </a:lnTo>
                <a:lnTo>
                  <a:pt x="51829" y="551222"/>
                </a:lnTo>
                <a:lnTo>
                  <a:pt x="53289" y="527828"/>
                </a:lnTo>
                <a:lnTo>
                  <a:pt x="54749" y="536760"/>
                </a:lnTo>
                <a:lnTo>
                  <a:pt x="60588" y="580859"/>
                </a:lnTo>
                <a:lnTo>
                  <a:pt x="61318" y="578324"/>
                </a:lnTo>
                <a:lnTo>
                  <a:pt x="64968" y="565445"/>
                </a:lnTo>
                <a:lnTo>
                  <a:pt x="65698" y="566979"/>
                </a:lnTo>
                <a:lnTo>
                  <a:pt x="67158" y="569335"/>
                </a:lnTo>
                <a:lnTo>
                  <a:pt x="67888" y="566198"/>
                </a:lnTo>
                <a:lnTo>
                  <a:pt x="69348" y="565419"/>
                </a:lnTo>
                <a:lnTo>
                  <a:pt x="70078" y="569824"/>
                </a:lnTo>
                <a:lnTo>
                  <a:pt x="72998" y="549919"/>
                </a:lnTo>
                <a:lnTo>
                  <a:pt x="74458" y="570959"/>
                </a:lnTo>
                <a:lnTo>
                  <a:pt x="75188" y="555042"/>
                </a:lnTo>
                <a:lnTo>
                  <a:pt x="75918" y="554155"/>
                </a:lnTo>
                <a:lnTo>
                  <a:pt x="78108" y="586568"/>
                </a:lnTo>
                <a:lnTo>
                  <a:pt x="79568" y="573749"/>
                </a:lnTo>
                <a:lnTo>
                  <a:pt x="80298" y="577073"/>
                </a:lnTo>
                <a:lnTo>
                  <a:pt x="81028" y="568555"/>
                </a:lnTo>
                <a:lnTo>
                  <a:pt x="81758" y="565054"/>
                </a:lnTo>
                <a:lnTo>
                  <a:pt x="82488" y="576073"/>
                </a:lnTo>
                <a:lnTo>
                  <a:pt x="83948" y="569963"/>
                </a:lnTo>
                <a:lnTo>
                  <a:pt x="84678" y="564424"/>
                </a:lnTo>
                <a:lnTo>
                  <a:pt x="86138" y="569925"/>
                </a:lnTo>
                <a:lnTo>
                  <a:pt x="86868" y="570375"/>
                </a:lnTo>
                <a:lnTo>
                  <a:pt x="88328" y="580335"/>
                </a:lnTo>
                <a:lnTo>
                  <a:pt x="89788" y="572268"/>
                </a:lnTo>
                <a:lnTo>
                  <a:pt x="91247" y="553580"/>
                </a:lnTo>
                <a:lnTo>
                  <a:pt x="94167" y="598450"/>
                </a:lnTo>
                <a:lnTo>
                  <a:pt x="96357" y="598784"/>
                </a:lnTo>
                <a:lnTo>
                  <a:pt x="97817" y="575304"/>
                </a:lnTo>
                <a:lnTo>
                  <a:pt x="98547" y="586676"/>
                </a:lnTo>
                <a:lnTo>
                  <a:pt x="99277" y="566656"/>
                </a:lnTo>
                <a:lnTo>
                  <a:pt x="100007" y="577719"/>
                </a:lnTo>
                <a:lnTo>
                  <a:pt x="104387" y="564045"/>
                </a:lnTo>
                <a:lnTo>
                  <a:pt x="105117" y="565394"/>
                </a:lnTo>
                <a:lnTo>
                  <a:pt x="106577" y="556993"/>
                </a:lnTo>
                <a:lnTo>
                  <a:pt x="107307" y="562248"/>
                </a:lnTo>
                <a:lnTo>
                  <a:pt x="110227" y="567457"/>
                </a:lnTo>
                <a:lnTo>
                  <a:pt x="112417" y="551991"/>
                </a:lnTo>
                <a:lnTo>
                  <a:pt x="113147" y="552483"/>
                </a:lnTo>
                <a:lnTo>
                  <a:pt x="114607" y="562597"/>
                </a:lnTo>
                <a:lnTo>
                  <a:pt x="116067" y="559861"/>
                </a:lnTo>
                <a:lnTo>
                  <a:pt x="116797" y="558851"/>
                </a:lnTo>
                <a:lnTo>
                  <a:pt x="117527" y="563758"/>
                </a:lnTo>
                <a:lnTo>
                  <a:pt x="118987" y="557614"/>
                </a:lnTo>
                <a:lnTo>
                  <a:pt x="120446" y="542936"/>
                </a:lnTo>
                <a:lnTo>
                  <a:pt x="121176" y="543761"/>
                </a:lnTo>
                <a:lnTo>
                  <a:pt x="122636" y="580619"/>
                </a:lnTo>
                <a:lnTo>
                  <a:pt x="124096" y="557266"/>
                </a:lnTo>
                <a:lnTo>
                  <a:pt x="124826" y="546657"/>
                </a:lnTo>
                <a:lnTo>
                  <a:pt x="125556" y="547342"/>
                </a:lnTo>
                <a:lnTo>
                  <a:pt x="126286" y="572648"/>
                </a:lnTo>
                <a:lnTo>
                  <a:pt x="128476" y="568286"/>
                </a:lnTo>
                <a:lnTo>
                  <a:pt x="129936" y="558365"/>
                </a:lnTo>
                <a:lnTo>
                  <a:pt x="131396" y="597182"/>
                </a:lnTo>
                <a:lnTo>
                  <a:pt x="132856" y="578903"/>
                </a:lnTo>
                <a:lnTo>
                  <a:pt x="133586" y="589930"/>
                </a:lnTo>
                <a:lnTo>
                  <a:pt x="134316" y="580892"/>
                </a:lnTo>
                <a:lnTo>
                  <a:pt x="135776" y="555709"/>
                </a:lnTo>
                <a:lnTo>
                  <a:pt x="137236" y="560455"/>
                </a:lnTo>
                <a:lnTo>
                  <a:pt x="137966" y="560266"/>
                </a:lnTo>
                <a:lnTo>
                  <a:pt x="139426" y="585517"/>
                </a:lnTo>
                <a:lnTo>
                  <a:pt x="140156" y="567537"/>
                </a:lnTo>
                <a:lnTo>
                  <a:pt x="140886" y="565047"/>
                </a:lnTo>
                <a:lnTo>
                  <a:pt x="141616" y="575704"/>
                </a:lnTo>
                <a:lnTo>
                  <a:pt x="142346" y="558289"/>
                </a:lnTo>
                <a:lnTo>
                  <a:pt x="143076" y="558976"/>
                </a:lnTo>
                <a:lnTo>
                  <a:pt x="144536" y="551067"/>
                </a:lnTo>
                <a:lnTo>
                  <a:pt x="147456" y="570962"/>
                </a:lnTo>
                <a:lnTo>
                  <a:pt x="149646" y="572135"/>
                </a:lnTo>
                <a:lnTo>
                  <a:pt x="151835" y="559210"/>
                </a:lnTo>
                <a:lnTo>
                  <a:pt x="153295" y="562425"/>
                </a:lnTo>
                <a:lnTo>
                  <a:pt x="154025" y="559338"/>
                </a:lnTo>
                <a:lnTo>
                  <a:pt x="157675" y="546407"/>
                </a:lnTo>
                <a:lnTo>
                  <a:pt x="158405" y="543159"/>
                </a:lnTo>
                <a:lnTo>
                  <a:pt x="159135" y="550350"/>
                </a:lnTo>
                <a:lnTo>
                  <a:pt x="162785" y="570681"/>
                </a:lnTo>
                <a:lnTo>
                  <a:pt x="163515" y="568517"/>
                </a:lnTo>
                <a:lnTo>
                  <a:pt x="165705" y="597012"/>
                </a:lnTo>
                <a:lnTo>
                  <a:pt x="167165" y="540689"/>
                </a:lnTo>
                <a:lnTo>
                  <a:pt x="169355" y="559658"/>
                </a:lnTo>
                <a:lnTo>
                  <a:pt x="174465" y="536061"/>
                </a:lnTo>
                <a:lnTo>
                  <a:pt x="177385" y="607785"/>
                </a:lnTo>
                <a:lnTo>
                  <a:pt x="178115" y="563434"/>
                </a:lnTo>
                <a:lnTo>
                  <a:pt x="180304" y="578091"/>
                </a:lnTo>
                <a:lnTo>
                  <a:pt x="181035" y="588635"/>
                </a:lnTo>
                <a:lnTo>
                  <a:pt x="181764" y="579402"/>
                </a:lnTo>
                <a:lnTo>
                  <a:pt x="182494" y="571405"/>
                </a:lnTo>
                <a:lnTo>
                  <a:pt x="183224" y="581463"/>
                </a:lnTo>
                <a:lnTo>
                  <a:pt x="183954" y="573366"/>
                </a:lnTo>
                <a:lnTo>
                  <a:pt x="184684" y="584913"/>
                </a:lnTo>
                <a:lnTo>
                  <a:pt x="186144" y="579165"/>
                </a:lnTo>
                <a:lnTo>
                  <a:pt x="188334" y="565943"/>
                </a:lnTo>
                <a:lnTo>
                  <a:pt x="189794" y="568982"/>
                </a:lnTo>
                <a:lnTo>
                  <a:pt x="191984" y="582930"/>
                </a:lnTo>
                <a:lnTo>
                  <a:pt x="192714" y="576458"/>
                </a:lnTo>
                <a:lnTo>
                  <a:pt x="193444" y="577357"/>
                </a:lnTo>
                <a:lnTo>
                  <a:pt x="194904" y="571615"/>
                </a:lnTo>
                <a:lnTo>
                  <a:pt x="195634" y="583024"/>
                </a:lnTo>
                <a:lnTo>
                  <a:pt x="197094" y="567004"/>
                </a:lnTo>
                <a:lnTo>
                  <a:pt x="197824" y="564977"/>
                </a:lnTo>
                <a:lnTo>
                  <a:pt x="198554" y="568057"/>
                </a:lnTo>
                <a:lnTo>
                  <a:pt x="200014" y="574349"/>
                </a:lnTo>
                <a:lnTo>
                  <a:pt x="200744" y="568389"/>
                </a:lnTo>
                <a:lnTo>
                  <a:pt x="202934" y="568982"/>
                </a:lnTo>
                <a:lnTo>
                  <a:pt x="204394" y="557479"/>
                </a:lnTo>
                <a:lnTo>
                  <a:pt x="205124" y="575214"/>
                </a:lnTo>
                <a:lnTo>
                  <a:pt x="206584" y="561287"/>
                </a:lnTo>
                <a:lnTo>
                  <a:pt x="207314" y="548315"/>
                </a:lnTo>
                <a:lnTo>
                  <a:pt x="208774" y="565402"/>
                </a:lnTo>
                <a:lnTo>
                  <a:pt x="209504" y="559099"/>
                </a:lnTo>
                <a:lnTo>
                  <a:pt x="210964" y="561930"/>
                </a:lnTo>
                <a:lnTo>
                  <a:pt x="211693" y="567678"/>
                </a:lnTo>
                <a:lnTo>
                  <a:pt x="213153" y="567187"/>
                </a:lnTo>
                <a:lnTo>
                  <a:pt x="214613" y="551136"/>
                </a:lnTo>
                <a:lnTo>
                  <a:pt x="216073" y="551449"/>
                </a:lnTo>
                <a:lnTo>
                  <a:pt x="220453" y="584322"/>
                </a:lnTo>
                <a:lnTo>
                  <a:pt x="221913" y="582796"/>
                </a:lnTo>
                <a:lnTo>
                  <a:pt x="223373" y="565848"/>
                </a:lnTo>
                <a:lnTo>
                  <a:pt x="224833" y="567320"/>
                </a:lnTo>
                <a:lnTo>
                  <a:pt x="227023" y="580100"/>
                </a:lnTo>
                <a:lnTo>
                  <a:pt x="226293" y="566481"/>
                </a:lnTo>
                <a:lnTo>
                  <a:pt x="227753" y="574395"/>
                </a:lnTo>
                <a:lnTo>
                  <a:pt x="229943" y="564794"/>
                </a:lnTo>
                <a:lnTo>
                  <a:pt x="231403" y="601766"/>
                </a:lnTo>
                <a:lnTo>
                  <a:pt x="232863" y="575825"/>
                </a:lnTo>
                <a:lnTo>
                  <a:pt x="234323" y="597163"/>
                </a:lnTo>
                <a:lnTo>
                  <a:pt x="235783" y="582351"/>
                </a:lnTo>
                <a:lnTo>
                  <a:pt x="237243" y="563815"/>
                </a:lnTo>
                <a:lnTo>
                  <a:pt x="237973" y="579479"/>
                </a:lnTo>
                <a:lnTo>
                  <a:pt x="239433" y="602741"/>
                </a:lnTo>
                <a:lnTo>
                  <a:pt x="241622" y="593122"/>
                </a:lnTo>
                <a:lnTo>
                  <a:pt x="242352" y="594436"/>
                </a:lnTo>
                <a:lnTo>
                  <a:pt x="244542" y="576252"/>
                </a:lnTo>
                <a:lnTo>
                  <a:pt x="245272" y="600056"/>
                </a:lnTo>
                <a:lnTo>
                  <a:pt x="246732" y="578544"/>
                </a:lnTo>
                <a:lnTo>
                  <a:pt x="248192" y="596672"/>
                </a:lnTo>
                <a:lnTo>
                  <a:pt x="248922" y="583686"/>
                </a:lnTo>
                <a:lnTo>
                  <a:pt x="250382" y="564117"/>
                </a:lnTo>
                <a:lnTo>
                  <a:pt x="251842" y="568559"/>
                </a:lnTo>
                <a:lnTo>
                  <a:pt x="252572" y="579076"/>
                </a:lnTo>
                <a:lnTo>
                  <a:pt x="253302" y="568422"/>
                </a:lnTo>
                <a:lnTo>
                  <a:pt x="254032" y="574639"/>
                </a:lnTo>
                <a:lnTo>
                  <a:pt x="255492" y="569525"/>
                </a:lnTo>
                <a:lnTo>
                  <a:pt x="257682" y="589666"/>
                </a:lnTo>
                <a:lnTo>
                  <a:pt x="258412" y="577444"/>
                </a:lnTo>
                <a:lnTo>
                  <a:pt x="259142" y="571122"/>
                </a:lnTo>
                <a:lnTo>
                  <a:pt x="259872" y="574549"/>
                </a:lnTo>
                <a:lnTo>
                  <a:pt x="260602" y="589468"/>
                </a:lnTo>
                <a:lnTo>
                  <a:pt x="262062" y="570343"/>
                </a:lnTo>
                <a:lnTo>
                  <a:pt x="263522" y="583629"/>
                </a:lnTo>
                <a:lnTo>
                  <a:pt x="264982" y="573488"/>
                </a:lnTo>
                <a:lnTo>
                  <a:pt x="265712" y="566759"/>
                </a:lnTo>
                <a:lnTo>
                  <a:pt x="266442" y="572681"/>
                </a:lnTo>
                <a:lnTo>
                  <a:pt x="270092" y="603721"/>
                </a:lnTo>
                <a:lnTo>
                  <a:pt x="273011" y="589435"/>
                </a:lnTo>
                <a:lnTo>
                  <a:pt x="274471" y="595771"/>
                </a:lnTo>
                <a:lnTo>
                  <a:pt x="275931" y="609631"/>
                </a:lnTo>
                <a:lnTo>
                  <a:pt x="277391" y="622454"/>
                </a:lnTo>
                <a:lnTo>
                  <a:pt x="278121" y="605805"/>
                </a:lnTo>
                <a:lnTo>
                  <a:pt x="278851" y="602120"/>
                </a:lnTo>
                <a:lnTo>
                  <a:pt x="279581" y="606682"/>
                </a:lnTo>
                <a:lnTo>
                  <a:pt x="281041" y="628042"/>
                </a:lnTo>
                <a:lnTo>
                  <a:pt x="281771" y="607702"/>
                </a:lnTo>
                <a:lnTo>
                  <a:pt x="282501" y="609363"/>
                </a:lnTo>
                <a:lnTo>
                  <a:pt x="283231" y="623762"/>
                </a:lnTo>
                <a:lnTo>
                  <a:pt x="285421" y="616636"/>
                </a:lnTo>
                <a:lnTo>
                  <a:pt x="286151" y="623244"/>
                </a:lnTo>
                <a:lnTo>
                  <a:pt x="286881" y="612574"/>
                </a:lnTo>
                <a:lnTo>
                  <a:pt x="287611" y="602076"/>
                </a:lnTo>
                <a:lnTo>
                  <a:pt x="288341" y="610468"/>
                </a:lnTo>
                <a:lnTo>
                  <a:pt x="289801" y="636743"/>
                </a:lnTo>
                <a:lnTo>
                  <a:pt x="291261" y="626177"/>
                </a:lnTo>
                <a:lnTo>
                  <a:pt x="292721" y="601120"/>
                </a:lnTo>
                <a:lnTo>
                  <a:pt x="294181" y="608856"/>
                </a:lnTo>
                <a:lnTo>
                  <a:pt x="297831" y="622029"/>
                </a:lnTo>
                <a:lnTo>
                  <a:pt x="300021" y="602240"/>
                </a:lnTo>
                <a:lnTo>
                  <a:pt x="301481" y="622357"/>
                </a:lnTo>
                <a:lnTo>
                  <a:pt x="302940" y="620676"/>
                </a:lnTo>
                <a:lnTo>
                  <a:pt x="303670" y="621730"/>
                </a:lnTo>
                <a:lnTo>
                  <a:pt x="304400" y="612368"/>
                </a:lnTo>
                <a:lnTo>
                  <a:pt x="306590" y="616890"/>
                </a:lnTo>
                <a:lnTo>
                  <a:pt x="307320" y="612448"/>
                </a:lnTo>
                <a:lnTo>
                  <a:pt x="308780" y="617880"/>
                </a:lnTo>
                <a:lnTo>
                  <a:pt x="309510" y="625064"/>
                </a:lnTo>
                <a:lnTo>
                  <a:pt x="310970" y="614514"/>
                </a:lnTo>
                <a:lnTo>
                  <a:pt x="313160" y="622661"/>
                </a:lnTo>
                <a:lnTo>
                  <a:pt x="314620" y="607575"/>
                </a:lnTo>
                <a:lnTo>
                  <a:pt x="316080" y="613317"/>
                </a:lnTo>
                <a:lnTo>
                  <a:pt x="316810" y="622976"/>
                </a:lnTo>
                <a:lnTo>
                  <a:pt x="318270" y="616433"/>
                </a:lnTo>
                <a:lnTo>
                  <a:pt x="325570" y="565320"/>
                </a:lnTo>
                <a:lnTo>
                  <a:pt x="326300" y="534905"/>
                </a:lnTo>
                <a:lnTo>
                  <a:pt x="327030" y="579359"/>
                </a:lnTo>
                <a:lnTo>
                  <a:pt x="327760" y="577459"/>
                </a:lnTo>
                <a:lnTo>
                  <a:pt x="331410" y="615776"/>
                </a:lnTo>
                <a:lnTo>
                  <a:pt x="333599" y="583724"/>
                </a:lnTo>
                <a:lnTo>
                  <a:pt x="334329" y="586649"/>
                </a:lnTo>
                <a:lnTo>
                  <a:pt x="335059" y="614075"/>
                </a:lnTo>
                <a:lnTo>
                  <a:pt x="336519" y="602476"/>
                </a:lnTo>
                <a:lnTo>
                  <a:pt x="340169" y="590364"/>
                </a:lnTo>
                <a:lnTo>
                  <a:pt x="343089" y="601783"/>
                </a:lnTo>
                <a:lnTo>
                  <a:pt x="344549" y="597796"/>
                </a:lnTo>
                <a:lnTo>
                  <a:pt x="346009" y="582656"/>
                </a:lnTo>
                <a:lnTo>
                  <a:pt x="346739" y="589257"/>
                </a:lnTo>
                <a:lnTo>
                  <a:pt x="347469" y="607324"/>
                </a:lnTo>
                <a:lnTo>
                  <a:pt x="348929" y="589627"/>
                </a:lnTo>
                <a:lnTo>
                  <a:pt x="349659" y="589962"/>
                </a:lnTo>
                <a:lnTo>
                  <a:pt x="354039" y="570135"/>
                </a:lnTo>
                <a:lnTo>
                  <a:pt x="354769" y="571583"/>
                </a:lnTo>
                <a:lnTo>
                  <a:pt x="355499" y="573473"/>
                </a:lnTo>
                <a:lnTo>
                  <a:pt x="356959" y="601635"/>
                </a:lnTo>
                <a:lnTo>
                  <a:pt x="357689" y="595133"/>
                </a:lnTo>
                <a:lnTo>
                  <a:pt x="359149" y="565265"/>
                </a:lnTo>
                <a:lnTo>
                  <a:pt x="360609" y="582380"/>
                </a:lnTo>
                <a:lnTo>
                  <a:pt x="361339" y="595420"/>
                </a:lnTo>
                <a:lnTo>
                  <a:pt x="362069" y="563450"/>
                </a:lnTo>
                <a:lnTo>
                  <a:pt x="365718" y="593282"/>
                </a:lnTo>
                <a:lnTo>
                  <a:pt x="366448" y="574182"/>
                </a:lnTo>
                <a:lnTo>
                  <a:pt x="368638" y="580867"/>
                </a:lnTo>
                <a:lnTo>
                  <a:pt x="371558" y="580447"/>
                </a:lnTo>
                <a:lnTo>
                  <a:pt x="373748" y="558707"/>
                </a:lnTo>
                <a:lnTo>
                  <a:pt x="374478" y="564023"/>
                </a:lnTo>
                <a:lnTo>
                  <a:pt x="375938" y="573442"/>
                </a:lnTo>
                <a:lnTo>
                  <a:pt x="377398" y="575403"/>
                </a:lnTo>
                <a:lnTo>
                  <a:pt x="378858" y="555566"/>
                </a:lnTo>
                <a:lnTo>
                  <a:pt x="379588" y="553220"/>
                </a:lnTo>
                <a:lnTo>
                  <a:pt x="382508" y="517479"/>
                </a:lnTo>
                <a:lnTo>
                  <a:pt x="383238" y="523812"/>
                </a:lnTo>
                <a:lnTo>
                  <a:pt x="383968" y="527606"/>
                </a:lnTo>
                <a:lnTo>
                  <a:pt x="384698" y="520097"/>
                </a:lnTo>
                <a:lnTo>
                  <a:pt x="385428" y="496741"/>
                </a:lnTo>
                <a:lnTo>
                  <a:pt x="386158" y="522403"/>
                </a:lnTo>
                <a:lnTo>
                  <a:pt x="386888" y="534854"/>
                </a:lnTo>
                <a:lnTo>
                  <a:pt x="387618" y="529503"/>
                </a:lnTo>
                <a:lnTo>
                  <a:pt x="388348" y="513444"/>
                </a:lnTo>
                <a:lnTo>
                  <a:pt x="389808" y="532657"/>
                </a:lnTo>
                <a:lnTo>
                  <a:pt x="390538" y="516935"/>
                </a:lnTo>
                <a:lnTo>
                  <a:pt x="391268" y="520699"/>
                </a:lnTo>
                <a:lnTo>
                  <a:pt x="391997" y="513806"/>
                </a:lnTo>
                <a:lnTo>
                  <a:pt x="392727" y="509683"/>
                </a:lnTo>
                <a:lnTo>
                  <a:pt x="393457" y="519088"/>
                </a:lnTo>
                <a:lnTo>
                  <a:pt x="394917" y="515929"/>
                </a:lnTo>
                <a:lnTo>
                  <a:pt x="395647" y="530207"/>
                </a:lnTo>
                <a:lnTo>
                  <a:pt x="397837" y="530620"/>
                </a:lnTo>
                <a:lnTo>
                  <a:pt x="400027" y="497646"/>
                </a:lnTo>
                <a:lnTo>
                  <a:pt x="403677" y="546467"/>
                </a:lnTo>
                <a:lnTo>
                  <a:pt x="405867" y="536637"/>
                </a:lnTo>
                <a:lnTo>
                  <a:pt x="407327" y="503777"/>
                </a:lnTo>
                <a:lnTo>
                  <a:pt x="408057" y="536387"/>
                </a:lnTo>
                <a:lnTo>
                  <a:pt x="408787" y="546118"/>
                </a:lnTo>
                <a:lnTo>
                  <a:pt x="409517" y="526387"/>
                </a:lnTo>
                <a:lnTo>
                  <a:pt x="410977" y="508917"/>
                </a:lnTo>
                <a:lnTo>
                  <a:pt x="411707" y="522895"/>
                </a:lnTo>
                <a:lnTo>
                  <a:pt x="412437" y="522617"/>
                </a:lnTo>
                <a:lnTo>
                  <a:pt x="413897" y="537991"/>
                </a:lnTo>
                <a:lnTo>
                  <a:pt x="414627" y="518765"/>
                </a:lnTo>
                <a:lnTo>
                  <a:pt x="416817" y="513060"/>
                </a:lnTo>
                <a:lnTo>
                  <a:pt x="417547" y="515881"/>
                </a:lnTo>
                <a:lnTo>
                  <a:pt x="418277" y="526467"/>
                </a:lnTo>
                <a:lnTo>
                  <a:pt x="419737" y="518997"/>
                </a:lnTo>
                <a:lnTo>
                  <a:pt x="420467" y="517481"/>
                </a:lnTo>
                <a:lnTo>
                  <a:pt x="421197" y="522937"/>
                </a:lnTo>
                <a:lnTo>
                  <a:pt x="421927" y="521902"/>
                </a:lnTo>
                <a:lnTo>
                  <a:pt x="427036" y="489926"/>
                </a:lnTo>
                <a:lnTo>
                  <a:pt x="429956" y="512951"/>
                </a:lnTo>
                <a:lnTo>
                  <a:pt x="430686" y="503183"/>
                </a:lnTo>
                <a:lnTo>
                  <a:pt x="434336" y="475797"/>
                </a:lnTo>
                <a:lnTo>
                  <a:pt x="435066" y="496476"/>
                </a:lnTo>
                <a:lnTo>
                  <a:pt x="437256" y="485824"/>
                </a:lnTo>
                <a:lnTo>
                  <a:pt x="438716" y="482782"/>
                </a:lnTo>
                <a:lnTo>
                  <a:pt x="440176" y="496080"/>
                </a:lnTo>
                <a:lnTo>
                  <a:pt x="440906" y="487705"/>
                </a:lnTo>
                <a:lnTo>
                  <a:pt x="442366" y="498096"/>
                </a:lnTo>
                <a:lnTo>
                  <a:pt x="443096" y="491644"/>
                </a:lnTo>
                <a:lnTo>
                  <a:pt x="444556" y="486685"/>
                </a:lnTo>
                <a:lnTo>
                  <a:pt x="445286" y="501647"/>
                </a:lnTo>
                <a:lnTo>
                  <a:pt x="446746" y="474242"/>
                </a:lnTo>
                <a:lnTo>
                  <a:pt x="447476" y="491618"/>
                </a:lnTo>
                <a:lnTo>
                  <a:pt x="448936" y="510930"/>
                </a:lnTo>
                <a:lnTo>
                  <a:pt x="450396" y="501865"/>
                </a:lnTo>
                <a:lnTo>
                  <a:pt x="451126" y="489327"/>
                </a:lnTo>
                <a:lnTo>
                  <a:pt x="452585" y="502315"/>
                </a:lnTo>
                <a:lnTo>
                  <a:pt x="453315" y="519685"/>
                </a:lnTo>
                <a:lnTo>
                  <a:pt x="454046" y="500572"/>
                </a:lnTo>
                <a:lnTo>
                  <a:pt x="454775" y="455644"/>
                </a:lnTo>
                <a:lnTo>
                  <a:pt x="456965" y="469095"/>
                </a:lnTo>
                <a:lnTo>
                  <a:pt x="458425" y="458616"/>
                </a:lnTo>
                <a:lnTo>
                  <a:pt x="459885" y="461669"/>
                </a:lnTo>
                <a:lnTo>
                  <a:pt x="462075" y="489636"/>
                </a:lnTo>
                <a:lnTo>
                  <a:pt x="462805" y="485255"/>
                </a:lnTo>
                <a:lnTo>
                  <a:pt x="464265" y="486588"/>
                </a:lnTo>
                <a:lnTo>
                  <a:pt x="467915" y="463005"/>
                </a:lnTo>
                <a:lnTo>
                  <a:pt x="470835" y="476747"/>
                </a:lnTo>
                <a:lnTo>
                  <a:pt x="471565" y="475638"/>
                </a:lnTo>
                <a:lnTo>
                  <a:pt x="473755" y="493316"/>
                </a:lnTo>
                <a:lnTo>
                  <a:pt x="474485" y="493209"/>
                </a:lnTo>
                <a:lnTo>
                  <a:pt x="476675" y="470329"/>
                </a:lnTo>
                <a:lnTo>
                  <a:pt x="477405" y="482474"/>
                </a:lnTo>
                <a:lnTo>
                  <a:pt x="478135" y="491727"/>
                </a:lnTo>
                <a:lnTo>
                  <a:pt x="478865" y="471077"/>
                </a:lnTo>
                <a:lnTo>
                  <a:pt x="482515" y="486497"/>
                </a:lnTo>
                <a:lnTo>
                  <a:pt x="483974" y="472940"/>
                </a:lnTo>
                <a:lnTo>
                  <a:pt x="485434" y="475429"/>
                </a:lnTo>
                <a:lnTo>
                  <a:pt x="486164" y="485469"/>
                </a:lnTo>
                <a:lnTo>
                  <a:pt x="487624" y="469577"/>
                </a:lnTo>
                <a:lnTo>
                  <a:pt x="490544" y="498631"/>
                </a:lnTo>
                <a:lnTo>
                  <a:pt x="492004" y="495067"/>
                </a:lnTo>
                <a:lnTo>
                  <a:pt x="492734" y="486901"/>
                </a:lnTo>
                <a:lnTo>
                  <a:pt x="493464" y="506581"/>
                </a:lnTo>
                <a:lnTo>
                  <a:pt x="494194" y="518259"/>
                </a:lnTo>
                <a:lnTo>
                  <a:pt x="495654" y="504243"/>
                </a:lnTo>
                <a:lnTo>
                  <a:pt x="496384" y="500625"/>
                </a:lnTo>
                <a:lnTo>
                  <a:pt x="497844" y="524223"/>
                </a:lnTo>
                <a:lnTo>
                  <a:pt x="499304" y="507511"/>
                </a:lnTo>
                <a:lnTo>
                  <a:pt x="500034" y="513568"/>
                </a:lnTo>
                <a:lnTo>
                  <a:pt x="500764" y="500852"/>
                </a:lnTo>
                <a:lnTo>
                  <a:pt x="501494" y="498219"/>
                </a:lnTo>
                <a:lnTo>
                  <a:pt x="502224" y="504623"/>
                </a:lnTo>
                <a:lnTo>
                  <a:pt x="502954" y="522665"/>
                </a:lnTo>
                <a:lnTo>
                  <a:pt x="504414" y="497307"/>
                </a:lnTo>
                <a:lnTo>
                  <a:pt x="505874" y="485787"/>
                </a:lnTo>
                <a:lnTo>
                  <a:pt x="507334" y="514738"/>
                </a:lnTo>
                <a:lnTo>
                  <a:pt x="508794" y="508446"/>
                </a:lnTo>
                <a:lnTo>
                  <a:pt x="513174" y="505447"/>
                </a:lnTo>
                <a:lnTo>
                  <a:pt x="517553" y="482042"/>
                </a:lnTo>
                <a:lnTo>
                  <a:pt x="518283" y="494053"/>
                </a:lnTo>
                <a:lnTo>
                  <a:pt x="519013" y="478307"/>
                </a:lnTo>
                <a:lnTo>
                  <a:pt x="519743" y="488463"/>
                </a:lnTo>
                <a:lnTo>
                  <a:pt x="521203" y="482362"/>
                </a:lnTo>
                <a:lnTo>
                  <a:pt x="524853" y="518617"/>
                </a:lnTo>
                <a:lnTo>
                  <a:pt x="526313" y="495324"/>
                </a:lnTo>
                <a:lnTo>
                  <a:pt x="527043" y="506862"/>
                </a:lnTo>
                <a:lnTo>
                  <a:pt x="527773" y="522663"/>
                </a:lnTo>
                <a:lnTo>
                  <a:pt x="529233" y="502056"/>
                </a:lnTo>
                <a:lnTo>
                  <a:pt x="529963" y="501604"/>
                </a:lnTo>
                <a:lnTo>
                  <a:pt x="532153" y="477582"/>
                </a:lnTo>
                <a:lnTo>
                  <a:pt x="533613" y="484416"/>
                </a:lnTo>
                <a:lnTo>
                  <a:pt x="539453" y="463128"/>
                </a:lnTo>
                <a:lnTo>
                  <a:pt x="540913" y="471756"/>
                </a:lnTo>
                <a:lnTo>
                  <a:pt x="542373" y="466716"/>
                </a:lnTo>
                <a:lnTo>
                  <a:pt x="545292" y="457393"/>
                </a:lnTo>
                <a:lnTo>
                  <a:pt x="546022" y="462475"/>
                </a:lnTo>
                <a:lnTo>
                  <a:pt x="549672" y="507179"/>
                </a:lnTo>
                <a:lnTo>
                  <a:pt x="548212" y="459164"/>
                </a:lnTo>
                <a:lnTo>
                  <a:pt x="550402" y="494858"/>
                </a:lnTo>
                <a:lnTo>
                  <a:pt x="551132" y="457983"/>
                </a:lnTo>
                <a:lnTo>
                  <a:pt x="553322" y="466086"/>
                </a:lnTo>
                <a:lnTo>
                  <a:pt x="555512" y="447756"/>
                </a:lnTo>
                <a:lnTo>
                  <a:pt x="556972" y="454126"/>
                </a:lnTo>
                <a:lnTo>
                  <a:pt x="557702" y="462346"/>
                </a:lnTo>
                <a:lnTo>
                  <a:pt x="559162" y="458318"/>
                </a:lnTo>
                <a:lnTo>
                  <a:pt x="560622" y="444960"/>
                </a:lnTo>
                <a:lnTo>
                  <a:pt x="561352" y="460147"/>
                </a:lnTo>
                <a:lnTo>
                  <a:pt x="562812" y="450857"/>
                </a:lnTo>
                <a:lnTo>
                  <a:pt x="563542" y="452056"/>
                </a:lnTo>
                <a:lnTo>
                  <a:pt x="565002" y="454823"/>
                </a:lnTo>
                <a:lnTo>
                  <a:pt x="568652" y="432029"/>
                </a:lnTo>
                <a:lnTo>
                  <a:pt x="573032" y="444041"/>
                </a:lnTo>
                <a:lnTo>
                  <a:pt x="573762" y="438425"/>
                </a:lnTo>
                <a:lnTo>
                  <a:pt x="577411" y="393020"/>
                </a:lnTo>
                <a:lnTo>
                  <a:pt x="578141" y="406897"/>
                </a:lnTo>
                <a:lnTo>
                  <a:pt x="578871" y="407224"/>
                </a:lnTo>
                <a:lnTo>
                  <a:pt x="580331" y="457151"/>
                </a:lnTo>
                <a:lnTo>
                  <a:pt x="582521" y="434968"/>
                </a:lnTo>
                <a:lnTo>
                  <a:pt x="586171" y="403482"/>
                </a:lnTo>
                <a:lnTo>
                  <a:pt x="586901" y="410801"/>
                </a:lnTo>
                <a:lnTo>
                  <a:pt x="588361" y="409499"/>
                </a:lnTo>
                <a:lnTo>
                  <a:pt x="594201" y="382142"/>
                </a:lnTo>
                <a:lnTo>
                  <a:pt x="595661" y="399615"/>
                </a:lnTo>
                <a:lnTo>
                  <a:pt x="597121" y="393811"/>
                </a:lnTo>
                <a:lnTo>
                  <a:pt x="602231" y="362167"/>
                </a:lnTo>
                <a:lnTo>
                  <a:pt x="602961" y="363821"/>
                </a:lnTo>
                <a:lnTo>
                  <a:pt x="603691" y="363292"/>
                </a:lnTo>
                <a:lnTo>
                  <a:pt x="606610" y="347245"/>
                </a:lnTo>
                <a:lnTo>
                  <a:pt x="608070" y="350424"/>
                </a:lnTo>
                <a:lnTo>
                  <a:pt x="611720" y="358094"/>
                </a:lnTo>
                <a:lnTo>
                  <a:pt x="613180" y="344417"/>
                </a:lnTo>
                <a:lnTo>
                  <a:pt x="613910" y="347574"/>
                </a:lnTo>
                <a:lnTo>
                  <a:pt x="614640" y="354681"/>
                </a:lnTo>
                <a:lnTo>
                  <a:pt x="615370" y="338287"/>
                </a:lnTo>
                <a:lnTo>
                  <a:pt x="616830" y="320440"/>
                </a:lnTo>
                <a:lnTo>
                  <a:pt x="618290" y="327276"/>
                </a:lnTo>
                <a:lnTo>
                  <a:pt x="619020" y="325966"/>
                </a:lnTo>
                <a:lnTo>
                  <a:pt x="621940" y="296252"/>
                </a:lnTo>
                <a:lnTo>
                  <a:pt x="622670" y="305115"/>
                </a:lnTo>
                <a:lnTo>
                  <a:pt x="623400" y="303042"/>
                </a:lnTo>
                <a:lnTo>
                  <a:pt x="624860" y="325270"/>
                </a:lnTo>
                <a:lnTo>
                  <a:pt x="626320" y="316985"/>
                </a:lnTo>
                <a:lnTo>
                  <a:pt x="629240" y="275881"/>
                </a:lnTo>
                <a:lnTo>
                  <a:pt x="632160" y="327719"/>
                </a:lnTo>
                <a:lnTo>
                  <a:pt x="632889" y="314917"/>
                </a:lnTo>
                <a:lnTo>
                  <a:pt x="636539" y="293512"/>
                </a:lnTo>
                <a:lnTo>
                  <a:pt x="637269" y="295206"/>
                </a:lnTo>
                <a:lnTo>
                  <a:pt x="638729" y="300119"/>
                </a:lnTo>
                <a:lnTo>
                  <a:pt x="639459" y="296268"/>
                </a:lnTo>
                <a:lnTo>
                  <a:pt x="642379" y="273423"/>
                </a:lnTo>
                <a:lnTo>
                  <a:pt x="643109" y="278534"/>
                </a:lnTo>
                <a:lnTo>
                  <a:pt x="644569" y="278131"/>
                </a:lnTo>
                <a:lnTo>
                  <a:pt x="646759" y="298944"/>
                </a:lnTo>
                <a:lnTo>
                  <a:pt x="648219" y="284724"/>
                </a:lnTo>
                <a:lnTo>
                  <a:pt x="649679" y="288404"/>
                </a:lnTo>
                <a:lnTo>
                  <a:pt x="650409" y="289173"/>
                </a:lnTo>
                <a:lnTo>
                  <a:pt x="651869" y="271665"/>
                </a:lnTo>
                <a:lnTo>
                  <a:pt x="653329" y="279438"/>
                </a:lnTo>
                <a:lnTo>
                  <a:pt x="654059" y="293509"/>
                </a:lnTo>
                <a:lnTo>
                  <a:pt x="656249" y="290530"/>
                </a:lnTo>
                <a:lnTo>
                  <a:pt x="656979" y="271226"/>
                </a:lnTo>
                <a:lnTo>
                  <a:pt x="657709" y="273634"/>
                </a:lnTo>
                <a:lnTo>
                  <a:pt x="658439" y="320020"/>
                </a:lnTo>
                <a:lnTo>
                  <a:pt x="659899" y="279501"/>
                </a:lnTo>
                <a:lnTo>
                  <a:pt x="660629" y="273801"/>
                </a:lnTo>
                <a:lnTo>
                  <a:pt x="662819" y="276852"/>
                </a:lnTo>
                <a:lnTo>
                  <a:pt x="664279" y="266550"/>
                </a:lnTo>
                <a:lnTo>
                  <a:pt x="665739" y="274699"/>
                </a:lnTo>
                <a:lnTo>
                  <a:pt x="667198" y="284804"/>
                </a:lnTo>
                <a:lnTo>
                  <a:pt x="668658" y="278836"/>
                </a:lnTo>
                <a:lnTo>
                  <a:pt x="669388" y="275332"/>
                </a:lnTo>
                <a:lnTo>
                  <a:pt x="670118" y="277135"/>
                </a:lnTo>
                <a:lnTo>
                  <a:pt x="672308" y="304705"/>
                </a:lnTo>
                <a:lnTo>
                  <a:pt x="673768" y="289630"/>
                </a:lnTo>
                <a:lnTo>
                  <a:pt x="675228" y="267377"/>
                </a:lnTo>
                <a:lnTo>
                  <a:pt x="676688" y="272566"/>
                </a:lnTo>
                <a:lnTo>
                  <a:pt x="678148" y="259189"/>
                </a:lnTo>
                <a:lnTo>
                  <a:pt x="679608" y="270546"/>
                </a:lnTo>
                <a:lnTo>
                  <a:pt x="680338" y="280770"/>
                </a:lnTo>
                <a:lnTo>
                  <a:pt x="682528" y="237343"/>
                </a:lnTo>
                <a:lnTo>
                  <a:pt x="683258" y="247180"/>
                </a:lnTo>
                <a:lnTo>
                  <a:pt x="683988" y="249611"/>
                </a:lnTo>
                <a:lnTo>
                  <a:pt x="686178" y="229434"/>
                </a:lnTo>
                <a:lnTo>
                  <a:pt x="687638" y="231548"/>
                </a:lnTo>
                <a:lnTo>
                  <a:pt x="688368" y="230512"/>
                </a:lnTo>
                <a:lnTo>
                  <a:pt x="689098" y="231223"/>
                </a:lnTo>
                <a:lnTo>
                  <a:pt x="691288" y="216270"/>
                </a:lnTo>
                <a:lnTo>
                  <a:pt x="692018" y="222497"/>
                </a:lnTo>
                <a:lnTo>
                  <a:pt x="692748" y="223994"/>
                </a:lnTo>
                <a:lnTo>
                  <a:pt x="693478" y="213638"/>
                </a:lnTo>
                <a:lnTo>
                  <a:pt x="694208" y="222789"/>
                </a:lnTo>
                <a:lnTo>
                  <a:pt x="694938" y="245263"/>
                </a:lnTo>
                <a:lnTo>
                  <a:pt x="696397" y="229875"/>
                </a:lnTo>
                <a:lnTo>
                  <a:pt x="697127" y="226799"/>
                </a:lnTo>
                <a:lnTo>
                  <a:pt x="699317" y="228200"/>
                </a:lnTo>
                <a:lnTo>
                  <a:pt x="700047" y="227806"/>
                </a:lnTo>
                <a:lnTo>
                  <a:pt x="700777" y="229761"/>
                </a:lnTo>
                <a:lnTo>
                  <a:pt x="708077" y="146264"/>
                </a:lnTo>
                <a:lnTo>
                  <a:pt x="713917" y="75404"/>
                </a:lnTo>
                <a:lnTo>
                  <a:pt x="722677" y="0"/>
                </a:lnTo>
                <a:lnTo>
                  <a:pt x="725596" y="4908"/>
                </a:lnTo>
                <a:lnTo>
                  <a:pt x="726326" y="638"/>
                </a:lnTo>
                <a:lnTo>
                  <a:pt x="727056" y="10594"/>
                </a:lnTo>
                <a:lnTo>
                  <a:pt x="746036" y="189006"/>
                </a:lnTo>
                <a:lnTo>
                  <a:pt x="746766" y="182665"/>
                </a:lnTo>
                <a:lnTo>
                  <a:pt x="747496" y="191710"/>
                </a:lnTo>
                <a:lnTo>
                  <a:pt x="748226" y="189904"/>
                </a:lnTo>
                <a:lnTo>
                  <a:pt x="752606" y="222779"/>
                </a:lnTo>
                <a:lnTo>
                  <a:pt x="754066" y="224652"/>
                </a:lnTo>
                <a:lnTo>
                  <a:pt x="756986" y="254750"/>
                </a:lnTo>
                <a:lnTo>
                  <a:pt x="757716" y="255064"/>
                </a:lnTo>
                <a:lnTo>
                  <a:pt x="760635" y="303158"/>
                </a:lnTo>
                <a:lnTo>
                  <a:pt x="761365" y="282322"/>
                </a:lnTo>
                <a:lnTo>
                  <a:pt x="762825" y="305998"/>
                </a:lnTo>
                <a:lnTo>
                  <a:pt x="765015" y="302699"/>
                </a:lnTo>
                <a:lnTo>
                  <a:pt x="767205" y="293377"/>
                </a:lnTo>
                <a:lnTo>
                  <a:pt x="768665" y="291813"/>
                </a:lnTo>
                <a:lnTo>
                  <a:pt x="770855" y="323293"/>
                </a:lnTo>
                <a:lnTo>
                  <a:pt x="771585" y="270844"/>
                </a:lnTo>
                <a:lnTo>
                  <a:pt x="773045" y="324785"/>
                </a:lnTo>
                <a:lnTo>
                  <a:pt x="775235" y="290762"/>
                </a:lnTo>
                <a:lnTo>
                  <a:pt x="775965" y="291686"/>
                </a:lnTo>
                <a:lnTo>
                  <a:pt x="776695" y="305054"/>
                </a:lnTo>
                <a:lnTo>
                  <a:pt x="777425" y="269141"/>
                </a:lnTo>
                <a:lnTo>
                  <a:pt x="778155" y="307231"/>
                </a:lnTo>
                <a:lnTo>
                  <a:pt x="778885" y="287272"/>
                </a:lnTo>
                <a:lnTo>
                  <a:pt x="781075" y="279614"/>
                </a:lnTo>
                <a:lnTo>
                  <a:pt x="781805" y="310413"/>
                </a:lnTo>
                <a:lnTo>
                  <a:pt x="782535" y="299573"/>
                </a:lnTo>
                <a:lnTo>
                  <a:pt x="783265" y="303809"/>
                </a:lnTo>
                <a:lnTo>
                  <a:pt x="783995" y="317065"/>
                </a:lnTo>
                <a:lnTo>
                  <a:pt x="784725" y="306404"/>
                </a:lnTo>
                <a:lnTo>
                  <a:pt x="785455" y="264365"/>
                </a:lnTo>
                <a:lnTo>
                  <a:pt x="786915" y="318565"/>
                </a:lnTo>
                <a:lnTo>
                  <a:pt x="787644" y="298626"/>
                </a:lnTo>
                <a:lnTo>
                  <a:pt x="789104" y="319846"/>
                </a:lnTo>
                <a:lnTo>
                  <a:pt x="789834" y="302552"/>
                </a:lnTo>
                <a:lnTo>
                  <a:pt x="790564" y="302019"/>
                </a:lnTo>
                <a:lnTo>
                  <a:pt x="791294" y="320427"/>
                </a:lnTo>
                <a:lnTo>
                  <a:pt x="792754" y="306685"/>
                </a:lnTo>
                <a:lnTo>
                  <a:pt x="796404" y="296533"/>
                </a:lnTo>
                <a:lnTo>
                  <a:pt x="797134" y="294998"/>
                </a:lnTo>
                <a:lnTo>
                  <a:pt x="798594" y="306449"/>
                </a:lnTo>
                <a:lnTo>
                  <a:pt x="799324" y="302372"/>
                </a:lnTo>
                <a:lnTo>
                  <a:pt x="800784" y="270673"/>
                </a:lnTo>
                <a:lnTo>
                  <a:pt x="801514" y="274463"/>
                </a:lnTo>
                <a:lnTo>
                  <a:pt x="802974" y="292889"/>
                </a:lnTo>
                <a:lnTo>
                  <a:pt x="804434" y="289959"/>
                </a:lnTo>
                <a:lnTo>
                  <a:pt x="805164" y="282433"/>
                </a:lnTo>
                <a:lnTo>
                  <a:pt x="805894" y="292743"/>
                </a:lnTo>
                <a:lnTo>
                  <a:pt x="807354" y="311919"/>
                </a:lnTo>
                <a:lnTo>
                  <a:pt x="808084" y="304415"/>
                </a:lnTo>
                <a:lnTo>
                  <a:pt x="808814" y="296988"/>
                </a:lnTo>
                <a:lnTo>
                  <a:pt x="809544" y="304573"/>
                </a:lnTo>
                <a:lnTo>
                  <a:pt x="818303" y="516101"/>
                </a:lnTo>
                <a:lnTo>
                  <a:pt x="819763" y="461675"/>
                </a:lnTo>
                <a:lnTo>
                  <a:pt x="821223" y="444154"/>
                </a:lnTo>
                <a:lnTo>
                  <a:pt x="821953" y="450095"/>
                </a:lnTo>
                <a:lnTo>
                  <a:pt x="823413" y="448471"/>
                </a:lnTo>
                <a:lnTo>
                  <a:pt x="825603" y="470974"/>
                </a:lnTo>
                <a:lnTo>
                  <a:pt x="826333" y="426667"/>
                </a:lnTo>
                <a:lnTo>
                  <a:pt x="827063" y="440110"/>
                </a:lnTo>
                <a:lnTo>
                  <a:pt x="829983" y="547180"/>
                </a:lnTo>
                <a:lnTo>
                  <a:pt x="830713" y="546671"/>
                </a:lnTo>
                <a:lnTo>
                  <a:pt x="831443" y="547985"/>
                </a:lnTo>
                <a:lnTo>
                  <a:pt x="835093" y="506088"/>
                </a:lnTo>
                <a:lnTo>
                  <a:pt x="836553" y="526218"/>
                </a:lnTo>
                <a:lnTo>
                  <a:pt x="837283" y="539839"/>
                </a:lnTo>
                <a:lnTo>
                  <a:pt x="838013" y="532715"/>
                </a:lnTo>
                <a:lnTo>
                  <a:pt x="838743" y="511108"/>
                </a:lnTo>
                <a:lnTo>
                  <a:pt x="840933" y="521868"/>
                </a:lnTo>
                <a:lnTo>
                  <a:pt x="842393" y="522427"/>
                </a:lnTo>
                <a:lnTo>
                  <a:pt x="854072" y="487061"/>
                </a:lnTo>
                <a:lnTo>
                  <a:pt x="854802" y="472915"/>
                </a:lnTo>
                <a:lnTo>
                  <a:pt x="856262" y="475566"/>
                </a:lnTo>
                <a:lnTo>
                  <a:pt x="856992" y="483480"/>
                </a:lnTo>
                <a:lnTo>
                  <a:pt x="859182" y="478671"/>
                </a:lnTo>
                <a:lnTo>
                  <a:pt x="862102" y="475576"/>
                </a:lnTo>
                <a:lnTo>
                  <a:pt x="870862" y="448752"/>
                </a:lnTo>
                <a:lnTo>
                  <a:pt x="871592" y="449829"/>
                </a:lnTo>
                <a:lnTo>
                  <a:pt x="872322" y="447491"/>
                </a:lnTo>
                <a:lnTo>
                  <a:pt x="878892" y="426563"/>
                </a:lnTo>
                <a:lnTo>
                  <a:pt x="879621" y="432783"/>
                </a:lnTo>
                <a:lnTo>
                  <a:pt x="881081" y="429297"/>
                </a:lnTo>
                <a:lnTo>
                  <a:pt x="887651" y="418361"/>
                </a:lnTo>
                <a:lnTo>
                  <a:pt x="888381" y="423696"/>
                </a:lnTo>
                <a:lnTo>
                  <a:pt x="889841" y="416494"/>
                </a:lnTo>
                <a:lnTo>
                  <a:pt x="892761" y="405316"/>
                </a:lnTo>
                <a:lnTo>
                  <a:pt x="893491" y="413268"/>
                </a:lnTo>
                <a:lnTo>
                  <a:pt x="895681" y="410781"/>
                </a:lnTo>
                <a:lnTo>
                  <a:pt x="896411" y="407735"/>
                </a:lnTo>
                <a:lnTo>
                  <a:pt x="897871" y="412876"/>
                </a:lnTo>
                <a:lnTo>
                  <a:pt x="901521" y="411827"/>
                </a:lnTo>
                <a:lnTo>
                  <a:pt x="906631" y="402053"/>
                </a:lnTo>
                <a:lnTo>
                  <a:pt x="907361" y="402610"/>
                </a:lnTo>
                <a:lnTo>
                  <a:pt x="910280" y="405889"/>
                </a:lnTo>
                <a:lnTo>
                  <a:pt x="912470" y="403547"/>
                </a:lnTo>
                <a:lnTo>
                  <a:pt x="913930" y="401401"/>
                </a:lnTo>
                <a:lnTo>
                  <a:pt x="915390" y="403107"/>
                </a:lnTo>
                <a:lnTo>
                  <a:pt x="916120" y="405530"/>
                </a:lnTo>
                <a:lnTo>
                  <a:pt x="916850" y="401707"/>
                </a:lnTo>
                <a:lnTo>
                  <a:pt x="918310" y="403875"/>
                </a:lnTo>
                <a:lnTo>
                  <a:pt x="924150" y="409795"/>
                </a:lnTo>
                <a:lnTo>
                  <a:pt x="924880" y="418338"/>
                </a:lnTo>
                <a:lnTo>
                  <a:pt x="925610" y="407879"/>
                </a:lnTo>
                <a:lnTo>
                  <a:pt x="926340" y="410985"/>
                </a:lnTo>
                <a:lnTo>
                  <a:pt x="927070" y="411993"/>
                </a:lnTo>
                <a:lnTo>
                  <a:pt x="931450" y="396117"/>
                </a:lnTo>
                <a:lnTo>
                  <a:pt x="932180" y="397338"/>
                </a:lnTo>
                <a:lnTo>
                  <a:pt x="932910" y="395367"/>
                </a:lnTo>
                <a:lnTo>
                  <a:pt x="959189" y="324670"/>
                </a:lnTo>
                <a:lnTo>
                  <a:pt x="977438" y="246114"/>
                </a:lnTo>
                <a:lnTo>
                  <a:pt x="986198" y="230425"/>
                </a:lnTo>
                <a:lnTo>
                  <a:pt x="986928" y="233459"/>
                </a:lnTo>
                <a:lnTo>
                  <a:pt x="987658" y="228998"/>
                </a:lnTo>
                <a:lnTo>
                  <a:pt x="988388" y="229250"/>
                </a:lnTo>
                <a:lnTo>
                  <a:pt x="989118" y="227592"/>
                </a:lnTo>
                <a:lnTo>
                  <a:pt x="990578" y="230436"/>
                </a:lnTo>
                <a:lnTo>
                  <a:pt x="997148" y="235041"/>
                </a:lnTo>
                <a:lnTo>
                  <a:pt x="997878" y="233615"/>
                </a:lnTo>
                <a:lnTo>
                  <a:pt x="1002257" y="224848"/>
                </a:lnTo>
                <a:lnTo>
                  <a:pt x="1011017" y="196590"/>
                </a:lnTo>
                <a:lnTo>
                  <a:pt x="1024157" y="157231"/>
                </a:lnTo>
                <a:lnTo>
                  <a:pt x="1024887" y="157563"/>
                </a:lnTo>
                <a:lnTo>
                  <a:pt x="1025617" y="155600"/>
                </a:lnTo>
                <a:lnTo>
                  <a:pt x="1033646" y="138080"/>
                </a:lnTo>
                <a:lnTo>
                  <a:pt x="1034376" y="133431"/>
                </a:lnTo>
                <a:lnTo>
                  <a:pt x="1035836" y="135856"/>
                </a:lnTo>
                <a:lnTo>
                  <a:pt x="1036566" y="136545"/>
                </a:lnTo>
                <a:lnTo>
                  <a:pt x="1037296" y="134293"/>
                </a:lnTo>
                <a:lnTo>
                  <a:pt x="1046056" y="129401"/>
                </a:lnTo>
                <a:lnTo>
                  <a:pt x="1046786" y="130520"/>
                </a:lnTo>
                <a:lnTo>
                  <a:pt x="1048246" y="125718"/>
                </a:lnTo>
                <a:lnTo>
                  <a:pt x="1048976" y="127944"/>
                </a:lnTo>
                <a:lnTo>
                  <a:pt x="1053356" y="136492"/>
                </a:lnTo>
                <a:lnTo>
                  <a:pt x="1054086" y="132711"/>
                </a:lnTo>
                <a:lnTo>
                  <a:pt x="1055546" y="137316"/>
                </a:lnTo>
                <a:lnTo>
                  <a:pt x="1056276" y="135868"/>
                </a:lnTo>
                <a:lnTo>
                  <a:pt x="1057006" y="137006"/>
                </a:lnTo>
                <a:lnTo>
                  <a:pt x="1059925" y="139785"/>
                </a:lnTo>
                <a:lnTo>
                  <a:pt x="1061385" y="145162"/>
                </a:lnTo>
                <a:lnTo>
                  <a:pt x="1067225" y="163579"/>
                </a:lnTo>
                <a:lnTo>
                  <a:pt x="1067955" y="163747"/>
                </a:lnTo>
                <a:lnTo>
                  <a:pt x="1072335" y="181089"/>
                </a:lnTo>
                <a:lnTo>
                  <a:pt x="1103724" y="331025"/>
                </a:lnTo>
                <a:lnTo>
                  <a:pt x="1104454" y="328096"/>
                </a:lnTo>
                <a:lnTo>
                  <a:pt x="1108834" y="347757"/>
                </a:lnTo>
                <a:lnTo>
                  <a:pt x="1112484" y="360927"/>
                </a:lnTo>
                <a:lnTo>
                  <a:pt x="1113214" y="360066"/>
                </a:lnTo>
                <a:lnTo>
                  <a:pt x="1113944" y="351274"/>
                </a:lnTo>
                <a:lnTo>
                  <a:pt x="1115404" y="360515"/>
                </a:lnTo>
                <a:lnTo>
                  <a:pt x="1118324" y="367002"/>
                </a:lnTo>
                <a:lnTo>
                  <a:pt x="1119054" y="365731"/>
                </a:lnTo>
                <a:lnTo>
                  <a:pt x="1119784" y="363873"/>
                </a:lnTo>
                <a:lnTo>
                  <a:pt x="1120513" y="366648"/>
                </a:lnTo>
                <a:lnTo>
                  <a:pt x="1124163" y="375051"/>
                </a:lnTo>
                <a:lnTo>
                  <a:pt x="1126353" y="370802"/>
                </a:lnTo>
                <a:lnTo>
                  <a:pt x="1129273" y="382536"/>
                </a:lnTo>
                <a:lnTo>
                  <a:pt x="1130733" y="373154"/>
                </a:lnTo>
                <a:lnTo>
                  <a:pt x="1132193" y="375719"/>
                </a:lnTo>
                <a:lnTo>
                  <a:pt x="1136573" y="383933"/>
                </a:lnTo>
                <a:lnTo>
                  <a:pt x="1138033" y="382605"/>
                </a:lnTo>
                <a:lnTo>
                  <a:pt x="1138763" y="379203"/>
                </a:lnTo>
                <a:lnTo>
                  <a:pt x="1139493" y="383064"/>
                </a:lnTo>
                <a:lnTo>
                  <a:pt x="1140223" y="390699"/>
                </a:lnTo>
                <a:lnTo>
                  <a:pt x="1141683" y="386749"/>
                </a:lnTo>
                <a:lnTo>
                  <a:pt x="1143873" y="368976"/>
                </a:lnTo>
                <a:lnTo>
                  <a:pt x="1146063" y="370977"/>
                </a:lnTo>
                <a:lnTo>
                  <a:pt x="1148983" y="369221"/>
                </a:lnTo>
                <a:lnTo>
                  <a:pt x="1150442" y="370808"/>
                </a:lnTo>
                <a:lnTo>
                  <a:pt x="1153362" y="367444"/>
                </a:lnTo>
                <a:lnTo>
                  <a:pt x="1156282" y="376198"/>
                </a:lnTo>
                <a:lnTo>
                  <a:pt x="1158472" y="364837"/>
                </a:lnTo>
                <a:lnTo>
                  <a:pt x="1159932" y="367811"/>
                </a:lnTo>
                <a:lnTo>
                  <a:pt x="1160662" y="365271"/>
                </a:lnTo>
                <a:lnTo>
                  <a:pt x="1161392" y="366134"/>
                </a:lnTo>
                <a:lnTo>
                  <a:pt x="1162122" y="370728"/>
                </a:lnTo>
                <a:lnTo>
                  <a:pt x="1162852" y="365365"/>
                </a:lnTo>
                <a:lnTo>
                  <a:pt x="1165772" y="355763"/>
                </a:lnTo>
                <a:lnTo>
                  <a:pt x="1166502" y="358931"/>
                </a:lnTo>
                <a:lnTo>
                  <a:pt x="1167962" y="357064"/>
                </a:lnTo>
                <a:lnTo>
                  <a:pt x="1170882" y="344782"/>
                </a:lnTo>
                <a:lnTo>
                  <a:pt x="1171612" y="347502"/>
                </a:lnTo>
                <a:lnTo>
                  <a:pt x="1172342" y="354392"/>
                </a:lnTo>
                <a:lnTo>
                  <a:pt x="1174532" y="352374"/>
                </a:lnTo>
                <a:lnTo>
                  <a:pt x="1175262" y="343825"/>
                </a:lnTo>
                <a:lnTo>
                  <a:pt x="1177452" y="344042"/>
                </a:lnTo>
                <a:lnTo>
                  <a:pt x="1178181" y="346311"/>
                </a:lnTo>
                <a:lnTo>
                  <a:pt x="1178911" y="342042"/>
                </a:lnTo>
                <a:lnTo>
                  <a:pt x="1179641" y="342781"/>
                </a:lnTo>
                <a:lnTo>
                  <a:pt x="1180371" y="341525"/>
                </a:lnTo>
                <a:lnTo>
                  <a:pt x="1181101" y="344514"/>
                </a:lnTo>
                <a:lnTo>
                  <a:pt x="1182561" y="344758"/>
                </a:lnTo>
                <a:lnTo>
                  <a:pt x="1184751" y="331973"/>
                </a:lnTo>
                <a:lnTo>
                  <a:pt x="1186211" y="334683"/>
                </a:lnTo>
                <a:lnTo>
                  <a:pt x="1189861" y="338880"/>
                </a:lnTo>
                <a:lnTo>
                  <a:pt x="1192051" y="323283"/>
                </a:lnTo>
                <a:lnTo>
                  <a:pt x="1193511" y="329688"/>
                </a:lnTo>
                <a:lnTo>
                  <a:pt x="1194971" y="326511"/>
                </a:lnTo>
                <a:lnTo>
                  <a:pt x="1195701" y="322084"/>
                </a:lnTo>
                <a:lnTo>
                  <a:pt x="1196431" y="327511"/>
                </a:lnTo>
                <a:lnTo>
                  <a:pt x="1197891" y="323798"/>
                </a:lnTo>
                <a:lnTo>
                  <a:pt x="1199351" y="324951"/>
                </a:lnTo>
                <a:lnTo>
                  <a:pt x="1201541" y="322346"/>
                </a:lnTo>
                <a:lnTo>
                  <a:pt x="1203731" y="325964"/>
                </a:lnTo>
                <a:lnTo>
                  <a:pt x="1205921" y="314083"/>
                </a:lnTo>
                <a:lnTo>
                  <a:pt x="1206651" y="320817"/>
                </a:lnTo>
                <a:lnTo>
                  <a:pt x="1207381" y="322322"/>
                </a:lnTo>
                <a:lnTo>
                  <a:pt x="1208111" y="319390"/>
                </a:lnTo>
                <a:lnTo>
                  <a:pt x="1208841" y="313495"/>
                </a:lnTo>
                <a:lnTo>
                  <a:pt x="1209571" y="321752"/>
                </a:lnTo>
                <a:lnTo>
                  <a:pt x="1211031" y="323794"/>
                </a:lnTo>
                <a:lnTo>
                  <a:pt x="1212490" y="321911"/>
                </a:lnTo>
                <a:lnTo>
                  <a:pt x="1214680" y="317858"/>
                </a:lnTo>
                <a:lnTo>
                  <a:pt x="1216870" y="326049"/>
                </a:lnTo>
                <a:lnTo>
                  <a:pt x="1217600" y="320780"/>
                </a:lnTo>
                <a:lnTo>
                  <a:pt x="1219060" y="319689"/>
                </a:lnTo>
                <a:lnTo>
                  <a:pt x="1220520" y="327131"/>
                </a:lnTo>
                <a:lnTo>
                  <a:pt x="1221250" y="317770"/>
                </a:lnTo>
                <a:lnTo>
                  <a:pt x="1222710" y="321538"/>
                </a:lnTo>
                <a:lnTo>
                  <a:pt x="1223440" y="332431"/>
                </a:lnTo>
                <a:lnTo>
                  <a:pt x="1224900" y="330195"/>
                </a:lnTo>
                <a:lnTo>
                  <a:pt x="1225630" y="324534"/>
                </a:lnTo>
                <a:lnTo>
                  <a:pt x="1227090" y="333786"/>
                </a:lnTo>
                <a:lnTo>
                  <a:pt x="1227820" y="342893"/>
                </a:lnTo>
                <a:lnTo>
                  <a:pt x="1229280" y="337751"/>
                </a:lnTo>
                <a:lnTo>
                  <a:pt x="1230010" y="336727"/>
                </a:lnTo>
                <a:lnTo>
                  <a:pt x="1230740" y="339940"/>
                </a:lnTo>
                <a:lnTo>
                  <a:pt x="1232930" y="338827"/>
                </a:lnTo>
                <a:lnTo>
                  <a:pt x="1235120" y="343946"/>
                </a:lnTo>
                <a:lnTo>
                  <a:pt x="1235850" y="341879"/>
                </a:lnTo>
                <a:lnTo>
                  <a:pt x="1238040" y="343626"/>
                </a:lnTo>
                <a:lnTo>
                  <a:pt x="1241689" y="358221"/>
                </a:lnTo>
                <a:lnTo>
                  <a:pt x="1245339" y="362511"/>
                </a:lnTo>
                <a:lnTo>
                  <a:pt x="1248989" y="366492"/>
                </a:lnTo>
                <a:lnTo>
                  <a:pt x="1249719" y="366097"/>
                </a:lnTo>
                <a:lnTo>
                  <a:pt x="1255559" y="369965"/>
                </a:lnTo>
                <a:lnTo>
                  <a:pt x="1258479" y="370052"/>
                </a:lnTo>
                <a:lnTo>
                  <a:pt x="1266509" y="375621"/>
                </a:lnTo>
                <a:lnTo>
                  <a:pt x="1267969" y="377777"/>
                </a:lnTo>
                <a:lnTo>
                  <a:pt x="1268699" y="377370"/>
                </a:lnTo>
                <a:lnTo>
                  <a:pt x="1270158" y="374876"/>
                </a:lnTo>
                <a:lnTo>
                  <a:pt x="1271618" y="376834"/>
                </a:lnTo>
                <a:lnTo>
                  <a:pt x="1274538" y="377927"/>
                </a:lnTo>
                <a:lnTo>
                  <a:pt x="1275998" y="376339"/>
                </a:lnTo>
                <a:lnTo>
                  <a:pt x="1276728" y="371844"/>
                </a:lnTo>
                <a:lnTo>
                  <a:pt x="1278188" y="377409"/>
                </a:lnTo>
                <a:lnTo>
                  <a:pt x="1278918" y="375448"/>
                </a:lnTo>
                <a:lnTo>
                  <a:pt x="1281108" y="376277"/>
                </a:lnTo>
                <a:lnTo>
                  <a:pt x="1284028" y="382204"/>
                </a:lnTo>
                <a:lnTo>
                  <a:pt x="1285488" y="381228"/>
                </a:lnTo>
                <a:lnTo>
                  <a:pt x="1286218" y="380027"/>
                </a:lnTo>
                <a:lnTo>
                  <a:pt x="1287678" y="381170"/>
                </a:lnTo>
                <a:lnTo>
                  <a:pt x="1291328" y="387735"/>
                </a:lnTo>
                <a:lnTo>
                  <a:pt x="1292788" y="386435"/>
                </a:lnTo>
                <a:lnTo>
                  <a:pt x="1295708" y="383275"/>
                </a:lnTo>
                <a:lnTo>
                  <a:pt x="1297168" y="390778"/>
                </a:lnTo>
                <a:lnTo>
                  <a:pt x="1298627" y="388006"/>
                </a:lnTo>
                <a:lnTo>
                  <a:pt x="1302277" y="384145"/>
                </a:lnTo>
                <a:lnTo>
                  <a:pt x="1303737" y="378304"/>
                </a:lnTo>
                <a:lnTo>
                  <a:pt x="1304467" y="386590"/>
                </a:lnTo>
                <a:lnTo>
                  <a:pt x="1305927" y="372579"/>
                </a:lnTo>
                <a:lnTo>
                  <a:pt x="1308117" y="379524"/>
                </a:lnTo>
                <a:lnTo>
                  <a:pt x="1311767" y="385490"/>
                </a:lnTo>
                <a:lnTo>
                  <a:pt x="1313957" y="381998"/>
                </a:lnTo>
                <a:lnTo>
                  <a:pt x="1316877" y="397709"/>
                </a:lnTo>
                <a:lnTo>
                  <a:pt x="1317607" y="390599"/>
                </a:lnTo>
                <a:lnTo>
                  <a:pt x="1318337" y="391250"/>
                </a:lnTo>
                <a:lnTo>
                  <a:pt x="1319067" y="380875"/>
                </a:lnTo>
                <a:lnTo>
                  <a:pt x="1320527" y="387971"/>
                </a:lnTo>
                <a:lnTo>
                  <a:pt x="1321987" y="386571"/>
                </a:lnTo>
                <a:lnTo>
                  <a:pt x="1324177" y="393386"/>
                </a:lnTo>
                <a:lnTo>
                  <a:pt x="1325637" y="382365"/>
                </a:lnTo>
                <a:lnTo>
                  <a:pt x="1327097" y="385878"/>
                </a:lnTo>
                <a:lnTo>
                  <a:pt x="1328557" y="392788"/>
                </a:lnTo>
                <a:lnTo>
                  <a:pt x="1330017" y="389649"/>
                </a:lnTo>
                <a:lnTo>
                  <a:pt x="1332207" y="392810"/>
                </a:lnTo>
                <a:lnTo>
                  <a:pt x="1334396" y="394101"/>
                </a:lnTo>
                <a:lnTo>
                  <a:pt x="1338046" y="391654"/>
                </a:lnTo>
                <a:lnTo>
                  <a:pt x="1339506" y="392193"/>
                </a:lnTo>
                <a:lnTo>
                  <a:pt x="1340236" y="390415"/>
                </a:lnTo>
                <a:lnTo>
                  <a:pt x="1343886" y="384504"/>
                </a:lnTo>
                <a:lnTo>
                  <a:pt x="1348996" y="389157"/>
                </a:lnTo>
                <a:lnTo>
                  <a:pt x="1353376" y="386418"/>
                </a:lnTo>
                <a:lnTo>
                  <a:pt x="1358486" y="397200"/>
                </a:lnTo>
                <a:lnTo>
                  <a:pt x="1359216" y="399339"/>
                </a:lnTo>
                <a:lnTo>
                  <a:pt x="1359946" y="397540"/>
                </a:lnTo>
                <a:lnTo>
                  <a:pt x="1361405" y="390923"/>
                </a:lnTo>
                <a:lnTo>
                  <a:pt x="1362865" y="393718"/>
                </a:lnTo>
                <a:lnTo>
                  <a:pt x="1365785" y="403757"/>
                </a:lnTo>
                <a:lnTo>
                  <a:pt x="1366515" y="400854"/>
                </a:lnTo>
                <a:lnTo>
                  <a:pt x="1367975" y="394429"/>
                </a:lnTo>
                <a:lnTo>
                  <a:pt x="1368705" y="395870"/>
                </a:lnTo>
                <a:lnTo>
                  <a:pt x="1370165" y="402839"/>
                </a:lnTo>
                <a:lnTo>
                  <a:pt x="1371625" y="402099"/>
                </a:lnTo>
                <a:lnTo>
                  <a:pt x="1375275" y="401541"/>
                </a:lnTo>
                <a:lnTo>
                  <a:pt x="1378925" y="406828"/>
                </a:lnTo>
                <a:lnTo>
                  <a:pt x="1379655" y="404477"/>
                </a:lnTo>
                <a:lnTo>
                  <a:pt x="1380385" y="405557"/>
                </a:lnTo>
                <a:lnTo>
                  <a:pt x="1384035" y="420059"/>
                </a:lnTo>
                <a:lnTo>
                  <a:pt x="1384765" y="417848"/>
                </a:lnTo>
                <a:lnTo>
                  <a:pt x="1385495" y="413216"/>
                </a:lnTo>
                <a:lnTo>
                  <a:pt x="1386955" y="418297"/>
                </a:lnTo>
                <a:lnTo>
                  <a:pt x="1387685" y="418931"/>
                </a:lnTo>
                <a:lnTo>
                  <a:pt x="1388415" y="417735"/>
                </a:lnTo>
                <a:lnTo>
                  <a:pt x="1389875" y="412606"/>
                </a:lnTo>
                <a:lnTo>
                  <a:pt x="1390604" y="418687"/>
                </a:lnTo>
                <a:lnTo>
                  <a:pt x="1392064" y="428330"/>
                </a:lnTo>
                <a:lnTo>
                  <a:pt x="1394254" y="427069"/>
                </a:lnTo>
                <a:lnTo>
                  <a:pt x="1394984" y="427537"/>
                </a:lnTo>
                <a:lnTo>
                  <a:pt x="1395714" y="425299"/>
                </a:lnTo>
                <a:lnTo>
                  <a:pt x="1396444" y="425229"/>
                </a:lnTo>
                <a:lnTo>
                  <a:pt x="1397174" y="419937"/>
                </a:lnTo>
                <a:lnTo>
                  <a:pt x="1397904" y="426568"/>
                </a:lnTo>
                <a:lnTo>
                  <a:pt x="1399364" y="422947"/>
                </a:lnTo>
                <a:lnTo>
                  <a:pt x="1400094" y="422667"/>
                </a:lnTo>
                <a:lnTo>
                  <a:pt x="1401554" y="429932"/>
                </a:lnTo>
                <a:lnTo>
                  <a:pt x="1403014" y="425880"/>
                </a:lnTo>
                <a:lnTo>
                  <a:pt x="1405934" y="419291"/>
                </a:lnTo>
                <a:lnTo>
                  <a:pt x="1406664" y="420071"/>
                </a:lnTo>
                <a:lnTo>
                  <a:pt x="1411774" y="426427"/>
                </a:lnTo>
                <a:lnTo>
                  <a:pt x="1424183" y="418562"/>
                </a:lnTo>
                <a:lnTo>
                  <a:pt x="1424913" y="421905"/>
                </a:lnTo>
                <a:lnTo>
                  <a:pt x="1426373" y="416873"/>
                </a:lnTo>
                <a:lnTo>
                  <a:pt x="1427833" y="415550"/>
                </a:lnTo>
                <a:lnTo>
                  <a:pt x="1428563" y="416645"/>
                </a:lnTo>
                <a:lnTo>
                  <a:pt x="1430023" y="418450"/>
                </a:lnTo>
                <a:lnTo>
                  <a:pt x="1431483" y="417439"/>
                </a:lnTo>
                <a:lnTo>
                  <a:pt x="1434403" y="418705"/>
                </a:lnTo>
                <a:lnTo>
                  <a:pt x="1435133" y="418785"/>
                </a:lnTo>
                <a:lnTo>
                  <a:pt x="1439513" y="427140"/>
                </a:lnTo>
                <a:lnTo>
                  <a:pt x="1440243" y="427765"/>
                </a:lnTo>
                <a:lnTo>
                  <a:pt x="1442433" y="416863"/>
                </a:lnTo>
                <a:lnTo>
                  <a:pt x="1443163" y="420121"/>
                </a:lnTo>
                <a:lnTo>
                  <a:pt x="1448273" y="437934"/>
                </a:lnTo>
                <a:lnTo>
                  <a:pt x="1449003" y="435367"/>
                </a:lnTo>
                <a:lnTo>
                  <a:pt x="1450463" y="436638"/>
                </a:lnTo>
                <a:lnTo>
                  <a:pt x="1452653" y="443266"/>
                </a:lnTo>
                <a:lnTo>
                  <a:pt x="1453382" y="438584"/>
                </a:lnTo>
                <a:lnTo>
                  <a:pt x="1454112" y="435293"/>
                </a:lnTo>
                <a:lnTo>
                  <a:pt x="1455572" y="439290"/>
                </a:lnTo>
                <a:lnTo>
                  <a:pt x="1457032" y="438577"/>
                </a:lnTo>
                <a:lnTo>
                  <a:pt x="1457762" y="442070"/>
                </a:lnTo>
                <a:lnTo>
                  <a:pt x="1459952" y="440232"/>
                </a:lnTo>
                <a:lnTo>
                  <a:pt x="1461412" y="443532"/>
                </a:lnTo>
                <a:lnTo>
                  <a:pt x="1462142" y="440680"/>
                </a:lnTo>
                <a:lnTo>
                  <a:pt x="1462872" y="438872"/>
                </a:lnTo>
                <a:lnTo>
                  <a:pt x="1463602" y="443025"/>
                </a:lnTo>
                <a:lnTo>
                  <a:pt x="1468712" y="443498"/>
                </a:lnTo>
                <a:lnTo>
                  <a:pt x="1469442" y="441252"/>
                </a:lnTo>
                <a:lnTo>
                  <a:pt x="1470902" y="444878"/>
                </a:lnTo>
                <a:lnTo>
                  <a:pt x="1473092" y="445490"/>
                </a:lnTo>
                <a:lnTo>
                  <a:pt x="1473822" y="441481"/>
                </a:lnTo>
                <a:lnTo>
                  <a:pt x="1475282" y="445469"/>
                </a:lnTo>
                <a:lnTo>
                  <a:pt x="1478932" y="444390"/>
                </a:lnTo>
                <a:lnTo>
                  <a:pt x="1479662" y="442988"/>
                </a:lnTo>
                <a:lnTo>
                  <a:pt x="1481122" y="444295"/>
                </a:lnTo>
                <a:lnTo>
                  <a:pt x="1489151" y="444910"/>
                </a:lnTo>
                <a:lnTo>
                  <a:pt x="1490611" y="441267"/>
                </a:lnTo>
                <a:lnTo>
                  <a:pt x="1491341" y="444399"/>
                </a:lnTo>
                <a:lnTo>
                  <a:pt x="1495721" y="446471"/>
                </a:lnTo>
                <a:lnTo>
                  <a:pt x="1496451" y="444965"/>
                </a:lnTo>
                <a:lnTo>
                  <a:pt x="1497181" y="446392"/>
                </a:lnTo>
                <a:lnTo>
                  <a:pt x="1497911" y="450745"/>
                </a:lnTo>
                <a:lnTo>
                  <a:pt x="1499371" y="449579"/>
                </a:lnTo>
                <a:lnTo>
                  <a:pt x="1500831" y="445919"/>
                </a:lnTo>
                <a:lnTo>
                  <a:pt x="1501561" y="448880"/>
                </a:lnTo>
                <a:lnTo>
                  <a:pt x="1503751" y="455871"/>
                </a:lnTo>
                <a:lnTo>
                  <a:pt x="1505211" y="454885"/>
                </a:lnTo>
                <a:lnTo>
                  <a:pt x="1505941" y="453765"/>
                </a:lnTo>
                <a:lnTo>
                  <a:pt x="1506671" y="455769"/>
                </a:lnTo>
                <a:lnTo>
                  <a:pt x="1507401" y="457411"/>
                </a:lnTo>
                <a:lnTo>
                  <a:pt x="1508131" y="452748"/>
                </a:lnTo>
                <a:lnTo>
                  <a:pt x="1508861" y="448569"/>
                </a:lnTo>
                <a:lnTo>
                  <a:pt x="1511050" y="449168"/>
                </a:lnTo>
                <a:lnTo>
                  <a:pt x="1512510" y="447988"/>
                </a:lnTo>
                <a:lnTo>
                  <a:pt x="1514701" y="460805"/>
                </a:lnTo>
                <a:lnTo>
                  <a:pt x="1515431" y="454526"/>
                </a:lnTo>
                <a:lnTo>
                  <a:pt x="1516160" y="451140"/>
                </a:lnTo>
                <a:lnTo>
                  <a:pt x="1516890" y="458204"/>
                </a:lnTo>
                <a:lnTo>
                  <a:pt x="1521270" y="475896"/>
                </a:lnTo>
                <a:lnTo>
                  <a:pt x="1535140" y="493146"/>
                </a:lnTo>
                <a:lnTo>
                  <a:pt x="1535870" y="490261"/>
                </a:lnTo>
                <a:lnTo>
                  <a:pt x="1538790" y="502653"/>
                </a:lnTo>
                <a:lnTo>
                  <a:pt x="1540980" y="505000"/>
                </a:lnTo>
                <a:lnTo>
                  <a:pt x="1543900" y="519594"/>
                </a:lnTo>
                <a:lnTo>
                  <a:pt x="1544630" y="518005"/>
                </a:lnTo>
                <a:lnTo>
                  <a:pt x="1545359" y="515548"/>
                </a:lnTo>
                <a:lnTo>
                  <a:pt x="1546089" y="518937"/>
                </a:lnTo>
                <a:lnTo>
                  <a:pt x="1550469" y="535813"/>
                </a:lnTo>
                <a:lnTo>
                  <a:pt x="1554849" y="537706"/>
                </a:lnTo>
                <a:lnTo>
                  <a:pt x="1557039" y="543864"/>
                </a:lnTo>
                <a:lnTo>
                  <a:pt x="1561419" y="553470"/>
                </a:lnTo>
                <a:lnTo>
                  <a:pt x="1562149" y="554041"/>
                </a:lnTo>
                <a:lnTo>
                  <a:pt x="1563609" y="544447"/>
                </a:lnTo>
                <a:lnTo>
                  <a:pt x="1565069" y="549112"/>
                </a:lnTo>
                <a:lnTo>
                  <a:pt x="1573099" y="596142"/>
                </a:lnTo>
                <a:lnTo>
                  <a:pt x="1573828" y="595856"/>
                </a:lnTo>
                <a:lnTo>
                  <a:pt x="1584048" y="611014"/>
                </a:lnTo>
                <a:lnTo>
                  <a:pt x="1584778" y="606844"/>
                </a:lnTo>
                <a:lnTo>
                  <a:pt x="1585508" y="607938"/>
                </a:lnTo>
                <a:lnTo>
                  <a:pt x="1589888" y="626356"/>
                </a:lnTo>
                <a:lnTo>
                  <a:pt x="1590618" y="628614"/>
                </a:lnTo>
                <a:lnTo>
                  <a:pt x="1591348" y="625764"/>
                </a:lnTo>
                <a:lnTo>
                  <a:pt x="1593538" y="613717"/>
                </a:lnTo>
                <a:lnTo>
                  <a:pt x="1594998" y="618698"/>
                </a:lnTo>
                <a:lnTo>
                  <a:pt x="1595728" y="618976"/>
                </a:lnTo>
                <a:lnTo>
                  <a:pt x="1596458" y="616688"/>
                </a:lnTo>
                <a:lnTo>
                  <a:pt x="1597918" y="614082"/>
                </a:lnTo>
                <a:lnTo>
                  <a:pt x="1603027" y="598614"/>
                </a:lnTo>
                <a:lnTo>
                  <a:pt x="1606677" y="601707"/>
                </a:lnTo>
                <a:lnTo>
                  <a:pt x="1608137" y="598986"/>
                </a:lnTo>
                <a:lnTo>
                  <a:pt x="1608867" y="601595"/>
                </a:lnTo>
                <a:lnTo>
                  <a:pt x="1612517" y="603707"/>
                </a:lnTo>
                <a:lnTo>
                  <a:pt x="1613977" y="599918"/>
                </a:lnTo>
                <a:lnTo>
                  <a:pt x="1614707" y="598121"/>
                </a:lnTo>
                <a:lnTo>
                  <a:pt x="1615437" y="599465"/>
                </a:lnTo>
                <a:lnTo>
                  <a:pt x="1616897" y="605328"/>
                </a:lnTo>
                <a:lnTo>
                  <a:pt x="1617627" y="600829"/>
                </a:lnTo>
                <a:lnTo>
                  <a:pt x="1619087" y="594216"/>
                </a:lnTo>
                <a:lnTo>
                  <a:pt x="1619817" y="596593"/>
                </a:lnTo>
                <a:lnTo>
                  <a:pt x="1629307" y="622942"/>
                </a:lnTo>
                <a:lnTo>
                  <a:pt x="1630037" y="620790"/>
                </a:lnTo>
                <a:lnTo>
                  <a:pt x="1631497" y="624434"/>
                </a:lnTo>
                <a:lnTo>
                  <a:pt x="1638066" y="633139"/>
                </a:lnTo>
                <a:lnTo>
                  <a:pt x="1641716" y="636657"/>
                </a:lnTo>
                <a:lnTo>
                  <a:pt x="1643176" y="641262"/>
                </a:lnTo>
                <a:lnTo>
                  <a:pt x="1643906" y="638505"/>
                </a:lnTo>
                <a:lnTo>
                  <a:pt x="1645366" y="637045"/>
                </a:lnTo>
                <a:lnTo>
                  <a:pt x="1646096" y="638088"/>
                </a:lnTo>
                <a:lnTo>
                  <a:pt x="1650476" y="653160"/>
                </a:lnTo>
                <a:lnTo>
                  <a:pt x="1651206" y="650188"/>
                </a:lnTo>
                <a:lnTo>
                  <a:pt x="1651936" y="648061"/>
                </a:lnTo>
                <a:lnTo>
                  <a:pt x="1653396" y="649760"/>
                </a:lnTo>
                <a:lnTo>
                  <a:pt x="1657776" y="656010"/>
                </a:lnTo>
                <a:lnTo>
                  <a:pt x="1660696" y="651662"/>
                </a:lnTo>
                <a:lnTo>
                  <a:pt x="1662156" y="652166"/>
                </a:lnTo>
                <a:lnTo>
                  <a:pt x="1664346" y="643635"/>
                </a:lnTo>
                <a:lnTo>
                  <a:pt x="1665076" y="646376"/>
                </a:lnTo>
                <a:lnTo>
                  <a:pt x="1666535" y="651114"/>
                </a:lnTo>
                <a:lnTo>
                  <a:pt x="1667995" y="648835"/>
                </a:lnTo>
                <a:lnTo>
                  <a:pt x="1670185" y="648307"/>
                </a:lnTo>
                <a:lnTo>
                  <a:pt x="1672375" y="650952"/>
                </a:lnTo>
                <a:lnTo>
                  <a:pt x="1673105" y="650224"/>
                </a:lnTo>
                <a:lnTo>
                  <a:pt x="1675295" y="646995"/>
                </a:lnTo>
                <a:lnTo>
                  <a:pt x="1676025" y="649749"/>
                </a:lnTo>
                <a:lnTo>
                  <a:pt x="1677485" y="648158"/>
                </a:lnTo>
                <a:lnTo>
                  <a:pt x="1680405" y="653482"/>
                </a:lnTo>
                <a:lnTo>
                  <a:pt x="1682595" y="647714"/>
                </a:lnTo>
                <a:lnTo>
                  <a:pt x="1684055" y="649114"/>
                </a:lnTo>
                <a:lnTo>
                  <a:pt x="1687705" y="652161"/>
                </a:lnTo>
                <a:lnTo>
                  <a:pt x="1690625" y="652174"/>
                </a:lnTo>
                <a:lnTo>
                  <a:pt x="1691355" y="648761"/>
                </a:lnTo>
                <a:lnTo>
                  <a:pt x="1692815" y="653498"/>
                </a:lnTo>
                <a:lnTo>
                  <a:pt x="1693545" y="653869"/>
                </a:lnTo>
                <a:lnTo>
                  <a:pt x="1697194" y="648273"/>
                </a:lnTo>
                <a:lnTo>
                  <a:pt x="1699384" y="652805"/>
                </a:lnTo>
                <a:lnTo>
                  <a:pt x="1700114" y="651673"/>
                </a:lnTo>
                <a:lnTo>
                  <a:pt x="1702304" y="646626"/>
                </a:lnTo>
                <a:lnTo>
                  <a:pt x="1703034" y="647105"/>
                </a:lnTo>
                <a:lnTo>
                  <a:pt x="1711794" y="659906"/>
                </a:lnTo>
                <a:lnTo>
                  <a:pt x="1712524" y="657699"/>
                </a:lnTo>
                <a:lnTo>
                  <a:pt x="1716174" y="649197"/>
                </a:lnTo>
                <a:lnTo>
                  <a:pt x="1719094" y="647165"/>
                </a:lnTo>
                <a:lnTo>
                  <a:pt x="1730043" y="658059"/>
                </a:lnTo>
                <a:lnTo>
                  <a:pt x="1730773" y="654132"/>
                </a:lnTo>
                <a:lnTo>
                  <a:pt x="1734423" y="639963"/>
                </a:lnTo>
                <a:lnTo>
                  <a:pt x="1735153" y="639962"/>
                </a:lnTo>
                <a:lnTo>
                  <a:pt x="1735883" y="645422"/>
                </a:lnTo>
                <a:lnTo>
                  <a:pt x="1738073" y="645101"/>
                </a:lnTo>
                <a:lnTo>
                  <a:pt x="1741723" y="649113"/>
                </a:lnTo>
                <a:lnTo>
                  <a:pt x="1742453" y="646681"/>
                </a:lnTo>
                <a:lnTo>
                  <a:pt x="1743913" y="642426"/>
                </a:lnTo>
                <a:lnTo>
                  <a:pt x="1745373" y="645708"/>
                </a:lnTo>
                <a:lnTo>
                  <a:pt x="1746103" y="646166"/>
                </a:lnTo>
                <a:lnTo>
                  <a:pt x="1749023" y="636806"/>
                </a:lnTo>
                <a:lnTo>
                  <a:pt x="1749753" y="638695"/>
                </a:lnTo>
                <a:lnTo>
                  <a:pt x="1753403" y="628139"/>
                </a:lnTo>
                <a:lnTo>
                  <a:pt x="1754133" y="631541"/>
                </a:lnTo>
                <a:lnTo>
                  <a:pt x="1757052" y="633849"/>
                </a:lnTo>
                <a:lnTo>
                  <a:pt x="1757782" y="631079"/>
                </a:lnTo>
                <a:lnTo>
                  <a:pt x="1759972" y="631834"/>
                </a:lnTo>
                <a:lnTo>
                  <a:pt x="1762892" y="634490"/>
                </a:lnTo>
                <a:lnTo>
                  <a:pt x="1767272" y="628751"/>
                </a:lnTo>
                <a:lnTo>
                  <a:pt x="1770922" y="638938"/>
                </a:lnTo>
                <a:lnTo>
                  <a:pt x="1771652" y="636298"/>
                </a:lnTo>
                <a:lnTo>
                  <a:pt x="1773842" y="628701"/>
                </a:lnTo>
                <a:lnTo>
                  <a:pt x="1774572" y="630866"/>
                </a:lnTo>
                <a:lnTo>
                  <a:pt x="1775302" y="629488"/>
                </a:lnTo>
                <a:lnTo>
                  <a:pt x="1776032" y="631615"/>
                </a:lnTo>
                <a:lnTo>
                  <a:pt x="1777492" y="635994"/>
                </a:lnTo>
                <a:lnTo>
                  <a:pt x="1779682" y="634769"/>
                </a:lnTo>
                <a:lnTo>
                  <a:pt x="1781142" y="639543"/>
                </a:lnTo>
                <a:lnTo>
                  <a:pt x="1782602" y="638571"/>
                </a:lnTo>
                <a:lnTo>
                  <a:pt x="1786251" y="634700"/>
                </a:lnTo>
                <a:lnTo>
                  <a:pt x="1787711" y="633429"/>
                </a:lnTo>
                <a:lnTo>
                  <a:pt x="1790631" y="638752"/>
                </a:lnTo>
                <a:lnTo>
                  <a:pt x="1792821" y="633382"/>
                </a:lnTo>
                <a:lnTo>
                  <a:pt x="1793551" y="635579"/>
                </a:lnTo>
                <a:lnTo>
                  <a:pt x="1794281" y="638442"/>
                </a:lnTo>
                <a:lnTo>
                  <a:pt x="1795741" y="634530"/>
                </a:lnTo>
                <a:lnTo>
                  <a:pt x="1797201" y="636597"/>
                </a:lnTo>
                <a:lnTo>
                  <a:pt x="1797931" y="633435"/>
                </a:lnTo>
                <a:lnTo>
                  <a:pt x="1798661" y="633648"/>
                </a:lnTo>
                <a:lnTo>
                  <a:pt x="1800121" y="624015"/>
                </a:lnTo>
                <a:lnTo>
                  <a:pt x="1800851" y="629954"/>
                </a:lnTo>
                <a:lnTo>
                  <a:pt x="1801581" y="632089"/>
                </a:lnTo>
                <a:lnTo>
                  <a:pt x="1802311" y="627216"/>
                </a:lnTo>
                <a:lnTo>
                  <a:pt x="1803771" y="624501"/>
                </a:lnTo>
                <a:lnTo>
                  <a:pt x="1805231" y="633880"/>
                </a:lnTo>
                <a:lnTo>
                  <a:pt x="1807421" y="632642"/>
                </a:lnTo>
                <a:lnTo>
                  <a:pt x="1808151" y="633330"/>
                </a:lnTo>
                <a:lnTo>
                  <a:pt x="1809611" y="627366"/>
                </a:lnTo>
                <a:lnTo>
                  <a:pt x="1810341" y="628619"/>
                </a:lnTo>
                <a:lnTo>
                  <a:pt x="1813261" y="632513"/>
                </a:lnTo>
                <a:lnTo>
                  <a:pt x="1816180" y="618009"/>
                </a:lnTo>
                <a:lnTo>
                  <a:pt x="1816910" y="624821"/>
                </a:lnTo>
                <a:lnTo>
                  <a:pt x="1819100" y="623308"/>
                </a:lnTo>
                <a:lnTo>
                  <a:pt x="1819830" y="626155"/>
                </a:lnTo>
                <a:lnTo>
                  <a:pt x="1825670" y="635443"/>
                </a:lnTo>
                <a:lnTo>
                  <a:pt x="1826400" y="630677"/>
                </a:lnTo>
                <a:lnTo>
                  <a:pt x="1828590" y="617002"/>
                </a:lnTo>
                <a:lnTo>
                  <a:pt x="1829320" y="621720"/>
                </a:lnTo>
                <a:lnTo>
                  <a:pt x="1830780" y="629782"/>
                </a:lnTo>
                <a:lnTo>
                  <a:pt x="1832970" y="629397"/>
                </a:lnTo>
                <a:lnTo>
                  <a:pt x="1833700" y="628225"/>
                </a:lnTo>
                <a:lnTo>
                  <a:pt x="1834430" y="630659"/>
                </a:lnTo>
                <a:lnTo>
                  <a:pt x="1835160" y="631265"/>
                </a:lnTo>
                <a:lnTo>
                  <a:pt x="1838810" y="620826"/>
                </a:lnTo>
                <a:lnTo>
                  <a:pt x="1841000" y="629362"/>
                </a:lnTo>
                <a:lnTo>
                  <a:pt x="1841730" y="625312"/>
                </a:lnTo>
                <a:lnTo>
                  <a:pt x="1842460" y="620169"/>
                </a:lnTo>
                <a:lnTo>
                  <a:pt x="1843190" y="626434"/>
                </a:lnTo>
                <a:lnTo>
                  <a:pt x="1844650" y="622932"/>
                </a:lnTo>
                <a:lnTo>
                  <a:pt x="1845379" y="619019"/>
                </a:lnTo>
                <a:lnTo>
                  <a:pt x="1846110" y="620144"/>
                </a:lnTo>
                <a:lnTo>
                  <a:pt x="1847570" y="627157"/>
                </a:lnTo>
                <a:lnTo>
                  <a:pt x="1849029" y="625200"/>
                </a:lnTo>
                <a:lnTo>
                  <a:pt x="1850489" y="619753"/>
                </a:lnTo>
                <a:lnTo>
                  <a:pt x="1851219" y="620258"/>
                </a:lnTo>
                <a:lnTo>
                  <a:pt x="1853409" y="629128"/>
                </a:lnTo>
                <a:lnTo>
                  <a:pt x="1856329" y="615045"/>
                </a:lnTo>
                <a:lnTo>
                  <a:pt x="1857059" y="617209"/>
                </a:lnTo>
                <a:lnTo>
                  <a:pt x="1857789" y="617981"/>
                </a:lnTo>
                <a:lnTo>
                  <a:pt x="1858519" y="615787"/>
                </a:lnTo>
                <a:lnTo>
                  <a:pt x="1865819" y="609285"/>
                </a:lnTo>
                <a:lnTo>
                  <a:pt x="1870199" y="599828"/>
                </a:lnTo>
                <a:lnTo>
                  <a:pt x="1870929" y="596811"/>
                </a:lnTo>
                <a:lnTo>
                  <a:pt x="1871659" y="600145"/>
                </a:lnTo>
                <a:lnTo>
                  <a:pt x="1875309" y="607305"/>
                </a:lnTo>
                <a:lnTo>
                  <a:pt x="1880418" y="589336"/>
                </a:lnTo>
                <a:lnTo>
                  <a:pt x="1881878" y="591393"/>
                </a:lnTo>
                <a:lnTo>
                  <a:pt x="1882608" y="589498"/>
                </a:lnTo>
                <a:lnTo>
                  <a:pt x="1884068" y="584690"/>
                </a:lnTo>
                <a:lnTo>
                  <a:pt x="1885528" y="587385"/>
                </a:lnTo>
                <a:lnTo>
                  <a:pt x="1888448" y="586737"/>
                </a:lnTo>
                <a:lnTo>
                  <a:pt x="1892098" y="580733"/>
                </a:lnTo>
                <a:lnTo>
                  <a:pt x="1893558" y="581855"/>
                </a:lnTo>
                <a:lnTo>
                  <a:pt x="1895018" y="589438"/>
                </a:lnTo>
                <a:lnTo>
                  <a:pt x="1896478" y="584737"/>
                </a:lnTo>
                <a:lnTo>
                  <a:pt x="1897208" y="582802"/>
                </a:lnTo>
                <a:lnTo>
                  <a:pt x="1897938" y="585294"/>
                </a:lnTo>
                <a:lnTo>
                  <a:pt x="1900858" y="590817"/>
                </a:lnTo>
                <a:lnTo>
                  <a:pt x="1901588" y="588357"/>
                </a:lnTo>
                <a:lnTo>
                  <a:pt x="1903778" y="580974"/>
                </a:lnTo>
                <a:lnTo>
                  <a:pt x="1905238" y="582821"/>
                </a:lnTo>
                <a:lnTo>
                  <a:pt x="1905968" y="585859"/>
                </a:lnTo>
                <a:lnTo>
                  <a:pt x="1907427" y="580679"/>
                </a:lnTo>
                <a:lnTo>
                  <a:pt x="1908157" y="579202"/>
                </a:lnTo>
                <a:lnTo>
                  <a:pt x="1908887" y="580544"/>
                </a:lnTo>
                <a:lnTo>
                  <a:pt x="1909617" y="582710"/>
                </a:lnTo>
                <a:lnTo>
                  <a:pt x="1911807" y="581563"/>
                </a:lnTo>
                <a:lnTo>
                  <a:pt x="1912537" y="582291"/>
                </a:lnTo>
                <a:lnTo>
                  <a:pt x="1913267" y="580527"/>
                </a:lnTo>
                <a:lnTo>
                  <a:pt x="1916187" y="576761"/>
                </a:lnTo>
                <a:lnTo>
                  <a:pt x="1916917" y="577821"/>
                </a:lnTo>
                <a:lnTo>
                  <a:pt x="1917647" y="578421"/>
                </a:lnTo>
                <a:lnTo>
                  <a:pt x="1919837" y="568813"/>
                </a:lnTo>
                <a:lnTo>
                  <a:pt x="1920567" y="571081"/>
                </a:lnTo>
                <a:lnTo>
                  <a:pt x="1922027" y="573570"/>
                </a:lnTo>
                <a:lnTo>
                  <a:pt x="1923487" y="572622"/>
                </a:lnTo>
                <a:lnTo>
                  <a:pt x="1925677" y="575918"/>
                </a:lnTo>
                <a:lnTo>
                  <a:pt x="1926407" y="572890"/>
                </a:lnTo>
                <a:lnTo>
                  <a:pt x="1927137" y="568404"/>
                </a:lnTo>
                <a:lnTo>
                  <a:pt x="1928597" y="575733"/>
                </a:lnTo>
                <a:lnTo>
                  <a:pt x="1929327" y="577300"/>
                </a:lnTo>
                <a:lnTo>
                  <a:pt x="1930787" y="574848"/>
                </a:lnTo>
                <a:lnTo>
                  <a:pt x="1931517" y="573267"/>
                </a:lnTo>
                <a:lnTo>
                  <a:pt x="1932247" y="574665"/>
                </a:lnTo>
                <a:lnTo>
                  <a:pt x="1934437" y="580990"/>
                </a:lnTo>
                <a:lnTo>
                  <a:pt x="1935166" y="579775"/>
                </a:lnTo>
                <a:lnTo>
                  <a:pt x="1935896" y="577195"/>
                </a:lnTo>
                <a:lnTo>
                  <a:pt x="1937356" y="581407"/>
                </a:lnTo>
                <a:lnTo>
                  <a:pt x="1938086" y="580894"/>
                </a:lnTo>
                <a:lnTo>
                  <a:pt x="1939546" y="572223"/>
                </a:lnTo>
                <a:lnTo>
                  <a:pt x="1940276" y="576912"/>
                </a:lnTo>
                <a:lnTo>
                  <a:pt x="1941006" y="581068"/>
                </a:lnTo>
                <a:lnTo>
                  <a:pt x="1942466" y="577431"/>
                </a:lnTo>
                <a:lnTo>
                  <a:pt x="1943926" y="574225"/>
                </a:lnTo>
                <a:lnTo>
                  <a:pt x="1944656" y="576980"/>
                </a:lnTo>
                <a:lnTo>
                  <a:pt x="1948306" y="583128"/>
                </a:lnTo>
                <a:lnTo>
                  <a:pt x="1953416" y="583368"/>
                </a:lnTo>
                <a:lnTo>
                  <a:pt x="1957066" y="573302"/>
                </a:lnTo>
                <a:lnTo>
                  <a:pt x="1957796" y="575235"/>
                </a:lnTo>
                <a:lnTo>
                  <a:pt x="1959256" y="576564"/>
                </a:lnTo>
                <a:lnTo>
                  <a:pt x="1962906" y="577208"/>
                </a:lnTo>
                <a:lnTo>
                  <a:pt x="1968746" y="573640"/>
                </a:lnTo>
                <a:lnTo>
                  <a:pt x="1970205" y="578251"/>
                </a:lnTo>
                <a:lnTo>
                  <a:pt x="1970935" y="576970"/>
                </a:lnTo>
                <a:lnTo>
                  <a:pt x="1973125" y="572051"/>
                </a:lnTo>
                <a:lnTo>
                  <a:pt x="1973855" y="573809"/>
                </a:lnTo>
                <a:lnTo>
                  <a:pt x="1976045" y="572455"/>
                </a:lnTo>
                <a:lnTo>
                  <a:pt x="1979695" y="571008"/>
                </a:lnTo>
                <a:lnTo>
                  <a:pt x="1983345" y="575824"/>
                </a:lnTo>
                <a:lnTo>
                  <a:pt x="1986995" y="582692"/>
                </a:lnTo>
                <a:lnTo>
                  <a:pt x="1987725" y="582174"/>
                </a:lnTo>
                <a:lnTo>
                  <a:pt x="1989185" y="567499"/>
                </a:lnTo>
                <a:lnTo>
                  <a:pt x="1990645" y="578980"/>
                </a:lnTo>
                <a:lnTo>
                  <a:pt x="1991375" y="584468"/>
                </a:lnTo>
                <a:lnTo>
                  <a:pt x="1992835" y="577904"/>
                </a:lnTo>
                <a:lnTo>
                  <a:pt x="1995755" y="570872"/>
                </a:lnTo>
                <a:lnTo>
                  <a:pt x="1998674" y="561981"/>
                </a:lnTo>
                <a:lnTo>
                  <a:pt x="2000864" y="563374"/>
                </a:lnTo>
                <a:lnTo>
                  <a:pt x="2003054" y="567422"/>
                </a:lnTo>
                <a:lnTo>
                  <a:pt x="2003784" y="567154"/>
                </a:lnTo>
                <a:lnTo>
                  <a:pt x="2008164" y="557801"/>
                </a:lnTo>
                <a:lnTo>
                  <a:pt x="2010354" y="559322"/>
                </a:lnTo>
                <a:lnTo>
                  <a:pt x="2011084" y="562246"/>
                </a:lnTo>
                <a:lnTo>
                  <a:pt x="2013274" y="560666"/>
                </a:lnTo>
                <a:lnTo>
                  <a:pt x="2016194" y="559258"/>
                </a:lnTo>
                <a:lnTo>
                  <a:pt x="2016924" y="561299"/>
                </a:lnTo>
                <a:lnTo>
                  <a:pt x="2018384" y="562366"/>
                </a:lnTo>
                <a:lnTo>
                  <a:pt x="2019114" y="560869"/>
                </a:lnTo>
                <a:lnTo>
                  <a:pt x="2019844" y="558906"/>
                </a:lnTo>
                <a:lnTo>
                  <a:pt x="2020574" y="561442"/>
                </a:lnTo>
                <a:lnTo>
                  <a:pt x="2021304" y="560708"/>
                </a:lnTo>
                <a:lnTo>
                  <a:pt x="2024224" y="561004"/>
                </a:lnTo>
                <a:lnTo>
                  <a:pt x="2024954" y="560514"/>
                </a:lnTo>
                <a:lnTo>
                  <a:pt x="2025684" y="563569"/>
                </a:lnTo>
                <a:lnTo>
                  <a:pt x="2027873" y="562360"/>
                </a:lnTo>
                <a:lnTo>
                  <a:pt x="2030063" y="562594"/>
                </a:lnTo>
                <a:lnTo>
                  <a:pt x="2034443" y="555818"/>
                </a:lnTo>
                <a:lnTo>
                  <a:pt x="2038823" y="556626"/>
                </a:lnTo>
                <a:lnTo>
                  <a:pt x="2041013" y="557347"/>
                </a:lnTo>
                <a:lnTo>
                  <a:pt x="2044663" y="554595"/>
                </a:lnTo>
              </a:path>
            </a:pathLst>
          </a:custGeom>
          <a:noFill/>
          <a:ln w="2013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Editable path 88"/>
          <p:cNvSpPr/>
          <p:nvPr/>
        </p:nvSpPr>
        <p:spPr>
          <a:xfrm>
            <a:off x="853440" y="4302013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Editable path 89"/>
          <p:cNvSpPr/>
          <p:nvPr/>
        </p:nvSpPr>
        <p:spPr>
          <a:xfrm>
            <a:off x="3102569" y="4302013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Editable path 90"/>
          <p:cNvSpPr/>
          <p:nvPr/>
        </p:nvSpPr>
        <p:spPr>
          <a:xfrm>
            <a:off x="853440" y="5477021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Editable path 91"/>
          <p:cNvSpPr/>
          <p:nvPr/>
        </p:nvSpPr>
        <p:spPr>
          <a:xfrm>
            <a:off x="853440" y="4302013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Editable path 92"/>
          <p:cNvSpPr/>
          <p:nvPr/>
        </p:nvSpPr>
        <p:spPr>
          <a:xfrm>
            <a:off x="3822290" y="2526184"/>
            <a:ext cx="2249129" cy="1175008"/>
          </a:xfrm>
          <a:custGeom>
            <a:avLst/>
            <a:gdLst/>
            <a:ahLst/>
            <a:cxnLst/>
            <a:rect l="l" t="t" r="r" b="b"/>
            <a:pathLst>
              <a:path w="2249129" h="1175008">
                <a:moveTo>
                  <a:pt x="0" y="0"/>
                </a:moveTo>
                <a:lnTo>
                  <a:pt x="2249129" y="0"/>
                </a:lnTo>
                <a:lnTo>
                  <a:pt x="2249129" y="1175008"/>
                </a:lnTo>
                <a:lnTo>
                  <a:pt x="0" y="11750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Editable path 93"/>
          <p:cNvSpPr/>
          <p:nvPr/>
        </p:nvSpPr>
        <p:spPr>
          <a:xfrm>
            <a:off x="3924523" y="2526184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Editable path 94"/>
          <p:cNvSpPr/>
          <p:nvPr/>
        </p:nvSpPr>
        <p:spPr>
          <a:xfrm>
            <a:off x="3924523" y="3701192"/>
            <a:ext cx="0" cy="82890"/>
          </a:xfrm>
          <a:custGeom>
            <a:avLst/>
            <a:gdLst/>
            <a:ahLst/>
            <a:cxnLst/>
            <a:rect l="l" t="t" r="r" b="b"/>
            <a:pathLst>
              <a:path w="0" h="82890">
                <a:moveTo>
                  <a:pt x="0" y="0"/>
                </a:moveTo>
                <a:lnTo>
                  <a:pt x="0" y="8289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888998" y="3847592"/>
            <a:ext cx="106573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38" name="Editable path 95"/>
          <p:cNvSpPr/>
          <p:nvPr/>
        </p:nvSpPr>
        <p:spPr>
          <a:xfrm>
            <a:off x="4654499" y="2526184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Editable path 96"/>
          <p:cNvSpPr/>
          <p:nvPr/>
        </p:nvSpPr>
        <p:spPr>
          <a:xfrm>
            <a:off x="4654499" y="3701192"/>
            <a:ext cx="0" cy="82890"/>
          </a:xfrm>
          <a:custGeom>
            <a:avLst/>
            <a:gdLst/>
            <a:ahLst/>
            <a:cxnLst/>
            <a:rect l="l" t="t" r="r" b="b"/>
            <a:pathLst>
              <a:path w="0" h="82890">
                <a:moveTo>
                  <a:pt x="0" y="0"/>
                </a:moveTo>
                <a:lnTo>
                  <a:pt x="0" y="8289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4583450" y="3847592"/>
            <a:ext cx="177622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141" name="Editable path 97"/>
          <p:cNvSpPr/>
          <p:nvPr/>
        </p:nvSpPr>
        <p:spPr>
          <a:xfrm>
            <a:off x="5384475" y="2526184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Editable path 98"/>
          <p:cNvSpPr/>
          <p:nvPr/>
        </p:nvSpPr>
        <p:spPr>
          <a:xfrm>
            <a:off x="5384475" y="3701192"/>
            <a:ext cx="0" cy="82890"/>
          </a:xfrm>
          <a:custGeom>
            <a:avLst/>
            <a:gdLst/>
            <a:ahLst/>
            <a:cxnLst/>
            <a:rect l="l" t="t" r="r" b="b"/>
            <a:pathLst>
              <a:path w="0" h="82890">
                <a:moveTo>
                  <a:pt x="0" y="0"/>
                </a:moveTo>
                <a:lnTo>
                  <a:pt x="0" y="8289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5313426" y="3847592"/>
            <a:ext cx="177622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144" name="Editable path 99"/>
          <p:cNvSpPr/>
          <p:nvPr/>
        </p:nvSpPr>
        <p:spPr>
          <a:xfrm>
            <a:off x="3822290" y="3671176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Editable path 100"/>
          <p:cNvSpPr/>
          <p:nvPr/>
        </p:nvSpPr>
        <p:spPr>
          <a:xfrm>
            <a:off x="3739400" y="3671176"/>
            <a:ext cx="82890" cy="0"/>
          </a:xfrm>
          <a:custGeom>
            <a:avLst/>
            <a:gdLst/>
            <a:ahLst/>
            <a:cxnLst/>
            <a:rect l="l" t="t" r="r" b="b"/>
            <a:pathLst>
              <a:path w="82890" h="0">
                <a:moveTo>
                  <a:pt x="8289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3346040" y="3603319"/>
            <a:ext cx="346008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−100</a:t>
            </a:r>
          </a:p>
        </p:txBody>
      </p:sp>
      <p:sp>
        <p:nvSpPr>
          <p:cNvPr id="147" name="Editable path 101"/>
          <p:cNvSpPr/>
          <p:nvPr/>
        </p:nvSpPr>
        <p:spPr>
          <a:xfrm>
            <a:off x="3822290" y="3160137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Editable path 102"/>
          <p:cNvSpPr/>
          <p:nvPr/>
        </p:nvSpPr>
        <p:spPr>
          <a:xfrm>
            <a:off x="3739400" y="3160137"/>
            <a:ext cx="82890" cy="0"/>
          </a:xfrm>
          <a:custGeom>
            <a:avLst/>
            <a:gdLst/>
            <a:ahLst/>
            <a:cxnLst/>
            <a:rect l="l" t="t" r="r" b="b"/>
            <a:pathLst>
              <a:path w="82890" h="0">
                <a:moveTo>
                  <a:pt x="8289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3585460" y="3092281"/>
            <a:ext cx="106573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50" name="Editable path 103"/>
          <p:cNvSpPr/>
          <p:nvPr/>
        </p:nvSpPr>
        <p:spPr>
          <a:xfrm>
            <a:off x="3822290" y="2649099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Editable path 104"/>
          <p:cNvSpPr/>
          <p:nvPr/>
        </p:nvSpPr>
        <p:spPr>
          <a:xfrm>
            <a:off x="3739400" y="2649099"/>
            <a:ext cx="82890" cy="0"/>
          </a:xfrm>
          <a:custGeom>
            <a:avLst/>
            <a:gdLst/>
            <a:ahLst/>
            <a:cxnLst/>
            <a:rect l="l" t="t" r="r" b="b"/>
            <a:pathLst>
              <a:path w="82890" h="0">
                <a:moveTo>
                  <a:pt x="8289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3443362" y="2581243"/>
            <a:ext cx="248671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100</a:t>
            </a:r>
          </a:p>
        </p:txBody>
      </p:sp>
      <p:sp>
        <p:nvSpPr>
          <p:cNvPr id="153" name="Editable path 105"/>
          <p:cNvSpPr/>
          <p:nvPr/>
        </p:nvSpPr>
        <p:spPr>
          <a:xfrm>
            <a:off x="3924523" y="2781128"/>
            <a:ext cx="2044663" cy="822156"/>
          </a:xfrm>
          <a:custGeom>
            <a:avLst/>
            <a:gdLst/>
            <a:ahLst/>
            <a:cxnLst/>
            <a:rect l="l" t="t" r="r" b="b"/>
            <a:pathLst>
              <a:path w="2044663" h="822156">
                <a:moveTo>
                  <a:pt x="0" y="421160"/>
                </a:moveTo>
                <a:lnTo>
                  <a:pt x="730" y="422505"/>
                </a:lnTo>
                <a:lnTo>
                  <a:pt x="1460" y="420020"/>
                </a:lnTo>
                <a:lnTo>
                  <a:pt x="2191" y="418523"/>
                </a:lnTo>
                <a:lnTo>
                  <a:pt x="2920" y="421703"/>
                </a:lnTo>
                <a:lnTo>
                  <a:pt x="3650" y="425197"/>
                </a:lnTo>
                <a:lnTo>
                  <a:pt x="4380" y="420546"/>
                </a:lnTo>
                <a:lnTo>
                  <a:pt x="5840" y="416255"/>
                </a:lnTo>
                <a:lnTo>
                  <a:pt x="8030" y="438005"/>
                </a:lnTo>
                <a:lnTo>
                  <a:pt x="8760" y="420792"/>
                </a:lnTo>
                <a:lnTo>
                  <a:pt x="10950" y="425946"/>
                </a:lnTo>
                <a:lnTo>
                  <a:pt x="12410" y="429560"/>
                </a:lnTo>
                <a:lnTo>
                  <a:pt x="13140" y="428725"/>
                </a:lnTo>
                <a:lnTo>
                  <a:pt x="15330" y="413268"/>
                </a:lnTo>
                <a:lnTo>
                  <a:pt x="16060" y="414748"/>
                </a:lnTo>
                <a:lnTo>
                  <a:pt x="16790" y="429491"/>
                </a:lnTo>
                <a:lnTo>
                  <a:pt x="17520" y="418157"/>
                </a:lnTo>
                <a:lnTo>
                  <a:pt x="18980" y="388288"/>
                </a:lnTo>
                <a:lnTo>
                  <a:pt x="20440" y="410530"/>
                </a:lnTo>
                <a:lnTo>
                  <a:pt x="21170" y="409572"/>
                </a:lnTo>
                <a:lnTo>
                  <a:pt x="23360" y="435731"/>
                </a:lnTo>
                <a:lnTo>
                  <a:pt x="24090" y="421994"/>
                </a:lnTo>
                <a:lnTo>
                  <a:pt x="25550" y="403980"/>
                </a:lnTo>
                <a:lnTo>
                  <a:pt x="26280" y="413513"/>
                </a:lnTo>
                <a:lnTo>
                  <a:pt x="27010" y="427880"/>
                </a:lnTo>
                <a:lnTo>
                  <a:pt x="28470" y="412983"/>
                </a:lnTo>
                <a:lnTo>
                  <a:pt x="31389" y="426771"/>
                </a:lnTo>
                <a:lnTo>
                  <a:pt x="32849" y="408486"/>
                </a:lnTo>
                <a:lnTo>
                  <a:pt x="34309" y="417375"/>
                </a:lnTo>
                <a:lnTo>
                  <a:pt x="35039" y="438960"/>
                </a:lnTo>
                <a:lnTo>
                  <a:pt x="36499" y="424093"/>
                </a:lnTo>
                <a:lnTo>
                  <a:pt x="37229" y="419275"/>
                </a:lnTo>
                <a:lnTo>
                  <a:pt x="38689" y="423570"/>
                </a:lnTo>
                <a:lnTo>
                  <a:pt x="39419" y="426711"/>
                </a:lnTo>
                <a:lnTo>
                  <a:pt x="42339" y="405288"/>
                </a:lnTo>
                <a:lnTo>
                  <a:pt x="43069" y="409374"/>
                </a:lnTo>
                <a:lnTo>
                  <a:pt x="43799" y="426560"/>
                </a:lnTo>
                <a:lnTo>
                  <a:pt x="45259" y="406603"/>
                </a:lnTo>
                <a:lnTo>
                  <a:pt x="45989" y="402606"/>
                </a:lnTo>
                <a:lnTo>
                  <a:pt x="46719" y="403518"/>
                </a:lnTo>
                <a:lnTo>
                  <a:pt x="50369" y="433141"/>
                </a:lnTo>
                <a:lnTo>
                  <a:pt x="51099" y="430213"/>
                </a:lnTo>
                <a:lnTo>
                  <a:pt x="53289" y="404490"/>
                </a:lnTo>
                <a:lnTo>
                  <a:pt x="54749" y="409473"/>
                </a:lnTo>
                <a:lnTo>
                  <a:pt x="57669" y="431743"/>
                </a:lnTo>
                <a:lnTo>
                  <a:pt x="59129" y="419370"/>
                </a:lnTo>
                <a:lnTo>
                  <a:pt x="60588" y="447133"/>
                </a:lnTo>
                <a:lnTo>
                  <a:pt x="62048" y="444322"/>
                </a:lnTo>
                <a:lnTo>
                  <a:pt x="62778" y="442979"/>
                </a:lnTo>
                <a:lnTo>
                  <a:pt x="65698" y="431445"/>
                </a:lnTo>
                <a:lnTo>
                  <a:pt x="68618" y="436830"/>
                </a:lnTo>
                <a:lnTo>
                  <a:pt x="70808" y="425996"/>
                </a:lnTo>
                <a:lnTo>
                  <a:pt x="71538" y="434857"/>
                </a:lnTo>
                <a:lnTo>
                  <a:pt x="72268" y="437189"/>
                </a:lnTo>
                <a:lnTo>
                  <a:pt x="72998" y="427018"/>
                </a:lnTo>
                <a:lnTo>
                  <a:pt x="73728" y="430025"/>
                </a:lnTo>
                <a:lnTo>
                  <a:pt x="74458" y="444724"/>
                </a:lnTo>
                <a:lnTo>
                  <a:pt x="75188" y="428905"/>
                </a:lnTo>
                <a:lnTo>
                  <a:pt x="76648" y="444441"/>
                </a:lnTo>
                <a:lnTo>
                  <a:pt x="78108" y="456123"/>
                </a:lnTo>
                <a:lnTo>
                  <a:pt x="79568" y="453111"/>
                </a:lnTo>
                <a:lnTo>
                  <a:pt x="81028" y="440067"/>
                </a:lnTo>
                <a:lnTo>
                  <a:pt x="81758" y="446623"/>
                </a:lnTo>
                <a:lnTo>
                  <a:pt x="82488" y="461060"/>
                </a:lnTo>
                <a:lnTo>
                  <a:pt x="83948" y="444485"/>
                </a:lnTo>
                <a:lnTo>
                  <a:pt x="84678" y="441788"/>
                </a:lnTo>
                <a:lnTo>
                  <a:pt x="85408" y="448778"/>
                </a:lnTo>
                <a:lnTo>
                  <a:pt x="86138" y="449630"/>
                </a:lnTo>
                <a:lnTo>
                  <a:pt x="86868" y="446465"/>
                </a:lnTo>
                <a:lnTo>
                  <a:pt x="87598" y="440250"/>
                </a:lnTo>
                <a:lnTo>
                  <a:pt x="89057" y="448707"/>
                </a:lnTo>
                <a:lnTo>
                  <a:pt x="89787" y="449793"/>
                </a:lnTo>
                <a:lnTo>
                  <a:pt x="90517" y="448344"/>
                </a:lnTo>
                <a:lnTo>
                  <a:pt x="91247" y="436076"/>
                </a:lnTo>
                <a:lnTo>
                  <a:pt x="91977" y="452739"/>
                </a:lnTo>
                <a:lnTo>
                  <a:pt x="93437" y="439585"/>
                </a:lnTo>
                <a:lnTo>
                  <a:pt x="96357" y="490083"/>
                </a:lnTo>
                <a:lnTo>
                  <a:pt x="97087" y="477473"/>
                </a:lnTo>
                <a:lnTo>
                  <a:pt x="99277" y="448088"/>
                </a:lnTo>
                <a:lnTo>
                  <a:pt x="98547" y="480810"/>
                </a:lnTo>
                <a:lnTo>
                  <a:pt x="100007" y="449349"/>
                </a:lnTo>
                <a:lnTo>
                  <a:pt x="100737" y="461755"/>
                </a:lnTo>
                <a:lnTo>
                  <a:pt x="102927" y="454213"/>
                </a:lnTo>
                <a:lnTo>
                  <a:pt x="103657" y="452223"/>
                </a:lnTo>
                <a:lnTo>
                  <a:pt x="104387" y="458347"/>
                </a:lnTo>
                <a:lnTo>
                  <a:pt x="105847" y="454643"/>
                </a:lnTo>
                <a:lnTo>
                  <a:pt x="107307" y="451923"/>
                </a:lnTo>
                <a:lnTo>
                  <a:pt x="108767" y="470057"/>
                </a:lnTo>
                <a:lnTo>
                  <a:pt x="110227" y="468094"/>
                </a:lnTo>
                <a:lnTo>
                  <a:pt x="112417" y="450799"/>
                </a:lnTo>
                <a:lnTo>
                  <a:pt x="113147" y="454124"/>
                </a:lnTo>
                <a:lnTo>
                  <a:pt x="116067" y="468092"/>
                </a:lnTo>
                <a:lnTo>
                  <a:pt x="116797" y="465125"/>
                </a:lnTo>
                <a:lnTo>
                  <a:pt x="120446" y="448244"/>
                </a:lnTo>
                <a:lnTo>
                  <a:pt x="118256" y="468708"/>
                </a:lnTo>
                <a:lnTo>
                  <a:pt x="121176" y="449366"/>
                </a:lnTo>
                <a:lnTo>
                  <a:pt x="122636" y="479956"/>
                </a:lnTo>
                <a:lnTo>
                  <a:pt x="124096" y="459970"/>
                </a:lnTo>
                <a:lnTo>
                  <a:pt x="125556" y="453620"/>
                </a:lnTo>
                <a:lnTo>
                  <a:pt x="126286" y="477279"/>
                </a:lnTo>
                <a:lnTo>
                  <a:pt x="128476" y="468929"/>
                </a:lnTo>
                <a:lnTo>
                  <a:pt x="129936" y="466290"/>
                </a:lnTo>
                <a:lnTo>
                  <a:pt x="131396" y="499038"/>
                </a:lnTo>
                <a:lnTo>
                  <a:pt x="133586" y="489726"/>
                </a:lnTo>
                <a:lnTo>
                  <a:pt x="134316" y="496748"/>
                </a:lnTo>
                <a:lnTo>
                  <a:pt x="135046" y="471194"/>
                </a:lnTo>
                <a:lnTo>
                  <a:pt x="137236" y="478354"/>
                </a:lnTo>
                <a:lnTo>
                  <a:pt x="137966" y="470133"/>
                </a:lnTo>
                <a:lnTo>
                  <a:pt x="138696" y="487608"/>
                </a:lnTo>
                <a:lnTo>
                  <a:pt x="140156" y="478674"/>
                </a:lnTo>
                <a:lnTo>
                  <a:pt x="141616" y="496189"/>
                </a:lnTo>
                <a:lnTo>
                  <a:pt x="144536" y="461089"/>
                </a:lnTo>
                <a:lnTo>
                  <a:pt x="148915" y="496824"/>
                </a:lnTo>
                <a:lnTo>
                  <a:pt x="149645" y="493689"/>
                </a:lnTo>
                <a:lnTo>
                  <a:pt x="151835" y="487464"/>
                </a:lnTo>
                <a:lnTo>
                  <a:pt x="152565" y="488720"/>
                </a:lnTo>
                <a:lnTo>
                  <a:pt x="153295" y="488735"/>
                </a:lnTo>
                <a:lnTo>
                  <a:pt x="156215" y="478184"/>
                </a:lnTo>
                <a:lnTo>
                  <a:pt x="156945" y="486641"/>
                </a:lnTo>
                <a:lnTo>
                  <a:pt x="157675" y="476370"/>
                </a:lnTo>
                <a:lnTo>
                  <a:pt x="158405" y="472894"/>
                </a:lnTo>
                <a:lnTo>
                  <a:pt x="159135" y="476517"/>
                </a:lnTo>
                <a:lnTo>
                  <a:pt x="160595" y="473660"/>
                </a:lnTo>
                <a:lnTo>
                  <a:pt x="162055" y="495775"/>
                </a:lnTo>
                <a:lnTo>
                  <a:pt x="165705" y="519084"/>
                </a:lnTo>
                <a:lnTo>
                  <a:pt x="167165" y="481916"/>
                </a:lnTo>
                <a:lnTo>
                  <a:pt x="168625" y="499080"/>
                </a:lnTo>
                <a:lnTo>
                  <a:pt x="170085" y="487851"/>
                </a:lnTo>
                <a:lnTo>
                  <a:pt x="170815" y="497054"/>
                </a:lnTo>
                <a:lnTo>
                  <a:pt x="172275" y="493768"/>
                </a:lnTo>
                <a:lnTo>
                  <a:pt x="174465" y="478596"/>
                </a:lnTo>
                <a:lnTo>
                  <a:pt x="177384" y="529937"/>
                </a:lnTo>
                <a:lnTo>
                  <a:pt x="178114" y="513103"/>
                </a:lnTo>
                <a:lnTo>
                  <a:pt x="178844" y="515430"/>
                </a:lnTo>
                <a:lnTo>
                  <a:pt x="179574" y="512263"/>
                </a:lnTo>
                <a:lnTo>
                  <a:pt x="181034" y="513902"/>
                </a:lnTo>
                <a:lnTo>
                  <a:pt x="182494" y="504483"/>
                </a:lnTo>
                <a:lnTo>
                  <a:pt x="186144" y="533530"/>
                </a:lnTo>
                <a:lnTo>
                  <a:pt x="188334" y="503036"/>
                </a:lnTo>
                <a:lnTo>
                  <a:pt x="189794" y="516079"/>
                </a:lnTo>
                <a:lnTo>
                  <a:pt x="191984" y="539659"/>
                </a:lnTo>
                <a:lnTo>
                  <a:pt x="193444" y="530986"/>
                </a:lnTo>
                <a:lnTo>
                  <a:pt x="194904" y="512727"/>
                </a:lnTo>
                <a:lnTo>
                  <a:pt x="196364" y="515188"/>
                </a:lnTo>
                <a:lnTo>
                  <a:pt x="198554" y="521224"/>
                </a:lnTo>
                <a:lnTo>
                  <a:pt x="200014" y="523977"/>
                </a:lnTo>
                <a:lnTo>
                  <a:pt x="201474" y="515112"/>
                </a:lnTo>
                <a:lnTo>
                  <a:pt x="202934" y="530008"/>
                </a:lnTo>
                <a:lnTo>
                  <a:pt x="203664" y="523749"/>
                </a:lnTo>
                <a:lnTo>
                  <a:pt x="204393" y="509643"/>
                </a:lnTo>
                <a:lnTo>
                  <a:pt x="206583" y="509883"/>
                </a:lnTo>
                <a:lnTo>
                  <a:pt x="207313" y="506936"/>
                </a:lnTo>
                <a:lnTo>
                  <a:pt x="208043" y="513420"/>
                </a:lnTo>
                <a:lnTo>
                  <a:pt x="210233" y="528674"/>
                </a:lnTo>
                <a:lnTo>
                  <a:pt x="211693" y="526679"/>
                </a:lnTo>
                <a:lnTo>
                  <a:pt x="213883" y="512486"/>
                </a:lnTo>
                <a:lnTo>
                  <a:pt x="214613" y="515251"/>
                </a:lnTo>
                <a:lnTo>
                  <a:pt x="216803" y="517008"/>
                </a:lnTo>
                <a:lnTo>
                  <a:pt x="220453" y="537970"/>
                </a:lnTo>
                <a:lnTo>
                  <a:pt x="221913" y="543447"/>
                </a:lnTo>
                <a:lnTo>
                  <a:pt x="224833" y="526966"/>
                </a:lnTo>
                <a:lnTo>
                  <a:pt x="226293" y="525799"/>
                </a:lnTo>
                <a:lnTo>
                  <a:pt x="227753" y="541006"/>
                </a:lnTo>
                <a:lnTo>
                  <a:pt x="229943" y="531989"/>
                </a:lnTo>
                <a:lnTo>
                  <a:pt x="229213" y="549517"/>
                </a:lnTo>
                <a:lnTo>
                  <a:pt x="230673" y="532708"/>
                </a:lnTo>
                <a:lnTo>
                  <a:pt x="231403" y="548109"/>
                </a:lnTo>
                <a:lnTo>
                  <a:pt x="232863" y="541645"/>
                </a:lnTo>
                <a:lnTo>
                  <a:pt x="233593" y="536836"/>
                </a:lnTo>
                <a:lnTo>
                  <a:pt x="236513" y="556856"/>
                </a:lnTo>
                <a:lnTo>
                  <a:pt x="237243" y="512912"/>
                </a:lnTo>
                <a:lnTo>
                  <a:pt x="238703" y="532427"/>
                </a:lnTo>
                <a:lnTo>
                  <a:pt x="239433" y="558588"/>
                </a:lnTo>
                <a:lnTo>
                  <a:pt x="241623" y="547158"/>
                </a:lnTo>
                <a:lnTo>
                  <a:pt x="242353" y="555864"/>
                </a:lnTo>
                <a:lnTo>
                  <a:pt x="243083" y="545062"/>
                </a:lnTo>
                <a:lnTo>
                  <a:pt x="244542" y="524874"/>
                </a:lnTo>
                <a:lnTo>
                  <a:pt x="245272" y="539316"/>
                </a:lnTo>
                <a:lnTo>
                  <a:pt x="246002" y="541225"/>
                </a:lnTo>
                <a:lnTo>
                  <a:pt x="247462" y="525284"/>
                </a:lnTo>
                <a:lnTo>
                  <a:pt x="248922" y="530365"/>
                </a:lnTo>
                <a:lnTo>
                  <a:pt x="250382" y="512290"/>
                </a:lnTo>
                <a:lnTo>
                  <a:pt x="251842" y="515047"/>
                </a:lnTo>
                <a:lnTo>
                  <a:pt x="252572" y="530772"/>
                </a:lnTo>
                <a:lnTo>
                  <a:pt x="254032" y="516691"/>
                </a:lnTo>
                <a:lnTo>
                  <a:pt x="255492" y="518357"/>
                </a:lnTo>
                <a:lnTo>
                  <a:pt x="257682" y="532703"/>
                </a:lnTo>
                <a:lnTo>
                  <a:pt x="259142" y="516989"/>
                </a:lnTo>
                <a:lnTo>
                  <a:pt x="259872" y="522543"/>
                </a:lnTo>
                <a:lnTo>
                  <a:pt x="260602" y="532644"/>
                </a:lnTo>
                <a:lnTo>
                  <a:pt x="261332" y="520493"/>
                </a:lnTo>
                <a:lnTo>
                  <a:pt x="262062" y="515298"/>
                </a:lnTo>
                <a:lnTo>
                  <a:pt x="262792" y="518225"/>
                </a:lnTo>
                <a:lnTo>
                  <a:pt x="263522" y="536780"/>
                </a:lnTo>
                <a:lnTo>
                  <a:pt x="264982" y="522012"/>
                </a:lnTo>
                <a:lnTo>
                  <a:pt x="266442" y="506909"/>
                </a:lnTo>
                <a:lnTo>
                  <a:pt x="267172" y="527411"/>
                </a:lnTo>
                <a:lnTo>
                  <a:pt x="267902" y="525116"/>
                </a:lnTo>
                <a:lnTo>
                  <a:pt x="268632" y="539601"/>
                </a:lnTo>
                <a:lnTo>
                  <a:pt x="270822" y="536720"/>
                </a:lnTo>
                <a:lnTo>
                  <a:pt x="271552" y="525790"/>
                </a:lnTo>
                <a:lnTo>
                  <a:pt x="273011" y="534558"/>
                </a:lnTo>
                <a:lnTo>
                  <a:pt x="276661" y="543329"/>
                </a:lnTo>
                <a:lnTo>
                  <a:pt x="274471" y="532691"/>
                </a:lnTo>
                <a:lnTo>
                  <a:pt x="277391" y="542259"/>
                </a:lnTo>
                <a:lnTo>
                  <a:pt x="278121" y="530232"/>
                </a:lnTo>
                <a:lnTo>
                  <a:pt x="279581" y="542221"/>
                </a:lnTo>
                <a:lnTo>
                  <a:pt x="280311" y="548005"/>
                </a:lnTo>
                <a:lnTo>
                  <a:pt x="281041" y="547679"/>
                </a:lnTo>
                <a:lnTo>
                  <a:pt x="282501" y="531433"/>
                </a:lnTo>
                <a:lnTo>
                  <a:pt x="283961" y="540572"/>
                </a:lnTo>
                <a:lnTo>
                  <a:pt x="286151" y="542426"/>
                </a:lnTo>
                <a:lnTo>
                  <a:pt x="287611" y="531854"/>
                </a:lnTo>
                <a:lnTo>
                  <a:pt x="289801" y="550879"/>
                </a:lnTo>
                <a:lnTo>
                  <a:pt x="291991" y="544429"/>
                </a:lnTo>
                <a:lnTo>
                  <a:pt x="292721" y="525764"/>
                </a:lnTo>
                <a:lnTo>
                  <a:pt x="294181" y="529075"/>
                </a:lnTo>
                <a:lnTo>
                  <a:pt x="294911" y="545841"/>
                </a:lnTo>
                <a:lnTo>
                  <a:pt x="296371" y="531691"/>
                </a:lnTo>
                <a:lnTo>
                  <a:pt x="297101" y="527936"/>
                </a:lnTo>
                <a:lnTo>
                  <a:pt x="299291" y="529191"/>
                </a:lnTo>
                <a:lnTo>
                  <a:pt x="300021" y="528673"/>
                </a:lnTo>
                <a:lnTo>
                  <a:pt x="301480" y="539283"/>
                </a:lnTo>
                <a:lnTo>
                  <a:pt x="302210" y="536436"/>
                </a:lnTo>
                <a:lnTo>
                  <a:pt x="302940" y="532085"/>
                </a:lnTo>
                <a:lnTo>
                  <a:pt x="304400" y="533636"/>
                </a:lnTo>
                <a:lnTo>
                  <a:pt x="306590" y="542517"/>
                </a:lnTo>
                <a:lnTo>
                  <a:pt x="307320" y="538172"/>
                </a:lnTo>
                <a:lnTo>
                  <a:pt x="308780" y="527658"/>
                </a:lnTo>
                <a:lnTo>
                  <a:pt x="309510" y="535720"/>
                </a:lnTo>
                <a:lnTo>
                  <a:pt x="313890" y="549473"/>
                </a:lnTo>
                <a:lnTo>
                  <a:pt x="315350" y="527160"/>
                </a:lnTo>
                <a:lnTo>
                  <a:pt x="316080" y="538128"/>
                </a:lnTo>
                <a:lnTo>
                  <a:pt x="316810" y="552107"/>
                </a:lnTo>
                <a:lnTo>
                  <a:pt x="319000" y="551227"/>
                </a:lnTo>
                <a:lnTo>
                  <a:pt x="320460" y="543497"/>
                </a:lnTo>
                <a:lnTo>
                  <a:pt x="321190" y="529754"/>
                </a:lnTo>
                <a:lnTo>
                  <a:pt x="322650" y="534591"/>
                </a:lnTo>
                <a:lnTo>
                  <a:pt x="323380" y="550906"/>
                </a:lnTo>
                <a:lnTo>
                  <a:pt x="324840" y="525981"/>
                </a:lnTo>
                <a:lnTo>
                  <a:pt x="326300" y="501989"/>
                </a:lnTo>
                <a:lnTo>
                  <a:pt x="327760" y="518337"/>
                </a:lnTo>
                <a:lnTo>
                  <a:pt x="329220" y="549729"/>
                </a:lnTo>
                <a:lnTo>
                  <a:pt x="330679" y="546217"/>
                </a:lnTo>
                <a:lnTo>
                  <a:pt x="331409" y="550429"/>
                </a:lnTo>
                <a:lnTo>
                  <a:pt x="332139" y="549835"/>
                </a:lnTo>
                <a:lnTo>
                  <a:pt x="333599" y="536115"/>
                </a:lnTo>
                <a:lnTo>
                  <a:pt x="334329" y="540765"/>
                </a:lnTo>
                <a:lnTo>
                  <a:pt x="335789" y="556432"/>
                </a:lnTo>
                <a:lnTo>
                  <a:pt x="337249" y="545980"/>
                </a:lnTo>
                <a:lnTo>
                  <a:pt x="340169" y="538101"/>
                </a:lnTo>
                <a:lnTo>
                  <a:pt x="340899" y="540560"/>
                </a:lnTo>
                <a:lnTo>
                  <a:pt x="343089" y="549810"/>
                </a:lnTo>
                <a:lnTo>
                  <a:pt x="343819" y="548850"/>
                </a:lnTo>
                <a:lnTo>
                  <a:pt x="346009" y="539288"/>
                </a:lnTo>
                <a:lnTo>
                  <a:pt x="346739" y="540772"/>
                </a:lnTo>
                <a:lnTo>
                  <a:pt x="347469" y="551363"/>
                </a:lnTo>
                <a:lnTo>
                  <a:pt x="349659" y="546415"/>
                </a:lnTo>
                <a:lnTo>
                  <a:pt x="354039" y="528010"/>
                </a:lnTo>
                <a:lnTo>
                  <a:pt x="355499" y="528440"/>
                </a:lnTo>
                <a:lnTo>
                  <a:pt x="357689" y="553674"/>
                </a:lnTo>
                <a:lnTo>
                  <a:pt x="358419" y="548360"/>
                </a:lnTo>
                <a:lnTo>
                  <a:pt x="359878" y="529002"/>
                </a:lnTo>
                <a:lnTo>
                  <a:pt x="360608" y="536168"/>
                </a:lnTo>
                <a:lnTo>
                  <a:pt x="361338" y="547028"/>
                </a:lnTo>
                <a:lnTo>
                  <a:pt x="362068" y="529215"/>
                </a:lnTo>
                <a:lnTo>
                  <a:pt x="362798" y="522182"/>
                </a:lnTo>
                <a:lnTo>
                  <a:pt x="363528" y="523962"/>
                </a:lnTo>
                <a:lnTo>
                  <a:pt x="364258" y="539673"/>
                </a:lnTo>
                <a:lnTo>
                  <a:pt x="366448" y="533849"/>
                </a:lnTo>
                <a:lnTo>
                  <a:pt x="368638" y="546717"/>
                </a:lnTo>
                <a:lnTo>
                  <a:pt x="370098" y="542124"/>
                </a:lnTo>
                <a:lnTo>
                  <a:pt x="370828" y="544855"/>
                </a:lnTo>
                <a:lnTo>
                  <a:pt x="371558" y="540927"/>
                </a:lnTo>
                <a:lnTo>
                  <a:pt x="374478" y="531646"/>
                </a:lnTo>
                <a:lnTo>
                  <a:pt x="375208" y="535710"/>
                </a:lnTo>
                <a:lnTo>
                  <a:pt x="376668" y="534806"/>
                </a:lnTo>
                <a:lnTo>
                  <a:pt x="377398" y="541514"/>
                </a:lnTo>
                <a:lnTo>
                  <a:pt x="382508" y="503429"/>
                </a:lnTo>
                <a:lnTo>
                  <a:pt x="383238" y="507676"/>
                </a:lnTo>
                <a:lnTo>
                  <a:pt x="384698" y="506586"/>
                </a:lnTo>
                <a:lnTo>
                  <a:pt x="385428" y="484098"/>
                </a:lnTo>
                <a:lnTo>
                  <a:pt x="386888" y="508313"/>
                </a:lnTo>
                <a:lnTo>
                  <a:pt x="387617" y="507268"/>
                </a:lnTo>
                <a:lnTo>
                  <a:pt x="389077" y="495785"/>
                </a:lnTo>
                <a:lnTo>
                  <a:pt x="389807" y="508664"/>
                </a:lnTo>
                <a:lnTo>
                  <a:pt x="392727" y="499518"/>
                </a:lnTo>
                <a:lnTo>
                  <a:pt x="394187" y="501172"/>
                </a:lnTo>
                <a:lnTo>
                  <a:pt x="394917" y="501631"/>
                </a:lnTo>
                <a:lnTo>
                  <a:pt x="395647" y="513788"/>
                </a:lnTo>
                <a:lnTo>
                  <a:pt x="396377" y="501209"/>
                </a:lnTo>
                <a:lnTo>
                  <a:pt x="397837" y="509348"/>
                </a:lnTo>
                <a:lnTo>
                  <a:pt x="398567" y="515566"/>
                </a:lnTo>
                <a:lnTo>
                  <a:pt x="399297" y="499698"/>
                </a:lnTo>
                <a:lnTo>
                  <a:pt x="400027" y="492062"/>
                </a:lnTo>
                <a:lnTo>
                  <a:pt x="400757" y="492422"/>
                </a:lnTo>
                <a:lnTo>
                  <a:pt x="403677" y="526650"/>
                </a:lnTo>
                <a:lnTo>
                  <a:pt x="405137" y="524733"/>
                </a:lnTo>
                <a:lnTo>
                  <a:pt x="405867" y="526148"/>
                </a:lnTo>
                <a:lnTo>
                  <a:pt x="407327" y="500855"/>
                </a:lnTo>
                <a:lnTo>
                  <a:pt x="408057" y="523464"/>
                </a:lnTo>
                <a:lnTo>
                  <a:pt x="412437" y="505152"/>
                </a:lnTo>
                <a:lnTo>
                  <a:pt x="413897" y="524369"/>
                </a:lnTo>
                <a:lnTo>
                  <a:pt x="415357" y="515403"/>
                </a:lnTo>
                <a:lnTo>
                  <a:pt x="418276" y="510001"/>
                </a:lnTo>
                <a:lnTo>
                  <a:pt x="419006" y="512208"/>
                </a:lnTo>
                <a:lnTo>
                  <a:pt x="420466" y="515013"/>
                </a:lnTo>
                <a:lnTo>
                  <a:pt x="421926" y="521073"/>
                </a:lnTo>
                <a:lnTo>
                  <a:pt x="422656" y="519629"/>
                </a:lnTo>
                <a:lnTo>
                  <a:pt x="427036" y="500312"/>
                </a:lnTo>
                <a:lnTo>
                  <a:pt x="429226" y="505987"/>
                </a:lnTo>
                <a:lnTo>
                  <a:pt x="429956" y="523866"/>
                </a:lnTo>
                <a:lnTo>
                  <a:pt x="431416" y="511396"/>
                </a:lnTo>
                <a:lnTo>
                  <a:pt x="432146" y="510240"/>
                </a:lnTo>
                <a:lnTo>
                  <a:pt x="432876" y="515834"/>
                </a:lnTo>
                <a:lnTo>
                  <a:pt x="433606" y="502615"/>
                </a:lnTo>
                <a:lnTo>
                  <a:pt x="435066" y="507811"/>
                </a:lnTo>
                <a:lnTo>
                  <a:pt x="436526" y="495273"/>
                </a:lnTo>
                <a:lnTo>
                  <a:pt x="441636" y="519716"/>
                </a:lnTo>
                <a:lnTo>
                  <a:pt x="442366" y="524459"/>
                </a:lnTo>
                <a:lnTo>
                  <a:pt x="443096" y="515306"/>
                </a:lnTo>
                <a:lnTo>
                  <a:pt x="443826" y="521432"/>
                </a:lnTo>
                <a:lnTo>
                  <a:pt x="445286" y="523534"/>
                </a:lnTo>
                <a:lnTo>
                  <a:pt x="446746" y="502901"/>
                </a:lnTo>
                <a:lnTo>
                  <a:pt x="453316" y="545625"/>
                </a:lnTo>
                <a:lnTo>
                  <a:pt x="454046" y="538839"/>
                </a:lnTo>
                <a:lnTo>
                  <a:pt x="455506" y="507172"/>
                </a:lnTo>
                <a:lnTo>
                  <a:pt x="456965" y="509714"/>
                </a:lnTo>
                <a:lnTo>
                  <a:pt x="459885" y="495154"/>
                </a:lnTo>
                <a:lnTo>
                  <a:pt x="464265" y="531315"/>
                </a:lnTo>
                <a:lnTo>
                  <a:pt x="464995" y="525675"/>
                </a:lnTo>
                <a:lnTo>
                  <a:pt x="467915" y="496195"/>
                </a:lnTo>
                <a:lnTo>
                  <a:pt x="468645" y="499416"/>
                </a:lnTo>
                <a:lnTo>
                  <a:pt x="472295" y="529342"/>
                </a:lnTo>
                <a:lnTo>
                  <a:pt x="474485" y="526351"/>
                </a:lnTo>
                <a:lnTo>
                  <a:pt x="475215" y="529335"/>
                </a:lnTo>
                <a:lnTo>
                  <a:pt x="476675" y="508502"/>
                </a:lnTo>
                <a:lnTo>
                  <a:pt x="478135" y="521016"/>
                </a:lnTo>
                <a:lnTo>
                  <a:pt x="481055" y="506799"/>
                </a:lnTo>
                <a:lnTo>
                  <a:pt x="482515" y="527758"/>
                </a:lnTo>
                <a:lnTo>
                  <a:pt x="483245" y="519241"/>
                </a:lnTo>
                <a:lnTo>
                  <a:pt x="483975" y="512092"/>
                </a:lnTo>
                <a:lnTo>
                  <a:pt x="485434" y="521193"/>
                </a:lnTo>
                <a:lnTo>
                  <a:pt x="486164" y="522427"/>
                </a:lnTo>
                <a:lnTo>
                  <a:pt x="486894" y="509302"/>
                </a:lnTo>
                <a:lnTo>
                  <a:pt x="488354" y="513704"/>
                </a:lnTo>
                <a:lnTo>
                  <a:pt x="490544" y="536035"/>
                </a:lnTo>
                <a:lnTo>
                  <a:pt x="492004" y="528279"/>
                </a:lnTo>
                <a:lnTo>
                  <a:pt x="492734" y="525214"/>
                </a:lnTo>
                <a:lnTo>
                  <a:pt x="494924" y="548097"/>
                </a:lnTo>
                <a:lnTo>
                  <a:pt x="495654" y="548022"/>
                </a:lnTo>
                <a:lnTo>
                  <a:pt x="496384" y="539395"/>
                </a:lnTo>
                <a:lnTo>
                  <a:pt x="497114" y="551295"/>
                </a:lnTo>
                <a:lnTo>
                  <a:pt x="498574" y="556447"/>
                </a:lnTo>
                <a:lnTo>
                  <a:pt x="501494" y="525556"/>
                </a:lnTo>
                <a:lnTo>
                  <a:pt x="502954" y="553399"/>
                </a:lnTo>
                <a:lnTo>
                  <a:pt x="504414" y="538475"/>
                </a:lnTo>
                <a:lnTo>
                  <a:pt x="505874" y="519385"/>
                </a:lnTo>
                <a:lnTo>
                  <a:pt x="509524" y="550261"/>
                </a:lnTo>
                <a:lnTo>
                  <a:pt x="510254" y="544685"/>
                </a:lnTo>
                <a:lnTo>
                  <a:pt x="511714" y="551813"/>
                </a:lnTo>
                <a:lnTo>
                  <a:pt x="517553" y="533451"/>
                </a:lnTo>
                <a:lnTo>
                  <a:pt x="518283" y="549025"/>
                </a:lnTo>
                <a:lnTo>
                  <a:pt x="519013" y="533134"/>
                </a:lnTo>
                <a:lnTo>
                  <a:pt x="519743" y="547445"/>
                </a:lnTo>
                <a:lnTo>
                  <a:pt x="520473" y="538404"/>
                </a:lnTo>
                <a:lnTo>
                  <a:pt x="521203" y="540284"/>
                </a:lnTo>
                <a:lnTo>
                  <a:pt x="524853" y="566085"/>
                </a:lnTo>
                <a:lnTo>
                  <a:pt x="526313" y="554366"/>
                </a:lnTo>
                <a:lnTo>
                  <a:pt x="527773" y="584628"/>
                </a:lnTo>
                <a:lnTo>
                  <a:pt x="529233" y="563067"/>
                </a:lnTo>
                <a:lnTo>
                  <a:pt x="529963" y="568583"/>
                </a:lnTo>
                <a:lnTo>
                  <a:pt x="530693" y="556852"/>
                </a:lnTo>
                <a:lnTo>
                  <a:pt x="531423" y="564117"/>
                </a:lnTo>
                <a:lnTo>
                  <a:pt x="532153" y="554328"/>
                </a:lnTo>
                <a:lnTo>
                  <a:pt x="532883" y="566262"/>
                </a:lnTo>
                <a:lnTo>
                  <a:pt x="533613" y="572634"/>
                </a:lnTo>
                <a:lnTo>
                  <a:pt x="534343" y="561644"/>
                </a:lnTo>
                <a:lnTo>
                  <a:pt x="535073" y="562592"/>
                </a:lnTo>
                <a:lnTo>
                  <a:pt x="535803" y="564376"/>
                </a:lnTo>
                <a:lnTo>
                  <a:pt x="536533" y="558339"/>
                </a:lnTo>
                <a:lnTo>
                  <a:pt x="537993" y="563888"/>
                </a:lnTo>
                <a:lnTo>
                  <a:pt x="539453" y="561833"/>
                </a:lnTo>
                <a:lnTo>
                  <a:pt x="540183" y="563703"/>
                </a:lnTo>
                <a:lnTo>
                  <a:pt x="540913" y="572600"/>
                </a:lnTo>
                <a:lnTo>
                  <a:pt x="543102" y="570245"/>
                </a:lnTo>
                <a:lnTo>
                  <a:pt x="543832" y="570055"/>
                </a:lnTo>
                <a:lnTo>
                  <a:pt x="548942" y="604552"/>
                </a:lnTo>
                <a:lnTo>
                  <a:pt x="545292" y="569240"/>
                </a:lnTo>
                <a:lnTo>
                  <a:pt x="549672" y="600162"/>
                </a:lnTo>
                <a:lnTo>
                  <a:pt x="555512" y="583572"/>
                </a:lnTo>
                <a:lnTo>
                  <a:pt x="557702" y="612074"/>
                </a:lnTo>
                <a:lnTo>
                  <a:pt x="559162" y="607313"/>
                </a:lnTo>
                <a:lnTo>
                  <a:pt x="560622" y="590062"/>
                </a:lnTo>
                <a:lnTo>
                  <a:pt x="562082" y="599844"/>
                </a:lnTo>
                <a:lnTo>
                  <a:pt x="565002" y="607945"/>
                </a:lnTo>
                <a:lnTo>
                  <a:pt x="565732" y="607558"/>
                </a:lnTo>
                <a:lnTo>
                  <a:pt x="567192" y="601849"/>
                </a:lnTo>
                <a:lnTo>
                  <a:pt x="568652" y="602391"/>
                </a:lnTo>
                <a:lnTo>
                  <a:pt x="572301" y="631371"/>
                </a:lnTo>
                <a:lnTo>
                  <a:pt x="573031" y="630090"/>
                </a:lnTo>
                <a:lnTo>
                  <a:pt x="577411" y="605472"/>
                </a:lnTo>
                <a:lnTo>
                  <a:pt x="580331" y="645182"/>
                </a:lnTo>
                <a:lnTo>
                  <a:pt x="583251" y="633470"/>
                </a:lnTo>
                <a:lnTo>
                  <a:pt x="585441" y="633631"/>
                </a:lnTo>
                <a:lnTo>
                  <a:pt x="588361" y="650499"/>
                </a:lnTo>
                <a:lnTo>
                  <a:pt x="589091" y="633849"/>
                </a:lnTo>
                <a:lnTo>
                  <a:pt x="591281" y="635413"/>
                </a:lnTo>
                <a:lnTo>
                  <a:pt x="594931" y="645475"/>
                </a:lnTo>
                <a:lnTo>
                  <a:pt x="597851" y="662179"/>
                </a:lnTo>
                <a:lnTo>
                  <a:pt x="601500" y="643153"/>
                </a:lnTo>
                <a:lnTo>
                  <a:pt x="603690" y="641826"/>
                </a:lnTo>
                <a:lnTo>
                  <a:pt x="608800" y="658779"/>
                </a:lnTo>
                <a:lnTo>
                  <a:pt x="609530" y="657542"/>
                </a:lnTo>
                <a:lnTo>
                  <a:pt x="610990" y="663539"/>
                </a:lnTo>
                <a:lnTo>
                  <a:pt x="614640" y="675954"/>
                </a:lnTo>
                <a:lnTo>
                  <a:pt x="616830" y="664676"/>
                </a:lnTo>
                <a:lnTo>
                  <a:pt x="617560" y="665946"/>
                </a:lnTo>
                <a:lnTo>
                  <a:pt x="619020" y="676639"/>
                </a:lnTo>
                <a:lnTo>
                  <a:pt x="619750" y="673711"/>
                </a:lnTo>
                <a:lnTo>
                  <a:pt x="621940" y="660825"/>
                </a:lnTo>
                <a:lnTo>
                  <a:pt x="623400" y="665927"/>
                </a:lnTo>
                <a:lnTo>
                  <a:pt x="625590" y="701169"/>
                </a:lnTo>
                <a:lnTo>
                  <a:pt x="626320" y="700020"/>
                </a:lnTo>
                <a:lnTo>
                  <a:pt x="629239" y="665827"/>
                </a:lnTo>
                <a:lnTo>
                  <a:pt x="632159" y="698898"/>
                </a:lnTo>
                <a:lnTo>
                  <a:pt x="636539" y="696638"/>
                </a:lnTo>
                <a:lnTo>
                  <a:pt x="637999" y="699552"/>
                </a:lnTo>
                <a:lnTo>
                  <a:pt x="639459" y="697025"/>
                </a:lnTo>
                <a:lnTo>
                  <a:pt x="640189" y="688928"/>
                </a:lnTo>
                <a:lnTo>
                  <a:pt x="642379" y="693335"/>
                </a:lnTo>
                <a:lnTo>
                  <a:pt x="647489" y="734473"/>
                </a:lnTo>
                <a:lnTo>
                  <a:pt x="648219" y="733825"/>
                </a:lnTo>
                <a:lnTo>
                  <a:pt x="648949" y="741762"/>
                </a:lnTo>
                <a:lnTo>
                  <a:pt x="651139" y="738425"/>
                </a:lnTo>
                <a:lnTo>
                  <a:pt x="651869" y="730156"/>
                </a:lnTo>
                <a:lnTo>
                  <a:pt x="653329" y="737593"/>
                </a:lnTo>
                <a:lnTo>
                  <a:pt x="654059" y="736429"/>
                </a:lnTo>
                <a:lnTo>
                  <a:pt x="654789" y="745448"/>
                </a:lnTo>
                <a:lnTo>
                  <a:pt x="656249" y="745062"/>
                </a:lnTo>
                <a:lnTo>
                  <a:pt x="657709" y="726217"/>
                </a:lnTo>
                <a:lnTo>
                  <a:pt x="658439" y="755478"/>
                </a:lnTo>
                <a:lnTo>
                  <a:pt x="659898" y="730194"/>
                </a:lnTo>
                <a:lnTo>
                  <a:pt x="660629" y="730056"/>
                </a:lnTo>
                <a:lnTo>
                  <a:pt x="662819" y="740537"/>
                </a:lnTo>
                <a:lnTo>
                  <a:pt x="663549" y="739990"/>
                </a:lnTo>
                <a:lnTo>
                  <a:pt x="665009" y="734267"/>
                </a:lnTo>
                <a:lnTo>
                  <a:pt x="665739" y="735398"/>
                </a:lnTo>
                <a:lnTo>
                  <a:pt x="672308" y="789373"/>
                </a:lnTo>
                <a:lnTo>
                  <a:pt x="673768" y="779639"/>
                </a:lnTo>
                <a:lnTo>
                  <a:pt x="675228" y="765074"/>
                </a:lnTo>
                <a:lnTo>
                  <a:pt x="676688" y="771112"/>
                </a:lnTo>
                <a:lnTo>
                  <a:pt x="680338" y="792551"/>
                </a:lnTo>
                <a:lnTo>
                  <a:pt x="682528" y="760184"/>
                </a:lnTo>
                <a:lnTo>
                  <a:pt x="683258" y="773487"/>
                </a:lnTo>
                <a:lnTo>
                  <a:pt x="683988" y="781984"/>
                </a:lnTo>
                <a:lnTo>
                  <a:pt x="686178" y="777827"/>
                </a:lnTo>
                <a:lnTo>
                  <a:pt x="689098" y="790540"/>
                </a:lnTo>
                <a:lnTo>
                  <a:pt x="689828" y="779473"/>
                </a:lnTo>
                <a:lnTo>
                  <a:pt x="691288" y="784026"/>
                </a:lnTo>
                <a:lnTo>
                  <a:pt x="693478" y="783229"/>
                </a:lnTo>
                <a:lnTo>
                  <a:pt x="694938" y="819970"/>
                </a:lnTo>
                <a:lnTo>
                  <a:pt x="695668" y="803427"/>
                </a:lnTo>
                <a:lnTo>
                  <a:pt x="697857" y="809895"/>
                </a:lnTo>
                <a:lnTo>
                  <a:pt x="700777" y="822156"/>
                </a:lnTo>
                <a:lnTo>
                  <a:pt x="701507" y="818856"/>
                </a:lnTo>
                <a:lnTo>
                  <a:pt x="708077" y="756471"/>
                </a:lnTo>
                <a:lnTo>
                  <a:pt x="712457" y="701599"/>
                </a:lnTo>
                <a:lnTo>
                  <a:pt x="713917" y="686656"/>
                </a:lnTo>
                <a:lnTo>
                  <a:pt x="723407" y="571840"/>
                </a:lnTo>
                <a:lnTo>
                  <a:pt x="724137" y="575583"/>
                </a:lnTo>
                <a:lnTo>
                  <a:pt x="732896" y="463731"/>
                </a:lnTo>
                <a:lnTo>
                  <a:pt x="733626" y="463934"/>
                </a:lnTo>
                <a:lnTo>
                  <a:pt x="746036" y="376288"/>
                </a:lnTo>
                <a:lnTo>
                  <a:pt x="746766" y="375142"/>
                </a:lnTo>
                <a:lnTo>
                  <a:pt x="747496" y="378122"/>
                </a:lnTo>
                <a:lnTo>
                  <a:pt x="748226" y="379447"/>
                </a:lnTo>
                <a:lnTo>
                  <a:pt x="748956" y="375660"/>
                </a:lnTo>
                <a:lnTo>
                  <a:pt x="749686" y="370492"/>
                </a:lnTo>
                <a:lnTo>
                  <a:pt x="750416" y="379047"/>
                </a:lnTo>
                <a:lnTo>
                  <a:pt x="752606" y="382852"/>
                </a:lnTo>
                <a:lnTo>
                  <a:pt x="753336" y="380976"/>
                </a:lnTo>
                <a:lnTo>
                  <a:pt x="754066" y="375846"/>
                </a:lnTo>
                <a:lnTo>
                  <a:pt x="754795" y="379823"/>
                </a:lnTo>
                <a:lnTo>
                  <a:pt x="755525" y="392858"/>
                </a:lnTo>
                <a:lnTo>
                  <a:pt x="756985" y="372892"/>
                </a:lnTo>
                <a:lnTo>
                  <a:pt x="765015" y="431767"/>
                </a:lnTo>
                <a:lnTo>
                  <a:pt x="765745" y="425159"/>
                </a:lnTo>
                <a:lnTo>
                  <a:pt x="766475" y="422062"/>
                </a:lnTo>
                <a:lnTo>
                  <a:pt x="767205" y="424025"/>
                </a:lnTo>
                <a:lnTo>
                  <a:pt x="770125" y="441790"/>
                </a:lnTo>
                <a:lnTo>
                  <a:pt x="770855" y="466677"/>
                </a:lnTo>
                <a:lnTo>
                  <a:pt x="771585" y="439029"/>
                </a:lnTo>
                <a:lnTo>
                  <a:pt x="773045" y="460870"/>
                </a:lnTo>
                <a:lnTo>
                  <a:pt x="774505" y="472072"/>
                </a:lnTo>
                <a:lnTo>
                  <a:pt x="775965" y="444123"/>
                </a:lnTo>
                <a:lnTo>
                  <a:pt x="778155" y="472633"/>
                </a:lnTo>
                <a:lnTo>
                  <a:pt x="777425" y="443015"/>
                </a:lnTo>
                <a:lnTo>
                  <a:pt x="778885" y="455638"/>
                </a:lnTo>
                <a:lnTo>
                  <a:pt x="779615" y="448126"/>
                </a:lnTo>
                <a:lnTo>
                  <a:pt x="780345" y="463241"/>
                </a:lnTo>
                <a:lnTo>
                  <a:pt x="781075" y="460481"/>
                </a:lnTo>
                <a:lnTo>
                  <a:pt x="782535" y="478116"/>
                </a:lnTo>
                <a:lnTo>
                  <a:pt x="783994" y="469375"/>
                </a:lnTo>
                <a:lnTo>
                  <a:pt x="784724" y="474002"/>
                </a:lnTo>
                <a:lnTo>
                  <a:pt x="785454" y="444883"/>
                </a:lnTo>
                <a:lnTo>
                  <a:pt x="786184" y="475630"/>
                </a:lnTo>
                <a:lnTo>
                  <a:pt x="789104" y="510475"/>
                </a:lnTo>
                <a:lnTo>
                  <a:pt x="789834" y="506417"/>
                </a:lnTo>
                <a:lnTo>
                  <a:pt x="791294" y="524329"/>
                </a:lnTo>
                <a:lnTo>
                  <a:pt x="792754" y="518041"/>
                </a:lnTo>
                <a:lnTo>
                  <a:pt x="793484" y="512479"/>
                </a:lnTo>
                <a:lnTo>
                  <a:pt x="794214" y="523165"/>
                </a:lnTo>
                <a:lnTo>
                  <a:pt x="794944" y="523665"/>
                </a:lnTo>
                <a:lnTo>
                  <a:pt x="797134" y="513336"/>
                </a:lnTo>
                <a:lnTo>
                  <a:pt x="797864" y="521365"/>
                </a:lnTo>
                <a:lnTo>
                  <a:pt x="799324" y="534082"/>
                </a:lnTo>
                <a:lnTo>
                  <a:pt x="800054" y="524567"/>
                </a:lnTo>
                <a:lnTo>
                  <a:pt x="801514" y="510267"/>
                </a:lnTo>
                <a:lnTo>
                  <a:pt x="802974" y="491122"/>
                </a:lnTo>
                <a:lnTo>
                  <a:pt x="803704" y="494120"/>
                </a:lnTo>
                <a:lnTo>
                  <a:pt x="804434" y="517328"/>
                </a:lnTo>
                <a:lnTo>
                  <a:pt x="806624" y="510155"/>
                </a:lnTo>
                <a:lnTo>
                  <a:pt x="807354" y="525299"/>
                </a:lnTo>
                <a:lnTo>
                  <a:pt x="809544" y="520132"/>
                </a:lnTo>
                <a:lnTo>
                  <a:pt x="811004" y="545926"/>
                </a:lnTo>
                <a:lnTo>
                  <a:pt x="811734" y="563776"/>
                </a:lnTo>
                <a:lnTo>
                  <a:pt x="812463" y="544978"/>
                </a:lnTo>
                <a:lnTo>
                  <a:pt x="813193" y="531692"/>
                </a:lnTo>
                <a:lnTo>
                  <a:pt x="813923" y="552460"/>
                </a:lnTo>
                <a:lnTo>
                  <a:pt x="817573" y="616173"/>
                </a:lnTo>
                <a:lnTo>
                  <a:pt x="818303" y="643177"/>
                </a:lnTo>
                <a:lnTo>
                  <a:pt x="819763" y="624544"/>
                </a:lnTo>
                <a:lnTo>
                  <a:pt x="821953" y="602480"/>
                </a:lnTo>
                <a:lnTo>
                  <a:pt x="823413" y="604734"/>
                </a:lnTo>
                <a:lnTo>
                  <a:pt x="824873" y="586638"/>
                </a:lnTo>
                <a:lnTo>
                  <a:pt x="825603" y="610893"/>
                </a:lnTo>
                <a:lnTo>
                  <a:pt x="827063" y="576714"/>
                </a:lnTo>
                <a:lnTo>
                  <a:pt x="827793" y="606718"/>
                </a:lnTo>
                <a:lnTo>
                  <a:pt x="828523" y="603114"/>
                </a:lnTo>
                <a:lnTo>
                  <a:pt x="829253" y="611731"/>
                </a:lnTo>
                <a:lnTo>
                  <a:pt x="832173" y="646312"/>
                </a:lnTo>
                <a:lnTo>
                  <a:pt x="835823" y="598470"/>
                </a:lnTo>
                <a:lnTo>
                  <a:pt x="836553" y="600824"/>
                </a:lnTo>
                <a:lnTo>
                  <a:pt x="840203" y="634247"/>
                </a:lnTo>
                <a:lnTo>
                  <a:pt x="838743" y="599724"/>
                </a:lnTo>
                <a:lnTo>
                  <a:pt x="840932" y="627419"/>
                </a:lnTo>
                <a:lnTo>
                  <a:pt x="842392" y="585254"/>
                </a:lnTo>
                <a:lnTo>
                  <a:pt x="843852" y="600757"/>
                </a:lnTo>
                <a:lnTo>
                  <a:pt x="845312" y="591356"/>
                </a:lnTo>
                <a:lnTo>
                  <a:pt x="846042" y="596566"/>
                </a:lnTo>
                <a:lnTo>
                  <a:pt x="846772" y="606869"/>
                </a:lnTo>
                <a:lnTo>
                  <a:pt x="847502" y="605551"/>
                </a:lnTo>
                <a:lnTo>
                  <a:pt x="850422" y="575351"/>
                </a:lnTo>
                <a:lnTo>
                  <a:pt x="851152" y="577861"/>
                </a:lnTo>
                <a:lnTo>
                  <a:pt x="851882" y="578672"/>
                </a:lnTo>
                <a:lnTo>
                  <a:pt x="852612" y="566352"/>
                </a:lnTo>
                <a:lnTo>
                  <a:pt x="853342" y="585454"/>
                </a:lnTo>
                <a:lnTo>
                  <a:pt x="854072" y="593122"/>
                </a:lnTo>
                <a:lnTo>
                  <a:pt x="856262" y="563636"/>
                </a:lnTo>
                <a:lnTo>
                  <a:pt x="856992" y="567911"/>
                </a:lnTo>
                <a:lnTo>
                  <a:pt x="863562" y="544519"/>
                </a:lnTo>
                <a:lnTo>
                  <a:pt x="867212" y="561514"/>
                </a:lnTo>
                <a:lnTo>
                  <a:pt x="867942" y="561070"/>
                </a:lnTo>
                <a:lnTo>
                  <a:pt x="868672" y="563458"/>
                </a:lnTo>
                <a:lnTo>
                  <a:pt x="870131" y="589026"/>
                </a:lnTo>
                <a:lnTo>
                  <a:pt x="871592" y="580421"/>
                </a:lnTo>
                <a:lnTo>
                  <a:pt x="872322" y="578206"/>
                </a:lnTo>
                <a:lnTo>
                  <a:pt x="881811" y="648266"/>
                </a:lnTo>
                <a:lnTo>
                  <a:pt x="884001" y="657824"/>
                </a:lnTo>
                <a:lnTo>
                  <a:pt x="884731" y="655699"/>
                </a:lnTo>
                <a:lnTo>
                  <a:pt x="885461" y="650008"/>
                </a:lnTo>
                <a:lnTo>
                  <a:pt x="886191" y="659235"/>
                </a:lnTo>
                <a:lnTo>
                  <a:pt x="898601" y="722087"/>
                </a:lnTo>
                <a:lnTo>
                  <a:pt x="899331" y="719690"/>
                </a:lnTo>
                <a:lnTo>
                  <a:pt x="900061" y="724748"/>
                </a:lnTo>
                <a:lnTo>
                  <a:pt x="901521" y="739078"/>
                </a:lnTo>
                <a:lnTo>
                  <a:pt x="902251" y="729021"/>
                </a:lnTo>
                <a:lnTo>
                  <a:pt x="902981" y="721206"/>
                </a:lnTo>
                <a:lnTo>
                  <a:pt x="903711" y="731976"/>
                </a:lnTo>
                <a:lnTo>
                  <a:pt x="905901" y="752364"/>
                </a:lnTo>
                <a:lnTo>
                  <a:pt x="906631" y="752188"/>
                </a:lnTo>
                <a:lnTo>
                  <a:pt x="908821" y="742944"/>
                </a:lnTo>
                <a:lnTo>
                  <a:pt x="909550" y="751734"/>
                </a:lnTo>
                <a:lnTo>
                  <a:pt x="912470" y="767446"/>
                </a:lnTo>
                <a:lnTo>
                  <a:pt x="913200" y="766560"/>
                </a:lnTo>
                <a:lnTo>
                  <a:pt x="913930" y="762839"/>
                </a:lnTo>
                <a:lnTo>
                  <a:pt x="914660" y="767651"/>
                </a:lnTo>
                <a:lnTo>
                  <a:pt x="915390" y="776205"/>
                </a:lnTo>
                <a:lnTo>
                  <a:pt x="917580" y="772607"/>
                </a:lnTo>
                <a:lnTo>
                  <a:pt x="919770" y="777817"/>
                </a:lnTo>
                <a:lnTo>
                  <a:pt x="920500" y="777444"/>
                </a:lnTo>
                <a:lnTo>
                  <a:pt x="922690" y="767625"/>
                </a:lnTo>
                <a:lnTo>
                  <a:pt x="923420" y="771247"/>
                </a:lnTo>
                <a:lnTo>
                  <a:pt x="924150" y="777543"/>
                </a:lnTo>
                <a:lnTo>
                  <a:pt x="926340" y="775150"/>
                </a:lnTo>
                <a:lnTo>
                  <a:pt x="927800" y="768902"/>
                </a:lnTo>
                <a:lnTo>
                  <a:pt x="928530" y="777723"/>
                </a:lnTo>
                <a:lnTo>
                  <a:pt x="929260" y="781641"/>
                </a:lnTo>
                <a:lnTo>
                  <a:pt x="929990" y="775254"/>
                </a:lnTo>
                <a:lnTo>
                  <a:pt x="930720" y="778104"/>
                </a:lnTo>
                <a:lnTo>
                  <a:pt x="931450" y="777278"/>
                </a:lnTo>
                <a:lnTo>
                  <a:pt x="932910" y="762968"/>
                </a:lnTo>
                <a:lnTo>
                  <a:pt x="933640" y="767216"/>
                </a:lnTo>
                <a:lnTo>
                  <a:pt x="935830" y="780258"/>
                </a:lnTo>
                <a:lnTo>
                  <a:pt x="936560" y="771974"/>
                </a:lnTo>
                <a:lnTo>
                  <a:pt x="937290" y="761713"/>
                </a:lnTo>
                <a:lnTo>
                  <a:pt x="939479" y="767846"/>
                </a:lnTo>
                <a:lnTo>
                  <a:pt x="944589" y="748545"/>
                </a:lnTo>
                <a:lnTo>
                  <a:pt x="945319" y="762485"/>
                </a:lnTo>
                <a:lnTo>
                  <a:pt x="946779" y="747315"/>
                </a:lnTo>
                <a:lnTo>
                  <a:pt x="948239" y="752042"/>
                </a:lnTo>
                <a:lnTo>
                  <a:pt x="948969" y="744386"/>
                </a:lnTo>
                <a:lnTo>
                  <a:pt x="955539" y="716243"/>
                </a:lnTo>
                <a:lnTo>
                  <a:pt x="959189" y="684190"/>
                </a:lnTo>
                <a:lnTo>
                  <a:pt x="959919" y="688458"/>
                </a:lnTo>
                <a:lnTo>
                  <a:pt x="960649" y="687573"/>
                </a:lnTo>
                <a:lnTo>
                  <a:pt x="977438" y="530704"/>
                </a:lnTo>
                <a:lnTo>
                  <a:pt x="981088" y="507157"/>
                </a:lnTo>
                <a:lnTo>
                  <a:pt x="981818" y="515061"/>
                </a:lnTo>
                <a:lnTo>
                  <a:pt x="982548" y="504703"/>
                </a:lnTo>
                <a:lnTo>
                  <a:pt x="984008" y="512516"/>
                </a:lnTo>
                <a:lnTo>
                  <a:pt x="985468" y="496256"/>
                </a:lnTo>
                <a:lnTo>
                  <a:pt x="986198" y="518007"/>
                </a:lnTo>
                <a:lnTo>
                  <a:pt x="986928" y="501875"/>
                </a:lnTo>
                <a:lnTo>
                  <a:pt x="987658" y="505076"/>
                </a:lnTo>
                <a:lnTo>
                  <a:pt x="988388" y="500337"/>
                </a:lnTo>
                <a:lnTo>
                  <a:pt x="989118" y="494314"/>
                </a:lnTo>
                <a:lnTo>
                  <a:pt x="989848" y="506791"/>
                </a:lnTo>
                <a:lnTo>
                  <a:pt x="990578" y="501411"/>
                </a:lnTo>
                <a:lnTo>
                  <a:pt x="992038" y="504745"/>
                </a:lnTo>
                <a:lnTo>
                  <a:pt x="992768" y="493370"/>
                </a:lnTo>
                <a:lnTo>
                  <a:pt x="993498" y="506336"/>
                </a:lnTo>
                <a:lnTo>
                  <a:pt x="994958" y="495296"/>
                </a:lnTo>
                <a:lnTo>
                  <a:pt x="996417" y="499278"/>
                </a:lnTo>
                <a:lnTo>
                  <a:pt x="997147" y="492231"/>
                </a:lnTo>
                <a:lnTo>
                  <a:pt x="998607" y="496007"/>
                </a:lnTo>
                <a:lnTo>
                  <a:pt x="999337" y="498923"/>
                </a:lnTo>
                <a:lnTo>
                  <a:pt x="1000067" y="495673"/>
                </a:lnTo>
                <a:lnTo>
                  <a:pt x="1002987" y="476366"/>
                </a:lnTo>
                <a:lnTo>
                  <a:pt x="1003717" y="479498"/>
                </a:lnTo>
                <a:lnTo>
                  <a:pt x="1004447" y="496213"/>
                </a:lnTo>
                <a:lnTo>
                  <a:pt x="1005907" y="490706"/>
                </a:lnTo>
                <a:lnTo>
                  <a:pt x="1007367" y="477933"/>
                </a:lnTo>
                <a:lnTo>
                  <a:pt x="1008097" y="488273"/>
                </a:lnTo>
                <a:lnTo>
                  <a:pt x="1008827" y="491409"/>
                </a:lnTo>
                <a:lnTo>
                  <a:pt x="1010287" y="471113"/>
                </a:lnTo>
                <a:lnTo>
                  <a:pt x="1011017" y="478745"/>
                </a:lnTo>
                <a:lnTo>
                  <a:pt x="1011747" y="496289"/>
                </a:lnTo>
                <a:lnTo>
                  <a:pt x="1012477" y="469673"/>
                </a:lnTo>
                <a:lnTo>
                  <a:pt x="1013937" y="466636"/>
                </a:lnTo>
                <a:lnTo>
                  <a:pt x="1015397" y="483121"/>
                </a:lnTo>
                <a:lnTo>
                  <a:pt x="1017587" y="429502"/>
                </a:lnTo>
                <a:lnTo>
                  <a:pt x="1018317" y="447163"/>
                </a:lnTo>
                <a:lnTo>
                  <a:pt x="1019047" y="483213"/>
                </a:lnTo>
                <a:lnTo>
                  <a:pt x="1020507" y="448110"/>
                </a:lnTo>
                <a:lnTo>
                  <a:pt x="1022697" y="463489"/>
                </a:lnTo>
                <a:lnTo>
                  <a:pt x="1023427" y="456688"/>
                </a:lnTo>
                <a:lnTo>
                  <a:pt x="1024886" y="441091"/>
                </a:lnTo>
                <a:lnTo>
                  <a:pt x="1025616" y="447429"/>
                </a:lnTo>
                <a:lnTo>
                  <a:pt x="1026346" y="465827"/>
                </a:lnTo>
                <a:lnTo>
                  <a:pt x="1027076" y="430060"/>
                </a:lnTo>
                <a:lnTo>
                  <a:pt x="1027806" y="410408"/>
                </a:lnTo>
                <a:lnTo>
                  <a:pt x="1028536" y="415524"/>
                </a:lnTo>
                <a:lnTo>
                  <a:pt x="1029266" y="445093"/>
                </a:lnTo>
                <a:lnTo>
                  <a:pt x="1031456" y="436069"/>
                </a:lnTo>
                <a:lnTo>
                  <a:pt x="1032186" y="450966"/>
                </a:lnTo>
                <a:lnTo>
                  <a:pt x="1032916" y="414682"/>
                </a:lnTo>
                <a:lnTo>
                  <a:pt x="1033646" y="401050"/>
                </a:lnTo>
                <a:lnTo>
                  <a:pt x="1034376" y="432101"/>
                </a:lnTo>
                <a:lnTo>
                  <a:pt x="1035836" y="421449"/>
                </a:lnTo>
                <a:lnTo>
                  <a:pt x="1037296" y="427185"/>
                </a:lnTo>
                <a:lnTo>
                  <a:pt x="1038026" y="428209"/>
                </a:lnTo>
                <a:lnTo>
                  <a:pt x="1038756" y="425844"/>
                </a:lnTo>
                <a:lnTo>
                  <a:pt x="1040216" y="415469"/>
                </a:lnTo>
                <a:lnTo>
                  <a:pt x="1040946" y="428703"/>
                </a:lnTo>
                <a:lnTo>
                  <a:pt x="1043136" y="411387"/>
                </a:lnTo>
                <a:lnTo>
                  <a:pt x="1044596" y="416532"/>
                </a:lnTo>
                <a:lnTo>
                  <a:pt x="1046056" y="420578"/>
                </a:lnTo>
                <a:lnTo>
                  <a:pt x="1047516" y="387417"/>
                </a:lnTo>
                <a:lnTo>
                  <a:pt x="1048246" y="429481"/>
                </a:lnTo>
                <a:lnTo>
                  <a:pt x="1048976" y="407259"/>
                </a:lnTo>
                <a:lnTo>
                  <a:pt x="1049706" y="420782"/>
                </a:lnTo>
                <a:lnTo>
                  <a:pt x="1050436" y="417165"/>
                </a:lnTo>
                <a:lnTo>
                  <a:pt x="1052626" y="422733"/>
                </a:lnTo>
                <a:lnTo>
                  <a:pt x="1053355" y="391973"/>
                </a:lnTo>
                <a:lnTo>
                  <a:pt x="1054085" y="391508"/>
                </a:lnTo>
                <a:lnTo>
                  <a:pt x="1055545" y="424880"/>
                </a:lnTo>
                <a:lnTo>
                  <a:pt x="1056275" y="394302"/>
                </a:lnTo>
                <a:lnTo>
                  <a:pt x="1057735" y="377516"/>
                </a:lnTo>
                <a:lnTo>
                  <a:pt x="1058465" y="391553"/>
                </a:lnTo>
                <a:lnTo>
                  <a:pt x="1059195" y="429515"/>
                </a:lnTo>
                <a:lnTo>
                  <a:pt x="1060655" y="385812"/>
                </a:lnTo>
                <a:lnTo>
                  <a:pt x="1061385" y="384309"/>
                </a:lnTo>
                <a:lnTo>
                  <a:pt x="1064305" y="405200"/>
                </a:lnTo>
                <a:lnTo>
                  <a:pt x="1065765" y="387623"/>
                </a:lnTo>
                <a:lnTo>
                  <a:pt x="1066495" y="404430"/>
                </a:lnTo>
                <a:lnTo>
                  <a:pt x="1067225" y="412068"/>
                </a:lnTo>
                <a:lnTo>
                  <a:pt x="1069415" y="324503"/>
                </a:lnTo>
                <a:lnTo>
                  <a:pt x="1070145" y="339741"/>
                </a:lnTo>
                <a:lnTo>
                  <a:pt x="1071605" y="431691"/>
                </a:lnTo>
                <a:lnTo>
                  <a:pt x="1072335" y="380645"/>
                </a:lnTo>
                <a:lnTo>
                  <a:pt x="1073795" y="319478"/>
                </a:lnTo>
                <a:lnTo>
                  <a:pt x="1075255" y="340263"/>
                </a:lnTo>
                <a:lnTo>
                  <a:pt x="1076715" y="402558"/>
                </a:lnTo>
                <a:lnTo>
                  <a:pt x="1077445" y="367488"/>
                </a:lnTo>
                <a:lnTo>
                  <a:pt x="1079635" y="341201"/>
                </a:lnTo>
                <a:lnTo>
                  <a:pt x="1080365" y="349536"/>
                </a:lnTo>
                <a:lnTo>
                  <a:pt x="1081095" y="420880"/>
                </a:lnTo>
                <a:lnTo>
                  <a:pt x="1082554" y="391914"/>
                </a:lnTo>
                <a:lnTo>
                  <a:pt x="1084014" y="341348"/>
                </a:lnTo>
                <a:lnTo>
                  <a:pt x="1085474" y="372144"/>
                </a:lnTo>
                <a:lnTo>
                  <a:pt x="1086205" y="377317"/>
                </a:lnTo>
                <a:lnTo>
                  <a:pt x="1086934" y="368152"/>
                </a:lnTo>
                <a:lnTo>
                  <a:pt x="1087664" y="355396"/>
                </a:lnTo>
                <a:lnTo>
                  <a:pt x="1088394" y="356875"/>
                </a:lnTo>
                <a:lnTo>
                  <a:pt x="1089125" y="390935"/>
                </a:lnTo>
                <a:lnTo>
                  <a:pt x="1090584" y="338358"/>
                </a:lnTo>
                <a:lnTo>
                  <a:pt x="1092045" y="314206"/>
                </a:lnTo>
                <a:lnTo>
                  <a:pt x="1092774" y="334535"/>
                </a:lnTo>
                <a:lnTo>
                  <a:pt x="1094234" y="416236"/>
                </a:lnTo>
                <a:lnTo>
                  <a:pt x="1095694" y="354659"/>
                </a:lnTo>
                <a:lnTo>
                  <a:pt x="1096424" y="326634"/>
                </a:lnTo>
                <a:lnTo>
                  <a:pt x="1097884" y="367790"/>
                </a:lnTo>
                <a:lnTo>
                  <a:pt x="1098614" y="382163"/>
                </a:lnTo>
                <a:lnTo>
                  <a:pt x="1102264" y="267774"/>
                </a:lnTo>
                <a:lnTo>
                  <a:pt x="1103724" y="392366"/>
                </a:lnTo>
                <a:lnTo>
                  <a:pt x="1105914" y="345775"/>
                </a:lnTo>
                <a:lnTo>
                  <a:pt x="1108104" y="299744"/>
                </a:lnTo>
                <a:lnTo>
                  <a:pt x="1108834" y="421897"/>
                </a:lnTo>
                <a:lnTo>
                  <a:pt x="1111024" y="355244"/>
                </a:lnTo>
                <a:lnTo>
                  <a:pt x="1112484" y="276942"/>
                </a:lnTo>
                <a:lnTo>
                  <a:pt x="1113944" y="335884"/>
                </a:lnTo>
                <a:lnTo>
                  <a:pt x="1114674" y="418960"/>
                </a:lnTo>
                <a:lnTo>
                  <a:pt x="1116864" y="411676"/>
                </a:lnTo>
                <a:lnTo>
                  <a:pt x="1119054" y="308666"/>
                </a:lnTo>
                <a:lnTo>
                  <a:pt x="1120514" y="326298"/>
                </a:lnTo>
                <a:lnTo>
                  <a:pt x="1121243" y="391096"/>
                </a:lnTo>
                <a:lnTo>
                  <a:pt x="1122703" y="347341"/>
                </a:lnTo>
                <a:lnTo>
                  <a:pt x="1123433" y="322054"/>
                </a:lnTo>
                <a:lnTo>
                  <a:pt x="1124163" y="325947"/>
                </a:lnTo>
                <a:lnTo>
                  <a:pt x="1127083" y="419387"/>
                </a:lnTo>
                <a:lnTo>
                  <a:pt x="1129273" y="214408"/>
                </a:lnTo>
                <a:lnTo>
                  <a:pt x="1130733" y="231584"/>
                </a:lnTo>
                <a:lnTo>
                  <a:pt x="1132923" y="411773"/>
                </a:lnTo>
                <a:lnTo>
                  <a:pt x="1134383" y="350907"/>
                </a:lnTo>
                <a:lnTo>
                  <a:pt x="1135843" y="282175"/>
                </a:lnTo>
                <a:lnTo>
                  <a:pt x="1136573" y="301692"/>
                </a:lnTo>
                <a:lnTo>
                  <a:pt x="1140223" y="429422"/>
                </a:lnTo>
                <a:lnTo>
                  <a:pt x="1140953" y="416234"/>
                </a:lnTo>
                <a:lnTo>
                  <a:pt x="1142413" y="201563"/>
                </a:lnTo>
                <a:lnTo>
                  <a:pt x="1144603" y="227952"/>
                </a:lnTo>
                <a:lnTo>
                  <a:pt x="1146063" y="405932"/>
                </a:lnTo>
                <a:lnTo>
                  <a:pt x="1148253" y="363586"/>
                </a:lnTo>
                <a:lnTo>
                  <a:pt x="1148983" y="349388"/>
                </a:lnTo>
                <a:lnTo>
                  <a:pt x="1149713" y="363322"/>
                </a:lnTo>
                <a:lnTo>
                  <a:pt x="1150442" y="382303"/>
                </a:lnTo>
                <a:lnTo>
                  <a:pt x="1151172" y="368217"/>
                </a:lnTo>
                <a:lnTo>
                  <a:pt x="1152632" y="312203"/>
                </a:lnTo>
                <a:lnTo>
                  <a:pt x="1153362" y="324338"/>
                </a:lnTo>
                <a:lnTo>
                  <a:pt x="1156282" y="402889"/>
                </a:lnTo>
                <a:lnTo>
                  <a:pt x="1157742" y="342632"/>
                </a:lnTo>
                <a:lnTo>
                  <a:pt x="1159202" y="364001"/>
                </a:lnTo>
                <a:lnTo>
                  <a:pt x="1160662" y="401247"/>
                </a:lnTo>
                <a:lnTo>
                  <a:pt x="1161392" y="394304"/>
                </a:lnTo>
                <a:lnTo>
                  <a:pt x="1163582" y="312776"/>
                </a:lnTo>
                <a:lnTo>
                  <a:pt x="1164312" y="340641"/>
                </a:lnTo>
                <a:lnTo>
                  <a:pt x="1167962" y="466382"/>
                </a:lnTo>
                <a:lnTo>
                  <a:pt x="1170152" y="257496"/>
                </a:lnTo>
                <a:lnTo>
                  <a:pt x="1171612" y="349386"/>
                </a:lnTo>
                <a:lnTo>
                  <a:pt x="1173802" y="420276"/>
                </a:lnTo>
                <a:lnTo>
                  <a:pt x="1175262" y="402694"/>
                </a:lnTo>
                <a:lnTo>
                  <a:pt x="1176722" y="294795"/>
                </a:lnTo>
                <a:lnTo>
                  <a:pt x="1178182" y="366497"/>
                </a:lnTo>
                <a:lnTo>
                  <a:pt x="1181831" y="415557"/>
                </a:lnTo>
                <a:lnTo>
                  <a:pt x="1183291" y="297294"/>
                </a:lnTo>
                <a:lnTo>
                  <a:pt x="1185481" y="329293"/>
                </a:lnTo>
                <a:lnTo>
                  <a:pt x="1189131" y="472474"/>
                </a:lnTo>
                <a:lnTo>
                  <a:pt x="1190591" y="285352"/>
                </a:lnTo>
                <a:lnTo>
                  <a:pt x="1192781" y="346711"/>
                </a:lnTo>
                <a:lnTo>
                  <a:pt x="1194241" y="432685"/>
                </a:lnTo>
                <a:lnTo>
                  <a:pt x="1194971" y="380900"/>
                </a:lnTo>
                <a:lnTo>
                  <a:pt x="1195701" y="334770"/>
                </a:lnTo>
                <a:lnTo>
                  <a:pt x="1197891" y="349840"/>
                </a:lnTo>
                <a:lnTo>
                  <a:pt x="1198621" y="359962"/>
                </a:lnTo>
                <a:lnTo>
                  <a:pt x="1199351" y="424780"/>
                </a:lnTo>
                <a:lnTo>
                  <a:pt x="1201541" y="396571"/>
                </a:lnTo>
                <a:lnTo>
                  <a:pt x="1202271" y="398705"/>
                </a:lnTo>
                <a:lnTo>
                  <a:pt x="1203001" y="414308"/>
                </a:lnTo>
                <a:lnTo>
                  <a:pt x="1203731" y="381993"/>
                </a:lnTo>
                <a:lnTo>
                  <a:pt x="1205191" y="321140"/>
                </a:lnTo>
                <a:lnTo>
                  <a:pt x="1206651" y="341570"/>
                </a:lnTo>
                <a:lnTo>
                  <a:pt x="1207381" y="429290"/>
                </a:lnTo>
                <a:lnTo>
                  <a:pt x="1208840" y="376898"/>
                </a:lnTo>
                <a:lnTo>
                  <a:pt x="1209570" y="374811"/>
                </a:lnTo>
                <a:lnTo>
                  <a:pt x="1211030" y="407936"/>
                </a:lnTo>
                <a:lnTo>
                  <a:pt x="1211760" y="400740"/>
                </a:lnTo>
                <a:lnTo>
                  <a:pt x="1213220" y="369736"/>
                </a:lnTo>
                <a:lnTo>
                  <a:pt x="1214680" y="380742"/>
                </a:lnTo>
                <a:lnTo>
                  <a:pt x="1216870" y="439539"/>
                </a:lnTo>
                <a:lnTo>
                  <a:pt x="1219060" y="360645"/>
                </a:lnTo>
                <a:lnTo>
                  <a:pt x="1219790" y="361716"/>
                </a:lnTo>
                <a:lnTo>
                  <a:pt x="1220520" y="408522"/>
                </a:lnTo>
                <a:lnTo>
                  <a:pt x="1222710" y="403039"/>
                </a:lnTo>
                <a:lnTo>
                  <a:pt x="1224170" y="432434"/>
                </a:lnTo>
                <a:lnTo>
                  <a:pt x="1225630" y="307428"/>
                </a:lnTo>
                <a:lnTo>
                  <a:pt x="1227090" y="352042"/>
                </a:lnTo>
                <a:lnTo>
                  <a:pt x="1228550" y="423670"/>
                </a:lnTo>
                <a:lnTo>
                  <a:pt x="1230010" y="417320"/>
                </a:lnTo>
                <a:lnTo>
                  <a:pt x="1230740" y="420654"/>
                </a:lnTo>
                <a:lnTo>
                  <a:pt x="1232200" y="368363"/>
                </a:lnTo>
                <a:lnTo>
                  <a:pt x="1233660" y="380146"/>
                </a:lnTo>
                <a:lnTo>
                  <a:pt x="1234390" y="377533"/>
                </a:lnTo>
                <a:lnTo>
                  <a:pt x="1236579" y="452301"/>
                </a:lnTo>
                <a:lnTo>
                  <a:pt x="1237309" y="411833"/>
                </a:lnTo>
                <a:lnTo>
                  <a:pt x="1238769" y="288566"/>
                </a:lnTo>
                <a:lnTo>
                  <a:pt x="1239499" y="357780"/>
                </a:lnTo>
                <a:lnTo>
                  <a:pt x="1240959" y="444942"/>
                </a:lnTo>
                <a:lnTo>
                  <a:pt x="1241689" y="416318"/>
                </a:lnTo>
                <a:lnTo>
                  <a:pt x="1243149" y="355296"/>
                </a:lnTo>
                <a:lnTo>
                  <a:pt x="1244609" y="389044"/>
                </a:lnTo>
                <a:lnTo>
                  <a:pt x="1245339" y="376050"/>
                </a:lnTo>
                <a:lnTo>
                  <a:pt x="1246069" y="383204"/>
                </a:lnTo>
                <a:lnTo>
                  <a:pt x="1247529" y="405610"/>
                </a:lnTo>
                <a:lnTo>
                  <a:pt x="1248259" y="376676"/>
                </a:lnTo>
                <a:lnTo>
                  <a:pt x="1248989" y="341786"/>
                </a:lnTo>
                <a:lnTo>
                  <a:pt x="1249719" y="354347"/>
                </a:lnTo>
                <a:lnTo>
                  <a:pt x="1251909" y="409656"/>
                </a:lnTo>
                <a:lnTo>
                  <a:pt x="1252639" y="407446"/>
                </a:lnTo>
                <a:lnTo>
                  <a:pt x="1254099" y="343374"/>
                </a:lnTo>
                <a:lnTo>
                  <a:pt x="1254829" y="369288"/>
                </a:lnTo>
                <a:lnTo>
                  <a:pt x="1255559" y="402688"/>
                </a:lnTo>
                <a:lnTo>
                  <a:pt x="1257019" y="387927"/>
                </a:lnTo>
                <a:lnTo>
                  <a:pt x="1257749" y="376958"/>
                </a:lnTo>
                <a:lnTo>
                  <a:pt x="1258479" y="383449"/>
                </a:lnTo>
                <a:lnTo>
                  <a:pt x="1259209" y="405224"/>
                </a:lnTo>
                <a:lnTo>
                  <a:pt x="1259939" y="403385"/>
                </a:lnTo>
                <a:lnTo>
                  <a:pt x="1263589" y="332110"/>
                </a:lnTo>
                <a:lnTo>
                  <a:pt x="1265778" y="410563"/>
                </a:lnTo>
                <a:lnTo>
                  <a:pt x="1267968" y="392787"/>
                </a:lnTo>
                <a:lnTo>
                  <a:pt x="1270158" y="319852"/>
                </a:lnTo>
                <a:lnTo>
                  <a:pt x="1270888" y="373369"/>
                </a:lnTo>
                <a:lnTo>
                  <a:pt x="1272348" y="446512"/>
                </a:lnTo>
                <a:lnTo>
                  <a:pt x="1273808" y="407316"/>
                </a:lnTo>
                <a:lnTo>
                  <a:pt x="1274538" y="398959"/>
                </a:lnTo>
                <a:lnTo>
                  <a:pt x="1275998" y="318184"/>
                </a:lnTo>
                <a:lnTo>
                  <a:pt x="1277458" y="352877"/>
                </a:lnTo>
                <a:lnTo>
                  <a:pt x="1278188" y="431872"/>
                </a:lnTo>
                <a:lnTo>
                  <a:pt x="1280378" y="385824"/>
                </a:lnTo>
                <a:lnTo>
                  <a:pt x="1282568" y="361785"/>
                </a:lnTo>
                <a:lnTo>
                  <a:pt x="1284028" y="413332"/>
                </a:lnTo>
                <a:lnTo>
                  <a:pt x="1285488" y="378229"/>
                </a:lnTo>
                <a:lnTo>
                  <a:pt x="1287678" y="319409"/>
                </a:lnTo>
                <a:lnTo>
                  <a:pt x="1289138" y="420917"/>
                </a:lnTo>
                <a:lnTo>
                  <a:pt x="1290598" y="413798"/>
                </a:lnTo>
                <a:lnTo>
                  <a:pt x="1292058" y="353723"/>
                </a:lnTo>
                <a:lnTo>
                  <a:pt x="1293518" y="371713"/>
                </a:lnTo>
                <a:lnTo>
                  <a:pt x="1296437" y="468999"/>
                </a:lnTo>
                <a:lnTo>
                  <a:pt x="1297897" y="294963"/>
                </a:lnTo>
                <a:lnTo>
                  <a:pt x="1299357" y="370152"/>
                </a:lnTo>
                <a:lnTo>
                  <a:pt x="1300088" y="347223"/>
                </a:lnTo>
                <a:lnTo>
                  <a:pt x="1300817" y="376553"/>
                </a:lnTo>
                <a:lnTo>
                  <a:pt x="1303007" y="453911"/>
                </a:lnTo>
                <a:lnTo>
                  <a:pt x="1303738" y="411070"/>
                </a:lnTo>
                <a:lnTo>
                  <a:pt x="1305197" y="268116"/>
                </a:lnTo>
                <a:lnTo>
                  <a:pt x="1306657" y="281720"/>
                </a:lnTo>
                <a:lnTo>
                  <a:pt x="1307387" y="290494"/>
                </a:lnTo>
                <a:lnTo>
                  <a:pt x="1309577" y="420362"/>
                </a:lnTo>
                <a:lnTo>
                  <a:pt x="1310307" y="394987"/>
                </a:lnTo>
                <a:lnTo>
                  <a:pt x="1311767" y="274020"/>
                </a:lnTo>
                <a:lnTo>
                  <a:pt x="1312497" y="339333"/>
                </a:lnTo>
                <a:lnTo>
                  <a:pt x="1314687" y="442660"/>
                </a:lnTo>
                <a:lnTo>
                  <a:pt x="1315417" y="369519"/>
                </a:lnTo>
                <a:lnTo>
                  <a:pt x="1318337" y="224646"/>
                </a:lnTo>
                <a:lnTo>
                  <a:pt x="1320527" y="413712"/>
                </a:lnTo>
                <a:lnTo>
                  <a:pt x="1321257" y="409854"/>
                </a:lnTo>
                <a:lnTo>
                  <a:pt x="1324177" y="334201"/>
                </a:lnTo>
                <a:lnTo>
                  <a:pt x="1325637" y="390853"/>
                </a:lnTo>
                <a:lnTo>
                  <a:pt x="1326367" y="495929"/>
                </a:lnTo>
                <a:lnTo>
                  <a:pt x="1327827" y="383658"/>
                </a:lnTo>
                <a:lnTo>
                  <a:pt x="1329287" y="360644"/>
                </a:lnTo>
                <a:lnTo>
                  <a:pt x="1330017" y="363481"/>
                </a:lnTo>
                <a:lnTo>
                  <a:pt x="1331477" y="451233"/>
                </a:lnTo>
                <a:lnTo>
                  <a:pt x="1332207" y="432482"/>
                </a:lnTo>
                <a:lnTo>
                  <a:pt x="1334396" y="320268"/>
                </a:lnTo>
                <a:lnTo>
                  <a:pt x="1335126" y="395994"/>
                </a:lnTo>
                <a:lnTo>
                  <a:pt x="1336586" y="480587"/>
                </a:lnTo>
                <a:lnTo>
                  <a:pt x="1338776" y="434705"/>
                </a:lnTo>
                <a:lnTo>
                  <a:pt x="1341696" y="341396"/>
                </a:lnTo>
                <a:lnTo>
                  <a:pt x="1342426" y="362785"/>
                </a:lnTo>
                <a:lnTo>
                  <a:pt x="1344616" y="437632"/>
                </a:lnTo>
                <a:lnTo>
                  <a:pt x="1345346" y="394509"/>
                </a:lnTo>
                <a:lnTo>
                  <a:pt x="1348266" y="428849"/>
                </a:lnTo>
                <a:lnTo>
                  <a:pt x="1349726" y="397183"/>
                </a:lnTo>
                <a:lnTo>
                  <a:pt x="1350456" y="426434"/>
                </a:lnTo>
                <a:lnTo>
                  <a:pt x="1351186" y="453159"/>
                </a:lnTo>
                <a:lnTo>
                  <a:pt x="1351916" y="384056"/>
                </a:lnTo>
                <a:lnTo>
                  <a:pt x="1352646" y="332087"/>
                </a:lnTo>
                <a:lnTo>
                  <a:pt x="1353376" y="374417"/>
                </a:lnTo>
                <a:lnTo>
                  <a:pt x="1355566" y="372435"/>
                </a:lnTo>
                <a:lnTo>
                  <a:pt x="1357026" y="470394"/>
                </a:lnTo>
                <a:lnTo>
                  <a:pt x="1361406" y="292419"/>
                </a:lnTo>
                <a:lnTo>
                  <a:pt x="1362136" y="304186"/>
                </a:lnTo>
                <a:lnTo>
                  <a:pt x="1363595" y="550831"/>
                </a:lnTo>
                <a:lnTo>
                  <a:pt x="1365055" y="437789"/>
                </a:lnTo>
                <a:lnTo>
                  <a:pt x="1366515" y="358317"/>
                </a:lnTo>
                <a:lnTo>
                  <a:pt x="1367975" y="384698"/>
                </a:lnTo>
                <a:lnTo>
                  <a:pt x="1369435" y="504748"/>
                </a:lnTo>
                <a:lnTo>
                  <a:pt x="1370165" y="481578"/>
                </a:lnTo>
                <a:lnTo>
                  <a:pt x="1372355" y="340644"/>
                </a:lnTo>
                <a:lnTo>
                  <a:pt x="1373085" y="395483"/>
                </a:lnTo>
                <a:lnTo>
                  <a:pt x="1376005" y="493964"/>
                </a:lnTo>
                <a:lnTo>
                  <a:pt x="1378195" y="388331"/>
                </a:lnTo>
                <a:lnTo>
                  <a:pt x="1378925" y="397596"/>
                </a:lnTo>
                <a:lnTo>
                  <a:pt x="1381115" y="527312"/>
                </a:lnTo>
                <a:lnTo>
                  <a:pt x="1381845" y="525334"/>
                </a:lnTo>
                <a:lnTo>
                  <a:pt x="1384035" y="278781"/>
                </a:lnTo>
                <a:lnTo>
                  <a:pt x="1385495" y="365978"/>
                </a:lnTo>
                <a:lnTo>
                  <a:pt x="1386955" y="544722"/>
                </a:lnTo>
                <a:lnTo>
                  <a:pt x="1388415" y="418130"/>
                </a:lnTo>
                <a:lnTo>
                  <a:pt x="1390605" y="272742"/>
                </a:lnTo>
                <a:lnTo>
                  <a:pt x="1391334" y="385948"/>
                </a:lnTo>
                <a:lnTo>
                  <a:pt x="1392064" y="376235"/>
                </a:lnTo>
                <a:lnTo>
                  <a:pt x="1393524" y="542519"/>
                </a:lnTo>
                <a:lnTo>
                  <a:pt x="1394984" y="466637"/>
                </a:lnTo>
                <a:lnTo>
                  <a:pt x="1397904" y="407094"/>
                </a:lnTo>
                <a:lnTo>
                  <a:pt x="1400824" y="559938"/>
                </a:lnTo>
                <a:lnTo>
                  <a:pt x="1404474" y="405395"/>
                </a:lnTo>
                <a:lnTo>
                  <a:pt x="1405934" y="597224"/>
                </a:lnTo>
                <a:lnTo>
                  <a:pt x="1407394" y="467330"/>
                </a:lnTo>
                <a:lnTo>
                  <a:pt x="1408854" y="373644"/>
                </a:lnTo>
                <a:lnTo>
                  <a:pt x="1410314" y="395807"/>
                </a:lnTo>
                <a:lnTo>
                  <a:pt x="1411044" y="411336"/>
                </a:lnTo>
                <a:lnTo>
                  <a:pt x="1411774" y="536473"/>
                </a:lnTo>
                <a:lnTo>
                  <a:pt x="1413234" y="503567"/>
                </a:lnTo>
                <a:lnTo>
                  <a:pt x="1414694" y="440876"/>
                </a:lnTo>
                <a:lnTo>
                  <a:pt x="1415424" y="496413"/>
                </a:lnTo>
                <a:lnTo>
                  <a:pt x="1417614" y="553834"/>
                </a:lnTo>
                <a:lnTo>
                  <a:pt x="1419804" y="333290"/>
                </a:lnTo>
                <a:lnTo>
                  <a:pt x="1421263" y="355899"/>
                </a:lnTo>
                <a:lnTo>
                  <a:pt x="1423453" y="560857"/>
                </a:lnTo>
                <a:lnTo>
                  <a:pt x="1424913" y="456289"/>
                </a:lnTo>
                <a:lnTo>
                  <a:pt x="1425643" y="418027"/>
                </a:lnTo>
                <a:lnTo>
                  <a:pt x="1427103" y="441553"/>
                </a:lnTo>
                <a:lnTo>
                  <a:pt x="1432213" y="559013"/>
                </a:lnTo>
                <a:lnTo>
                  <a:pt x="1432943" y="523375"/>
                </a:lnTo>
                <a:lnTo>
                  <a:pt x="1434403" y="429747"/>
                </a:lnTo>
                <a:lnTo>
                  <a:pt x="1435133" y="498953"/>
                </a:lnTo>
                <a:lnTo>
                  <a:pt x="1437323" y="585077"/>
                </a:lnTo>
                <a:lnTo>
                  <a:pt x="1438053" y="646898"/>
                </a:lnTo>
                <a:lnTo>
                  <a:pt x="1438783" y="564603"/>
                </a:lnTo>
                <a:lnTo>
                  <a:pt x="1440243" y="423984"/>
                </a:lnTo>
                <a:lnTo>
                  <a:pt x="1441703" y="469939"/>
                </a:lnTo>
                <a:lnTo>
                  <a:pt x="1442433" y="475518"/>
                </a:lnTo>
                <a:lnTo>
                  <a:pt x="1443163" y="604733"/>
                </a:lnTo>
                <a:lnTo>
                  <a:pt x="1445353" y="530033"/>
                </a:lnTo>
                <a:lnTo>
                  <a:pt x="1446083" y="445030"/>
                </a:lnTo>
                <a:lnTo>
                  <a:pt x="1447543" y="562606"/>
                </a:lnTo>
                <a:lnTo>
                  <a:pt x="1449002" y="578160"/>
                </a:lnTo>
                <a:lnTo>
                  <a:pt x="1453382" y="373388"/>
                </a:lnTo>
                <a:lnTo>
                  <a:pt x="1454842" y="624161"/>
                </a:lnTo>
                <a:lnTo>
                  <a:pt x="1456302" y="523087"/>
                </a:lnTo>
                <a:lnTo>
                  <a:pt x="1459222" y="325909"/>
                </a:lnTo>
                <a:lnTo>
                  <a:pt x="1459952" y="364526"/>
                </a:lnTo>
                <a:lnTo>
                  <a:pt x="1461412" y="573974"/>
                </a:lnTo>
                <a:lnTo>
                  <a:pt x="1462872" y="457695"/>
                </a:lnTo>
                <a:lnTo>
                  <a:pt x="1463602" y="439653"/>
                </a:lnTo>
                <a:lnTo>
                  <a:pt x="1464332" y="478583"/>
                </a:lnTo>
                <a:lnTo>
                  <a:pt x="1465792" y="531810"/>
                </a:lnTo>
                <a:lnTo>
                  <a:pt x="1468712" y="392195"/>
                </a:lnTo>
                <a:lnTo>
                  <a:pt x="1470172" y="527456"/>
                </a:lnTo>
                <a:lnTo>
                  <a:pt x="1471632" y="484439"/>
                </a:lnTo>
                <a:lnTo>
                  <a:pt x="1472362" y="543323"/>
                </a:lnTo>
                <a:lnTo>
                  <a:pt x="1473822" y="458328"/>
                </a:lnTo>
                <a:lnTo>
                  <a:pt x="1478201" y="514086"/>
                </a:lnTo>
                <a:lnTo>
                  <a:pt x="1478931" y="478854"/>
                </a:lnTo>
                <a:lnTo>
                  <a:pt x="1480391" y="488663"/>
                </a:lnTo>
                <a:lnTo>
                  <a:pt x="1481121" y="501890"/>
                </a:lnTo>
                <a:lnTo>
                  <a:pt x="1482581" y="440466"/>
                </a:lnTo>
                <a:lnTo>
                  <a:pt x="1484041" y="457797"/>
                </a:lnTo>
                <a:lnTo>
                  <a:pt x="1484771" y="525237"/>
                </a:lnTo>
                <a:lnTo>
                  <a:pt x="1486961" y="508566"/>
                </a:lnTo>
                <a:lnTo>
                  <a:pt x="1487691" y="492060"/>
                </a:lnTo>
                <a:lnTo>
                  <a:pt x="1489151" y="358360"/>
                </a:lnTo>
                <a:lnTo>
                  <a:pt x="1490611" y="406142"/>
                </a:lnTo>
                <a:lnTo>
                  <a:pt x="1491341" y="405062"/>
                </a:lnTo>
                <a:lnTo>
                  <a:pt x="1492071" y="534278"/>
                </a:lnTo>
                <a:lnTo>
                  <a:pt x="1494261" y="489083"/>
                </a:lnTo>
                <a:lnTo>
                  <a:pt x="1494991" y="509755"/>
                </a:lnTo>
                <a:lnTo>
                  <a:pt x="1495721" y="467471"/>
                </a:lnTo>
                <a:lnTo>
                  <a:pt x="1497911" y="381220"/>
                </a:lnTo>
                <a:lnTo>
                  <a:pt x="1498641" y="384336"/>
                </a:lnTo>
                <a:lnTo>
                  <a:pt x="1501561" y="504880"/>
                </a:lnTo>
                <a:lnTo>
                  <a:pt x="1502291" y="491478"/>
                </a:lnTo>
                <a:lnTo>
                  <a:pt x="1505211" y="371914"/>
                </a:lnTo>
                <a:lnTo>
                  <a:pt x="1508130" y="584023"/>
                </a:lnTo>
                <a:lnTo>
                  <a:pt x="1508860" y="555270"/>
                </a:lnTo>
                <a:lnTo>
                  <a:pt x="1510320" y="246320"/>
                </a:lnTo>
                <a:lnTo>
                  <a:pt x="1511780" y="356088"/>
                </a:lnTo>
                <a:lnTo>
                  <a:pt x="1513970" y="473596"/>
                </a:lnTo>
                <a:lnTo>
                  <a:pt x="1514700" y="544041"/>
                </a:lnTo>
                <a:lnTo>
                  <a:pt x="1516890" y="508797"/>
                </a:lnTo>
                <a:lnTo>
                  <a:pt x="1518350" y="324450"/>
                </a:lnTo>
                <a:lnTo>
                  <a:pt x="1519810" y="444883"/>
                </a:lnTo>
                <a:lnTo>
                  <a:pt x="1522000" y="444707"/>
                </a:lnTo>
                <a:lnTo>
                  <a:pt x="1523460" y="494130"/>
                </a:lnTo>
                <a:lnTo>
                  <a:pt x="1525650" y="420321"/>
                </a:lnTo>
                <a:lnTo>
                  <a:pt x="1526380" y="435994"/>
                </a:lnTo>
                <a:lnTo>
                  <a:pt x="1527840" y="514580"/>
                </a:lnTo>
                <a:lnTo>
                  <a:pt x="1528570" y="495974"/>
                </a:lnTo>
                <a:lnTo>
                  <a:pt x="1531490" y="423800"/>
                </a:lnTo>
                <a:lnTo>
                  <a:pt x="1532220" y="429257"/>
                </a:lnTo>
                <a:lnTo>
                  <a:pt x="1534410" y="503005"/>
                </a:lnTo>
                <a:lnTo>
                  <a:pt x="1536600" y="361545"/>
                </a:lnTo>
                <a:lnTo>
                  <a:pt x="1537330" y="430316"/>
                </a:lnTo>
                <a:lnTo>
                  <a:pt x="1540250" y="482622"/>
                </a:lnTo>
                <a:lnTo>
                  <a:pt x="1542440" y="348244"/>
                </a:lnTo>
                <a:lnTo>
                  <a:pt x="1543900" y="397409"/>
                </a:lnTo>
                <a:lnTo>
                  <a:pt x="1544630" y="404469"/>
                </a:lnTo>
                <a:lnTo>
                  <a:pt x="1545360" y="510228"/>
                </a:lnTo>
                <a:lnTo>
                  <a:pt x="1546089" y="422879"/>
                </a:lnTo>
                <a:lnTo>
                  <a:pt x="1546819" y="336051"/>
                </a:lnTo>
                <a:lnTo>
                  <a:pt x="1549009" y="358311"/>
                </a:lnTo>
                <a:lnTo>
                  <a:pt x="1550469" y="443662"/>
                </a:lnTo>
                <a:lnTo>
                  <a:pt x="1551199" y="423600"/>
                </a:lnTo>
                <a:lnTo>
                  <a:pt x="1551929" y="341625"/>
                </a:lnTo>
                <a:lnTo>
                  <a:pt x="1554119" y="363697"/>
                </a:lnTo>
                <a:lnTo>
                  <a:pt x="1554849" y="446845"/>
                </a:lnTo>
                <a:lnTo>
                  <a:pt x="1556309" y="380975"/>
                </a:lnTo>
                <a:lnTo>
                  <a:pt x="1557039" y="375860"/>
                </a:lnTo>
                <a:lnTo>
                  <a:pt x="1558499" y="382751"/>
                </a:lnTo>
                <a:lnTo>
                  <a:pt x="1559959" y="508745"/>
                </a:lnTo>
                <a:lnTo>
                  <a:pt x="1560689" y="409906"/>
                </a:lnTo>
                <a:lnTo>
                  <a:pt x="1564339" y="237133"/>
                </a:lnTo>
                <a:lnTo>
                  <a:pt x="1565799" y="457808"/>
                </a:lnTo>
                <a:lnTo>
                  <a:pt x="1567259" y="377287"/>
                </a:lnTo>
                <a:lnTo>
                  <a:pt x="1568719" y="335120"/>
                </a:lnTo>
                <a:lnTo>
                  <a:pt x="1569449" y="419625"/>
                </a:lnTo>
                <a:lnTo>
                  <a:pt x="1571639" y="409922"/>
                </a:lnTo>
                <a:lnTo>
                  <a:pt x="1572369" y="423157"/>
                </a:lnTo>
                <a:lnTo>
                  <a:pt x="1576018" y="85421"/>
                </a:lnTo>
                <a:lnTo>
                  <a:pt x="1576748" y="139902"/>
                </a:lnTo>
                <a:lnTo>
                  <a:pt x="1578208" y="439793"/>
                </a:lnTo>
                <a:lnTo>
                  <a:pt x="1578938" y="324765"/>
                </a:lnTo>
                <a:lnTo>
                  <a:pt x="1581128" y="63745"/>
                </a:lnTo>
                <a:lnTo>
                  <a:pt x="1581858" y="268892"/>
                </a:lnTo>
                <a:lnTo>
                  <a:pt x="1582588" y="395330"/>
                </a:lnTo>
                <a:lnTo>
                  <a:pt x="1584048" y="227371"/>
                </a:lnTo>
                <a:lnTo>
                  <a:pt x="1585508" y="161933"/>
                </a:lnTo>
                <a:lnTo>
                  <a:pt x="1586238" y="196213"/>
                </a:lnTo>
                <a:lnTo>
                  <a:pt x="1587698" y="389653"/>
                </a:lnTo>
                <a:lnTo>
                  <a:pt x="1589888" y="364868"/>
                </a:lnTo>
                <a:lnTo>
                  <a:pt x="1590618" y="356886"/>
                </a:lnTo>
                <a:lnTo>
                  <a:pt x="1592078" y="190668"/>
                </a:lnTo>
                <a:lnTo>
                  <a:pt x="1592808" y="97298"/>
                </a:lnTo>
                <a:lnTo>
                  <a:pt x="1594268" y="153992"/>
                </a:lnTo>
                <a:lnTo>
                  <a:pt x="1597188" y="338801"/>
                </a:lnTo>
                <a:lnTo>
                  <a:pt x="1599378" y="364788"/>
                </a:lnTo>
                <a:lnTo>
                  <a:pt x="1600108" y="212431"/>
                </a:lnTo>
                <a:lnTo>
                  <a:pt x="1602298" y="275378"/>
                </a:lnTo>
                <a:lnTo>
                  <a:pt x="1603757" y="264745"/>
                </a:lnTo>
                <a:lnTo>
                  <a:pt x="1604487" y="248646"/>
                </a:lnTo>
                <a:lnTo>
                  <a:pt x="1605217" y="287248"/>
                </a:lnTo>
                <a:lnTo>
                  <a:pt x="1605947" y="378649"/>
                </a:lnTo>
                <a:lnTo>
                  <a:pt x="1608137" y="331012"/>
                </a:lnTo>
                <a:lnTo>
                  <a:pt x="1610327" y="289862"/>
                </a:lnTo>
                <a:lnTo>
                  <a:pt x="1611057" y="313324"/>
                </a:lnTo>
                <a:lnTo>
                  <a:pt x="1611787" y="314083"/>
                </a:lnTo>
                <a:lnTo>
                  <a:pt x="1612517" y="260946"/>
                </a:lnTo>
                <a:lnTo>
                  <a:pt x="1613977" y="328515"/>
                </a:lnTo>
                <a:lnTo>
                  <a:pt x="1615437" y="331237"/>
                </a:lnTo>
                <a:lnTo>
                  <a:pt x="1616897" y="244632"/>
                </a:lnTo>
                <a:lnTo>
                  <a:pt x="1617627" y="253778"/>
                </a:lnTo>
                <a:lnTo>
                  <a:pt x="1619087" y="364016"/>
                </a:lnTo>
                <a:lnTo>
                  <a:pt x="1620547" y="335330"/>
                </a:lnTo>
                <a:lnTo>
                  <a:pt x="1622737" y="212574"/>
                </a:lnTo>
                <a:lnTo>
                  <a:pt x="1624197" y="294071"/>
                </a:lnTo>
                <a:lnTo>
                  <a:pt x="1624927" y="294905"/>
                </a:lnTo>
                <a:lnTo>
                  <a:pt x="1625657" y="300340"/>
                </a:lnTo>
                <a:lnTo>
                  <a:pt x="1628577" y="248633"/>
                </a:lnTo>
                <a:lnTo>
                  <a:pt x="1630037" y="287982"/>
                </a:lnTo>
                <a:lnTo>
                  <a:pt x="1631497" y="260146"/>
                </a:lnTo>
                <a:lnTo>
                  <a:pt x="1632226" y="228481"/>
                </a:lnTo>
                <a:lnTo>
                  <a:pt x="1632956" y="291093"/>
                </a:lnTo>
                <a:lnTo>
                  <a:pt x="1633686" y="273660"/>
                </a:lnTo>
                <a:lnTo>
                  <a:pt x="1635146" y="225169"/>
                </a:lnTo>
                <a:lnTo>
                  <a:pt x="1635876" y="230691"/>
                </a:lnTo>
                <a:lnTo>
                  <a:pt x="1636606" y="288148"/>
                </a:lnTo>
                <a:lnTo>
                  <a:pt x="1638066" y="230786"/>
                </a:lnTo>
                <a:lnTo>
                  <a:pt x="1638796" y="224296"/>
                </a:lnTo>
                <a:lnTo>
                  <a:pt x="1640986" y="304775"/>
                </a:lnTo>
                <a:lnTo>
                  <a:pt x="1641716" y="265301"/>
                </a:lnTo>
                <a:lnTo>
                  <a:pt x="1643906" y="183500"/>
                </a:lnTo>
                <a:lnTo>
                  <a:pt x="1644636" y="232289"/>
                </a:lnTo>
                <a:lnTo>
                  <a:pt x="1646826" y="283909"/>
                </a:lnTo>
                <a:lnTo>
                  <a:pt x="1647556" y="314504"/>
                </a:lnTo>
                <a:lnTo>
                  <a:pt x="1648286" y="243574"/>
                </a:lnTo>
                <a:lnTo>
                  <a:pt x="1651206" y="123740"/>
                </a:lnTo>
                <a:lnTo>
                  <a:pt x="1652666" y="273988"/>
                </a:lnTo>
                <a:lnTo>
                  <a:pt x="1654856" y="242415"/>
                </a:lnTo>
                <a:lnTo>
                  <a:pt x="1655586" y="243284"/>
                </a:lnTo>
                <a:lnTo>
                  <a:pt x="1657776" y="174956"/>
                </a:lnTo>
                <a:lnTo>
                  <a:pt x="1658506" y="204293"/>
                </a:lnTo>
                <a:lnTo>
                  <a:pt x="1659236" y="265252"/>
                </a:lnTo>
                <a:lnTo>
                  <a:pt x="1660696" y="244977"/>
                </a:lnTo>
                <a:lnTo>
                  <a:pt x="1664345" y="118969"/>
                </a:lnTo>
                <a:lnTo>
                  <a:pt x="1667995" y="242713"/>
                </a:lnTo>
                <a:lnTo>
                  <a:pt x="1669455" y="121273"/>
                </a:lnTo>
                <a:lnTo>
                  <a:pt x="1670915" y="216265"/>
                </a:lnTo>
                <a:lnTo>
                  <a:pt x="1671645" y="255743"/>
                </a:lnTo>
                <a:lnTo>
                  <a:pt x="1672375" y="255600"/>
                </a:lnTo>
                <a:lnTo>
                  <a:pt x="1673835" y="136436"/>
                </a:lnTo>
                <a:lnTo>
                  <a:pt x="1674565" y="152576"/>
                </a:lnTo>
                <a:lnTo>
                  <a:pt x="1676025" y="220818"/>
                </a:lnTo>
                <a:lnTo>
                  <a:pt x="1677485" y="201076"/>
                </a:lnTo>
                <a:lnTo>
                  <a:pt x="1678945" y="211053"/>
                </a:lnTo>
                <a:lnTo>
                  <a:pt x="1681135" y="166011"/>
                </a:lnTo>
                <a:lnTo>
                  <a:pt x="1681865" y="167687"/>
                </a:lnTo>
                <a:lnTo>
                  <a:pt x="1682595" y="227895"/>
                </a:lnTo>
                <a:lnTo>
                  <a:pt x="1683325" y="154140"/>
                </a:lnTo>
                <a:lnTo>
                  <a:pt x="1684055" y="176102"/>
                </a:lnTo>
                <a:lnTo>
                  <a:pt x="1684785" y="175092"/>
                </a:lnTo>
                <a:lnTo>
                  <a:pt x="1686245" y="238492"/>
                </a:lnTo>
                <a:lnTo>
                  <a:pt x="1686975" y="184920"/>
                </a:lnTo>
                <a:lnTo>
                  <a:pt x="1688435" y="144668"/>
                </a:lnTo>
                <a:lnTo>
                  <a:pt x="1689165" y="174733"/>
                </a:lnTo>
                <a:lnTo>
                  <a:pt x="1690624" y="163135"/>
                </a:lnTo>
                <a:lnTo>
                  <a:pt x="1692084" y="237651"/>
                </a:lnTo>
                <a:lnTo>
                  <a:pt x="1693544" y="123773"/>
                </a:lnTo>
                <a:lnTo>
                  <a:pt x="1694274" y="140867"/>
                </a:lnTo>
                <a:lnTo>
                  <a:pt x="1695734" y="230026"/>
                </a:lnTo>
                <a:lnTo>
                  <a:pt x="1697194" y="202138"/>
                </a:lnTo>
                <a:lnTo>
                  <a:pt x="1697924" y="228849"/>
                </a:lnTo>
                <a:lnTo>
                  <a:pt x="1698654" y="190698"/>
                </a:lnTo>
                <a:lnTo>
                  <a:pt x="1699384" y="142725"/>
                </a:lnTo>
                <a:lnTo>
                  <a:pt x="1700844" y="190358"/>
                </a:lnTo>
                <a:lnTo>
                  <a:pt x="1701574" y="186677"/>
                </a:lnTo>
                <a:lnTo>
                  <a:pt x="1703034" y="221572"/>
                </a:lnTo>
                <a:lnTo>
                  <a:pt x="1703764" y="216264"/>
                </a:lnTo>
                <a:lnTo>
                  <a:pt x="1705224" y="142168"/>
                </a:lnTo>
                <a:lnTo>
                  <a:pt x="1705954" y="212660"/>
                </a:lnTo>
                <a:lnTo>
                  <a:pt x="1706684" y="205024"/>
                </a:lnTo>
                <a:lnTo>
                  <a:pt x="1708144" y="158072"/>
                </a:lnTo>
                <a:lnTo>
                  <a:pt x="1708874" y="183636"/>
                </a:lnTo>
                <a:lnTo>
                  <a:pt x="1710334" y="300627"/>
                </a:lnTo>
                <a:lnTo>
                  <a:pt x="1711064" y="245281"/>
                </a:lnTo>
                <a:lnTo>
                  <a:pt x="1713254" y="127222"/>
                </a:lnTo>
                <a:lnTo>
                  <a:pt x="1713984" y="167628"/>
                </a:lnTo>
                <a:lnTo>
                  <a:pt x="1716174" y="127269"/>
                </a:lnTo>
                <a:lnTo>
                  <a:pt x="1719093" y="218656"/>
                </a:lnTo>
                <a:lnTo>
                  <a:pt x="1721283" y="140274"/>
                </a:lnTo>
                <a:lnTo>
                  <a:pt x="1723473" y="150866"/>
                </a:lnTo>
                <a:lnTo>
                  <a:pt x="1725663" y="255495"/>
                </a:lnTo>
                <a:lnTo>
                  <a:pt x="1726393" y="184550"/>
                </a:lnTo>
                <a:lnTo>
                  <a:pt x="1727123" y="138723"/>
                </a:lnTo>
                <a:lnTo>
                  <a:pt x="1728583" y="183053"/>
                </a:lnTo>
                <a:lnTo>
                  <a:pt x="1729313" y="179199"/>
                </a:lnTo>
                <a:lnTo>
                  <a:pt x="1730043" y="144314"/>
                </a:lnTo>
                <a:lnTo>
                  <a:pt x="1731503" y="172937"/>
                </a:lnTo>
                <a:lnTo>
                  <a:pt x="1732963" y="217069"/>
                </a:lnTo>
                <a:lnTo>
                  <a:pt x="1734423" y="78182"/>
                </a:lnTo>
                <a:lnTo>
                  <a:pt x="1735883" y="106368"/>
                </a:lnTo>
                <a:lnTo>
                  <a:pt x="1738803" y="202673"/>
                </a:lnTo>
                <a:lnTo>
                  <a:pt x="1739533" y="148420"/>
                </a:lnTo>
                <a:lnTo>
                  <a:pt x="1741723" y="150386"/>
                </a:lnTo>
                <a:lnTo>
                  <a:pt x="1744643" y="197643"/>
                </a:lnTo>
                <a:lnTo>
                  <a:pt x="1746103" y="132139"/>
                </a:lnTo>
                <a:lnTo>
                  <a:pt x="1746833" y="159853"/>
                </a:lnTo>
                <a:lnTo>
                  <a:pt x="1747563" y="190991"/>
                </a:lnTo>
                <a:lnTo>
                  <a:pt x="1749753" y="189579"/>
                </a:lnTo>
                <a:lnTo>
                  <a:pt x="1752673" y="92161"/>
                </a:lnTo>
                <a:lnTo>
                  <a:pt x="1756323" y="205763"/>
                </a:lnTo>
                <a:lnTo>
                  <a:pt x="1759242" y="130373"/>
                </a:lnTo>
                <a:lnTo>
                  <a:pt x="1761432" y="199577"/>
                </a:lnTo>
                <a:lnTo>
                  <a:pt x="1762162" y="183348"/>
                </a:lnTo>
                <a:lnTo>
                  <a:pt x="1764352" y="111850"/>
                </a:lnTo>
                <a:lnTo>
                  <a:pt x="1765082" y="150258"/>
                </a:lnTo>
                <a:lnTo>
                  <a:pt x="1766542" y="120007"/>
                </a:lnTo>
                <a:lnTo>
                  <a:pt x="1768732" y="201585"/>
                </a:lnTo>
                <a:lnTo>
                  <a:pt x="1770192" y="220903"/>
                </a:lnTo>
                <a:lnTo>
                  <a:pt x="1771652" y="123538"/>
                </a:lnTo>
                <a:lnTo>
                  <a:pt x="1773112" y="149253"/>
                </a:lnTo>
                <a:lnTo>
                  <a:pt x="1773842" y="190336"/>
                </a:lnTo>
                <a:lnTo>
                  <a:pt x="1774572" y="118511"/>
                </a:lnTo>
                <a:lnTo>
                  <a:pt x="1776032" y="183992"/>
                </a:lnTo>
                <a:lnTo>
                  <a:pt x="1777492" y="127533"/>
                </a:lnTo>
                <a:lnTo>
                  <a:pt x="1779682" y="145567"/>
                </a:lnTo>
                <a:lnTo>
                  <a:pt x="1780412" y="211698"/>
                </a:lnTo>
                <a:lnTo>
                  <a:pt x="1781872" y="161201"/>
                </a:lnTo>
                <a:lnTo>
                  <a:pt x="1782602" y="143488"/>
                </a:lnTo>
                <a:lnTo>
                  <a:pt x="1783332" y="153867"/>
                </a:lnTo>
                <a:lnTo>
                  <a:pt x="1785522" y="195785"/>
                </a:lnTo>
                <a:lnTo>
                  <a:pt x="1786981" y="114012"/>
                </a:lnTo>
                <a:lnTo>
                  <a:pt x="1787711" y="171575"/>
                </a:lnTo>
                <a:lnTo>
                  <a:pt x="1788441" y="191589"/>
                </a:lnTo>
                <a:lnTo>
                  <a:pt x="1789171" y="130112"/>
                </a:lnTo>
                <a:lnTo>
                  <a:pt x="1790631" y="157517"/>
                </a:lnTo>
                <a:lnTo>
                  <a:pt x="1792091" y="115286"/>
                </a:lnTo>
                <a:lnTo>
                  <a:pt x="1793551" y="219202"/>
                </a:lnTo>
                <a:lnTo>
                  <a:pt x="1795011" y="127648"/>
                </a:lnTo>
                <a:lnTo>
                  <a:pt x="1795741" y="128696"/>
                </a:lnTo>
                <a:lnTo>
                  <a:pt x="1796471" y="214953"/>
                </a:lnTo>
                <a:lnTo>
                  <a:pt x="1797931" y="149983"/>
                </a:lnTo>
                <a:lnTo>
                  <a:pt x="1798661" y="130820"/>
                </a:lnTo>
                <a:lnTo>
                  <a:pt x="1799391" y="131128"/>
                </a:lnTo>
                <a:lnTo>
                  <a:pt x="1800851" y="206207"/>
                </a:lnTo>
                <a:lnTo>
                  <a:pt x="1802311" y="73753"/>
                </a:lnTo>
                <a:lnTo>
                  <a:pt x="1803771" y="154346"/>
                </a:lnTo>
                <a:lnTo>
                  <a:pt x="1804501" y="199945"/>
                </a:lnTo>
                <a:lnTo>
                  <a:pt x="1805231" y="109983"/>
                </a:lnTo>
                <a:lnTo>
                  <a:pt x="1805961" y="95691"/>
                </a:lnTo>
                <a:lnTo>
                  <a:pt x="1807421" y="189969"/>
                </a:lnTo>
                <a:lnTo>
                  <a:pt x="1808151" y="109003"/>
                </a:lnTo>
                <a:lnTo>
                  <a:pt x="1808881" y="99359"/>
                </a:lnTo>
                <a:lnTo>
                  <a:pt x="1810341" y="189479"/>
                </a:lnTo>
                <a:lnTo>
                  <a:pt x="1811801" y="135656"/>
                </a:lnTo>
                <a:lnTo>
                  <a:pt x="1812531" y="185716"/>
                </a:lnTo>
                <a:lnTo>
                  <a:pt x="1813261" y="114515"/>
                </a:lnTo>
                <a:lnTo>
                  <a:pt x="1813991" y="116706"/>
                </a:lnTo>
                <a:lnTo>
                  <a:pt x="1814721" y="92195"/>
                </a:lnTo>
                <a:lnTo>
                  <a:pt x="1815451" y="94203"/>
                </a:lnTo>
                <a:lnTo>
                  <a:pt x="1816910" y="165189"/>
                </a:lnTo>
                <a:lnTo>
                  <a:pt x="1817640" y="107424"/>
                </a:lnTo>
                <a:lnTo>
                  <a:pt x="1818370" y="80922"/>
                </a:lnTo>
                <a:lnTo>
                  <a:pt x="1819100" y="118719"/>
                </a:lnTo>
                <a:lnTo>
                  <a:pt x="1824210" y="196808"/>
                </a:lnTo>
                <a:lnTo>
                  <a:pt x="1827860" y="44800"/>
                </a:lnTo>
                <a:lnTo>
                  <a:pt x="1828590" y="77322"/>
                </a:lnTo>
                <a:lnTo>
                  <a:pt x="1832240" y="178162"/>
                </a:lnTo>
                <a:lnTo>
                  <a:pt x="1835160" y="149652"/>
                </a:lnTo>
                <a:lnTo>
                  <a:pt x="1835890" y="154798"/>
                </a:lnTo>
                <a:lnTo>
                  <a:pt x="1836620" y="149057"/>
                </a:lnTo>
                <a:lnTo>
                  <a:pt x="1837350" y="150644"/>
                </a:lnTo>
                <a:lnTo>
                  <a:pt x="1838810" y="106465"/>
                </a:lnTo>
                <a:lnTo>
                  <a:pt x="1839540" y="163400"/>
                </a:lnTo>
                <a:lnTo>
                  <a:pt x="1841000" y="187691"/>
                </a:lnTo>
                <a:lnTo>
                  <a:pt x="1841730" y="103188"/>
                </a:lnTo>
                <a:lnTo>
                  <a:pt x="1842460" y="164197"/>
                </a:lnTo>
                <a:lnTo>
                  <a:pt x="1843920" y="101417"/>
                </a:lnTo>
                <a:lnTo>
                  <a:pt x="1845379" y="44826"/>
                </a:lnTo>
                <a:lnTo>
                  <a:pt x="1846109" y="104038"/>
                </a:lnTo>
                <a:lnTo>
                  <a:pt x="1848299" y="170689"/>
                </a:lnTo>
                <a:lnTo>
                  <a:pt x="1849029" y="140700"/>
                </a:lnTo>
                <a:lnTo>
                  <a:pt x="1851949" y="232793"/>
                </a:lnTo>
                <a:lnTo>
                  <a:pt x="1853409" y="34104"/>
                </a:lnTo>
                <a:lnTo>
                  <a:pt x="1855599" y="109428"/>
                </a:lnTo>
                <a:lnTo>
                  <a:pt x="1858519" y="180109"/>
                </a:lnTo>
                <a:lnTo>
                  <a:pt x="1859249" y="121593"/>
                </a:lnTo>
                <a:lnTo>
                  <a:pt x="1859979" y="201787"/>
                </a:lnTo>
                <a:lnTo>
                  <a:pt x="1860709" y="225482"/>
                </a:lnTo>
                <a:lnTo>
                  <a:pt x="1861439" y="190462"/>
                </a:lnTo>
                <a:lnTo>
                  <a:pt x="1862899" y="77736"/>
                </a:lnTo>
                <a:lnTo>
                  <a:pt x="1864359" y="124306"/>
                </a:lnTo>
                <a:lnTo>
                  <a:pt x="1865819" y="122058"/>
                </a:lnTo>
                <a:lnTo>
                  <a:pt x="1867279" y="238018"/>
                </a:lnTo>
                <a:lnTo>
                  <a:pt x="1870199" y="62362"/>
                </a:lnTo>
                <a:lnTo>
                  <a:pt x="1870929" y="258412"/>
                </a:lnTo>
                <a:lnTo>
                  <a:pt x="1872389" y="75514"/>
                </a:lnTo>
                <a:lnTo>
                  <a:pt x="1873848" y="269869"/>
                </a:lnTo>
                <a:lnTo>
                  <a:pt x="1875308" y="178129"/>
                </a:lnTo>
                <a:lnTo>
                  <a:pt x="1876038" y="103599"/>
                </a:lnTo>
                <a:lnTo>
                  <a:pt x="1877498" y="119905"/>
                </a:lnTo>
                <a:lnTo>
                  <a:pt x="1878228" y="359632"/>
                </a:lnTo>
                <a:lnTo>
                  <a:pt x="1879688" y="12737"/>
                </a:lnTo>
                <a:lnTo>
                  <a:pt x="1881148" y="197043"/>
                </a:lnTo>
                <a:lnTo>
                  <a:pt x="1882608" y="119407"/>
                </a:lnTo>
                <a:lnTo>
                  <a:pt x="1883338" y="117646"/>
                </a:lnTo>
                <a:lnTo>
                  <a:pt x="1886988" y="219111"/>
                </a:lnTo>
                <a:lnTo>
                  <a:pt x="1887718" y="173620"/>
                </a:lnTo>
                <a:lnTo>
                  <a:pt x="1889908" y="186938"/>
                </a:lnTo>
                <a:lnTo>
                  <a:pt x="1891368" y="193249"/>
                </a:lnTo>
                <a:lnTo>
                  <a:pt x="1892828" y="162331"/>
                </a:lnTo>
                <a:lnTo>
                  <a:pt x="1893558" y="186170"/>
                </a:lnTo>
                <a:lnTo>
                  <a:pt x="1894288" y="208694"/>
                </a:lnTo>
                <a:lnTo>
                  <a:pt x="1895018" y="199678"/>
                </a:lnTo>
                <a:lnTo>
                  <a:pt x="1895748" y="126512"/>
                </a:lnTo>
                <a:lnTo>
                  <a:pt x="1897208" y="225879"/>
                </a:lnTo>
                <a:lnTo>
                  <a:pt x="1898668" y="164821"/>
                </a:lnTo>
                <a:lnTo>
                  <a:pt x="1899398" y="220136"/>
                </a:lnTo>
                <a:lnTo>
                  <a:pt x="1900128" y="229705"/>
                </a:lnTo>
                <a:lnTo>
                  <a:pt x="1901588" y="118171"/>
                </a:lnTo>
                <a:lnTo>
                  <a:pt x="1903047" y="144107"/>
                </a:lnTo>
                <a:lnTo>
                  <a:pt x="1903777" y="114150"/>
                </a:lnTo>
                <a:lnTo>
                  <a:pt x="1904507" y="154124"/>
                </a:lnTo>
                <a:lnTo>
                  <a:pt x="1905967" y="223399"/>
                </a:lnTo>
                <a:lnTo>
                  <a:pt x="1906697" y="100734"/>
                </a:lnTo>
                <a:lnTo>
                  <a:pt x="1908157" y="170485"/>
                </a:lnTo>
                <a:lnTo>
                  <a:pt x="1908887" y="221707"/>
                </a:lnTo>
                <a:lnTo>
                  <a:pt x="1910347" y="160311"/>
                </a:lnTo>
                <a:lnTo>
                  <a:pt x="1911077" y="202079"/>
                </a:lnTo>
                <a:lnTo>
                  <a:pt x="1913997" y="228998"/>
                </a:lnTo>
                <a:lnTo>
                  <a:pt x="1916187" y="231613"/>
                </a:lnTo>
                <a:lnTo>
                  <a:pt x="1919107" y="117376"/>
                </a:lnTo>
                <a:lnTo>
                  <a:pt x="1921297" y="222036"/>
                </a:lnTo>
                <a:lnTo>
                  <a:pt x="1922027" y="100740"/>
                </a:lnTo>
                <a:lnTo>
                  <a:pt x="1923487" y="160359"/>
                </a:lnTo>
                <a:lnTo>
                  <a:pt x="1924947" y="226491"/>
                </a:lnTo>
                <a:lnTo>
                  <a:pt x="1925677" y="143531"/>
                </a:lnTo>
                <a:lnTo>
                  <a:pt x="1926407" y="140659"/>
                </a:lnTo>
                <a:lnTo>
                  <a:pt x="1927867" y="276078"/>
                </a:lnTo>
                <a:lnTo>
                  <a:pt x="1928597" y="125052"/>
                </a:lnTo>
                <a:lnTo>
                  <a:pt x="1929327" y="9492"/>
                </a:lnTo>
                <a:lnTo>
                  <a:pt x="1930787" y="165947"/>
                </a:lnTo>
                <a:lnTo>
                  <a:pt x="1931516" y="221221"/>
                </a:lnTo>
                <a:lnTo>
                  <a:pt x="1932246" y="174662"/>
                </a:lnTo>
                <a:lnTo>
                  <a:pt x="1932976" y="132062"/>
                </a:lnTo>
                <a:lnTo>
                  <a:pt x="1933706" y="170017"/>
                </a:lnTo>
                <a:lnTo>
                  <a:pt x="1935166" y="140889"/>
                </a:lnTo>
                <a:lnTo>
                  <a:pt x="1936626" y="232305"/>
                </a:lnTo>
                <a:lnTo>
                  <a:pt x="1938086" y="105597"/>
                </a:lnTo>
                <a:lnTo>
                  <a:pt x="1938816" y="145239"/>
                </a:lnTo>
                <a:lnTo>
                  <a:pt x="1940276" y="291942"/>
                </a:lnTo>
                <a:lnTo>
                  <a:pt x="1941736" y="4760"/>
                </a:lnTo>
                <a:lnTo>
                  <a:pt x="1943196" y="51320"/>
                </a:lnTo>
                <a:lnTo>
                  <a:pt x="1943926" y="62234"/>
                </a:lnTo>
                <a:lnTo>
                  <a:pt x="1945386" y="243370"/>
                </a:lnTo>
                <a:lnTo>
                  <a:pt x="1947576" y="193753"/>
                </a:lnTo>
                <a:lnTo>
                  <a:pt x="1951226" y="116178"/>
                </a:lnTo>
                <a:lnTo>
                  <a:pt x="1952686" y="222348"/>
                </a:lnTo>
                <a:lnTo>
                  <a:pt x="1953416" y="123249"/>
                </a:lnTo>
                <a:lnTo>
                  <a:pt x="1954146" y="119868"/>
                </a:lnTo>
                <a:lnTo>
                  <a:pt x="1954876" y="216189"/>
                </a:lnTo>
                <a:lnTo>
                  <a:pt x="1956336" y="200877"/>
                </a:lnTo>
                <a:lnTo>
                  <a:pt x="1957796" y="35820"/>
                </a:lnTo>
                <a:lnTo>
                  <a:pt x="1958526" y="153991"/>
                </a:lnTo>
                <a:lnTo>
                  <a:pt x="1959256" y="234453"/>
                </a:lnTo>
                <a:lnTo>
                  <a:pt x="1960715" y="111997"/>
                </a:lnTo>
                <a:lnTo>
                  <a:pt x="1962906" y="193921"/>
                </a:lnTo>
                <a:lnTo>
                  <a:pt x="1963636" y="242740"/>
                </a:lnTo>
                <a:lnTo>
                  <a:pt x="1964366" y="135124"/>
                </a:lnTo>
                <a:lnTo>
                  <a:pt x="1968746" y="268783"/>
                </a:lnTo>
                <a:lnTo>
                  <a:pt x="1970205" y="89351"/>
                </a:lnTo>
                <a:lnTo>
                  <a:pt x="1971665" y="231328"/>
                </a:lnTo>
                <a:lnTo>
                  <a:pt x="1973855" y="247610"/>
                </a:lnTo>
                <a:lnTo>
                  <a:pt x="1975315" y="91657"/>
                </a:lnTo>
                <a:lnTo>
                  <a:pt x="1978235" y="220559"/>
                </a:lnTo>
                <a:lnTo>
                  <a:pt x="1978965" y="171466"/>
                </a:lnTo>
                <a:lnTo>
                  <a:pt x="1979695" y="174233"/>
                </a:lnTo>
                <a:lnTo>
                  <a:pt x="1980425" y="262520"/>
                </a:lnTo>
                <a:lnTo>
                  <a:pt x="1981155" y="111715"/>
                </a:lnTo>
                <a:lnTo>
                  <a:pt x="1981885" y="51714"/>
                </a:lnTo>
                <a:lnTo>
                  <a:pt x="1982615" y="143211"/>
                </a:lnTo>
                <a:lnTo>
                  <a:pt x="1986265" y="306588"/>
                </a:lnTo>
                <a:lnTo>
                  <a:pt x="1988455" y="0"/>
                </a:lnTo>
                <a:lnTo>
                  <a:pt x="1989185" y="116046"/>
                </a:lnTo>
                <a:lnTo>
                  <a:pt x="1991375" y="221767"/>
                </a:lnTo>
                <a:lnTo>
                  <a:pt x="1992105" y="132978"/>
                </a:lnTo>
                <a:lnTo>
                  <a:pt x="1993565" y="193038"/>
                </a:lnTo>
                <a:lnTo>
                  <a:pt x="1994295" y="246803"/>
                </a:lnTo>
                <a:lnTo>
                  <a:pt x="1995025" y="134883"/>
                </a:lnTo>
                <a:lnTo>
                  <a:pt x="1997215" y="84417"/>
                </a:lnTo>
                <a:lnTo>
                  <a:pt x="2000864" y="236364"/>
                </a:lnTo>
                <a:lnTo>
                  <a:pt x="2004514" y="122357"/>
                </a:lnTo>
                <a:lnTo>
                  <a:pt x="2005244" y="123821"/>
                </a:lnTo>
                <a:lnTo>
                  <a:pt x="2005974" y="312400"/>
                </a:lnTo>
                <a:lnTo>
                  <a:pt x="2007434" y="149642"/>
                </a:lnTo>
                <a:lnTo>
                  <a:pt x="2008164" y="156709"/>
                </a:lnTo>
                <a:lnTo>
                  <a:pt x="2008894" y="250696"/>
                </a:lnTo>
                <a:lnTo>
                  <a:pt x="2009624" y="132756"/>
                </a:lnTo>
                <a:lnTo>
                  <a:pt x="2010354" y="86796"/>
                </a:lnTo>
                <a:lnTo>
                  <a:pt x="2011084" y="110967"/>
                </a:lnTo>
                <a:lnTo>
                  <a:pt x="2012544" y="232451"/>
                </a:lnTo>
                <a:lnTo>
                  <a:pt x="2013274" y="168499"/>
                </a:lnTo>
                <a:lnTo>
                  <a:pt x="2014004" y="123751"/>
                </a:lnTo>
                <a:lnTo>
                  <a:pt x="2014734" y="162399"/>
                </a:lnTo>
                <a:lnTo>
                  <a:pt x="2018384" y="257961"/>
                </a:lnTo>
                <a:lnTo>
                  <a:pt x="2019114" y="158381"/>
                </a:lnTo>
                <a:lnTo>
                  <a:pt x="2020574" y="184853"/>
                </a:lnTo>
                <a:lnTo>
                  <a:pt x="2021304" y="258078"/>
                </a:lnTo>
                <a:lnTo>
                  <a:pt x="2022034" y="173033"/>
                </a:lnTo>
                <a:lnTo>
                  <a:pt x="2022764" y="139287"/>
                </a:lnTo>
                <a:lnTo>
                  <a:pt x="2023494" y="224122"/>
                </a:lnTo>
                <a:lnTo>
                  <a:pt x="2024224" y="182274"/>
                </a:lnTo>
                <a:lnTo>
                  <a:pt x="2024954" y="247046"/>
                </a:lnTo>
                <a:lnTo>
                  <a:pt x="2026414" y="144965"/>
                </a:lnTo>
                <a:lnTo>
                  <a:pt x="2027144" y="246433"/>
                </a:lnTo>
                <a:lnTo>
                  <a:pt x="2030793" y="140832"/>
                </a:lnTo>
                <a:lnTo>
                  <a:pt x="2031523" y="148473"/>
                </a:lnTo>
                <a:lnTo>
                  <a:pt x="2032253" y="260825"/>
                </a:lnTo>
                <a:lnTo>
                  <a:pt x="2033713" y="128411"/>
                </a:lnTo>
                <a:lnTo>
                  <a:pt x="2034443" y="233852"/>
                </a:lnTo>
                <a:lnTo>
                  <a:pt x="2037363" y="183175"/>
                </a:lnTo>
                <a:lnTo>
                  <a:pt x="2038823" y="176285"/>
                </a:lnTo>
                <a:lnTo>
                  <a:pt x="2039553" y="220719"/>
                </a:lnTo>
                <a:lnTo>
                  <a:pt x="2040283" y="167593"/>
                </a:lnTo>
                <a:lnTo>
                  <a:pt x="2041013" y="239797"/>
                </a:lnTo>
                <a:lnTo>
                  <a:pt x="2041743" y="179181"/>
                </a:lnTo>
                <a:lnTo>
                  <a:pt x="2042473" y="239795"/>
                </a:lnTo>
                <a:lnTo>
                  <a:pt x="2043933" y="200046"/>
                </a:lnTo>
                <a:lnTo>
                  <a:pt x="2044663" y="164626"/>
                </a:lnTo>
              </a:path>
            </a:pathLst>
          </a:custGeom>
          <a:noFill/>
          <a:ln w="2013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Editable path 106"/>
          <p:cNvSpPr/>
          <p:nvPr/>
        </p:nvSpPr>
        <p:spPr>
          <a:xfrm>
            <a:off x="3924523" y="2904045"/>
            <a:ext cx="2044663" cy="743737"/>
          </a:xfrm>
          <a:custGeom>
            <a:avLst/>
            <a:gdLst/>
            <a:ahLst/>
            <a:cxnLst/>
            <a:rect l="l" t="t" r="r" b="b"/>
            <a:pathLst>
              <a:path w="2044663" h="743737">
                <a:moveTo>
                  <a:pt x="0" y="325717"/>
                </a:moveTo>
                <a:lnTo>
                  <a:pt x="730" y="335427"/>
                </a:lnTo>
                <a:lnTo>
                  <a:pt x="2191" y="326391"/>
                </a:lnTo>
                <a:lnTo>
                  <a:pt x="2920" y="327224"/>
                </a:lnTo>
                <a:lnTo>
                  <a:pt x="3650" y="339100"/>
                </a:lnTo>
                <a:lnTo>
                  <a:pt x="5840" y="337502"/>
                </a:lnTo>
                <a:lnTo>
                  <a:pt x="7300" y="345716"/>
                </a:lnTo>
                <a:lnTo>
                  <a:pt x="8760" y="343456"/>
                </a:lnTo>
                <a:lnTo>
                  <a:pt x="9490" y="336868"/>
                </a:lnTo>
                <a:lnTo>
                  <a:pt x="10220" y="349530"/>
                </a:lnTo>
                <a:lnTo>
                  <a:pt x="10950" y="349868"/>
                </a:lnTo>
                <a:lnTo>
                  <a:pt x="13870" y="343564"/>
                </a:lnTo>
                <a:lnTo>
                  <a:pt x="16060" y="348207"/>
                </a:lnTo>
                <a:lnTo>
                  <a:pt x="16790" y="352551"/>
                </a:lnTo>
                <a:lnTo>
                  <a:pt x="17520" y="350659"/>
                </a:lnTo>
                <a:lnTo>
                  <a:pt x="18250" y="341899"/>
                </a:lnTo>
                <a:lnTo>
                  <a:pt x="19710" y="346496"/>
                </a:lnTo>
                <a:lnTo>
                  <a:pt x="21900" y="355139"/>
                </a:lnTo>
                <a:lnTo>
                  <a:pt x="23360" y="361297"/>
                </a:lnTo>
                <a:lnTo>
                  <a:pt x="24090" y="354308"/>
                </a:lnTo>
                <a:lnTo>
                  <a:pt x="25550" y="342225"/>
                </a:lnTo>
                <a:lnTo>
                  <a:pt x="26280" y="352178"/>
                </a:lnTo>
                <a:lnTo>
                  <a:pt x="27740" y="361270"/>
                </a:lnTo>
                <a:lnTo>
                  <a:pt x="29200" y="358411"/>
                </a:lnTo>
                <a:lnTo>
                  <a:pt x="32849" y="352789"/>
                </a:lnTo>
                <a:lnTo>
                  <a:pt x="33579" y="358186"/>
                </a:lnTo>
                <a:lnTo>
                  <a:pt x="35039" y="366503"/>
                </a:lnTo>
                <a:lnTo>
                  <a:pt x="36499" y="362154"/>
                </a:lnTo>
                <a:lnTo>
                  <a:pt x="37229" y="359988"/>
                </a:lnTo>
                <a:lnTo>
                  <a:pt x="37959" y="363393"/>
                </a:lnTo>
                <a:lnTo>
                  <a:pt x="38689" y="367815"/>
                </a:lnTo>
                <a:lnTo>
                  <a:pt x="40149" y="363037"/>
                </a:lnTo>
                <a:lnTo>
                  <a:pt x="43069" y="358904"/>
                </a:lnTo>
                <a:lnTo>
                  <a:pt x="43799" y="363800"/>
                </a:lnTo>
                <a:lnTo>
                  <a:pt x="45989" y="360722"/>
                </a:lnTo>
                <a:lnTo>
                  <a:pt x="49639" y="372752"/>
                </a:lnTo>
                <a:lnTo>
                  <a:pt x="51829" y="368801"/>
                </a:lnTo>
                <a:lnTo>
                  <a:pt x="53289" y="360078"/>
                </a:lnTo>
                <a:lnTo>
                  <a:pt x="54749" y="364937"/>
                </a:lnTo>
                <a:lnTo>
                  <a:pt x="56209" y="362125"/>
                </a:lnTo>
                <a:lnTo>
                  <a:pt x="59859" y="378476"/>
                </a:lnTo>
                <a:lnTo>
                  <a:pt x="60588" y="377596"/>
                </a:lnTo>
                <a:lnTo>
                  <a:pt x="61318" y="378166"/>
                </a:lnTo>
                <a:lnTo>
                  <a:pt x="62048" y="376258"/>
                </a:lnTo>
                <a:lnTo>
                  <a:pt x="64968" y="371935"/>
                </a:lnTo>
                <a:lnTo>
                  <a:pt x="67888" y="375256"/>
                </a:lnTo>
                <a:lnTo>
                  <a:pt x="69348" y="373955"/>
                </a:lnTo>
                <a:lnTo>
                  <a:pt x="70078" y="373447"/>
                </a:lnTo>
                <a:lnTo>
                  <a:pt x="71538" y="374305"/>
                </a:lnTo>
                <a:lnTo>
                  <a:pt x="72998" y="369174"/>
                </a:lnTo>
                <a:lnTo>
                  <a:pt x="74458" y="376264"/>
                </a:lnTo>
                <a:lnTo>
                  <a:pt x="75918" y="373108"/>
                </a:lnTo>
                <a:lnTo>
                  <a:pt x="77378" y="377464"/>
                </a:lnTo>
                <a:lnTo>
                  <a:pt x="78838" y="374678"/>
                </a:lnTo>
                <a:lnTo>
                  <a:pt x="82488" y="378468"/>
                </a:lnTo>
                <a:lnTo>
                  <a:pt x="83218" y="374559"/>
                </a:lnTo>
                <a:lnTo>
                  <a:pt x="85408" y="369640"/>
                </a:lnTo>
                <a:lnTo>
                  <a:pt x="86138" y="371730"/>
                </a:lnTo>
                <a:lnTo>
                  <a:pt x="88328" y="378736"/>
                </a:lnTo>
                <a:lnTo>
                  <a:pt x="89057" y="378491"/>
                </a:lnTo>
                <a:lnTo>
                  <a:pt x="92707" y="372356"/>
                </a:lnTo>
                <a:lnTo>
                  <a:pt x="93437" y="374054"/>
                </a:lnTo>
                <a:lnTo>
                  <a:pt x="96357" y="385531"/>
                </a:lnTo>
                <a:lnTo>
                  <a:pt x="97087" y="382883"/>
                </a:lnTo>
                <a:lnTo>
                  <a:pt x="102927" y="376369"/>
                </a:lnTo>
                <a:lnTo>
                  <a:pt x="106577" y="378693"/>
                </a:lnTo>
                <a:lnTo>
                  <a:pt x="108037" y="384343"/>
                </a:lnTo>
                <a:lnTo>
                  <a:pt x="109497" y="382888"/>
                </a:lnTo>
                <a:lnTo>
                  <a:pt x="111687" y="372733"/>
                </a:lnTo>
                <a:lnTo>
                  <a:pt x="113147" y="376731"/>
                </a:lnTo>
                <a:lnTo>
                  <a:pt x="115337" y="377414"/>
                </a:lnTo>
                <a:lnTo>
                  <a:pt x="116797" y="378653"/>
                </a:lnTo>
                <a:lnTo>
                  <a:pt x="118986" y="372283"/>
                </a:lnTo>
                <a:lnTo>
                  <a:pt x="121906" y="377916"/>
                </a:lnTo>
                <a:lnTo>
                  <a:pt x="122636" y="382087"/>
                </a:lnTo>
                <a:lnTo>
                  <a:pt x="124096" y="378783"/>
                </a:lnTo>
                <a:lnTo>
                  <a:pt x="126286" y="378762"/>
                </a:lnTo>
                <a:lnTo>
                  <a:pt x="127016" y="375115"/>
                </a:lnTo>
                <a:lnTo>
                  <a:pt x="128476" y="379153"/>
                </a:lnTo>
                <a:lnTo>
                  <a:pt x="129206" y="378276"/>
                </a:lnTo>
                <a:lnTo>
                  <a:pt x="129936" y="380966"/>
                </a:lnTo>
                <a:lnTo>
                  <a:pt x="131396" y="387631"/>
                </a:lnTo>
                <a:lnTo>
                  <a:pt x="132126" y="385022"/>
                </a:lnTo>
                <a:lnTo>
                  <a:pt x="132856" y="381068"/>
                </a:lnTo>
                <a:lnTo>
                  <a:pt x="135046" y="381613"/>
                </a:lnTo>
                <a:lnTo>
                  <a:pt x="137236" y="380678"/>
                </a:lnTo>
                <a:lnTo>
                  <a:pt x="137966" y="378306"/>
                </a:lnTo>
                <a:lnTo>
                  <a:pt x="138696" y="382881"/>
                </a:lnTo>
                <a:lnTo>
                  <a:pt x="139426" y="384836"/>
                </a:lnTo>
                <a:lnTo>
                  <a:pt x="143076" y="375734"/>
                </a:lnTo>
                <a:lnTo>
                  <a:pt x="143806" y="372150"/>
                </a:lnTo>
                <a:lnTo>
                  <a:pt x="144536" y="377024"/>
                </a:lnTo>
                <a:lnTo>
                  <a:pt x="148185" y="384281"/>
                </a:lnTo>
                <a:lnTo>
                  <a:pt x="148915" y="384538"/>
                </a:lnTo>
                <a:lnTo>
                  <a:pt x="151835" y="378206"/>
                </a:lnTo>
                <a:lnTo>
                  <a:pt x="152565" y="378717"/>
                </a:lnTo>
                <a:lnTo>
                  <a:pt x="157675" y="371551"/>
                </a:lnTo>
                <a:lnTo>
                  <a:pt x="159135" y="375899"/>
                </a:lnTo>
                <a:lnTo>
                  <a:pt x="165705" y="393507"/>
                </a:lnTo>
                <a:lnTo>
                  <a:pt x="167165" y="387130"/>
                </a:lnTo>
                <a:lnTo>
                  <a:pt x="174465" y="379562"/>
                </a:lnTo>
                <a:lnTo>
                  <a:pt x="175195" y="382525"/>
                </a:lnTo>
                <a:lnTo>
                  <a:pt x="177384" y="396752"/>
                </a:lnTo>
                <a:lnTo>
                  <a:pt x="179574" y="390148"/>
                </a:lnTo>
                <a:lnTo>
                  <a:pt x="181034" y="392359"/>
                </a:lnTo>
                <a:lnTo>
                  <a:pt x="181764" y="389995"/>
                </a:lnTo>
                <a:lnTo>
                  <a:pt x="183224" y="391081"/>
                </a:lnTo>
                <a:lnTo>
                  <a:pt x="183954" y="388000"/>
                </a:lnTo>
                <a:lnTo>
                  <a:pt x="185414" y="390826"/>
                </a:lnTo>
                <a:lnTo>
                  <a:pt x="186144" y="390093"/>
                </a:lnTo>
                <a:lnTo>
                  <a:pt x="188334" y="382796"/>
                </a:lnTo>
                <a:lnTo>
                  <a:pt x="189794" y="385996"/>
                </a:lnTo>
                <a:lnTo>
                  <a:pt x="191984" y="395854"/>
                </a:lnTo>
                <a:lnTo>
                  <a:pt x="192714" y="393286"/>
                </a:lnTo>
                <a:lnTo>
                  <a:pt x="194904" y="386604"/>
                </a:lnTo>
                <a:lnTo>
                  <a:pt x="196364" y="387893"/>
                </a:lnTo>
                <a:lnTo>
                  <a:pt x="197094" y="390367"/>
                </a:lnTo>
                <a:lnTo>
                  <a:pt x="198554" y="389637"/>
                </a:lnTo>
                <a:lnTo>
                  <a:pt x="201474" y="388040"/>
                </a:lnTo>
                <a:lnTo>
                  <a:pt x="202934" y="388317"/>
                </a:lnTo>
                <a:lnTo>
                  <a:pt x="204393" y="383737"/>
                </a:lnTo>
                <a:lnTo>
                  <a:pt x="205123" y="389255"/>
                </a:lnTo>
                <a:lnTo>
                  <a:pt x="210963" y="384479"/>
                </a:lnTo>
                <a:lnTo>
                  <a:pt x="211693" y="382457"/>
                </a:lnTo>
                <a:lnTo>
                  <a:pt x="212423" y="384887"/>
                </a:lnTo>
                <a:lnTo>
                  <a:pt x="214613" y="393899"/>
                </a:lnTo>
                <a:lnTo>
                  <a:pt x="215343" y="393607"/>
                </a:lnTo>
                <a:lnTo>
                  <a:pt x="216803" y="386628"/>
                </a:lnTo>
                <a:lnTo>
                  <a:pt x="218263" y="389794"/>
                </a:lnTo>
                <a:lnTo>
                  <a:pt x="221913" y="397100"/>
                </a:lnTo>
                <a:lnTo>
                  <a:pt x="224833" y="391429"/>
                </a:lnTo>
                <a:lnTo>
                  <a:pt x="231403" y="414676"/>
                </a:lnTo>
                <a:lnTo>
                  <a:pt x="232133" y="408988"/>
                </a:lnTo>
                <a:lnTo>
                  <a:pt x="232863" y="401115"/>
                </a:lnTo>
                <a:lnTo>
                  <a:pt x="235053" y="402643"/>
                </a:lnTo>
                <a:lnTo>
                  <a:pt x="236513" y="396927"/>
                </a:lnTo>
                <a:lnTo>
                  <a:pt x="237243" y="399018"/>
                </a:lnTo>
                <a:lnTo>
                  <a:pt x="239433" y="413654"/>
                </a:lnTo>
                <a:lnTo>
                  <a:pt x="241623" y="412075"/>
                </a:lnTo>
                <a:lnTo>
                  <a:pt x="242353" y="411858"/>
                </a:lnTo>
                <a:lnTo>
                  <a:pt x="243812" y="398710"/>
                </a:lnTo>
                <a:lnTo>
                  <a:pt x="244542" y="400406"/>
                </a:lnTo>
                <a:lnTo>
                  <a:pt x="245272" y="409017"/>
                </a:lnTo>
                <a:lnTo>
                  <a:pt x="246732" y="402161"/>
                </a:lnTo>
                <a:lnTo>
                  <a:pt x="247462" y="401370"/>
                </a:lnTo>
                <a:lnTo>
                  <a:pt x="248922" y="407072"/>
                </a:lnTo>
                <a:lnTo>
                  <a:pt x="249652" y="402180"/>
                </a:lnTo>
                <a:lnTo>
                  <a:pt x="250382" y="397457"/>
                </a:lnTo>
                <a:lnTo>
                  <a:pt x="252572" y="400248"/>
                </a:lnTo>
                <a:lnTo>
                  <a:pt x="254032" y="401719"/>
                </a:lnTo>
                <a:lnTo>
                  <a:pt x="255492" y="398351"/>
                </a:lnTo>
                <a:lnTo>
                  <a:pt x="256952" y="403028"/>
                </a:lnTo>
                <a:lnTo>
                  <a:pt x="257682" y="407495"/>
                </a:lnTo>
                <a:lnTo>
                  <a:pt x="259142" y="402156"/>
                </a:lnTo>
                <a:lnTo>
                  <a:pt x="259872" y="402532"/>
                </a:lnTo>
                <a:lnTo>
                  <a:pt x="260602" y="410645"/>
                </a:lnTo>
                <a:lnTo>
                  <a:pt x="262792" y="406448"/>
                </a:lnTo>
                <a:lnTo>
                  <a:pt x="263522" y="407489"/>
                </a:lnTo>
                <a:lnTo>
                  <a:pt x="264252" y="405529"/>
                </a:lnTo>
                <a:lnTo>
                  <a:pt x="265712" y="399335"/>
                </a:lnTo>
                <a:lnTo>
                  <a:pt x="266442" y="405534"/>
                </a:lnTo>
                <a:lnTo>
                  <a:pt x="270092" y="417652"/>
                </a:lnTo>
                <a:lnTo>
                  <a:pt x="270822" y="417741"/>
                </a:lnTo>
                <a:lnTo>
                  <a:pt x="273011" y="411517"/>
                </a:lnTo>
                <a:lnTo>
                  <a:pt x="274471" y="412453"/>
                </a:lnTo>
                <a:lnTo>
                  <a:pt x="277391" y="414795"/>
                </a:lnTo>
                <a:lnTo>
                  <a:pt x="278851" y="413261"/>
                </a:lnTo>
                <a:lnTo>
                  <a:pt x="280311" y="414757"/>
                </a:lnTo>
                <a:lnTo>
                  <a:pt x="281041" y="416255"/>
                </a:lnTo>
                <a:lnTo>
                  <a:pt x="281771" y="412414"/>
                </a:lnTo>
                <a:lnTo>
                  <a:pt x="282501" y="411512"/>
                </a:lnTo>
                <a:lnTo>
                  <a:pt x="286151" y="416342"/>
                </a:lnTo>
                <a:lnTo>
                  <a:pt x="287611" y="411603"/>
                </a:lnTo>
                <a:lnTo>
                  <a:pt x="289071" y="414175"/>
                </a:lnTo>
                <a:lnTo>
                  <a:pt x="289801" y="416276"/>
                </a:lnTo>
                <a:lnTo>
                  <a:pt x="291261" y="415314"/>
                </a:lnTo>
                <a:lnTo>
                  <a:pt x="292721" y="405732"/>
                </a:lnTo>
                <a:lnTo>
                  <a:pt x="294911" y="408180"/>
                </a:lnTo>
                <a:lnTo>
                  <a:pt x="297831" y="411572"/>
                </a:lnTo>
                <a:lnTo>
                  <a:pt x="298561" y="409607"/>
                </a:lnTo>
                <a:lnTo>
                  <a:pt x="299291" y="405140"/>
                </a:lnTo>
                <a:lnTo>
                  <a:pt x="300751" y="409459"/>
                </a:lnTo>
                <a:lnTo>
                  <a:pt x="303670" y="410520"/>
                </a:lnTo>
                <a:lnTo>
                  <a:pt x="304400" y="407895"/>
                </a:lnTo>
                <a:lnTo>
                  <a:pt x="306590" y="409282"/>
                </a:lnTo>
                <a:lnTo>
                  <a:pt x="308780" y="408060"/>
                </a:lnTo>
                <a:lnTo>
                  <a:pt x="312430" y="413430"/>
                </a:lnTo>
                <a:lnTo>
                  <a:pt x="313890" y="406835"/>
                </a:lnTo>
                <a:lnTo>
                  <a:pt x="314620" y="403848"/>
                </a:lnTo>
                <a:lnTo>
                  <a:pt x="316080" y="406790"/>
                </a:lnTo>
                <a:lnTo>
                  <a:pt x="317540" y="410477"/>
                </a:lnTo>
                <a:lnTo>
                  <a:pt x="318270" y="408294"/>
                </a:lnTo>
                <a:lnTo>
                  <a:pt x="321190" y="404784"/>
                </a:lnTo>
                <a:lnTo>
                  <a:pt x="322650" y="408543"/>
                </a:lnTo>
                <a:lnTo>
                  <a:pt x="323380" y="403911"/>
                </a:lnTo>
                <a:lnTo>
                  <a:pt x="326300" y="389227"/>
                </a:lnTo>
                <a:lnTo>
                  <a:pt x="327030" y="395104"/>
                </a:lnTo>
                <a:lnTo>
                  <a:pt x="327760" y="397175"/>
                </a:lnTo>
                <a:lnTo>
                  <a:pt x="330679" y="412227"/>
                </a:lnTo>
                <a:lnTo>
                  <a:pt x="333599" y="401419"/>
                </a:lnTo>
                <a:lnTo>
                  <a:pt x="334329" y="403558"/>
                </a:lnTo>
                <a:lnTo>
                  <a:pt x="335059" y="410235"/>
                </a:lnTo>
                <a:lnTo>
                  <a:pt x="336519" y="406050"/>
                </a:lnTo>
                <a:lnTo>
                  <a:pt x="337979" y="402898"/>
                </a:lnTo>
                <a:lnTo>
                  <a:pt x="338709" y="405925"/>
                </a:lnTo>
                <a:lnTo>
                  <a:pt x="339439" y="408479"/>
                </a:lnTo>
                <a:lnTo>
                  <a:pt x="340169" y="406915"/>
                </a:lnTo>
                <a:lnTo>
                  <a:pt x="342359" y="402730"/>
                </a:lnTo>
                <a:lnTo>
                  <a:pt x="343089" y="404974"/>
                </a:lnTo>
                <a:lnTo>
                  <a:pt x="346009" y="400530"/>
                </a:lnTo>
                <a:lnTo>
                  <a:pt x="346739" y="403058"/>
                </a:lnTo>
                <a:lnTo>
                  <a:pt x="347469" y="408066"/>
                </a:lnTo>
                <a:lnTo>
                  <a:pt x="348929" y="403017"/>
                </a:lnTo>
                <a:lnTo>
                  <a:pt x="349659" y="401882"/>
                </a:lnTo>
                <a:lnTo>
                  <a:pt x="350389" y="404222"/>
                </a:lnTo>
                <a:lnTo>
                  <a:pt x="351119" y="406266"/>
                </a:lnTo>
                <a:lnTo>
                  <a:pt x="352579" y="402800"/>
                </a:lnTo>
                <a:lnTo>
                  <a:pt x="354039" y="398804"/>
                </a:lnTo>
                <a:lnTo>
                  <a:pt x="355499" y="401874"/>
                </a:lnTo>
                <a:lnTo>
                  <a:pt x="358419" y="400584"/>
                </a:lnTo>
                <a:lnTo>
                  <a:pt x="362068" y="393824"/>
                </a:lnTo>
                <a:lnTo>
                  <a:pt x="363528" y="394644"/>
                </a:lnTo>
                <a:lnTo>
                  <a:pt x="365718" y="399259"/>
                </a:lnTo>
                <a:lnTo>
                  <a:pt x="366448" y="396499"/>
                </a:lnTo>
                <a:lnTo>
                  <a:pt x="367908" y="397984"/>
                </a:lnTo>
                <a:lnTo>
                  <a:pt x="369368" y="400819"/>
                </a:lnTo>
                <a:lnTo>
                  <a:pt x="370098" y="398308"/>
                </a:lnTo>
                <a:lnTo>
                  <a:pt x="374478" y="396588"/>
                </a:lnTo>
                <a:lnTo>
                  <a:pt x="375938" y="398849"/>
                </a:lnTo>
                <a:lnTo>
                  <a:pt x="376668" y="396162"/>
                </a:lnTo>
                <a:lnTo>
                  <a:pt x="377398" y="397005"/>
                </a:lnTo>
                <a:lnTo>
                  <a:pt x="378128" y="394042"/>
                </a:lnTo>
                <a:lnTo>
                  <a:pt x="385428" y="381140"/>
                </a:lnTo>
                <a:lnTo>
                  <a:pt x="389807" y="388560"/>
                </a:lnTo>
                <a:lnTo>
                  <a:pt x="392727" y="381812"/>
                </a:lnTo>
                <a:lnTo>
                  <a:pt x="395647" y="387042"/>
                </a:lnTo>
                <a:lnTo>
                  <a:pt x="396377" y="385749"/>
                </a:lnTo>
                <a:lnTo>
                  <a:pt x="398567" y="390386"/>
                </a:lnTo>
                <a:lnTo>
                  <a:pt x="400757" y="379614"/>
                </a:lnTo>
                <a:lnTo>
                  <a:pt x="401487" y="384804"/>
                </a:lnTo>
                <a:lnTo>
                  <a:pt x="402947" y="390793"/>
                </a:lnTo>
                <a:lnTo>
                  <a:pt x="405137" y="389817"/>
                </a:lnTo>
                <a:lnTo>
                  <a:pt x="406597" y="382622"/>
                </a:lnTo>
                <a:lnTo>
                  <a:pt x="407327" y="384332"/>
                </a:lnTo>
                <a:lnTo>
                  <a:pt x="408787" y="393819"/>
                </a:lnTo>
                <a:lnTo>
                  <a:pt x="410247" y="388759"/>
                </a:lnTo>
                <a:lnTo>
                  <a:pt x="410977" y="387493"/>
                </a:lnTo>
                <a:lnTo>
                  <a:pt x="412437" y="389446"/>
                </a:lnTo>
                <a:lnTo>
                  <a:pt x="413897" y="392135"/>
                </a:lnTo>
                <a:lnTo>
                  <a:pt x="414627" y="390334"/>
                </a:lnTo>
                <a:lnTo>
                  <a:pt x="417546" y="387006"/>
                </a:lnTo>
                <a:lnTo>
                  <a:pt x="418276" y="388420"/>
                </a:lnTo>
                <a:lnTo>
                  <a:pt x="421926" y="385569"/>
                </a:lnTo>
                <a:lnTo>
                  <a:pt x="423386" y="380573"/>
                </a:lnTo>
                <a:lnTo>
                  <a:pt x="424846" y="382523"/>
                </a:lnTo>
                <a:lnTo>
                  <a:pt x="431416" y="382465"/>
                </a:lnTo>
                <a:lnTo>
                  <a:pt x="433606" y="375600"/>
                </a:lnTo>
                <a:lnTo>
                  <a:pt x="434336" y="376335"/>
                </a:lnTo>
                <a:lnTo>
                  <a:pt x="437986" y="383083"/>
                </a:lnTo>
                <a:lnTo>
                  <a:pt x="438716" y="379547"/>
                </a:lnTo>
                <a:lnTo>
                  <a:pt x="440176" y="382499"/>
                </a:lnTo>
                <a:lnTo>
                  <a:pt x="443826" y="388076"/>
                </a:lnTo>
                <a:lnTo>
                  <a:pt x="446746" y="378928"/>
                </a:lnTo>
                <a:lnTo>
                  <a:pt x="454046" y="390486"/>
                </a:lnTo>
                <a:lnTo>
                  <a:pt x="457695" y="374364"/>
                </a:lnTo>
                <a:lnTo>
                  <a:pt x="458425" y="370298"/>
                </a:lnTo>
                <a:lnTo>
                  <a:pt x="459885" y="372910"/>
                </a:lnTo>
                <a:lnTo>
                  <a:pt x="462805" y="389321"/>
                </a:lnTo>
                <a:lnTo>
                  <a:pt x="464265" y="388381"/>
                </a:lnTo>
                <a:lnTo>
                  <a:pt x="467915" y="379941"/>
                </a:lnTo>
                <a:lnTo>
                  <a:pt x="469375" y="383061"/>
                </a:lnTo>
                <a:lnTo>
                  <a:pt x="470105" y="382431"/>
                </a:lnTo>
                <a:lnTo>
                  <a:pt x="473755" y="390987"/>
                </a:lnTo>
                <a:lnTo>
                  <a:pt x="476675" y="386175"/>
                </a:lnTo>
                <a:lnTo>
                  <a:pt x="478135" y="391387"/>
                </a:lnTo>
                <a:lnTo>
                  <a:pt x="478865" y="388018"/>
                </a:lnTo>
                <a:lnTo>
                  <a:pt x="480325" y="386072"/>
                </a:lnTo>
                <a:lnTo>
                  <a:pt x="481055" y="388067"/>
                </a:lnTo>
                <a:lnTo>
                  <a:pt x="482515" y="393088"/>
                </a:lnTo>
                <a:lnTo>
                  <a:pt x="483245" y="389053"/>
                </a:lnTo>
                <a:lnTo>
                  <a:pt x="484704" y="387055"/>
                </a:lnTo>
                <a:lnTo>
                  <a:pt x="485434" y="388790"/>
                </a:lnTo>
                <a:lnTo>
                  <a:pt x="486164" y="390793"/>
                </a:lnTo>
                <a:lnTo>
                  <a:pt x="487624" y="387760"/>
                </a:lnTo>
                <a:lnTo>
                  <a:pt x="488354" y="388254"/>
                </a:lnTo>
                <a:lnTo>
                  <a:pt x="492004" y="398916"/>
                </a:lnTo>
                <a:lnTo>
                  <a:pt x="492734" y="395905"/>
                </a:lnTo>
                <a:lnTo>
                  <a:pt x="493464" y="401032"/>
                </a:lnTo>
                <a:lnTo>
                  <a:pt x="497844" y="408894"/>
                </a:lnTo>
                <a:lnTo>
                  <a:pt x="500764" y="397256"/>
                </a:lnTo>
                <a:lnTo>
                  <a:pt x="501494" y="399250"/>
                </a:lnTo>
                <a:lnTo>
                  <a:pt x="502954" y="408326"/>
                </a:lnTo>
                <a:lnTo>
                  <a:pt x="504414" y="401843"/>
                </a:lnTo>
                <a:lnTo>
                  <a:pt x="505874" y="399152"/>
                </a:lnTo>
                <a:lnTo>
                  <a:pt x="508064" y="405646"/>
                </a:lnTo>
                <a:lnTo>
                  <a:pt x="508794" y="404449"/>
                </a:lnTo>
                <a:lnTo>
                  <a:pt x="509524" y="403562"/>
                </a:lnTo>
                <a:lnTo>
                  <a:pt x="510254" y="404532"/>
                </a:lnTo>
                <a:lnTo>
                  <a:pt x="510984" y="406464"/>
                </a:lnTo>
                <a:lnTo>
                  <a:pt x="511714" y="405213"/>
                </a:lnTo>
                <a:lnTo>
                  <a:pt x="515363" y="398577"/>
                </a:lnTo>
                <a:lnTo>
                  <a:pt x="516093" y="400856"/>
                </a:lnTo>
                <a:lnTo>
                  <a:pt x="516823" y="399578"/>
                </a:lnTo>
                <a:lnTo>
                  <a:pt x="519013" y="392793"/>
                </a:lnTo>
                <a:lnTo>
                  <a:pt x="518283" y="400558"/>
                </a:lnTo>
                <a:lnTo>
                  <a:pt x="519743" y="398235"/>
                </a:lnTo>
                <a:lnTo>
                  <a:pt x="521203" y="396339"/>
                </a:lnTo>
                <a:lnTo>
                  <a:pt x="524853" y="407720"/>
                </a:lnTo>
                <a:lnTo>
                  <a:pt x="525583" y="407239"/>
                </a:lnTo>
                <a:lnTo>
                  <a:pt x="526313" y="403128"/>
                </a:lnTo>
                <a:lnTo>
                  <a:pt x="527043" y="406621"/>
                </a:lnTo>
                <a:lnTo>
                  <a:pt x="527773" y="410303"/>
                </a:lnTo>
                <a:lnTo>
                  <a:pt x="528503" y="408780"/>
                </a:lnTo>
                <a:lnTo>
                  <a:pt x="532153" y="391931"/>
                </a:lnTo>
                <a:lnTo>
                  <a:pt x="533613" y="395961"/>
                </a:lnTo>
                <a:lnTo>
                  <a:pt x="535073" y="394366"/>
                </a:lnTo>
                <a:lnTo>
                  <a:pt x="539453" y="385424"/>
                </a:lnTo>
                <a:lnTo>
                  <a:pt x="542372" y="388620"/>
                </a:lnTo>
                <a:lnTo>
                  <a:pt x="543102" y="387519"/>
                </a:lnTo>
                <a:lnTo>
                  <a:pt x="548212" y="385219"/>
                </a:lnTo>
                <a:lnTo>
                  <a:pt x="550402" y="401063"/>
                </a:lnTo>
                <a:lnTo>
                  <a:pt x="551132" y="388450"/>
                </a:lnTo>
                <a:lnTo>
                  <a:pt x="556972" y="379593"/>
                </a:lnTo>
                <a:lnTo>
                  <a:pt x="559162" y="387107"/>
                </a:lnTo>
                <a:lnTo>
                  <a:pt x="560622" y="379132"/>
                </a:lnTo>
                <a:lnTo>
                  <a:pt x="562082" y="382598"/>
                </a:lnTo>
                <a:lnTo>
                  <a:pt x="565002" y="383320"/>
                </a:lnTo>
                <a:lnTo>
                  <a:pt x="567922" y="370572"/>
                </a:lnTo>
                <a:lnTo>
                  <a:pt x="568652" y="373363"/>
                </a:lnTo>
                <a:lnTo>
                  <a:pt x="569382" y="372202"/>
                </a:lnTo>
                <a:lnTo>
                  <a:pt x="570842" y="373700"/>
                </a:lnTo>
                <a:lnTo>
                  <a:pt x="571571" y="374249"/>
                </a:lnTo>
                <a:lnTo>
                  <a:pt x="572301" y="378153"/>
                </a:lnTo>
                <a:lnTo>
                  <a:pt x="573761" y="375334"/>
                </a:lnTo>
                <a:lnTo>
                  <a:pt x="577411" y="356405"/>
                </a:lnTo>
                <a:lnTo>
                  <a:pt x="578141" y="362851"/>
                </a:lnTo>
                <a:lnTo>
                  <a:pt x="578871" y="361239"/>
                </a:lnTo>
                <a:lnTo>
                  <a:pt x="580331" y="382398"/>
                </a:lnTo>
                <a:lnTo>
                  <a:pt x="582521" y="376227"/>
                </a:lnTo>
                <a:lnTo>
                  <a:pt x="587631" y="360563"/>
                </a:lnTo>
                <a:lnTo>
                  <a:pt x="588361" y="365520"/>
                </a:lnTo>
                <a:lnTo>
                  <a:pt x="589821" y="364284"/>
                </a:lnTo>
                <a:lnTo>
                  <a:pt x="593471" y="352642"/>
                </a:lnTo>
                <a:lnTo>
                  <a:pt x="594201" y="353187"/>
                </a:lnTo>
                <a:lnTo>
                  <a:pt x="596391" y="362261"/>
                </a:lnTo>
                <a:lnTo>
                  <a:pt x="597851" y="358943"/>
                </a:lnTo>
                <a:lnTo>
                  <a:pt x="602230" y="343129"/>
                </a:lnTo>
                <a:lnTo>
                  <a:pt x="602960" y="343383"/>
                </a:lnTo>
                <a:lnTo>
                  <a:pt x="603690" y="340854"/>
                </a:lnTo>
                <a:lnTo>
                  <a:pt x="605150" y="341250"/>
                </a:lnTo>
                <a:lnTo>
                  <a:pt x="606610" y="333408"/>
                </a:lnTo>
                <a:lnTo>
                  <a:pt x="608070" y="337454"/>
                </a:lnTo>
                <a:lnTo>
                  <a:pt x="609530" y="337699"/>
                </a:lnTo>
                <a:lnTo>
                  <a:pt x="611720" y="339821"/>
                </a:lnTo>
                <a:lnTo>
                  <a:pt x="613180" y="329369"/>
                </a:lnTo>
                <a:lnTo>
                  <a:pt x="614640" y="331684"/>
                </a:lnTo>
                <a:lnTo>
                  <a:pt x="616830" y="313768"/>
                </a:lnTo>
                <a:lnTo>
                  <a:pt x="618290" y="317155"/>
                </a:lnTo>
                <a:lnTo>
                  <a:pt x="619020" y="316597"/>
                </a:lnTo>
                <a:lnTo>
                  <a:pt x="621940" y="292501"/>
                </a:lnTo>
                <a:lnTo>
                  <a:pt x="623400" y="296569"/>
                </a:lnTo>
                <a:lnTo>
                  <a:pt x="625590" y="309812"/>
                </a:lnTo>
                <a:lnTo>
                  <a:pt x="626320" y="305900"/>
                </a:lnTo>
                <a:lnTo>
                  <a:pt x="629239" y="279600"/>
                </a:lnTo>
                <a:lnTo>
                  <a:pt x="632159" y="309372"/>
                </a:lnTo>
                <a:lnTo>
                  <a:pt x="632889" y="303106"/>
                </a:lnTo>
                <a:lnTo>
                  <a:pt x="635809" y="288270"/>
                </a:lnTo>
                <a:lnTo>
                  <a:pt x="636539" y="288692"/>
                </a:lnTo>
                <a:lnTo>
                  <a:pt x="638729" y="289900"/>
                </a:lnTo>
                <a:lnTo>
                  <a:pt x="642379" y="272986"/>
                </a:lnTo>
                <a:lnTo>
                  <a:pt x="643109" y="275740"/>
                </a:lnTo>
                <a:lnTo>
                  <a:pt x="643839" y="279530"/>
                </a:lnTo>
                <a:lnTo>
                  <a:pt x="644569" y="273717"/>
                </a:lnTo>
                <a:lnTo>
                  <a:pt x="646029" y="278738"/>
                </a:lnTo>
                <a:lnTo>
                  <a:pt x="646759" y="280374"/>
                </a:lnTo>
                <a:lnTo>
                  <a:pt x="647489" y="277965"/>
                </a:lnTo>
                <a:lnTo>
                  <a:pt x="648949" y="279238"/>
                </a:lnTo>
                <a:lnTo>
                  <a:pt x="651869" y="265115"/>
                </a:lnTo>
                <a:lnTo>
                  <a:pt x="654789" y="268847"/>
                </a:lnTo>
                <a:lnTo>
                  <a:pt x="656249" y="271064"/>
                </a:lnTo>
                <a:lnTo>
                  <a:pt x="656979" y="263681"/>
                </a:lnTo>
                <a:lnTo>
                  <a:pt x="658439" y="268880"/>
                </a:lnTo>
                <a:lnTo>
                  <a:pt x="660629" y="255531"/>
                </a:lnTo>
                <a:lnTo>
                  <a:pt x="661359" y="255032"/>
                </a:lnTo>
                <a:lnTo>
                  <a:pt x="662089" y="256263"/>
                </a:lnTo>
                <a:lnTo>
                  <a:pt x="662819" y="257393"/>
                </a:lnTo>
                <a:lnTo>
                  <a:pt x="663549" y="253828"/>
                </a:lnTo>
                <a:lnTo>
                  <a:pt x="666469" y="247647"/>
                </a:lnTo>
                <a:lnTo>
                  <a:pt x="667928" y="254543"/>
                </a:lnTo>
                <a:lnTo>
                  <a:pt x="669388" y="249761"/>
                </a:lnTo>
                <a:lnTo>
                  <a:pt x="671578" y="251609"/>
                </a:lnTo>
                <a:lnTo>
                  <a:pt x="672308" y="255552"/>
                </a:lnTo>
                <a:lnTo>
                  <a:pt x="673038" y="254938"/>
                </a:lnTo>
                <a:lnTo>
                  <a:pt x="678148" y="226225"/>
                </a:lnTo>
                <a:lnTo>
                  <a:pt x="679608" y="225324"/>
                </a:lnTo>
                <a:lnTo>
                  <a:pt x="680338" y="230639"/>
                </a:lnTo>
                <a:lnTo>
                  <a:pt x="681068" y="218060"/>
                </a:lnTo>
                <a:lnTo>
                  <a:pt x="685448" y="197309"/>
                </a:lnTo>
                <a:lnTo>
                  <a:pt x="694208" y="176652"/>
                </a:lnTo>
                <a:lnTo>
                  <a:pt x="694938" y="182844"/>
                </a:lnTo>
                <a:lnTo>
                  <a:pt x="696398" y="176483"/>
                </a:lnTo>
                <a:lnTo>
                  <a:pt x="708077" y="120729"/>
                </a:lnTo>
                <a:lnTo>
                  <a:pt x="712457" y="94278"/>
                </a:lnTo>
                <a:lnTo>
                  <a:pt x="721947" y="62620"/>
                </a:lnTo>
                <a:lnTo>
                  <a:pt x="722677" y="65104"/>
                </a:lnTo>
                <a:lnTo>
                  <a:pt x="730706" y="132178"/>
                </a:lnTo>
                <a:lnTo>
                  <a:pt x="744576" y="288948"/>
                </a:lnTo>
                <a:lnTo>
                  <a:pt x="748226" y="303255"/>
                </a:lnTo>
                <a:lnTo>
                  <a:pt x="754795" y="337885"/>
                </a:lnTo>
                <a:lnTo>
                  <a:pt x="759905" y="370814"/>
                </a:lnTo>
                <a:lnTo>
                  <a:pt x="762095" y="370162"/>
                </a:lnTo>
                <a:lnTo>
                  <a:pt x="765015" y="376365"/>
                </a:lnTo>
                <a:lnTo>
                  <a:pt x="765745" y="374818"/>
                </a:lnTo>
                <a:lnTo>
                  <a:pt x="767205" y="376119"/>
                </a:lnTo>
                <a:lnTo>
                  <a:pt x="770855" y="382967"/>
                </a:lnTo>
                <a:lnTo>
                  <a:pt x="773775" y="375105"/>
                </a:lnTo>
                <a:lnTo>
                  <a:pt x="774505" y="380637"/>
                </a:lnTo>
                <a:lnTo>
                  <a:pt x="775965" y="374688"/>
                </a:lnTo>
                <a:lnTo>
                  <a:pt x="777425" y="374838"/>
                </a:lnTo>
                <a:lnTo>
                  <a:pt x="778155" y="380441"/>
                </a:lnTo>
                <a:lnTo>
                  <a:pt x="779615" y="372542"/>
                </a:lnTo>
                <a:lnTo>
                  <a:pt x="782535" y="378953"/>
                </a:lnTo>
                <a:lnTo>
                  <a:pt x="783264" y="375261"/>
                </a:lnTo>
                <a:lnTo>
                  <a:pt x="784724" y="373894"/>
                </a:lnTo>
                <a:lnTo>
                  <a:pt x="785454" y="367822"/>
                </a:lnTo>
                <a:lnTo>
                  <a:pt x="786914" y="375684"/>
                </a:lnTo>
                <a:lnTo>
                  <a:pt x="788374" y="371533"/>
                </a:lnTo>
                <a:lnTo>
                  <a:pt x="789834" y="372375"/>
                </a:lnTo>
                <a:lnTo>
                  <a:pt x="791294" y="375302"/>
                </a:lnTo>
                <a:lnTo>
                  <a:pt x="792024" y="371506"/>
                </a:lnTo>
                <a:lnTo>
                  <a:pt x="794944" y="370074"/>
                </a:lnTo>
                <a:lnTo>
                  <a:pt x="797134" y="365539"/>
                </a:lnTo>
                <a:lnTo>
                  <a:pt x="798594" y="367082"/>
                </a:lnTo>
                <a:lnTo>
                  <a:pt x="800054" y="369749"/>
                </a:lnTo>
                <a:lnTo>
                  <a:pt x="800784" y="369304"/>
                </a:lnTo>
                <a:lnTo>
                  <a:pt x="802244" y="362376"/>
                </a:lnTo>
                <a:lnTo>
                  <a:pt x="803704" y="363397"/>
                </a:lnTo>
                <a:lnTo>
                  <a:pt x="807354" y="372222"/>
                </a:lnTo>
                <a:lnTo>
                  <a:pt x="811734" y="386909"/>
                </a:lnTo>
                <a:lnTo>
                  <a:pt x="812463" y="384765"/>
                </a:lnTo>
                <a:lnTo>
                  <a:pt x="820493" y="407673"/>
                </a:lnTo>
                <a:lnTo>
                  <a:pt x="821223" y="407415"/>
                </a:lnTo>
                <a:lnTo>
                  <a:pt x="824873" y="402088"/>
                </a:lnTo>
                <a:lnTo>
                  <a:pt x="826333" y="405452"/>
                </a:lnTo>
                <a:lnTo>
                  <a:pt x="827063" y="404328"/>
                </a:lnTo>
                <a:lnTo>
                  <a:pt x="832173" y="389912"/>
                </a:lnTo>
                <a:lnTo>
                  <a:pt x="833633" y="393147"/>
                </a:lnTo>
                <a:lnTo>
                  <a:pt x="835093" y="397641"/>
                </a:lnTo>
                <a:lnTo>
                  <a:pt x="835823" y="395055"/>
                </a:lnTo>
                <a:lnTo>
                  <a:pt x="838013" y="385942"/>
                </a:lnTo>
                <a:lnTo>
                  <a:pt x="839473" y="389771"/>
                </a:lnTo>
                <a:lnTo>
                  <a:pt x="841662" y="380707"/>
                </a:lnTo>
                <a:lnTo>
                  <a:pt x="846042" y="370962"/>
                </a:lnTo>
                <a:lnTo>
                  <a:pt x="854802" y="350467"/>
                </a:lnTo>
                <a:lnTo>
                  <a:pt x="855532" y="351379"/>
                </a:lnTo>
                <a:lnTo>
                  <a:pt x="856992" y="349085"/>
                </a:lnTo>
                <a:lnTo>
                  <a:pt x="859912" y="348799"/>
                </a:lnTo>
                <a:lnTo>
                  <a:pt x="862102" y="347869"/>
                </a:lnTo>
                <a:lnTo>
                  <a:pt x="862832" y="346931"/>
                </a:lnTo>
                <a:lnTo>
                  <a:pt x="863562" y="349079"/>
                </a:lnTo>
                <a:lnTo>
                  <a:pt x="864292" y="348554"/>
                </a:lnTo>
                <a:lnTo>
                  <a:pt x="867212" y="347532"/>
                </a:lnTo>
                <a:lnTo>
                  <a:pt x="870131" y="339088"/>
                </a:lnTo>
                <a:lnTo>
                  <a:pt x="879622" y="313452"/>
                </a:lnTo>
                <a:lnTo>
                  <a:pt x="880351" y="317137"/>
                </a:lnTo>
                <a:lnTo>
                  <a:pt x="881081" y="315183"/>
                </a:lnTo>
                <a:lnTo>
                  <a:pt x="884001" y="307338"/>
                </a:lnTo>
                <a:lnTo>
                  <a:pt x="887651" y="301584"/>
                </a:lnTo>
                <a:lnTo>
                  <a:pt x="888381" y="302839"/>
                </a:lnTo>
                <a:lnTo>
                  <a:pt x="889111" y="305274"/>
                </a:lnTo>
                <a:lnTo>
                  <a:pt x="889841" y="299479"/>
                </a:lnTo>
                <a:lnTo>
                  <a:pt x="892761" y="282055"/>
                </a:lnTo>
                <a:lnTo>
                  <a:pt x="894221" y="283327"/>
                </a:lnTo>
                <a:lnTo>
                  <a:pt x="897871" y="297805"/>
                </a:lnTo>
                <a:lnTo>
                  <a:pt x="900061" y="290518"/>
                </a:lnTo>
                <a:lnTo>
                  <a:pt x="900791" y="290660"/>
                </a:lnTo>
                <a:lnTo>
                  <a:pt x="901521" y="291382"/>
                </a:lnTo>
                <a:lnTo>
                  <a:pt x="902981" y="276545"/>
                </a:lnTo>
                <a:lnTo>
                  <a:pt x="905901" y="281760"/>
                </a:lnTo>
                <a:lnTo>
                  <a:pt x="908821" y="274890"/>
                </a:lnTo>
                <a:lnTo>
                  <a:pt x="909550" y="278691"/>
                </a:lnTo>
                <a:lnTo>
                  <a:pt x="913200" y="279872"/>
                </a:lnTo>
                <a:lnTo>
                  <a:pt x="914660" y="275355"/>
                </a:lnTo>
                <a:lnTo>
                  <a:pt x="915390" y="278254"/>
                </a:lnTo>
                <a:lnTo>
                  <a:pt x="916120" y="279033"/>
                </a:lnTo>
                <a:lnTo>
                  <a:pt x="916850" y="274884"/>
                </a:lnTo>
                <a:lnTo>
                  <a:pt x="918310" y="277367"/>
                </a:lnTo>
                <a:lnTo>
                  <a:pt x="920500" y="279573"/>
                </a:lnTo>
                <a:lnTo>
                  <a:pt x="921230" y="278596"/>
                </a:lnTo>
                <a:lnTo>
                  <a:pt x="923420" y="277516"/>
                </a:lnTo>
                <a:lnTo>
                  <a:pt x="924880" y="287577"/>
                </a:lnTo>
                <a:lnTo>
                  <a:pt x="926340" y="285128"/>
                </a:lnTo>
                <a:lnTo>
                  <a:pt x="927070" y="283870"/>
                </a:lnTo>
                <a:lnTo>
                  <a:pt x="930720" y="269357"/>
                </a:lnTo>
                <a:lnTo>
                  <a:pt x="935100" y="258509"/>
                </a:lnTo>
                <a:lnTo>
                  <a:pt x="935830" y="258890"/>
                </a:lnTo>
                <a:lnTo>
                  <a:pt x="936560" y="259154"/>
                </a:lnTo>
                <a:lnTo>
                  <a:pt x="940939" y="247362"/>
                </a:lnTo>
                <a:lnTo>
                  <a:pt x="952619" y="211854"/>
                </a:lnTo>
                <a:lnTo>
                  <a:pt x="979628" y="98149"/>
                </a:lnTo>
                <a:lnTo>
                  <a:pt x="981818" y="98492"/>
                </a:lnTo>
                <a:lnTo>
                  <a:pt x="985468" y="92312"/>
                </a:lnTo>
                <a:lnTo>
                  <a:pt x="986198" y="96693"/>
                </a:lnTo>
                <a:lnTo>
                  <a:pt x="987658" y="94189"/>
                </a:lnTo>
                <a:lnTo>
                  <a:pt x="989118" y="89690"/>
                </a:lnTo>
                <a:lnTo>
                  <a:pt x="989848" y="94662"/>
                </a:lnTo>
                <a:lnTo>
                  <a:pt x="993498" y="104003"/>
                </a:lnTo>
                <a:lnTo>
                  <a:pt x="994228" y="102587"/>
                </a:lnTo>
                <a:lnTo>
                  <a:pt x="994958" y="101705"/>
                </a:lnTo>
                <a:lnTo>
                  <a:pt x="995687" y="102952"/>
                </a:lnTo>
                <a:lnTo>
                  <a:pt x="996417" y="104519"/>
                </a:lnTo>
                <a:lnTo>
                  <a:pt x="997877" y="102409"/>
                </a:lnTo>
                <a:lnTo>
                  <a:pt x="999337" y="101044"/>
                </a:lnTo>
                <a:lnTo>
                  <a:pt x="1008097" y="71909"/>
                </a:lnTo>
                <a:lnTo>
                  <a:pt x="1008827" y="71828"/>
                </a:lnTo>
                <a:lnTo>
                  <a:pt x="1017587" y="28764"/>
                </a:lnTo>
                <a:lnTo>
                  <a:pt x="1018317" y="30846"/>
                </a:lnTo>
                <a:lnTo>
                  <a:pt x="1019047" y="35680"/>
                </a:lnTo>
                <a:lnTo>
                  <a:pt x="1019777" y="35160"/>
                </a:lnTo>
                <a:lnTo>
                  <a:pt x="1021967" y="21263"/>
                </a:lnTo>
                <a:lnTo>
                  <a:pt x="1022697" y="22430"/>
                </a:lnTo>
                <a:lnTo>
                  <a:pt x="1023427" y="21663"/>
                </a:lnTo>
                <a:lnTo>
                  <a:pt x="1028536" y="1887"/>
                </a:lnTo>
                <a:lnTo>
                  <a:pt x="1029266" y="11666"/>
                </a:lnTo>
                <a:lnTo>
                  <a:pt x="1031456" y="6016"/>
                </a:lnTo>
                <a:lnTo>
                  <a:pt x="1032186" y="9595"/>
                </a:lnTo>
                <a:lnTo>
                  <a:pt x="1032916" y="5804"/>
                </a:lnTo>
                <a:lnTo>
                  <a:pt x="1033646" y="0"/>
                </a:lnTo>
                <a:lnTo>
                  <a:pt x="1035106" y="7102"/>
                </a:lnTo>
                <a:lnTo>
                  <a:pt x="1035836" y="6035"/>
                </a:lnTo>
                <a:lnTo>
                  <a:pt x="1036566" y="7204"/>
                </a:lnTo>
                <a:lnTo>
                  <a:pt x="1038756" y="9316"/>
                </a:lnTo>
                <a:lnTo>
                  <a:pt x="1039486" y="8626"/>
                </a:lnTo>
                <a:lnTo>
                  <a:pt x="1040216" y="7719"/>
                </a:lnTo>
                <a:lnTo>
                  <a:pt x="1040946" y="10488"/>
                </a:lnTo>
                <a:lnTo>
                  <a:pt x="1043866" y="8577"/>
                </a:lnTo>
                <a:lnTo>
                  <a:pt x="1044596" y="10523"/>
                </a:lnTo>
                <a:lnTo>
                  <a:pt x="1045326" y="13158"/>
                </a:lnTo>
                <a:lnTo>
                  <a:pt x="1046056" y="11434"/>
                </a:lnTo>
                <a:lnTo>
                  <a:pt x="1047516" y="2961"/>
                </a:lnTo>
                <a:lnTo>
                  <a:pt x="1050436" y="17712"/>
                </a:lnTo>
                <a:lnTo>
                  <a:pt x="1051166" y="14110"/>
                </a:lnTo>
                <a:lnTo>
                  <a:pt x="1051896" y="14721"/>
                </a:lnTo>
                <a:lnTo>
                  <a:pt x="1052626" y="20232"/>
                </a:lnTo>
                <a:lnTo>
                  <a:pt x="1054085" y="15751"/>
                </a:lnTo>
                <a:lnTo>
                  <a:pt x="1054815" y="16299"/>
                </a:lnTo>
                <a:lnTo>
                  <a:pt x="1055545" y="25625"/>
                </a:lnTo>
                <a:lnTo>
                  <a:pt x="1057735" y="22915"/>
                </a:lnTo>
                <a:lnTo>
                  <a:pt x="1058465" y="23600"/>
                </a:lnTo>
                <a:lnTo>
                  <a:pt x="1062845" y="47058"/>
                </a:lnTo>
                <a:lnTo>
                  <a:pt x="1065765" y="57288"/>
                </a:lnTo>
                <a:lnTo>
                  <a:pt x="1070145" y="73019"/>
                </a:lnTo>
                <a:lnTo>
                  <a:pt x="1080365" y="143464"/>
                </a:lnTo>
                <a:lnTo>
                  <a:pt x="1085474" y="191171"/>
                </a:lnTo>
                <a:lnTo>
                  <a:pt x="1092045" y="226658"/>
                </a:lnTo>
                <a:lnTo>
                  <a:pt x="1093504" y="233529"/>
                </a:lnTo>
                <a:lnTo>
                  <a:pt x="1097884" y="275250"/>
                </a:lnTo>
                <a:lnTo>
                  <a:pt x="1101534" y="285970"/>
                </a:lnTo>
                <a:lnTo>
                  <a:pt x="1102994" y="285655"/>
                </a:lnTo>
                <a:lnTo>
                  <a:pt x="1108104" y="336053"/>
                </a:lnTo>
                <a:lnTo>
                  <a:pt x="1110294" y="359750"/>
                </a:lnTo>
                <a:lnTo>
                  <a:pt x="1111024" y="358883"/>
                </a:lnTo>
                <a:lnTo>
                  <a:pt x="1113214" y="335642"/>
                </a:lnTo>
                <a:lnTo>
                  <a:pt x="1113944" y="346898"/>
                </a:lnTo>
                <a:lnTo>
                  <a:pt x="1116864" y="379285"/>
                </a:lnTo>
                <a:lnTo>
                  <a:pt x="1118324" y="370435"/>
                </a:lnTo>
                <a:lnTo>
                  <a:pt x="1119784" y="360800"/>
                </a:lnTo>
                <a:lnTo>
                  <a:pt x="1120514" y="363647"/>
                </a:lnTo>
                <a:lnTo>
                  <a:pt x="1121973" y="379270"/>
                </a:lnTo>
                <a:lnTo>
                  <a:pt x="1124163" y="375564"/>
                </a:lnTo>
                <a:lnTo>
                  <a:pt x="1124893" y="371406"/>
                </a:lnTo>
                <a:lnTo>
                  <a:pt x="1125623" y="375498"/>
                </a:lnTo>
                <a:lnTo>
                  <a:pt x="1127083" y="392085"/>
                </a:lnTo>
                <a:lnTo>
                  <a:pt x="1128543" y="382938"/>
                </a:lnTo>
                <a:lnTo>
                  <a:pt x="1131463" y="366100"/>
                </a:lnTo>
                <a:lnTo>
                  <a:pt x="1134383" y="391355"/>
                </a:lnTo>
                <a:lnTo>
                  <a:pt x="1135843" y="384555"/>
                </a:lnTo>
                <a:lnTo>
                  <a:pt x="1136573" y="385032"/>
                </a:lnTo>
                <a:lnTo>
                  <a:pt x="1137303" y="372015"/>
                </a:lnTo>
                <a:lnTo>
                  <a:pt x="1138033" y="382964"/>
                </a:lnTo>
                <a:lnTo>
                  <a:pt x="1138763" y="396161"/>
                </a:lnTo>
                <a:lnTo>
                  <a:pt x="1140953" y="394622"/>
                </a:lnTo>
                <a:lnTo>
                  <a:pt x="1144603" y="365097"/>
                </a:lnTo>
                <a:lnTo>
                  <a:pt x="1145333" y="370540"/>
                </a:lnTo>
                <a:lnTo>
                  <a:pt x="1146793" y="392791"/>
                </a:lnTo>
                <a:lnTo>
                  <a:pt x="1148253" y="384007"/>
                </a:lnTo>
                <a:lnTo>
                  <a:pt x="1151172" y="395227"/>
                </a:lnTo>
                <a:lnTo>
                  <a:pt x="1151902" y="388138"/>
                </a:lnTo>
                <a:lnTo>
                  <a:pt x="1153362" y="383773"/>
                </a:lnTo>
                <a:lnTo>
                  <a:pt x="1154092" y="384131"/>
                </a:lnTo>
                <a:lnTo>
                  <a:pt x="1157012" y="391935"/>
                </a:lnTo>
                <a:lnTo>
                  <a:pt x="1158472" y="379499"/>
                </a:lnTo>
                <a:lnTo>
                  <a:pt x="1159932" y="387085"/>
                </a:lnTo>
                <a:lnTo>
                  <a:pt x="1161392" y="392819"/>
                </a:lnTo>
                <a:lnTo>
                  <a:pt x="1162122" y="388318"/>
                </a:lnTo>
                <a:lnTo>
                  <a:pt x="1165042" y="370440"/>
                </a:lnTo>
                <a:lnTo>
                  <a:pt x="1165772" y="378679"/>
                </a:lnTo>
                <a:lnTo>
                  <a:pt x="1167962" y="387435"/>
                </a:lnTo>
                <a:lnTo>
                  <a:pt x="1168692" y="386223"/>
                </a:lnTo>
                <a:lnTo>
                  <a:pt x="1171612" y="351718"/>
                </a:lnTo>
                <a:lnTo>
                  <a:pt x="1172342" y="355728"/>
                </a:lnTo>
                <a:lnTo>
                  <a:pt x="1174532" y="374217"/>
                </a:lnTo>
                <a:lnTo>
                  <a:pt x="1175262" y="372068"/>
                </a:lnTo>
                <a:lnTo>
                  <a:pt x="1178182" y="350662"/>
                </a:lnTo>
                <a:lnTo>
                  <a:pt x="1179641" y="362640"/>
                </a:lnTo>
                <a:lnTo>
                  <a:pt x="1181101" y="368199"/>
                </a:lnTo>
                <a:lnTo>
                  <a:pt x="1181831" y="367750"/>
                </a:lnTo>
                <a:lnTo>
                  <a:pt x="1185481" y="339251"/>
                </a:lnTo>
                <a:lnTo>
                  <a:pt x="1186941" y="354299"/>
                </a:lnTo>
                <a:lnTo>
                  <a:pt x="1189131" y="369108"/>
                </a:lnTo>
                <a:lnTo>
                  <a:pt x="1189861" y="362449"/>
                </a:lnTo>
                <a:lnTo>
                  <a:pt x="1192781" y="339506"/>
                </a:lnTo>
                <a:lnTo>
                  <a:pt x="1193511" y="344373"/>
                </a:lnTo>
                <a:lnTo>
                  <a:pt x="1194241" y="355687"/>
                </a:lnTo>
                <a:lnTo>
                  <a:pt x="1195701" y="349480"/>
                </a:lnTo>
                <a:lnTo>
                  <a:pt x="1197891" y="344629"/>
                </a:lnTo>
                <a:lnTo>
                  <a:pt x="1198621" y="342002"/>
                </a:lnTo>
                <a:lnTo>
                  <a:pt x="1199351" y="345161"/>
                </a:lnTo>
                <a:lnTo>
                  <a:pt x="1200081" y="352598"/>
                </a:lnTo>
                <a:lnTo>
                  <a:pt x="1202271" y="350166"/>
                </a:lnTo>
                <a:lnTo>
                  <a:pt x="1205921" y="334134"/>
                </a:lnTo>
                <a:lnTo>
                  <a:pt x="1207381" y="339702"/>
                </a:lnTo>
                <a:lnTo>
                  <a:pt x="1209570" y="346201"/>
                </a:lnTo>
                <a:lnTo>
                  <a:pt x="1210300" y="342049"/>
                </a:lnTo>
                <a:lnTo>
                  <a:pt x="1211760" y="348069"/>
                </a:lnTo>
                <a:lnTo>
                  <a:pt x="1212490" y="347220"/>
                </a:lnTo>
                <a:lnTo>
                  <a:pt x="1213220" y="342293"/>
                </a:lnTo>
                <a:lnTo>
                  <a:pt x="1215410" y="342755"/>
                </a:lnTo>
                <a:lnTo>
                  <a:pt x="1216870" y="341279"/>
                </a:lnTo>
                <a:lnTo>
                  <a:pt x="1217600" y="348308"/>
                </a:lnTo>
                <a:lnTo>
                  <a:pt x="1219060" y="341155"/>
                </a:lnTo>
                <a:lnTo>
                  <a:pt x="1219790" y="338205"/>
                </a:lnTo>
                <a:lnTo>
                  <a:pt x="1220520" y="341410"/>
                </a:lnTo>
                <a:lnTo>
                  <a:pt x="1223440" y="351246"/>
                </a:lnTo>
                <a:lnTo>
                  <a:pt x="1224170" y="348076"/>
                </a:lnTo>
                <a:lnTo>
                  <a:pt x="1226360" y="353437"/>
                </a:lnTo>
                <a:lnTo>
                  <a:pt x="1230740" y="370532"/>
                </a:lnTo>
                <a:lnTo>
                  <a:pt x="1232200" y="366727"/>
                </a:lnTo>
                <a:lnTo>
                  <a:pt x="1233660" y="369422"/>
                </a:lnTo>
                <a:lnTo>
                  <a:pt x="1235850" y="378851"/>
                </a:lnTo>
                <a:lnTo>
                  <a:pt x="1236579" y="376505"/>
                </a:lnTo>
                <a:lnTo>
                  <a:pt x="1237309" y="374793"/>
                </a:lnTo>
                <a:lnTo>
                  <a:pt x="1238039" y="377382"/>
                </a:lnTo>
                <a:lnTo>
                  <a:pt x="1239499" y="389899"/>
                </a:lnTo>
                <a:lnTo>
                  <a:pt x="1242419" y="401435"/>
                </a:lnTo>
                <a:lnTo>
                  <a:pt x="1243149" y="399423"/>
                </a:lnTo>
                <a:lnTo>
                  <a:pt x="1243879" y="398388"/>
                </a:lnTo>
                <a:lnTo>
                  <a:pt x="1246069" y="405912"/>
                </a:lnTo>
                <a:lnTo>
                  <a:pt x="1247529" y="404564"/>
                </a:lnTo>
                <a:lnTo>
                  <a:pt x="1248259" y="405507"/>
                </a:lnTo>
                <a:lnTo>
                  <a:pt x="1248989" y="403915"/>
                </a:lnTo>
                <a:lnTo>
                  <a:pt x="1250449" y="402358"/>
                </a:lnTo>
                <a:lnTo>
                  <a:pt x="1251909" y="408294"/>
                </a:lnTo>
                <a:lnTo>
                  <a:pt x="1253369" y="407575"/>
                </a:lnTo>
                <a:lnTo>
                  <a:pt x="1254829" y="404040"/>
                </a:lnTo>
                <a:lnTo>
                  <a:pt x="1255559" y="406333"/>
                </a:lnTo>
                <a:lnTo>
                  <a:pt x="1256289" y="412691"/>
                </a:lnTo>
                <a:lnTo>
                  <a:pt x="1257749" y="407988"/>
                </a:lnTo>
                <a:lnTo>
                  <a:pt x="1259209" y="410938"/>
                </a:lnTo>
                <a:lnTo>
                  <a:pt x="1261399" y="413497"/>
                </a:lnTo>
                <a:lnTo>
                  <a:pt x="1264319" y="408676"/>
                </a:lnTo>
                <a:lnTo>
                  <a:pt x="1265049" y="409413"/>
                </a:lnTo>
                <a:lnTo>
                  <a:pt x="1266508" y="419720"/>
                </a:lnTo>
                <a:lnTo>
                  <a:pt x="1268698" y="416155"/>
                </a:lnTo>
                <a:lnTo>
                  <a:pt x="1270888" y="412551"/>
                </a:lnTo>
                <a:lnTo>
                  <a:pt x="1273078" y="420212"/>
                </a:lnTo>
                <a:lnTo>
                  <a:pt x="1273808" y="418529"/>
                </a:lnTo>
                <a:lnTo>
                  <a:pt x="1275998" y="416306"/>
                </a:lnTo>
                <a:lnTo>
                  <a:pt x="1277458" y="408597"/>
                </a:lnTo>
                <a:lnTo>
                  <a:pt x="1278188" y="415936"/>
                </a:lnTo>
                <a:lnTo>
                  <a:pt x="1281838" y="419209"/>
                </a:lnTo>
                <a:lnTo>
                  <a:pt x="1284758" y="424619"/>
                </a:lnTo>
                <a:lnTo>
                  <a:pt x="1285488" y="421786"/>
                </a:lnTo>
                <a:lnTo>
                  <a:pt x="1286948" y="422600"/>
                </a:lnTo>
                <a:lnTo>
                  <a:pt x="1288408" y="413761"/>
                </a:lnTo>
                <a:lnTo>
                  <a:pt x="1290598" y="427727"/>
                </a:lnTo>
                <a:lnTo>
                  <a:pt x="1292058" y="423374"/>
                </a:lnTo>
                <a:lnTo>
                  <a:pt x="1294977" y="427909"/>
                </a:lnTo>
                <a:lnTo>
                  <a:pt x="1295707" y="423551"/>
                </a:lnTo>
                <a:lnTo>
                  <a:pt x="1297167" y="421191"/>
                </a:lnTo>
                <a:lnTo>
                  <a:pt x="1299357" y="407512"/>
                </a:lnTo>
                <a:lnTo>
                  <a:pt x="1300817" y="409259"/>
                </a:lnTo>
                <a:lnTo>
                  <a:pt x="1302277" y="419619"/>
                </a:lnTo>
                <a:lnTo>
                  <a:pt x="1303738" y="414446"/>
                </a:lnTo>
                <a:lnTo>
                  <a:pt x="1304467" y="414805"/>
                </a:lnTo>
                <a:lnTo>
                  <a:pt x="1305927" y="402702"/>
                </a:lnTo>
                <a:lnTo>
                  <a:pt x="1308117" y="406272"/>
                </a:lnTo>
                <a:lnTo>
                  <a:pt x="1311037" y="415624"/>
                </a:lnTo>
                <a:lnTo>
                  <a:pt x="1311767" y="412828"/>
                </a:lnTo>
                <a:lnTo>
                  <a:pt x="1312497" y="409435"/>
                </a:lnTo>
                <a:lnTo>
                  <a:pt x="1313227" y="413794"/>
                </a:lnTo>
                <a:lnTo>
                  <a:pt x="1313957" y="412135"/>
                </a:lnTo>
                <a:lnTo>
                  <a:pt x="1316147" y="422536"/>
                </a:lnTo>
                <a:lnTo>
                  <a:pt x="1316877" y="414403"/>
                </a:lnTo>
                <a:lnTo>
                  <a:pt x="1317607" y="413686"/>
                </a:lnTo>
                <a:lnTo>
                  <a:pt x="1319067" y="408386"/>
                </a:lnTo>
                <a:lnTo>
                  <a:pt x="1321987" y="438436"/>
                </a:lnTo>
                <a:lnTo>
                  <a:pt x="1325637" y="419813"/>
                </a:lnTo>
                <a:lnTo>
                  <a:pt x="1327827" y="434475"/>
                </a:lnTo>
                <a:lnTo>
                  <a:pt x="1329287" y="430457"/>
                </a:lnTo>
                <a:lnTo>
                  <a:pt x="1330747" y="427282"/>
                </a:lnTo>
                <a:lnTo>
                  <a:pt x="1331477" y="430120"/>
                </a:lnTo>
                <a:lnTo>
                  <a:pt x="1332937" y="435219"/>
                </a:lnTo>
                <a:lnTo>
                  <a:pt x="1333666" y="430397"/>
                </a:lnTo>
                <a:lnTo>
                  <a:pt x="1334396" y="426412"/>
                </a:lnTo>
                <a:lnTo>
                  <a:pt x="1336586" y="428875"/>
                </a:lnTo>
                <a:lnTo>
                  <a:pt x="1337316" y="429363"/>
                </a:lnTo>
                <a:lnTo>
                  <a:pt x="1338046" y="433912"/>
                </a:lnTo>
                <a:lnTo>
                  <a:pt x="1340236" y="432501"/>
                </a:lnTo>
                <a:lnTo>
                  <a:pt x="1341696" y="429178"/>
                </a:lnTo>
                <a:lnTo>
                  <a:pt x="1342426" y="417149"/>
                </a:lnTo>
                <a:lnTo>
                  <a:pt x="1344616" y="424436"/>
                </a:lnTo>
                <a:lnTo>
                  <a:pt x="1345346" y="434768"/>
                </a:lnTo>
                <a:lnTo>
                  <a:pt x="1346806" y="427145"/>
                </a:lnTo>
                <a:lnTo>
                  <a:pt x="1348996" y="426910"/>
                </a:lnTo>
                <a:lnTo>
                  <a:pt x="1349726" y="422791"/>
                </a:lnTo>
                <a:lnTo>
                  <a:pt x="1351186" y="423335"/>
                </a:lnTo>
                <a:lnTo>
                  <a:pt x="1351916" y="426707"/>
                </a:lnTo>
                <a:lnTo>
                  <a:pt x="1352646" y="422774"/>
                </a:lnTo>
                <a:lnTo>
                  <a:pt x="1353376" y="413088"/>
                </a:lnTo>
                <a:lnTo>
                  <a:pt x="1355566" y="418848"/>
                </a:lnTo>
                <a:lnTo>
                  <a:pt x="1356296" y="415789"/>
                </a:lnTo>
                <a:lnTo>
                  <a:pt x="1357026" y="419257"/>
                </a:lnTo>
                <a:lnTo>
                  <a:pt x="1357756" y="424379"/>
                </a:lnTo>
                <a:lnTo>
                  <a:pt x="1358486" y="417921"/>
                </a:lnTo>
                <a:lnTo>
                  <a:pt x="1359216" y="412093"/>
                </a:lnTo>
                <a:lnTo>
                  <a:pt x="1360676" y="416665"/>
                </a:lnTo>
                <a:lnTo>
                  <a:pt x="1362865" y="417812"/>
                </a:lnTo>
                <a:lnTo>
                  <a:pt x="1364325" y="429358"/>
                </a:lnTo>
                <a:lnTo>
                  <a:pt x="1365055" y="434446"/>
                </a:lnTo>
                <a:lnTo>
                  <a:pt x="1365785" y="429658"/>
                </a:lnTo>
                <a:lnTo>
                  <a:pt x="1367975" y="416501"/>
                </a:lnTo>
                <a:lnTo>
                  <a:pt x="1369435" y="421303"/>
                </a:lnTo>
                <a:lnTo>
                  <a:pt x="1370895" y="426251"/>
                </a:lnTo>
                <a:lnTo>
                  <a:pt x="1371625" y="422702"/>
                </a:lnTo>
                <a:lnTo>
                  <a:pt x="1372355" y="420486"/>
                </a:lnTo>
                <a:lnTo>
                  <a:pt x="1373815" y="422095"/>
                </a:lnTo>
                <a:lnTo>
                  <a:pt x="1375275" y="431015"/>
                </a:lnTo>
                <a:lnTo>
                  <a:pt x="1376005" y="419962"/>
                </a:lnTo>
                <a:lnTo>
                  <a:pt x="1376735" y="421185"/>
                </a:lnTo>
                <a:lnTo>
                  <a:pt x="1377465" y="418161"/>
                </a:lnTo>
                <a:lnTo>
                  <a:pt x="1378195" y="417828"/>
                </a:lnTo>
                <a:lnTo>
                  <a:pt x="1379655" y="417029"/>
                </a:lnTo>
                <a:lnTo>
                  <a:pt x="1381845" y="421615"/>
                </a:lnTo>
                <a:lnTo>
                  <a:pt x="1384035" y="424084"/>
                </a:lnTo>
                <a:lnTo>
                  <a:pt x="1384765" y="423248"/>
                </a:lnTo>
                <a:lnTo>
                  <a:pt x="1386225" y="417142"/>
                </a:lnTo>
                <a:lnTo>
                  <a:pt x="1386955" y="420177"/>
                </a:lnTo>
                <a:lnTo>
                  <a:pt x="1390605" y="438994"/>
                </a:lnTo>
                <a:lnTo>
                  <a:pt x="1391334" y="432709"/>
                </a:lnTo>
                <a:lnTo>
                  <a:pt x="1392794" y="435651"/>
                </a:lnTo>
                <a:lnTo>
                  <a:pt x="1394254" y="451439"/>
                </a:lnTo>
                <a:lnTo>
                  <a:pt x="1395714" y="446441"/>
                </a:lnTo>
                <a:lnTo>
                  <a:pt x="1396444" y="441557"/>
                </a:lnTo>
                <a:lnTo>
                  <a:pt x="1397174" y="457767"/>
                </a:lnTo>
                <a:lnTo>
                  <a:pt x="1399364" y="450707"/>
                </a:lnTo>
                <a:lnTo>
                  <a:pt x="1403744" y="436477"/>
                </a:lnTo>
                <a:lnTo>
                  <a:pt x="1404474" y="448396"/>
                </a:lnTo>
                <a:lnTo>
                  <a:pt x="1406664" y="445932"/>
                </a:lnTo>
                <a:lnTo>
                  <a:pt x="1407394" y="449823"/>
                </a:lnTo>
                <a:lnTo>
                  <a:pt x="1408124" y="442190"/>
                </a:lnTo>
                <a:lnTo>
                  <a:pt x="1408854" y="438001"/>
                </a:lnTo>
                <a:lnTo>
                  <a:pt x="1410314" y="444338"/>
                </a:lnTo>
                <a:lnTo>
                  <a:pt x="1411044" y="440350"/>
                </a:lnTo>
                <a:lnTo>
                  <a:pt x="1411774" y="437279"/>
                </a:lnTo>
                <a:lnTo>
                  <a:pt x="1413964" y="448881"/>
                </a:lnTo>
                <a:lnTo>
                  <a:pt x="1414694" y="446092"/>
                </a:lnTo>
                <a:lnTo>
                  <a:pt x="1416884" y="433500"/>
                </a:lnTo>
                <a:lnTo>
                  <a:pt x="1417614" y="440419"/>
                </a:lnTo>
                <a:lnTo>
                  <a:pt x="1418344" y="443329"/>
                </a:lnTo>
                <a:lnTo>
                  <a:pt x="1419074" y="437676"/>
                </a:lnTo>
                <a:lnTo>
                  <a:pt x="1419804" y="439074"/>
                </a:lnTo>
                <a:lnTo>
                  <a:pt x="1422723" y="424460"/>
                </a:lnTo>
                <a:lnTo>
                  <a:pt x="1424183" y="428785"/>
                </a:lnTo>
                <a:lnTo>
                  <a:pt x="1424913" y="439311"/>
                </a:lnTo>
                <a:lnTo>
                  <a:pt x="1426373" y="432066"/>
                </a:lnTo>
                <a:lnTo>
                  <a:pt x="1429293" y="421089"/>
                </a:lnTo>
                <a:lnTo>
                  <a:pt x="1430023" y="423707"/>
                </a:lnTo>
                <a:lnTo>
                  <a:pt x="1431483" y="422227"/>
                </a:lnTo>
                <a:lnTo>
                  <a:pt x="1432213" y="420352"/>
                </a:lnTo>
                <a:lnTo>
                  <a:pt x="1432943" y="425897"/>
                </a:lnTo>
                <a:lnTo>
                  <a:pt x="1434403" y="422894"/>
                </a:lnTo>
                <a:lnTo>
                  <a:pt x="1438053" y="409366"/>
                </a:lnTo>
                <a:lnTo>
                  <a:pt x="1439513" y="415964"/>
                </a:lnTo>
                <a:lnTo>
                  <a:pt x="1440243" y="411714"/>
                </a:lnTo>
                <a:lnTo>
                  <a:pt x="1443163" y="398615"/>
                </a:lnTo>
                <a:lnTo>
                  <a:pt x="1443893" y="404980"/>
                </a:lnTo>
                <a:lnTo>
                  <a:pt x="1444623" y="409397"/>
                </a:lnTo>
                <a:lnTo>
                  <a:pt x="1446813" y="407592"/>
                </a:lnTo>
                <a:lnTo>
                  <a:pt x="1451922" y="391116"/>
                </a:lnTo>
                <a:lnTo>
                  <a:pt x="1453382" y="398540"/>
                </a:lnTo>
                <a:lnTo>
                  <a:pt x="1456302" y="383110"/>
                </a:lnTo>
                <a:lnTo>
                  <a:pt x="1459222" y="400540"/>
                </a:lnTo>
                <a:lnTo>
                  <a:pt x="1460682" y="384525"/>
                </a:lnTo>
                <a:lnTo>
                  <a:pt x="1462142" y="389890"/>
                </a:lnTo>
                <a:lnTo>
                  <a:pt x="1462872" y="391704"/>
                </a:lnTo>
                <a:lnTo>
                  <a:pt x="1463602" y="390283"/>
                </a:lnTo>
                <a:lnTo>
                  <a:pt x="1465792" y="384973"/>
                </a:lnTo>
                <a:lnTo>
                  <a:pt x="1466522" y="398989"/>
                </a:lnTo>
                <a:lnTo>
                  <a:pt x="1468712" y="395447"/>
                </a:lnTo>
                <a:lnTo>
                  <a:pt x="1470172" y="385646"/>
                </a:lnTo>
                <a:lnTo>
                  <a:pt x="1471632" y="386995"/>
                </a:lnTo>
                <a:lnTo>
                  <a:pt x="1472362" y="386275"/>
                </a:lnTo>
                <a:lnTo>
                  <a:pt x="1473092" y="389238"/>
                </a:lnTo>
                <a:lnTo>
                  <a:pt x="1473822" y="391804"/>
                </a:lnTo>
                <a:lnTo>
                  <a:pt x="1476742" y="383568"/>
                </a:lnTo>
                <a:lnTo>
                  <a:pt x="1478201" y="382129"/>
                </a:lnTo>
                <a:lnTo>
                  <a:pt x="1478931" y="385544"/>
                </a:lnTo>
                <a:lnTo>
                  <a:pt x="1480391" y="380275"/>
                </a:lnTo>
                <a:lnTo>
                  <a:pt x="1481851" y="382344"/>
                </a:lnTo>
                <a:lnTo>
                  <a:pt x="1484041" y="375681"/>
                </a:lnTo>
                <a:lnTo>
                  <a:pt x="1484771" y="375790"/>
                </a:lnTo>
                <a:lnTo>
                  <a:pt x="1485501" y="380785"/>
                </a:lnTo>
                <a:lnTo>
                  <a:pt x="1486961" y="376733"/>
                </a:lnTo>
                <a:lnTo>
                  <a:pt x="1487691" y="375844"/>
                </a:lnTo>
                <a:lnTo>
                  <a:pt x="1489151" y="387307"/>
                </a:lnTo>
                <a:lnTo>
                  <a:pt x="1489881" y="374291"/>
                </a:lnTo>
                <a:lnTo>
                  <a:pt x="1491341" y="376849"/>
                </a:lnTo>
                <a:lnTo>
                  <a:pt x="1492071" y="371215"/>
                </a:lnTo>
                <a:lnTo>
                  <a:pt x="1492801" y="381467"/>
                </a:lnTo>
                <a:lnTo>
                  <a:pt x="1493531" y="379810"/>
                </a:lnTo>
                <a:lnTo>
                  <a:pt x="1496451" y="374387"/>
                </a:lnTo>
                <a:lnTo>
                  <a:pt x="1497911" y="384093"/>
                </a:lnTo>
                <a:lnTo>
                  <a:pt x="1498641" y="379736"/>
                </a:lnTo>
                <a:lnTo>
                  <a:pt x="1500101" y="373932"/>
                </a:lnTo>
                <a:lnTo>
                  <a:pt x="1501561" y="374441"/>
                </a:lnTo>
                <a:lnTo>
                  <a:pt x="1502291" y="374298"/>
                </a:lnTo>
                <a:lnTo>
                  <a:pt x="1504481" y="389311"/>
                </a:lnTo>
                <a:lnTo>
                  <a:pt x="1505211" y="386875"/>
                </a:lnTo>
                <a:lnTo>
                  <a:pt x="1508860" y="365147"/>
                </a:lnTo>
                <a:lnTo>
                  <a:pt x="1510320" y="379489"/>
                </a:lnTo>
                <a:lnTo>
                  <a:pt x="1511050" y="366971"/>
                </a:lnTo>
                <a:lnTo>
                  <a:pt x="1512510" y="357660"/>
                </a:lnTo>
                <a:lnTo>
                  <a:pt x="1513970" y="362283"/>
                </a:lnTo>
                <a:lnTo>
                  <a:pt x="1522000" y="380577"/>
                </a:lnTo>
                <a:lnTo>
                  <a:pt x="1523460" y="374847"/>
                </a:lnTo>
                <a:lnTo>
                  <a:pt x="1526380" y="390627"/>
                </a:lnTo>
                <a:lnTo>
                  <a:pt x="1527840" y="381106"/>
                </a:lnTo>
                <a:lnTo>
                  <a:pt x="1528570" y="383888"/>
                </a:lnTo>
                <a:lnTo>
                  <a:pt x="1531490" y="390991"/>
                </a:lnTo>
                <a:lnTo>
                  <a:pt x="1532220" y="390790"/>
                </a:lnTo>
                <a:lnTo>
                  <a:pt x="1532950" y="384046"/>
                </a:lnTo>
                <a:lnTo>
                  <a:pt x="1534410" y="386307"/>
                </a:lnTo>
                <a:lnTo>
                  <a:pt x="1537330" y="395467"/>
                </a:lnTo>
                <a:lnTo>
                  <a:pt x="1538060" y="388936"/>
                </a:lnTo>
                <a:lnTo>
                  <a:pt x="1540250" y="391977"/>
                </a:lnTo>
                <a:lnTo>
                  <a:pt x="1543900" y="409614"/>
                </a:lnTo>
                <a:lnTo>
                  <a:pt x="1545360" y="399380"/>
                </a:lnTo>
                <a:lnTo>
                  <a:pt x="1546819" y="421394"/>
                </a:lnTo>
                <a:lnTo>
                  <a:pt x="1548279" y="417080"/>
                </a:lnTo>
                <a:lnTo>
                  <a:pt x="1549739" y="416143"/>
                </a:lnTo>
                <a:lnTo>
                  <a:pt x="1551929" y="432179"/>
                </a:lnTo>
                <a:lnTo>
                  <a:pt x="1552659" y="425535"/>
                </a:lnTo>
                <a:lnTo>
                  <a:pt x="1553389" y="434165"/>
                </a:lnTo>
                <a:lnTo>
                  <a:pt x="1554849" y="428376"/>
                </a:lnTo>
                <a:lnTo>
                  <a:pt x="1558499" y="446403"/>
                </a:lnTo>
                <a:lnTo>
                  <a:pt x="1559959" y="434220"/>
                </a:lnTo>
                <a:lnTo>
                  <a:pt x="1560689" y="447213"/>
                </a:lnTo>
                <a:lnTo>
                  <a:pt x="1562149" y="442606"/>
                </a:lnTo>
                <a:lnTo>
                  <a:pt x="1564339" y="460571"/>
                </a:lnTo>
                <a:lnTo>
                  <a:pt x="1565799" y="453938"/>
                </a:lnTo>
                <a:lnTo>
                  <a:pt x="1570909" y="511561"/>
                </a:lnTo>
                <a:lnTo>
                  <a:pt x="1571639" y="507451"/>
                </a:lnTo>
                <a:lnTo>
                  <a:pt x="1572369" y="512803"/>
                </a:lnTo>
                <a:lnTo>
                  <a:pt x="1576018" y="536272"/>
                </a:lnTo>
                <a:lnTo>
                  <a:pt x="1577478" y="527217"/>
                </a:lnTo>
                <a:lnTo>
                  <a:pt x="1578208" y="524371"/>
                </a:lnTo>
                <a:lnTo>
                  <a:pt x="1581128" y="558165"/>
                </a:lnTo>
                <a:lnTo>
                  <a:pt x="1582588" y="540282"/>
                </a:lnTo>
                <a:lnTo>
                  <a:pt x="1583318" y="557816"/>
                </a:lnTo>
                <a:lnTo>
                  <a:pt x="1584048" y="557147"/>
                </a:lnTo>
                <a:lnTo>
                  <a:pt x="1592078" y="602731"/>
                </a:lnTo>
                <a:lnTo>
                  <a:pt x="1592808" y="600972"/>
                </a:lnTo>
                <a:lnTo>
                  <a:pt x="1594998" y="575121"/>
                </a:lnTo>
                <a:lnTo>
                  <a:pt x="1595728" y="583192"/>
                </a:lnTo>
                <a:lnTo>
                  <a:pt x="1597918" y="600255"/>
                </a:lnTo>
                <a:lnTo>
                  <a:pt x="1598648" y="592251"/>
                </a:lnTo>
                <a:lnTo>
                  <a:pt x="1599378" y="586865"/>
                </a:lnTo>
                <a:lnTo>
                  <a:pt x="1600838" y="606073"/>
                </a:lnTo>
                <a:lnTo>
                  <a:pt x="1601568" y="596886"/>
                </a:lnTo>
                <a:lnTo>
                  <a:pt x="1603757" y="589512"/>
                </a:lnTo>
                <a:lnTo>
                  <a:pt x="1604487" y="591382"/>
                </a:lnTo>
                <a:lnTo>
                  <a:pt x="1608867" y="601854"/>
                </a:lnTo>
                <a:lnTo>
                  <a:pt x="1610327" y="605381"/>
                </a:lnTo>
                <a:lnTo>
                  <a:pt x="1611057" y="601376"/>
                </a:lnTo>
                <a:lnTo>
                  <a:pt x="1611787" y="601882"/>
                </a:lnTo>
                <a:lnTo>
                  <a:pt x="1613247" y="606850"/>
                </a:lnTo>
                <a:lnTo>
                  <a:pt x="1613977" y="601392"/>
                </a:lnTo>
                <a:lnTo>
                  <a:pt x="1616897" y="611560"/>
                </a:lnTo>
                <a:lnTo>
                  <a:pt x="1618357" y="610874"/>
                </a:lnTo>
                <a:lnTo>
                  <a:pt x="1621277" y="622526"/>
                </a:lnTo>
                <a:lnTo>
                  <a:pt x="1625657" y="635774"/>
                </a:lnTo>
                <a:lnTo>
                  <a:pt x="1628577" y="649193"/>
                </a:lnTo>
                <a:lnTo>
                  <a:pt x="1629307" y="648610"/>
                </a:lnTo>
                <a:lnTo>
                  <a:pt x="1630037" y="646929"/>
                </a:lnTo>
                <a:lnTo>
                  <a:pt x="1630767" y="651016"/>
                </a:lnTo>
                <a:lnTo>
                  <a:pt x="1635876" y="664350"/>
                </a:lnTo>
                <a:lnTo>
                  <a:pt x="1636606" y="661826"/>
                </a:lnTo>
                <a:lnTo>
                  <a:pt x="1638066" y="670250"/>
                </a:lnTo>
                <a:lnTo>
                  <a:pt x="1639526" y="667947"/>
                </a:lnTo>
                <a:lnTo>
                  <a:pt x="1640986" y="669346"/>
                </a:lnTo>
                <a:lnTo>
                  <a:pt x="1643176" y="683940"/>
                </a:lnTo>
                <a:lnTo>
                  <a:pt x="1644636" y="678942"/>
                </a:lnTo>
                <a:lnTo>
                  <a:pt x="1645366" y="677827"/>
                </a:lnTo>
                <a:lnTo>
                  <a:pt x="1646096" y="678909"/>
                </a:lnTo>
                <a:lnTo>
                  <a:pt x="1648286" y="692939"/>
                </a:lnTo>
                <a:lnTo>
                  <a:pt x="1650476" y="703770"/>
                </a:lnTo>
                <a:lnTo>
                  <a:pt x="1651206" y="698635"/>
                </a:lnTo>
                <a:lnTo>
                  <a:pt x="1652666" y="689275"/>
                </a:lnTo>
                <a:lnTo>
                  <a:pt x="1653396" y="693634"/>
                </a:lnTo>
                <a:lnTo>
                  <a:pt x="1657776" y="713082"/>
                </a:lnTo>
                <a:lnTo>
                  <a:pt x="1660696" y="708518"/>
                </a:lnTo>
                <a:lnTo>
                  <a:pt x="1662155" y="714702"/>
                </a:lnTo>
                <a:lnTo>
                  <a:pt x="1662885" y="710938"/>
                </a:lnTo>
                <a:lnTo>
                  <a:pt x="1665075" y="702267"/>
                </a:lnTo>
                <a:lnTo>
                  <a:pt x="1665805" y="705270"/>
                </a:lnTo>
                <a:lnTo>
                  <a:pt x="1666535" y="718744"/>
                </a:lnTo>
                <a:lnTo>
                  <a:pt x="1667995" y="708355"/>
                </a:lnTo>
                <a:lnTo>
                  <a:pt x="1668725" y="708803"/>
                </a:lnTo>
                <a:lnTo>
                  <a:pt x="1669455" y="714218"/>
                </a:lnTo>
                <a:lnTo>
                  <a:pt x="1670915" y="709686"/>
                </a:lnTo>
                <a:lnTo>
                  <a:pt x="1672375" y="710844"/>
                </a:lnTo>
                <a:lnTo>
                  <a:pt x="1673105" y="717530"/>
                </a:lnTo>
                <a:lnTo>
                  <a:pt x="1674565" y="710467"/>
                </a:lnTo>
                <a:lnTo>
                  <a:pt x="1675295" y="710227"/>
                </a:lnTo>
                <a:lnTo>
                  <a:pt x="1676755" y="717555"/>
                </a:lnTo>
                <a:lnTo>
                  <a:pt x="1678215" y="712407"/>
                </a:lnTo>
                <a:lnTo>
                  <a:pt x="1679675" y="716193"/>
                </a:lnTo>
                <a:lnTo>
                  <a:pt x="1680405" y="719737"/>
                </a:lnTo>
                <a:lnTo>
                  <a:pt x="1681865" y="716401"/>
                </a:lnTo>
                <a:lnTo>
                  <a:pt x="1682595" y="710511"/>
                </a:lnTo>
                <a:lnTo>
                  <a:pt x="1683325" y="719391"/>
                </a:lnTo>
                <a:lnTo>
                  <a:pt x="1684055" y="716312"/>
                </a:lnTo>
                <a:lnTo>
                  <a:pt x="1684785" y="718904"/>
                </a:lnTo>
                <a:lnTo>
                  <a:pt x="1685515" y="716512"/>
                </a:lnTo>
                <a:lnTo>
                  <a:pt x="1686245" y="713223"/>
                </a:lnTo>
                <a:lnTo>
                  <a:pt x="1686975" y="718888"/>
                </a:lnTo>
                <a:lnTo>
                  <a:pt x="1688435" y="721149"/>
                </a:lnTo>
                <a:lnTo>
                  <a:pt x="1689165" y="719122"/>
                </a:lnTo>
                <a:lnTo>
                  <a:pt x="1690624" y="720180"/>
                </a:lnTo>
                <a:lnTo>
                  <a:pt x="1692084" y="711864"/>
                </a:lnTo>
                <a:lnTo>
                  <a:pt x="1692814" y="720985"/>
                </a:lnTo>
                <a:lnTo>
                  <a:pt x="1695004" y="716090"/>
                </a:lnTo>
                <a:lnTo>
                  <a:pt x="1696464" y="718765"/>
                </a:lnTo>
                <a:lnTo>
                  <a:pt x="1697194" y="717380"/>
                </a:lnTo>
                <a:lnTo>
                  <a:pt x="1697924" y="715760"/>
                </a:lnTo>
                <a:lnTo>
                  <a:pt x="1698654" y="718545"/>
                </a:lnTo>
                <a:lnTo>
                  <a:pt x="1699384" y="725705"/>
                </a:lnTo>
                <a:lnTo>
                  <a:pt x="1700844" y="719859"/>
                </a:lnTo>
                <a:lnTo>
                  <a:pt x="1702304" y="716474"/>
                </a:lnTo>
                <a:lnTo>
                  <a:pt x="1703034" y="717252"/>
                </a:lnTo>
                <a:lnTo>
                  <a:pt x="1708874" y="731457"/>
                </a:lnTo>
                <a:lnTo>
                  <a:pt x="1710334" y="721709"/>
                </a:lnTo>
                <a:lnTo>
                  <a:pt x="1711064" y="730260"/>
                </a:lnTo>
                <a:lnTo>
                  <a:pt x="1711794" y="734969"/>
                </a:lnTo>
                <a:lnTo>
                  <a:pt x="1712524" y="729545"/>
                </a:lnTo>
                <a:lnTo>
                  <a:pt x="1713254" y="717673"/>
                </a:lnTo>
                <a:lnTo>
                  <a:pt x="1714714" y="724765"/>
                </a:lnTo>
                <a:lnTo>
                  <a:pt x="1715444" y="727931"/>
                </a:lnTo>
                <a:lnTo>
                  <a:pt x="1716174" y="722268"/>
                </a:lnTo>
                <a:lnTo>
                  <a:pt x="1716904" y="717938"/>
                </a:lnTo>
                <a:lnTo>
                  <a:pt x="1718364" y="724618"/>
                </a:lnTo>
                <a:lnTo>
                  <a:pt x="1721283" y="729610"/>
                </a:lnTo>
                <a:lnTo>
                  <a:pt x="1722743" y="722578"/>
                </a:lnTo>
                <a:lnTo>
                  <a:pt x="1723473" y="727006"/>
                </a:lnTo>
                <a:lnTo>
                  <a:pt x="1726393" y="738813"/>
                </a:lnTo>
                <a:lnTo>
                  <a:pt x="1727123" y="729004"/>
                </a:lnTo>
                <a:lnTo>
                  <a:pt x="1729313" y="733986"/>
                </a:lnTo>
                <a:lnTo>
                  <a:pt x="1730043" y="737566"/>
                </a:lnTo>
                <a:lnTo>
                  <a:pt x="1730773" y="733694"/>
                </a:lnTo>
                <a:lnTo>
                  <a:pt x="1735153" y="710898"/>
                </a:lnTo>
                <a:lnTo>
                  <a:pt x="1737343" y="716830"/>
                </a:lnTo>
                <a:lnTo>
                  <a:pt x="1739533" y="730443"/>
                </a:lnTo>
                <a:lnTo>
                  <a:pt x="1741723" y="728471"/>
                </a:lnTo>
                <a:lnTo>
                  <a:pt x="1742453" y="724927"/>
                </a:lnTo>
                <a:lnTo>
                  <a:pt x="1743913" y="725976"/>
                </a:lnTo>
                <a:lnTo>
                  <a:pt x="1746103" y="729933"/>
                </a:lnTo>
                <a:lnTo>
                  <a:pt x="1749023" y="721020"/>
                </a:lnTo>
                <a:lnTo>
                  <a:pt x="1750483" y="726038"/>
                </a:lnTo>
                <a:lnTo>
                  <a:pt x="1751943" y="725440"/>
                </a:lnTo>
                <a:lnTo>
                  <a:pt x="1753403" y="711893"/>
                </a:lnTo>
                <a:lnTo>
                  <a:pt x="1754863" y="719903"/>
                </a:lnTo>
                <a:lnTo>
                  <a:pt x="1757053" y="731681"/>
                </a:lnTo>
                <a:lnTo>
                  <a:pt x="1759242" y="728328"/>
                </a:lnTo>
                <a:lnTo>
                  <a:pt x="1759972" y="723459"/>
                </a:lnTo>
                <a:lnTo>
                  <a:pt x="1760702" y="729724"/>
                </a:lnTo>
                <a:lnTo>
                  <a:pt x="1761432" y="725650"/>
                </a:lnTo>
                <a:lnTo>
                  <a:pt x="1763622" y="731827"/>
                </a:lnTo>
                <a:lnTo>
                  <a:pt x="1764352" y="726968"/>
                </a:lnTo>
                <a:lnTo>
                  <a:pt x="1767272" y="717561"/>
                </a:lnTo>
                <a:lnTo>
                  <a:pt x="1770192" y="743737"/>
                </a:lnTo>
                <a:lnTo>
                  <a:pt x="1770922" y="740860"/>
                </a:lnTo>
                <a:lnTo>
                  <a:pt x="1775302" y="721840"/>
                </a:lnTo>
                <a:lnTo>
                  <a:pt x="1777492" y="734198"/>
                </a:lnTo>
                <a:lnTo>
                  <a:pt x="1778952" y="729430"/>
                </a:lnTo>
                <a:lnTo>
                  <a:pt x="1782602" y="740352"/>
                </a:lnTo>
                <a:lnTo>
                  <a:pt x="1783332" y="737504"/>
                </a:lnTo>
                <a:lnTo>
                  <a:pt x="1784792" y="736139"/>
                </a:lnTo>
                <a:lnTo>
                  <a:pt x="1786252" y="736983"/>
                </a:lnTo>
                <a:lnTo>
                  <a:pt x="1787711" y="726293"/>
                </a:lnTo>
                <a:lnTo>
                  <a:pt x="1790631" y="738524"/>
                </a:lnTo>
                <a:lnTo>
                  <a:pt x="1791361" y="732613"/>
                </a:lnTo>
                <a:lnTo>
                  <a:pt x="1792091" y="732755"/>
                </a:lnTo>
                <a:lnTo>
                  <a:pt x="1792821" y="723526"/>
                </a:lnTo>
                <a:lnTo>
                  <a:pt x="1793551" y="731986"/>
                </a:lnTo>
                <a:lnTo>
                  <a:pt x="1794281" y="740008"/>
                </a:lnTo>
                <a:lnTo>
                  <a:pt x="1795741" y="727562"/>
                </a:lnTo>
                <a:lnTo>
                  <a:pt x="1796471" y="725986"/>
                </a:lnTo>
                <a:lnTo>
                  <a:pt x="1797201" y="729040"/>
                </a:lnTo>
                <a:lnTo>
                  <a:pt x="1797931" y="729291"/>
                </a:lnTo>
                <a:lnTo>
                  <a:pt x="1798661" y="733223"/>
                </a:lnTo>
                <a:lnTo>
                  <a:pt x="1799391" y="727593"/>
                </a:lnTo>
                <a:lnTo>
                  <a:pt x="1800851" y="731742"/>
                </a:lnTo>
                <a:lnTo>
                  <a:pt x="1803041" y="708523"/>
                </a:lnTo>
                <a:lnTo>
                  <a:pt x="1803771" y="709256"/>
                </a:lnTo>
                <a:lnTo>
                  <a:pt x="1805231" y="735235"/>
                </a:lnTo>
                <a:lnTo>
                  <a:pt x="1806691" y="715508"/>
                </a:lnTo>
                <a:lnTo>
                  <a:pt x="1808151" y="733086"/>
                </a:lnTo>
                <a:lnTo>
                  <a:pt x="1808881" y="721156"/>
                </a:lnTo>
                <a:lnTo>
                  <a:pt x="1809611" y="715572"/>
                </a:lnTo>
                <a:lnTo>
                  <a:pt x="1810341" y="724590"/>
                </a:lnTo>
                <a:lnTo>
                  <a:pt x="1811801" y="734181"/>
                </a:lnTo>
                <a:lnTo>
                  <a:pt x="1813261" y="730706"/>
                </a:lnTo>
                <a:lnTo>
                  <a:pt x="1816180" y="707941"/>
                </a:lnTo>
                <a:lnTo>
                  <a:pt x="1816910" y="724519"/>
                </a:lnTo>
                <a:lnTo>
                  <a:pt x="1818370" y="716663"/>
                </a:lnTo>
                <a:lnTo>
                  <a:pt x="1819100" y="713647"/>
                </a:lnTo>
                <a:lnTo>
                  <a:pt x="1820560" y="715730"/>
                </a:lnTo>
                <a:lnTo>
                  <a:pt x="1824940" y="737727"/>
                </a:lnTo>
                <a:lnTo>
                  <a:pt x="1825670" y="736627"/>
                </a:lnTo>
                <a:lnTo>
                  <a:pt x="1828590" y="694219"/>
                </a:lnTo>
                <a:lnTo>
                  <a:pt x="1830050" y="713357"/>
                </a:lnTo>
                <a:lnTo>
                  <a:pt x="1832970" y="725967"/>
                </a:lnTo>
                <a:lnTo>
                  <a:pt x="1835890" y="720193"/>
                </a:lnTo>
                <a:lnTo>
                  <a:pt x="1836620" y="720859"/>
                </a:lnTo>
                <a:lnTo>
                  <a:pt x="1838080" y="718429"/>
                </a:lnTo>
                <a:lnTo>
                  <a:pt x="1839540" y="712331"/>
                </a:lnTo>
                <a:lnTo>
                  <a:pt x="1840270" y="719400"/>
                </a:lnTo>
                <a:lnTo>
                  <a:pt x="1841730" y="724268"/>
                </a:lnTo>
                <a:lnTo>
                  <a:pt x="1846109" y="696733"/>
                </a:lnTo>
                <a:lnTo>
                  <a:pt x="1849029" y="721049"/>
                </a:lnTo>
                <a:lnTo>
                  <a:pt x="1849759" y="715846"/>
                </a:lnTo>
                <a:lnTo>
                  <a:pt x="1851949" y="719514"/>
                </a:lnTo>
                <a:lnTo>
                  <a:pt x="1853409" y="725070"/>
                </a:lnTo>
                <a:lnTo>
                  <a:pt x="1856329" y="694781"/>
                </a:lnTo>
                <a:lnTo>
                  <a:pt x="1857059" y="695965"/>
                </a:lnTo>
                <a:lnTo>
                  <a:pt x="1857789" y="705616"/>
                </a:lnTo>
                <a:lnTo>
                  <a:pt x="1858519" y="694797"/>
                </a:lnTo>
                <a:lnTo>
                  <a:pt x="1859249" y="700146"/>
                </a:lnTo>
                <a:lnTo>
                  <a:pt x="1860709" y="687670"/>
                </a:lnTo>
                <a:lnTo>
                  <a:pt x="1862169" y="692018"/>
                </a:lnTo>
                <a:lnTo>
                  <a:pt x="1862899" y="692341"/>
                </a:lnTo>
                <a:lnTo>
                  <a:pt x="1867279" y="673223"/>
                </a:lnTo>
                <a:lnTo>
                  <a:pt x="1868009" y="680218"/>
                </a:lnTo>
                <a:lnTo>
                  <a:pt x="1869469" y="677992"/>
                </a:lnTo>
                <a:lnTo>
                  <a:pt x="1870199" y="675000"/>
                </a:lnTo>
                <a:lnTo>
                  <a:pt x="1870929" y="658880"/>
                </a:lnTo>
                <a:lnTo>
                  <a:pt x="1872389" y="676604"/>
                </a:lnTo>
                <a:lnTo>
                  <a:pt x="1873848" y="663626"/>
                </a:lnTo>
                <a:lnTo>
                  <a:pt x="1874578" y="674167"/>
                </a:lnTo>
                <a:lnTo>
                  <a:pt x="1875308" y="681913"/>
                </a:lnTo>
                <a:lnTo>
                  <a:pt x="1876768" y="674631"/>
                </a:lnTo>
                <a:lnTo>
                  <a:pt x="1878228" y="655828"/>
                </a:lnTo>
                <a:lnTo>
                  <a:pt x="1878958" y="666039"/>
                </a:lnTo>
                <a:lnTo>
                  <a:pt x="1879688" y="673704"/>
                </a:lnTo>
                <a:lnTo>
                  <a:pt x="1880418" y="665054"/>
                </a:lnTo>
                <a:lnTo>
                  <a:pt x="1884068" y="649066"/>
                </a:lnTo>
                <a:lnTo>
                  <a:pt x="1885528" y="657330"/>
                </a:lnTo>
                <a:lnTo>
                  <a:pt x="1886258" y="655750"/>
                </a:lnTo>
                <a:lnTo>
                  <a:pt x="1886988" y="647548"/>
                </a:lnTo>
                <a:lnTo>
                  <a:pt x="1889178" y="650314"/>
                </a:lnTo>
                <a:lnTo>
                  <a:pt x="1892098" y="640156"/>
                </a:lnTo>
                <a:lnTo>
                  <a:pt x="1893558" y="642508"/>
                </a:lnTo>
                <a:lnTo>
                  <a:pt x="1895748" y="655377"/>
                </a:lnTo>
                <a:lnTo>
                  <a:pt x="1896478" y="653901"/>
                </a:lnTo>
                <a:lnTo>
                  <a:pt x="1897208" y="644152"/>
                </a:lnTo>
                <a:lnTo>
                  <a:pt x="1899398" y="644326"/>
                </a:lnTo>
                <a:lnTo>
                  <a:pt x="1900128" y="644401"/>
                </a:lnTo>
                <a:lnTo>
                  <a:pt x="1901588" y="652345"/>
                </a:lnTo>
                <a:lnTo>
                  <a:pt x="1903047" y="648016"/>
                </a:lnTo>
                <a:lnTo>
                  <a:pt x="1903777" y="649462"/>
                </a:lnTo>
                <a:lnTo>
                  <a:pt x="1904507" y="641618"/>
                </a:lnTo>
                <a:lnTo>
                  <a:pt x="1905967" y="645477"/>
                </a:lnTo>
                <a:lnTo>
                  <a:pt x="1906697" y="652661"/>
                </a:lnTo>
                <a:lnTo>
                  <a:pt x="1907427" y="646464"/>
                </a:lnTo>
                <a:lnTo>
                  <a:pt x="1908887" y="638571"/>
                </a:lnTo>
                <a:lnTo>
                  <a:pt x="1909617" y="645943"/>
                </a:lnTo>
                <a:lnTo>
                  <a:pt x="1910347" y="647265"/>
                </a:lnTo>
                <a:lnTo>
                  <a:pt x="1913997" y="629235"/>
                </a:lnTo>
                <a:lnTo>
                  <a:pt x="1915457" y="629940"/>
                </a:lnTo>
                <a:lnTo>
                  <a:pt x="1916187" y="622987"/>
                </a:lnTo>
                <a:lnTo>
                  <a:pt x="1918377" y="625921"/>
                </a:lnTo>
                <a:lnTo>
                  <a:pt x="1919107" y="625367"/>
                </a:lnTo>
                <a:lnTo>
                  <a:pt x="1921297" y="610315"/>
                </a:lnTo>
                <a:lnTo>
                  <a:pt x="1922027" y="617766"/>
                </a:lnTo>
                <a:lnTo>
                  <a:pt x="1924947" y="614783"/>
                </a:lnTo>
                <a:lnTo>
                  <a:pt x="1925677" y="620600"/>
                </a:lnTo>
                <a:lnTo>
                  <a:pt x="1926407" y="615051"/>
                </a:lnTo>
                <a:lnTo>
                  <a:pt x="1927867" y="607384"/>
                </a:lnTo>
                <a:lnTo>
                  <a:pt x="1929327" y="627018"/>
                </a:lnTo>
                <a:lnTo>
                  <a:pt x="1930057" y="618025"/>
                </a:lnTo>
                <a:lnTo>
                  <a:pt x="1931516" y="611909"/>
                </a:lnTo>
                <a:lnTo>
                  <a:pt x="1932246" y="618480"/>
                </a:lnTo>
                <a:lnTo>
                  <a:pt x="1937356" y="634486"/>
                </a:lnTo>
                <a:lnTo>
                  <a:pt x="1938086" y="633706"/>
                </a:lnTo>
                <a:lnTo>
                  <a:pt x="1940276" y="617041"/>
                </a:lnTo>
                <a:lnTo>
                  <a:pt x="1941006" y="628979"/>
                </a:lnTo>
                <a:lnTo>
                  <a:pt x="1941736" y="630514"/>
                </a:lnTo>
                <a:lnTo>
                  <a:pt x="1942466" y="626499"/>
                </a:lnTo>
                <a:lnTo>
                  <a:pt x="1944656" y="620956"/>
                </a:lnTo>
                <a:lnTo>
                  <a:pt x="1945386" y="617152"/>
                </a:lnTo>
                <a:lnTo>
                  <a:pt x="1946846" y="630552"/>
                </a:lnTo>
                <a:lnTo>
                  <a:pt x="1948306" y="626594"/>
                </a:lnTo>
                <a:lnTo>
                  <a:pt x="1949036" y="622466"/>
                </a:lnTo>
                <a:lnTo>
                  <a:pt x="1949766" y="627720"/>
                </a:lnTo>
                <a:lnTo>
                  <a:pt x="1950496" y="626503"/>
                </a:lnTo>
                <a:lnTo>
                  <a:pt x="1951226" y="631293"/>
                </a:lnTo>
                <a:lnTo>
                  <a:pt x="1951956" y="624266"/>
                </a:lnTo>
                <a:lnTo>
                  <a:pt x="1952686" y="620488"/>
                </a:lnTo>
                <a:lnTo>
                  <a:pt x="1953416" y="628326"/>
                </a:lnTo>
                <a:lnTo>
                  <a:pt x="1954146" y="627833"/>
                </a:lnTo>
                <a:lnTo>
                  <a:pt x="1957066" y="612044"/>
                </a:lnTo>
                <a:lnTo>
                  <a:pt x="1957796" y="622657"/>
                </a:lnTo>
                <a:lnTo>
                  <a:pt x="1959256" y="605957"/>
                </a:lnTo>
                <a:lnTo>
                  <a:pt x="1959985" y="616936"/>
                </a:lnTo>
                <a:lnTo>
                  <a:pt x="1960715" y="620158"/>
                </a:lnTo>
                <a:lnTo>
                  <a:pt x="1961446" y="619773"/>
                </a:lnTo>
                <a:lnTo>
                  <a:pt x="1963636" y="606151"/>
                </a:lnTo>
                <a:lnTo>
                  <a:pt x="1966556" y="621011"/>
                </a:lnTo>
                <a:lnTo>
                  <a:pt x="1968746" y="607612"/>
                </a:lnTo>
                <a:lnTo>
                  <a:pt x="1969476" y="616905"/>
                </a:lnTo>
                <a:lnTo>
                  <a:pt x="1970205" y="618918"/>
                </a:lnTo>
                <a:lnTo>
                  <a:pt x="1971665" y="603349"/>
                </a:lnTo>
                <a:lnTo>
                  <a:pt x="1973855" y="604249"/>
                </a:lnTo>
                <a:lnTo>
                  <a:pt x="1974585" y="613094"/>
                </a:lnTo>
                <a:lnTo>
                  <a:pt x="1976045" y="600046"/>
                </a:lnTo>
                <a:lnTo>
                  <a:pt x="1979695" y="606700"/>
                </a:lnTo>
                <a:lnTo>
                  <a:pt x="1980425" y="602329"/>
                </a:lnTo>
                <a:lnTo>
                  <a:pt x="1981155" y="612953"/>
                </a:lnTo>
                <a:lnTo>
                  <a:pt x="1983345" y="610250"/>
                </a:lnTo>
                <a:lnTo>
                  <a:pt x="1984075" y="611058"/>
                </a:lnTo>
                <a:lnTo>
                  <a:pt x="1987725" y="629062"/>
                </a:lnTo>
                <a:lnTo>
                  <a:pt x="1989185" y="615108"/>
                </a:lnTo>
                <a:lnTo>
                  <a:pt x="1989915" y="606180"/>
                </a:lnTo>
                <a:lnTo>
                  <a:pt x="1990645" y="616352"/>
                </a:lnTo>
                <a:lnTo>
                  <a:pt x="1991375" y="611794"/>
                </a:lnTo>
                <a:lnTo>
                  <a:pt x="1992105" y="615844"/>
                </a:lnTo>
                <a:lnTo>
                  <a:pt x="1992835" y="613805"/>
                </a:lnTo>
                <a:lnTo>
                  <a:pt x="1998675" y="582358"/>
                </a:lnTo>
                <a:lnTo>
                  <a:pt x="2000134" y="594135"/>
                </a:lnTo>
                <a:lnTo>
                  <a:pt x="2001594" y="590863"/>
                </a:lnTo>
                <a:lnTo>
                  <a:pt x="2002324" y="590276"/>
                </a:lnTo>
                <a:lnTo>
                  <a:pt x="2003054" y="593843"/>
                </a:lnTo>
                <a:lnTo>
                  <a:pt x="2004514" y="588220"/>
                </a:lnTo>
                <a:lnTo>
                  <a:pt x="2005244" y="587279"/>
                </a:lnTo>
                <a:lnTo>
                  <a:pt x="2007434" y="591317"/>
                </a:lnTo>
                <a:lnTo>
                  <a:pt x="2008894" y="576758"/>
                </a:lnTo>
                <a:lnTo>
                  <a:pt x="2010354" y="588985"/>
                </a:lnTo>
                <a:lnTo>
                  <a:pt x="2011814" y="583879"/>
                </a:lnTo>
                <a:lnTo>
                  <a:pt x="2012544" y="581865"/>
                </a:lnTo>
                <a:lnTo>
                  <a:pt x="2013274" y="586782"/>
                </a:lnTo>
                <a:lnTo>
                  <a:pt x="2014004" y="587333"/>
                </a:lnTo>
                <a:lnTo>
                  <a:pt x="2015464" y="577830"/>
                </a:lnTo>
                <a:lnTo>
                  <a:pt x="2017654" y="579268"/>
                </a:lnTo>
                <a:lnTo>
                  <a:pt x="2018384" y="577119"/>
                </a:lnTo>
                <a:lnTo>
                  <a:pt x="2022034" y="588352"/>
                </a:lnTo>
                <a:lnTo>
                  <a:pt x="2022764" y="589508"/>
                </a:lnTo>
                <a:lnTo>
                  <a:pt x="2024954" y="577636"/>
                </a:lnTo>
                <a:lnTo>
                  <a:pt x="2025684" y="584376"/>
                </a:lnTo>
                <a:lnTo>
                  <a:pt x="2026414" y="585104"/>
                </a:lnTo>
                <a:lnTo>
                  <a:pt x="2027144" y="575120"/>
                </a:lnTo>
                <a:lnTo>
                  <a:pt x="2029333" y="580628"/>
                </a:lnTo>
                <a:lnTo>
                  <a:pt x="2031523" y="584118"/>
                </a:lnTo>
                <a:lnTo>
                  <a:pt x="2034443" y="572638"/>
                </a:lnTo>
                <a:lnTo>
                  <a:pt x="2037363" y="579775"/>
                </a:lnTo>
                <a:lnTo>
                  <a:pt x="2041013" y="570178"/>
                </a:lnTo>
                <a:lnTo>
                  <a:pt x="2041743" y="574336"/>
                </a:lnTo>
                <a:lnTo>
                  <a:pt x="2042473" y="566469"/>
                </a:lnTo>
                <a:lnTo>
                  <a:pt x="2043933" y="572098"/>
                </a:lnTo>
                <a:lnTo>
                  <a:pt x="2044663" y="571926"/>
                </a:lnTo>
              </a:path>
            </a:pathLst>
          </a:custGeom>
          <a:noFill/>
          <a:ln w="20130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Editable path 107"/>
          <p:cNvSpPr/>
          <p:nvPr/>
        </p:nvSpPr>
        <p:spPr>
          <a:xfrm>
            <a:off x="3924523" y="2579593"/>
            <a:ext cx="2044663" cy="650000"/>
          </a:xfrm>
          <a:custGeom>
            <a:avLst/>
            <a:gdLst/>
            <a:ahLst/>
            <a:cxnLst/>
            <a:rect l="l" t="t" r="r" b="b"/>
            <a:pathLst>
              <a:path w="2044663" h="650000">
                <a:moveTo>
                  <a:pt x="0" y="555911"/>
                </a:moveTo>
                <a:lnTo>
                  <a:pt x="730" y="553066"/>
                </a:lnTo>
                <a:lnTo>
                  <a:pt x="2191" y="554576"/>
                </a:lnTo>
                <a:lnTo>
                  <a:pt x="2920" y="555294"/>
                </a:lnTo>
                <a:lnTo>
                  <a:pt x="8030" y="543240"/>
                </a:lnTo>
                <a:lnTo>
                  <a:pt x="9490" y="555529"/>
                </a:lnTo>
                <a:lnTo>
                  <a:pt x="10950" y="545292"/>
                </a:lnTo>
                <a:lnTo>
                  <a:pt x="16060" y="556564"/>
                </a:lnTo>
                <a:lnTo>
                  <a:pt x="16790" y="550473"/>
                </a:lnTo>
                <a:lnTo>
                  <a:pt x="17520" y="551524"/>
                </a:lnTo>
                <a:lnTo>
                  <a:pt x="18980" y="572923"/>
                </a:lnTo>
                <a:lnTo>
                  <a:pt x="20440" y="566199"/>
                </a:lnTo>
                <a:lnTo>
                  <a:pt x="23360" y="545537"/>
                </a:lnTo>
                <a:lnTo>
                  <a:pt x="24090" y="550435"/>
                </a:lnTo>
                <a:lnTo>
                  <a:pt x="25550" y="562352"/>
                </a:lnTo>
                <a:lnTo>
                  <a:pt x="27010" y="554057"/>
                </a:lnTo>
                <a:lnTo>
                  <a:pt x="27740" y="552522"/>
                </a:lnTo>
                <a:lnTo>
                  <a:pt x="28470" y="556042"/>
                </a:lnTo>
                <a:lnTo>
                  <a:pt x="29930" y="553584"/>
                </a:lnTo>
                <a:lnTo>
                  <a:pt x="32849" y="559516"/>
                </a:lnTo>
                <a:lnTo>
                  <a:pt x="33579" y="555483"/>
                </a:lnTo>
                <a:lnTo>
                  <a:pt x="35039" y="547471"/>
                </a:lnTo>
                <a:lnTo>
                  <a:pt x="36499" y="550279"/>
                </a:lnTo>
                <a:lnTo>
                  <a:pt x="37229" y="550963"/>
                </a:lnTo>
                <a:lnTo>
                  <a:pt x="37959" y="550129"/>
                </a:lnTo>
                <a:lnTo>
                  <a:pt x="38689" y="547309"/>
                </a:lnTo>
                <a:lnTo>
                  <a:pt x="40149" y="550594"/>
                </a:lnTo>
                <a:lnTo>
                  <a:pt x="43069" y="559515"/>
                </a:lnTo>
                <a:lnTo>
                  <a:pt x="43799" y="555274"/>
                </a:lnTo>
                <a:lnTo>
                  <a:pt x="45989" y="559379"/>
                </a:lnTo>
                <a:lnTo>
                  <a:pt x="46719" y="556783"/>
                </a:lnTo>
                <a:lnTo>
                  <a:pt x="48179" y="551951"/>
                </a:lnTo>
                <a:lnTo>
                  <a:pt x="49639" y="544219"/>
                </a:lnTo>
                <a:lnTo>
                  <a:pt x="51099" y="546717"/>
                </a:lnTo>
                <a:lnTo>
                  <a:pt x="52559" y="550652"/>
                </a:lnTo>
                <a:lnTo>
                  <a:pt x="54019" y="560118"/>
                </a:lnTo>
                <a:lnTo>
                  <a:pt x="55479" y="557388"/>
                </a:lnTo>
                <a:lnTo>
                  <a:pt x="59129" y="543126"/>
                </a:lnTo>
                <a:lnTo>
                  <a:pt x="61318" y="535636"/>
                </a:lnTo>
                <a:lnTo>
                  <a:pt x="62048" y="537412"/>
                </a:lnTo>
                <a:lnTo>
                  <a:pt x="64968" y="544438"/>
                </a:lnTo>
                <a:lnTo>
                  <a:pt x="66428" y="542926"/>
                </a:lnTo>
                <a:lnTo>
                  <a:pt x="70078" y="541155"/>
                </a:lnTo>
                <a:lnTo>
                  <a:pt x="72998" y="547077"/>
                </a:lnTo>
                <a:lnTo>
                  <a:pt x="74458" y="538562"/>
                </a:lnTo>
                <a:lnTo>
                  <a:pt x="75918" y="542985"/>
                </a:lnTo>
                <a:lnTo>
                  <a:pt x="81758" y="531045"/>
                </a:lnTo>
                <a:lnTo>
                  <a:pt x="82488" y="530171"/>
                </a:lnTo>
                <a:lnTo>
                  <a:pt x="83218" y="532912"/>
                </a:lnTo>
                <a:lnTo>
                  <a:pt x="85408" y="538324"/>
                </a:lnTo>
                <a:lnTo>
                  <a:pt x="86138" y="537396"/>
                </a:lnTo>
                <a:lnTo>
                  <a:pt x="89057" y="526550"/>
                </a:lnTo>
                <a:lnTo>
                  <a:pt x="89787" y="529523"/>
                </a:lnTo>
                <a:lnTo>
                  <a:pt x="90517" y="530387"/>
                </a:lnTo>
                <a:lnTo>
                  <a:pt x="91977" y="537932"/>
                </a:lnTo>
                <a:lnTo>
                  <a:pt x="93437" y="536020"/>
                </a:lnTo>
                <a:lnTo>
                  <a:pt x="96357" y="512241"/>
                </a:lnTo>
                <a:lnTo>
                  <a:pt x="97087" y="513538"/>
                </a:lnTo>
                <a:lnTo>
                  <a:pt x="103657" y="529591"/>
                </a:lnTo>
                <a:lnTo>
                  <a:pt x="105117" y="528732"/>
                </a:lnTo>
                <a:lnTo>
                  <a:pt x="105847" y="530367"/>
                </a:lnTo>
                <a:lnTo>
                  <a:pt x="106577" y="530840"/>
                </a:lnTo>
                <a:lnTo>
                  <a:pt x="107307" y="528890"/>
                </a:lnTo>
                <a:lnTo>
                  <a:pt x="108767" y="520763"/>
                </a:lnTo>
                <a:lnTo>
                  <a:pt x="110227" y="522534"/>
                </a:lnTo>
                <a:lnTo>
                  <a:pt x="113147" y="529986"/>
                </a:lnTo>
                <a:lnTo>
                  <a:pt x="113877" y="528917"/>
                </a:lnTo>
                <a:lnTo>
                  <a:pt x="117527" y="522667"/>
                </a:lnTo>
                <a:lnTo>
                  <a:pt x="121176" y="532837"/>
                </a:lnTo>
                <a:lnTo>
                  <a:pt x="123366" y="518337"/>
                </a:lnTo>
                <a:lnTo>
                  <a:pt x="124826" y="524415"/>
                </a:lnTo>
                <a:lnTo>
                  <a:pt x="127016" y="530557"/>
                </a:lnTo>
                <a:lnTo>
                  <a:pt x="127746" y="527946"/>
                </a:lnTo>
                <a:lnTo>
                  <a:pt x="135046" y="509500"/>
                </a:lnTo>
                <a:lnTo>
                  <a:pt x="137966" y="520817"/>
                </a:lnTo>
                <a:lnTo>
                  <a:pt x="138696" y="519311"/>
                </a:lnTo>
                <a:lnTo>
                  <a:pt x="139426" y="514394"/>
                </a:lnTo>
                <a:lnTo>
                  <a:pt x="140886" y="520202"/>
                </a:lnTo>
                <a:lnTo>
                  <a:pt x="142346" y="517278"/>
                </a:lnTo>
                <a:lnTo>
                  <a:pt x="143076" y="521266"/>
                </a:lnTo>
                <a:lnTo>
                  <a:pt x="143806" y="524862"/>
                </a:lnTo>
                <a:lnTo>
                  <a:pt x="144536" y="521765"/>
                </a:lnTo>
                <a:lnTo>
                  <a:pt x="145996" y="515367"/>
                </a:lnTo>
                <a:lnTo>
                  <a:pt x="147455" y="515752"/>
                </a:lnTo>
                <a:lnTo>
                  <a:pt x="149645" y="513302"/>
                </a:lnTo>
                <a:lnTo>
                  <a:pt x="151105" y="515872"/>
                </a:lnTo>
                <a:lnTo>
                  <a:pt x="158405" y="524522"/>
                </a:lnTo>
                <a:lnTo>
                  <a:pt x="159135" y="522899"/>
                </a:lnTo>
                <a:lnTo>
                  <a:pt x="166435" y="495354"/>
                </a:lnTo>
                <a:lnTo>
                  <a:pt x="167165" y="502868"/>
                </a:lnTo>
                <a:lnTo>
                  <a:pt x="170815" y="515804"/>
                </a:lnTo>
                <a:lnTo>
                  <a:pt x="173005" y="515586"/>
                </a:lnTo>
                <a:lnTo>
                  <a:pt x="174465" y="528124"/>
                </a:lnTo>
                <a:lnTo>
                  <a:pt x="175195" y="524111"/>
                </a:lnTo>
                <a:lnTo>
                  <a:pt x="177384" y="501657"/>
                </a:lnTo>
                <a:lnTo>
                  <a:pt x="179574" y="508205"/>
                </a:lnTo>
                <a:lnTo>
                  <a:pt x="185414" y="507158"/>
                </a:lnTo>
                <a:lnTo>
                  <a:pt x="188334" y="513542"/>
                </a:lnTo>
                <a:lnTo>
                  <a:pt x="189794" y="512135"/>
                </a:lnTo>
                <a:lnTo>
                  <a:pt x="191984" y="503475"/>
                </a:lnTo>
                <a:lnTo>
                  <a:pt x="193444" y="506512"/>
                </a:lnTo>
                <a:lnTo>
                  <a:pt x="197824" y="508800"/>
                </a:lnTo>
                <a:lnTo>
                  <a:pt x="204393" y="514702"/>
                </a:lnTo>
                <a:lnTo>
                  <a:pt x="205123" y="513590"/>
                </a:lnTo>
                <a:lnTo>
                  <a:pt x="207313" y="511093"/>
                </a:lnTo>
                <a:lnTo>
                  <a:pt x="208043" y="513316"/>
                </a:lnTo>
                <a:lnTo>
                  <a:pt x="210963" y="517338"/>
                </a:lnTo>
                <a:lnTo>
                  <a:pt x="211693" y="519970"/>
                </a:lnTo>
                <a:lnTo>
                  <a:pt x="212423" y="516402"/>
                </a:lnTo>
                <a:lnTo>
                  <a:pt x="214613" y="508355"/>
                </a:lnTo>
                <a:lnTo>
                  <a:pt x="216073" y="512471"/>
                </a:lnTo>
                <a:lnTo>
                  <a:pt x="216803" y="514299"/>
                </a:lnTo>
                <a:lnTo>
                  <a:pt x="217533" y="512849"/>
                </a:lnTo>
                <a:lnTo>
                  <a:pt x="221183" y="506824"/>
                </a:lnTo>
                <a:lnTo>
                  <a:pt x="222643" y="506123"/>
                </a:lnTo>
                <a:lnTo>
                  <a:pt x="223373" y="508314"/>
                </a:lnTo>
                <a:lnTo>
                  <a:pt x="227023" y="508456"/>
                </a:lnTo>
                <a:lnTo>
                  <a:pt x="231403" y="490839"/>
                </a:lnTo>
                <a:lnTo>
                  <a:pt x="232133" y="493830"/>
                </a:lnTo>
                <a:lnTo>
                  <a:pt x="236513" y="511181"/>
                </a:lnTo>
                <a:lnTo>
                  <a:pt x="240163" y="496767"/>
                </a:lnTo>
                <a:lnTo>
                  <a:pt x="240893" y="497707"/>
                </a:lnTo>
                <a:lnTo>
                  <a:pt x="243812" y="512000"/>
                </a:lnTo>
                <a:lnTo>
                  <a:pt x="246002" y="507637"/>
                </a:lnTo>
                <a:lnTo>
                  <a:pt x="250382" y="514932"/>
                </a:lnTo>
                <a:lnTo>
                  <a:pt x="255492" y="518160"/>
                </a:lnTo>
                <a:lnTo>
                  <a:pt x="256222" y="520270"/>
                </a:lnTo>
                <a:lnTo>
                  <a:pt x="256952" y="518940"/>
                </a:lnTo>
                <a:lnTo>
                  <a:pt x="258412" y="513175"/>
                </a:lnTo>
                <a:lnTo>
                  <a:pt x="259872" y="516135"/>
                </a:lnTo>
                <a:lnTo>
                  <a:pt x="261332" y="511780"/>
                </a:lnTo>
                <a:lnTo>
                  <a:pt x="262792" y="514045"/>
                </a:lnTo>
                <a:lnTo>
                  <a:pt x="265712" y="522395"/>
                </a:lnTo>
                <a:lnTo>
                  <a:pt x="266442" y="518783"/>
                </a:lnTo>
                <a:lnTo>
                  <a:pt x="270092" y="506525"/>
                </a:lnTo>
                <a:lnTo>
                  <a:pt x="271552" y="506701"/>
                </a:lnTo>
                <a:lnTo>
                  <a:pt x="273011" y="511585"/>
                </a:lnTo>
                <a:lnTo>
                  <a:pt x="274471" y="510141"/>
                </a:lnTo>
                <a:lnTo>
                  <a:pt x="277391" y="505704"/>
                </a:lnTo>
                <a:lnTo>
                  <a:pt x="278121" y="506212"/>
                </a:lnTo>
                <a:lnTo>
                  <a:pt x="279581" y="510448"/>
                </a:lnTo>
                <a:lnTo>
                  <a:pt x="281771" y="508857"/>
                </a:lnTo>
                <a:lnTo>
                  <a:pt x="284691" y="509132"/>
                </a:lnTo>
                <a:lnTo>
                  <a:pt x="286881" y="507001"/>
                </a:lnTo>
                <a:lnTo>
                  <a:pt x="289071" y="512470"/>
                </a:lnTo>
                <a:lnTo>
                  <a:pt x="291261" y="506793"/>
                </a:lnTo>
                <a:lnTo>
                  <a:pt x="291991" y="510635"/>
                </a:lnTo>
                <a:lnTo>
                  <a:pt x="295641" y="518165"/>
                </a:lnTo>
                <a:lnTo>
                  <a:pt x="298561" y="514158"/>
                </a:lnTo>
                <a:lnTo>
                  <a:pt x="300751" y="518983"/>
                </a:lnTo>
                <a:lnTo>
                  <a:pt x="301480" y="517577"/>
                </a:lnTo>
                <a:lnTo>
                  <a:pt x="313160" y="513588"/>
                </a:lnTo>
                <a:lnTo>
                  <a:pt x="314620" y="519198"/>
                </a:lnTo>
                <a:lnTo>
                  <a:pt x="316080" y="517484"/>
                </a:lnTo>
                <a:lnTo>
                  <a:pt x="321190" y="516847"/>
                </a:lnTo>
                <a:lnTo>
                  <a:pt x="322650" y="513841"/>
                </a:lnTo>
                <a:lnTo>
                  <a:pt x="326300" y="546675"/>
                </a:lnTo>
                <a:lnTo>
                  <a:pt x="327760" y="533435"/>
                </a:lnTo>
                <a:lnTo>
                  <a:pt x="330679" y="514412"/>
                </a:lnTo>
                <a:lnTo>
                  <a:pt x="332869" y="516780"/>
                </a:lnTo>
                <a:lnTo>
                  <a:pt x="334329" y="523668"/>
                </a:lnTo>
                <a:lnTo>
                  <a:pt x="335059" y="517692"/>
                </a:lnTo>
                <a:lnTo>
                  <a:pt x="336519" y="519353"/>
                </a:lnTo>
                <a:lnTo>
                  <a:pt x="337979" y="520963"/>
                </a:lnTo>
                <a:lnTo>
                  <a:pt x="338709" y="519645"/>
                </a:lnTo>
                <a:lnTo>
                  <a:pt x="340899" y="517771"/>
                </a:lnTo>
                <a:lnTo>
                  <a:pt x="344549" y="520274"/>
                </a:lnTo>
                <a:lnTo>
                  <a:pt x="345279" y="520111"/>
                </a:lnTo>
                <a:lnTo>
                  <a:pt x="346009" y="522957"/>
                </a:lnTo>
                <a:lnTo>
                  <a:pt x="348199" y="521211"/>
                </a:lnTo>
                <a:lnTo>
                  <a:pt x="349659" y="523025"/>
                </a:lnTo>
                <a:lnTo>
                  <a:pt x="351119" y="520918"/>
                </a:lnTo>
                <a:lnTo>
                  <a:pt x="352579" y="521271"/>
                </a:lnTo>
                <a:lnTo>
                  <a:pt x="356229" y="528100"/>
                </a:lnTo>
                <a:lnTo>
                  <a:pt x="356959" y="526410"/>
                </a:lnTo>
                <a:lnTo>
                  <a:pt x="358419" y="525225"/>
                </a:lnTo>
                <a:lnTo>
                  <a:pt x="362068" y="534551"/>
                </a:lnTo>
                <a:lnTo>
                  <a:pt x="362798" y="536938"/>
                </a:lnTo>
                <a:lnTo>
                  <a:pt x="364258" y="533939"/>
                </a:lnTo>
                <a:lnTo>
                  <a:pt x="366448" y="529256"/>
                </a:lnTo>
                <a:lnTo>
                  <a:pt x="367908" y="530213"/>
                </a:lnTo>
                <a:lnTo>
                  <a:pt x="369368" y="528800"/>
                </a:lnTo>
                <a:lnTo>
                  <a:pt x="370828" y="530364"/>
                </a:lnTo>
                <a:lnTo>
                  <a:pt x="378128" y="532722"/>
                </a:lnTo>
                <a:lnTo>
                  <a:pt x="385428" y="568507"/>
                </a:lnTo>
                <a:lnTo>
                  <a:pt x="386888" y="559952"/>
                </a:lnTo>
                <a:lnTo>
                  <a:pt x="387617" y="558143"/>
                </a:lnTo>
                <a:lnTo>
                  <a:pt x="388347" y="561213"/>
                </a:lnTo>
                <a:lnTo>
                  <a:pt x="389077" y="562213"/>
                </a:lnTo>
                <a:lnTo>
                  <a:pt x="391997" y="556156"/>
                </a:lnTo>
                <a:lnTo>
                  <a:pt x="394917" y="558365"/>
                </a:lnTo>
                <a:lnTo>
                  <a:pt x="397107" y="556158"/>
                </a:lnTo>
                <a:lnTo>
                  <a:pt x="398567" y="554344"/>
                </a:lnTo>
                <a:lnTo>
                  <a:pt x="399297" y="557773"/>
                </a:lnTo>
                <a:lnTo>
                  <a:pt x="400757" y="563498"/>
                </a:lnTo>
                <a:lnTo>
                  <a:pt x="401487" y="561316"/>
                </a:lnTo>
                <a:lnTo>
                  <a:pt x="404407" y="549749"/>
                </a:lnTo>
                <a:lnTo>
                  <a:pt x="405137" y="550418"/>
                </a:lnTo>
                <a:lnTo>
                  <a:pt x="407327" y="562609"/>
                </a:lnTo>
                <a:lnTo>
                  <a:pt x="408057" y="555327"/>
                </a:lnTo>
                <a:lnTo>
                  <a:pt x="408787" y="549357"/>
                </a:lnTo>
                <a:lnTo>
                  <a:pt x="410247" y="553380"/>
                </a:lnTo>
                <a:lnTo>
                  <a:pt x="410977" y="556892"/>
                </a:lnTo>
                <a:lnTo>
                  <a:pt x="412437" y="554707"/>
                </a:lnTo>
                <a:lnTo>
                  <a:pt x="413897" y="549645"/>
                </a:lnTo>
                <a:lnTo>
                  <a:pt x="415357" y="553850"/>
                </a:lnTo>
                <a:lnTo>
                  <a:pt x="429226" y="557375"/>
                </a:lnTo>
                <a:lnTo>
                  <a:pt x="429956" y="554626"/>
                </a:lnTo>
                <a:lnTo>
                  <a:pt x="431416" y="555915"/>
                </a:lnTo>
                <a:lnTo>
                  <a:pt x="434336" y="570016"/>
                </a:lnTo>
                <a:lnTo>
                  <a:pt x="436526" y="566695"/>
                </a:lnTo>
                <a:lnTo>
                  <a:pt x="442366" y="556315"/>
                </a:lnTo>
                <a:lnTo>
                  <a:pt x="446016" y="548825"/>
                </a:lnTo>
                <a:lnTo>
                  <a:pt x="447476" y="558101"/>
                </a:lnTo>
                <a:lnTo>
                  <a:pt x="448936" y="552105"/>
                </a:lnTo>
                <a:lnTo>
                  <a:pt x="449666" y="551576"/>
                </a:lnTo>
                <a:lnTo>
                  <a:pt x="454046" y="540266"/>
                </a:lnTo>
                <a:lnTo>
                  <a:pt x="457695" y="563354"/>
                </a:lnTo>
                <a:lnTo>
                  <a:pt x="458425" y="569394"/>
                </a:lnTo>
                <a:lnTo>
                  <a:pt x="459885" y="566592"/>
                </a:lnTo>
                <a:lnTo>
                  <a:pt x="462805" y="550371"/>
                </a:lnTo>
                <a:lnTo>
                  <a:pt x="464995" y="553983"/>
                </a:lnTo>
                <a:lnTo>
                  <a:pt x="466455" y="560201"/>
                </a:lnTo>
                <a:lnTo>
                  <a:pt x="467915" y="573617"/>
                </a:lnTo>
                <a:lnTo>
                  <a:pt x="469375" y="570727"/>
                </a:lnTo>
                <a:lnTo>
                  <a:pt x="473755" y="557133"/>
                </a:lnTo>
                <a:lnTo>
                  <a:pt x="474485" y="559052"/>
                </a:lnTo>
                <a:lnTo>
                  <a:pt x="476675" y="570047"/>
                </a:lnTo>
                <a:lnTo>
                  <a:pt x="477405" y="566454"/>
                </a:lnTo>
                <a:lnTo>
                  <a:pt x="478135" y="559774"/>
                </a:lnTo>
                <a:lnTo>
                  <a:pt x="479595" y="567761"/>
                </a:lnTo>
                <a:lnTo>
                  <a:pt x="480325" y="570070"/>
                </a:lnTo>
                <a:lnTo>
                  <a:pt x="481785" y="567148"/>
                </a:lnTo>
                <a:lnTo>
                  <a:pt x="482515" y="564058"/>
                </a:lnTo>
                <a:lnTo>
                  <a:pt x="483245" y="567083"/>
                </a:lnTo>
                <a:lnTo>
                  <a:pt x="484704" y="575883"/>
                </a:lnTo>
                <a:lnTo>
                  <a:pt x="486164" y="572187"/>
                </a:lnTo>
                <a:lnTo>
                  <a:pt x="486894" y="570040"/>
                </a:lnTo>
                <a:lnTo>
                  <a:pt x="488354" y="579600"/>
                </a:lnTo>
                <a:lnTo>
                  <a:pt x="489084" y="574467"/>
                </a:lnTo>
                <a:lnTo>
                  <a:pt x="494924" y="554089"/>
                </a:lnTo>
                <a:lnTo>
                  <a:pt x="495654" y="555464"/>
                </a:lnTo>
                <a:lnTo>
                  <a:pt x="496384" y="558915"/>
                </a:lnTo>
                <a:lnTo>
                  <a:pt x="497114" y="554646"/>
                </a:lnTo>
                <a:lnTo>
                  <a:pt x="497844" y="549703"/>
                </a:lnTo>
                <a:lnTo>
                  <a:pt x="498574" y="554343"/>
                </a:lnTo>
                <a:lnTo>
                  <a:pt x="501494" y="571984"/>
                </a:lnTo>
                <a:lnTo>
                  <a:pt x="502224" y="568696"/>
                </a:lnTo>
                <a:lnTo>
                  <a:pt x="503684" y="561714"/>
                </a:lnTo>
                <a:lnTo>
                  <a:pt x="504414" y="568451"/>
                </a:lnTo>
                <a:lnTo>
                  <a:pt x="505874" y="580520"/>
                </a:lnTo>
                <a:lnTo>
                  <a:pt x="506604" y="577692"/>
                </a:lnTo>
                <a:lnTo>
                  <a:pt x="508064" y="570059"/>
                </a:lnTo>
                <a:lnTo>
                  <a:pt x="509524" y="574396"/>
                </a:lnTo>
                <a:lnTo>
                  <a:pt x="513903" y="574422"/>
                </a:lnTo>
                <a:lnTo>
                  <a:pt x="519743" y="578620"/>
                </a:lnTo>
                <a:lnTo>
                  <a:pt x="527773" y="557325"/>
                </a:lnTo>
                <a:lnTo>
                  <a:pt x="529963" y="562809"/>
                </a:lnTo>
                <a:lnTo>
                  <a:pt x="530693" y="558926"/>
                </a:lnTo>
                <a:lnTo>
                  <a:pt x="531423" y="558318"/>
                </a:lnTo>
                <a:lnTo>
                  <a:pt x="535073" y="562918"/>
                </a:lnTo>
                <a:lnTo>
                  <a:pt x="538723" y="564490"/>
                </a:lnTo>
                <a:lnTo>
                  <a:pt x="540183" y="562502"/>
                </a:lnTo>
                <a:lnTo>
                  <a:pt x="547482" y="551955"/>
                </a:lnTo>
                <a:lnTo>
                  <a:pt x="548212" y="553849"/>
                </a:lnTo>
                <a:lnTo>
                  <a:pt x="548942" y="551899"/>
                </a:lnTo>
                <a:lnTo>
                  <a:pt x="550402" y="541351"/>
                </a:lnTo>
                <a:lnTo>
                  <a:pt x="551132" y="548413"/>
                </a:lnTo>
                <a:lnTo>
                  <a:pt x="551862" y="550496"/>
                </a:lnTo>
                <a:lnTo>
                  <a:pt x="552592" y="548251"/>
                </a:lnTo>
                <a:lnTo>
                  <a:pt x="553322" y="545924"/>
                </a:lnTo>
                <a:lnTo>
                  <a:pt x="554782" y="548330"/>
                </a:lnTo>
                <a:lnTo>
                  <a:pt x="567192" y="538962"/>
                </a:lnTo>
                <a:lnTo>
                  <a:pt x="567922" y="542546"/>
                </a:lnTo>
                <a:lnTo>
                  <a:pt x="569382" y="539775"/>
                </a:lnTo>
                <a:lnTo>
                  <a:pt x="573031" y="536270"/>
                </a:lnTo>
                <a:lnTo>
                  <a:pt x="573761" y="537319"/>
                </a:lnTo>
                <a:lnTo>
                  <a:pt x="577411" y="543749"/>
                </a:lnTo>
                <a:lnTo>
                  <a:pt x="583251" y="528723"/>
                </a:lnTo>
                <a:lnTo>
                  <a:pt x="587631" y="535680"/>
                </a:lnTo>
                <a:lnTo>
                  <a:pt x="589821" y="526179"/>
                </a:lnTo>
                <a:lnTo>
                  <a:pt x="590551" y="529842"/>
                </a:lnTo>
                <a:lnTo>
                  <a:pt x="594201" y="533354"/>
                </a:lnTo>
                <a:lnTo>
                  <a:pt x="597851" y="531594"/>
                </a:lnTo>
                <a:lnTo>
                  <a:pt x="599311" y="535483"/>
                </a:lnTo>
                <a:lnTo>
                  <a:pt x="600770" y="533594"/>
                </a:lnTo>
                <a:lnTo>
                  <a:pt x="602230" y="534500"/>
                </a:lnTo>
                <a:lnTo>
                  <a:pt x="602960" y="532158"/>
                </a:lnTo>
                <a:lnTo>
                  <a:pt x="605150" y="530869"/>
                </a:lnTo>
                <a:lnTo>
                  <a:pt x="605880" y="533087"/>
                </a:lnTo>
                <a:lnTo>
                  <a:pt x="607340" y="534544"/>
                </a:lnTo>
                <a:lnTo>
                  <a:pt x="608070" y="534045"/>
                </a:lnTo>
                <a:lnTo>
                  <a:pt x="614640" y="521799"/>
                </a:lnTo>
                <a:lnTo>
                  <a:pt x="615370" y="522586"/>
                </a:lnTo>
                <a:lnTo>
                  <a:pt x="617560" y="528468"/>
                </a:lnTo>
                <a:lnTo>
                  <a:pt x="618290" y="526459"/>
                </a:lnTo>
                <a:lnTo>
                  <a:pt x="619020" y="524124"/>
                </a:lnTo>
                <a:lnTo>
                  <a:pt x="619750" y="525759"/>
                </a:lnTo>
                <a:lnTo>
                  <a:pt x="622670" y="535505"/>
                </a:lnTo>
                <a:lnTo>
                  <a:pt x="623400" y="533685"/>
                </a:lnTo>
                <a:lnTo>
                  <a:pt x="625590" y="522546"/>
                </a:lnTo>
                <a:lnTo>
                  <a:pt x="627050" y="525664"/>
                </a:lnTo>
                <a:lnTo>
                  <a:pt x="629969" y="533720"/>
                </a:lnTo>
                <a:lnTo>
                  <a:pt x="632159" y="515758"/>
                </a:lnTo>
                <a:lnTo>
                  <a:pt x="632889" y="518633"/>
                </a:lnTo>
                <a:lnTo>
                  <a:pt x="635809" y="530910"/>
                </a:lnTo>
                <a:lnTo>
                  <a:pt x="637269" y="529300"/>
                </a:lnTo>
                <a:lnTo>
                  <a:pt x="638729" y="524985"/>
                </a:lnTo>
                <a:lnTo>
                  <a:pt x="639459" y="526238"/>
                </a:lnTo>
                <a:lnTo>
                  <a:pt x="642379" y="529929"/>
                </a:lnTo>
                <a:lnTo>
                  <a:pt x="643839" y="525577"/>
                </a:lnTo>
                <a:lnTo>
                  <a:pt x="651139" y="507773"/>
                </a:lnTo>
                <a:lnTo>
                  <a:pt x="652599" y="510886"/>
                </a:lnTo>
                <a:lnTo>
                  <a:pt x="656249" y="502020"/>
                </a:lnTo>
                <a:lnTo>
                  <a:pt x="657709" y="511802"/>
                </a:lnTo>
                <a:lnTo>
                  <a:pt x="658439" y="501541"/>
                </a:lnTo>
                <a:lnTo>
                  <a:pt x="659169" y="491587"/>
                </a:lnTo>
                <a:lnTo>
                  <a:pt x="661359" y="497613"/>
                </a:lnTo>
                <a:lnTo>
                  <a:pt x="665009" y="495039"/>
                </a:lnTo>
                <a:lnTo>
                  <a:pt x="665739" y="495087"/>
                </a:lnTo>
                <a:lnTo>
                  <a:pt x="670848" y="476013"/>
                </a:lnTo>
                <a:lnTo>
                  <a:pt x="671578" y="475854"/>
                </a:lnTo>
                <a:lnTo>
                  <a:pt x="673768" y="456594"/>
                </a:lnTo>
                <a:lnTo>
                  <a:pt x="674498" y="460113"/>
                </a:lnTo>
                <a:lnTo>
                  <a:pt x="675228" y="461662"/>
                </a:lnTo>
                <a:lnTo>
                  <a:pt x="676688" y="459849"/>
                </a:lnTo>
                <a:lnTo>
                  <a:pt x="678148" y="456375"/>
                </a:lnTo>
                <a:lnTo>
                  <a:pt x="685448" y="432908"/>
                </a:lnTo>
                <a:lnTo>
                  <a:pt x="698587" y="380431"/>
                </a:lnTo>
                <a:lnTo>
                  <a:pt x="703697" y="359718"/>
                </a:lnTo>
                <a:lnTo>
                  <a:pt x="708807" y="367926"/>
                </a:lnTo>
                <a:lnTo>
                  <a:pt x="715377" y="383227"/>
                </a:lnTo>
                <a:lnTo>
                  <a:pt x="719757" y="381138"/>
                </a:lnTo>
                <a:lnTo>
                  <a:pt x="733626" y="438231"/>
                </a:lnTo>
                <a:lnTo>
                  <a:pt x="748226" y="519193"/>
                </a:lnTo>
                <a:lnTo>
                  <a:pt x="753336" y="535683"/>
                </a:lnTo>
                <a:lnTo>
                  <a:pt x="760635" y="580095"/>
                </a:lnTo>
                <a:lnTo>
                  <a:pt x="763555" y="567685"/>
                </a:lnTo>
                <a:lnTo>
                  <a:pt x="764285" y="568525"/>
                </a:lnTo>
                <a:lnTo>
                  <a:pt x="769395" y="574335"/>
                </a:lnTo>
                <a:lnTo>
                  <a:pt x="770125" y="573123"/>
                </a:lnTo>
                <a:lnTo>
                  <a:pt x="771585" y="566520"/>
                </a:lnTo>
                <a:lnTo>
                  <a:pt x="773045" y="570453"/>
                </a:lnTo>
                <a:lnTo>
                  <a:pt x="773775" y="570217"/>
                </a:lnTo>
                <a:lnTo>
                  <a:pt x="775235" y="565432"/>
                </a:lnTo>
                <a:lnTo>
                  <a:pt x="775965" y="570609"/>
                </a:lnTo>
                <a:lnTo>
                  <a:pt x="776695" y="573313"/>
                </a:lnTo>
                <a:lnTo>
                  <a:pt x="777425" y="569617"/>
                </a:lnTo>
                <a:lnTo>
                  <a:pt x="778155" y="566086"/>
                </a:lnTo>
                <a:lnTo>
                  <a:pt x="778885" y="567355"/>
                </a:lnTo>
                <a:lnTo>
                  <a:pt x="780345" y="574255"/>
                </a:lnTo>
                <a:lnTo>
                  <a:pt x="781805" y="570122"/>
                </a:lnTo>
                <a:lnTo>
                  <a:pt x="782535" y="566702"/>
                </a:lnTo>
                <a:lnTo>
                  <a:pt x="783264" y="569833"/>
                </a:lnTo>
                <a:lnTo>
                  <a:pt x="786184" y="574784"/>
                </a:lnTo>
                <a:lnTo>
                  <a:pt x="787644" y="567735"/>
                </a:lnTo>
                <a:lnTo>
                  <a:pt x="789104" y="568035"/>
                </a:lnTo>
                <a:lnTo>
                  <a:pt x="794944" y="565555"/>
                </a:lnTo>
                <a:lnTo>
                  <a:pt x="797134" y="568967"/>
                </a:lnTo>
                <a:lnTo>
                  <a:pt x="801514" y="573680"/>
                </a:lnTo>
                <a:lnTo>
                  <a:pt x="802974" y="585613"/>
                </a:lnTo>
                <a:lnTo>
                  <a:pt x="804434" y="581038"/>
                </a:lnTo>
                <a:lnTo>
                  <a:pt x="805164" y="579941"/>
                </a:lnTo>
                <a:lnTo>
                  <a:pt x="806624" y="587197"/>
                </a:lnTo>
                <a:lnTo>
                  <a:pt x="808084" y="583049"/>
                </a:lnTo>
                <a:lnTo>
                  <a:pt x="808814" y="579923"/>
                </a:lnTo>
                <a:lnTo>
                  <a:pt x="809544" y="581542"/>
                </a:lnTo>
                <a:lnTo>
                  <a:pt x="813193" y="591891"/>
                </a:lnTo>
                <a:lnTo>
                  <a:pt x="819033" y="571469"/>
                </a:lnTo>
                <a:lnTo>
                  <a:pt x="821223" y="572740"/>
                </a:lnTo>
                <a:lnTo>
                  <a:pt x="824873" y="577123"/>
                </a:lnTo>
                <a:lnTo>
                  <a:pt x="826333" y="572706"/>
                </a:lnTo>
                <a:lnTo>
                  <a:pt x="827063" y="578215"/>
                </a:lnTo>
                <a:lnTo>
                  <a:pt x="827793" y="575017"/>
                </a:lnTo>
                <a:lnTo>
                  <a:pt x="832903" y="592476"/>
                </a:lnTo>
                <a:lnTo>
                  <a:pt x="836553" y="601135"/>
                </a:lnTo>
                <a:lnTo>
                  <a:pt x="840203" y="604612"/>
                </a:lnTo>
                <a:lnTo>
                  <a:pt x="841662" y="608520"/>
                </a:lnTo>
                <a:lnTo>
                  <a:pt x="842392" y="612960"/>
                </a:lnTo>
                <a:lnTo>
                  <a:pt x="843852" y="608664"/>
                </a:lnTo>
                <a:lnTo>
                  <a:pt x="848232" y="607113"/>
                </a:lnTo>
                <a:lnTo>
                  <a:pt x="853342" y="617974"/>
                </a:lnTo>
                <a:lnTo>
                  <a:pt x="854802" y="613708"/>
                </a:lnTo>
                <a:lnTo>
                  <a:pt x="855532" y="618978"/>
                </a:lnTo>
                <a:lnTo>
                  <a:pt x="860642" y="631715"/>
                </a:lnTo>
                <a:lnTo>
                  <a:pt x="867942" y="647469"/>
                </a:lnTo>
                <a:lnTo>
                  <a:pt x="869402" y="644023"/>
                </a:lnTo>
                <a:lnTo>
                  <a:pt x="870131" y="642434"/>
                </a:lnTo>
                <a:lnTo>
                  <a:pt x="870861" y="643888"/>
                </a:lnTo>
                <a:lnTo>
                  <a:pt x="872322" y="650000"/>
                </a:lnTo>
                <a:lnTo>
                  <a:pt x="873781" y="647196"/>
                </a:lnTo>
                <a:lnTo>
                  <a:pt x="877432" y="647779"/>
                </a:lnTo>
                <a:lnTo>
                  <a:pt x="879622" y="647988"/>
                </a:lnTo>
                <a:lnTo>
                  <a:pt x="883271" y="639922"/>
                </a:lnTo>
                <a:lnTo>
                  <a:pt x="884001" y="642585"/>
                </a:lnTo>
                <a:lnTo>
                  <a:pt x="886191" y="647166"/>
                </a:lnTo>
                <a:lnTo>
                  <a:pt x="886921" y="643664"/>
                </a:lnTo>
                <a:lnTo>
                  <a:pt x="887651" y="643331"/>
                </a:lnTo>
                <a:lnTo>
                  <a:pt x="888381" y="646029"/>
                </a:lnTo>
                <a:lnTo>
                  <a:pt x="889111" y="643312"/>
                </a:lnTo>
                <a:lnTo>
                  <a:pt x="891301" y="628216"/>
                </a:lnTo>
                <a:lnTo>
                  <a:pt x="892761" y="631538"/>
                </a:lnTo>
                <a:lnTo>
                  <a:pt x="896411" y="637886"/>
                </a:lnTo>
                <a:lnTo>
                  <a:pt x="897871" y="635835"/>
                </a:lnTo>
                <a:lnTo>
                  <a:pt x="900061" y="641970"/>
                </a:lnTo>
                <a:lnTo>
                  <a:pt x="902251" y="637491"/>
                </a:lnTo>
                <a:lnTo>
                  <a:pt x="903711" y="644948"/>
                </a:lnTo>
                <a:lnTo>
                  <a:pt x="904441" y="642379"/>
                </a:lnTo>
                <a:lnTo>
                  <a:pt x="906631" y="637257"/>
                </a:lnTo>
                <a:lnTo>
                  <a:pt x="907361" y="638451"/>
                </a:lnTo>
                <a:lnTo>
                  <a:pt x="908091" y="638812"/>
                </a:lnTo>
                <a:lnTo>
                  <a:pt x="908821" y="643184"/>
                </a:lnTo>
                <a:lnTo>
                  <a:pt x="910280" y="639342"/>
                </a:lnTo>
                <a:lnTo>
                  <a:pt x="913930" y="633636"/>
                </a:lnTo>
                <a:lnTo>
                  <a:pt x="916120" y="633331"/>
                </a:lnTo>
                <a:lnTo>
                  <a:pt x="920500" y="623165"/>
                </a:lnTo>
                <a:lnTo>
                  <a:pt x="925610" y="621595"/>
                </a:lnTo>
                <a:lnTo>
                  <a:pt x="927070" y="619689"/>
                </a:lnTo>
                <a:lnTo>
                  <a:pt x="928530" y="624834"/>
                </a:lnTo>
                <a:lnTo>
                  <a:pt x="929260" y="620731"/>
                </a:lnTo>
                <a:lnTo>
                  <a:pt x="929990" y="618491"/>
                </a:lnTo>
                <a:lnTo>
                  <a:pt x="931450" y="619544"/>
                </a:lnTo>
                <a:lnTo>
                  <a:pt x="935100" y="624528"/>
                </a:lnTo>
                <a:lnTo>
                  <a:pt x="935830" y="623467"/>
                </a:lnTo>
                <a:lnTo>
                  <a:pt x="936560" y="620118"/>
                </a:lnTo>
                <a:lnTo>
                  <a:pt x="938019" y="623583"/>
                </a:lnTo>
                <a:lnTo>
                  <a:pt x="938749" y="625553"/>
                </a:lnTo>
                <a:lnTo>
                  <a:pt x="940209" y="623854"/>
                </a:lnTo>
                <a:lnTo>
                  <a:pt x="947509" y="616478"/>
                </a:lnTo>
                <a:lnTo>
                  <a:pt x="948969" y="618378"/>
                </a:lnTo>
                <a:lnTo>
                  <a:pt x="952619" y="618605"/>
                </a:lnTo>
                <a:lnTo>
                  <a:pt x="954079" y="618946"/>
                </a:lnTo>
                <a:lnTo>
                  <a:pt x="956999" y="624873"/>
                </a:lnTo>
                <a:lnTo>
                  <a:pt x="959919" y="622677"/>
                </a:lnTo>
                <a:lnTo>
                  <a:pt x="961379" y="624345"/>
                </a:lnTo>
                <a:lnTo>
                  <a:pt x="962109" y="621938"/>
                </a:lnTo>
                <a:lnTo>
                  <a:pt x="967218" y="604214"/>
                </a:lnTo>
                <a:lnTo>
                  <a:pt x="968678" y="606619"/>
                </a:lnTo>
                <a:lnTo>
                  <a:pt x="969408" y="609600"/>
                </a:lnTo>
                <a:lnTo>
                  <a:pt x="970138" y="607178"/>
                </a:lnTo>
                <a:lnTo>
                  <a:pt x="970868" y="604362"/>
                </a:lnTo>
                <a:lnTo>
                  <a:pt x="972328" y="618050"/>
                </a:lnTo>
                <a:lnTo>
                  <a:pt x="974518" y="617399"/>
                </a:lnTo>
                <a:lnTo>
                  <a:pt x="978898" y="629081"/>
                </a:lnTo>
                <a:lnTo>
                  <a:pt x="981088" y="627343"/>
                </a:lnTo>
                <a:lnTo>
                  <a:pt x="985468" y="630050"/>
                </a:lnTo>
                <a:lnTo>
                  <a:pt x="986198" y="625997"/>
                </a:lnTo>
                <a:lnTo>
                  <a:pt x="986928" y="622842"/>
                </a:lnTo>
                <a:lnTo>
                  <a:pt x="988388" y="626759"/>
                </a:lnTo>
                <a:lnTo>
                  <a:pt x="989118" y="627823"/>
                </a:lnTo>
                <a:lnTo>
                  <a:pt x="994958" y="609383"/>
                </a:lnTo>
                <a:lnTo>
                  <a:pt x="1002257" y="592870"/>
                </a:lnTo>
                <a:lnTo>
                  <a:pt x="1003717" y="593915"/>
                </a:lnTo>
                <a:lnTo>
                  <a:pt x="1007367" y="588854"/>
                </a:lnTo>
                <a:lnTo>
                  <a:pt x="1015397" y="575936"/>
                </a:lnTo>
                <a:lnTo>
                  <a:pt x="1016127" y="578353"/>
                </a:lnTo>
                <a:lnTo>
                  <a:pt x="1017587" y="584126"/>
                </a:lnTo>
                <a:lnTo>
                  <a:pt x="1018317" y="579644"/>
                </a:lnTo>
                <a:lnTo>
                  <a:pt x="1024157" y="545375"/>
                </a:lnTo>
                <a:lnTo>
                  <a:pt x="1025616" y="541378"/>
                </a:lnTo>
                <a:lnTo>
                  <a:pt x="1029996" y="521139"/>
                </a:lnTo>
                <a:lnTo>
                  <a:pt x="1030726" y="523284"/>
                </a:lnTo>
                <a:lnTo>
                  <a:pt x="1031456" y="520079"/>
                </a:lnTo>
                <a:lnTo>
                  <a:pt x="1035106" y="510207"/>
                </a:lnTo>
                <a:lnTo>
                  <a:pt x="1042406" y="489758"/>
                </a:lnTo>
                <a:lnTo>
                  <a:pt x="1048246" y="481465"/>
                </a:lnTo>
                <a:lnTo>
                  <a:pt x="1050436" y="472869"/>
                </a:lnTo>
                <a:lnTo>
                  <a:pt x="1051896" y="474561"/>
                </a:lnTo>
                <a:lnTo>
                  <a:pt x="1052626" y="471179"/>
                </a:lnTo>
                <a:lnTo>
                  <a:pt x="1054085" y="474445"/>
                </a:lnTo>
                <a:lnTo>
                  <a:pt x="1054815" y="473569"/>
                </a:lnTo>
                <a:lnTo>
                  <a:pt x="1055545" y="466105"/>
                </a:lnTo>
                <a:lnTo>
                  <a:pt x="1057735" y="467118"/>
                </a:lnTo>
                <a:lnTo>
                  <a:pt x="1070875" y="424785"/>
                </a:lnTo>
                <a:lnTo>
                  <a:pt x="1071605" y="412818"/>
                </a:lnTo>
                <a:lnTo>
                  <a:pt x="1073065" y="420469"/>
                </a:lnTo>
                <a:lnTo>
                  <a:pt x="1074525" y="420965"/>
                </a:lnTo>
                <a:lnTo>
                  <a:pt x="1076715" y="405929"/>
                </a:lnTo>
                <a:lnTo>
                  <a:pt x="1078905" y="409196"/>
                </a:lnTo>
                <a:lnTo>
                  <a:pt x="1081825" y="402984"/>
                </a:lnTo>
                <a:lnTo>
                  <a:pt x="1080365" y="409797"/>
                </a:lnTo>
                <a:lnTo>
                  <a:pt x="1082554" y="404782"/>
                </a:lnTo>
                <a:lnTo>
                  <a:pt x="1092774" y="416882"/>
                </a:lnTo>
                <a:lnTo>
                  <a:pt x="1094234" y="410108"/>
                </a:lnTo>
                <a:lnTo>
                  <a:pt x="1095694" y="413255"/>
                </a:lnTo>
                <a:lnTo>
                  <a:pt x="1102994" y="434950"/>
                </a:lnTo>
                <a:lnTo>
                  <a:pt x="1104454" y="423635"/>
                </a:lnTo>
                <a:lnTo>
                  <a:pt x="1105914" y="427860"/>
                </a:lnTo>
                <a:lnTo>
                  <a:pt x="1106644" y="429028"/>
                </a:lnTo>
                <a:lnTo>
                  <a:pt x="1108834" y="441565"/>
                </a:lnTo>
                <a:lnTo>
                  <a:pt x="1109564" y="434949"/>
                </a:lnTo>
                <a:lnTo>
                  <a:pt x="1111024" y="431593"/>
                </a:lnTo>
                <a:lnTo>
                  <a:pt x="1111754" y="433138"/>
                </a:lnTo>
                <a:lnTo>
                  <a:pt x="1113214" y="446817"/>
                </a:lnTo>
                <a:lnTo>
                  <a:pt x="1114674" y="444214"/>
                </a:lnTo>
                <a:lnTo>
                  <a:pt x="1117594" y="427420"/>
                </a:lnTo>
                <a:lnTo>
                  <a:pt x="1118324" y="431455"/>
                </a:lnTo>
                <a:lnTo>
                  <a:pt x="1120514" y="445418"/>
                </a:lnTo>
                <a:lnTo>
                  <a:pt x="1121243" y="441460"/>
                </a:lnTo>
                <a:lnTo>
                  <a:pt x="1122703" y="436312"/>
                </a:lnTo>
                <a:lnTo>
                  <a:pt x="1123433" y="440214"/>
                </a:lnTo>
                <a:lnTo>
                  <a:pt x="1128543" y="444616"/>
                </a:lnTo>
                <a:lnTo>
                  <a:pt x="1130733" y="459352"/>
                </a:lnTo>
                <a:lnTo>
                  <a:pt x="1132193" y="455194"/>
                </a:lnTo>
                <a:lnTo>
                  <a:pt x="1134383" y="438764"/>
                </a:lnTo>
                <a:lnTo>
                  <a:pt x="1136573" y="441706"/>
                </a:lnTo>
                <a:lnTo>
                  <a:pt x="1137303" y="442739"/>
                </a:lnTo>
                <a:lnTo>
                  <a:pt x="1141683" y="418799"/>
                </a:lnTo>
                <a:lnTo>
                  <a:pt x="1142413" y="425714"/>
                </a:lnTo>
                <a:lnTo>
                  <a:pt x="1143143" y="431284"/>
                </a:lnTo>
                <a:lnTo>
                  <a:pt x="1144603" y="429059"/>
                </a:lnTo>
                <a:lnTo>
                  <a:pt x="1149713" y="406100"/>
                </a:lnTo>
                <a:lnTo>
                  <a:pt x="1150442" y="406827"/>
                </a:lnTo>
                <a:lnTo>
                  <a:pt x="1154092" y="404184"/>
                </a:lnTo>
                <a:lnTo>
                  <a:pt x="1157012" y="387737"/>
                </a:lnTo>
                <a:lnTo>
                  <a:pt x="1157742" y="388413"/>
                </a:lnTo>
                <a:lnTo>
                  <a:pt x="1158472" y="390300"/>
                </a:lnTo>
                <a:lnTo>
                  <a:pt x="1159202" y="389335"/>
                </a:lnTo>
                <a:lnTo>
                  <a:pt x="1168692" y="349964"/>
                </a:lnTo>
                <a:lnTo>
                  <a:pt x="1170152" y="356562"/>
                </a:lnTo>
                <a:lnTo>
                  <a:pt x="1170882" y="359075"/>
                </a:lnTo>
                <a:lnTo>
                  <a:pt x="1171612" y="354492"/>
                </a:lnTo>
                <a:lnTo>
                  <a:pt x="1182561" y="310905"/>
                </a:lnTo>
                <a:lnTo>
                  <a:pt x="1184021" y="315717"/>
                </a:lnTo>
                <a:lnTo>
                  <a:pt x="1185481" y="311984"/>
                </a:lnTo>
                <a:lnTo>
                  <a:pt x="1186211" y="310773"/>
                </a:lnTo>
                <a:lnTo>
                  <a:pt x="1189861" y="285145"/>
                </a:lnTo>
                <a:lnTo>
                  <a:pt x="1190591" y="288088"/>
                </a:lnTo>
                <a:lnTo>
                  <a:pt x="1192051" y="299099"/>
                </a:lnTo>
                <a:lnTo>
                  <a:pt x="1193511" y="294329"/>
                </a:lnTo>
                <a:lnTo>
                  <a:pt x="1194971" y="284198"/>
                </a:lnTo>
                <a:lnTo>
                  <a:pt x="1196431" y="285601"/>
                </a:lnTo>
                <a:lnTo>
                  <a:pt x="1199351" y="277775"/>
                </a:lnTo>
                <a:lnTo>
                  <a:pt x="1202271" y="264038"/>
                </a:lnTo>
                <a:lnTo>
                  <a:pt x="1203001" y="266454"/>
                </a:lnTo>
                <a:lnTo>
                  <a:pt x="1205921" y="267247"/>
                </a:lnTo>
                <a:lnTo>
                  <a:pt x="1209570" y="257257"/>
                </a:lnTo>
                <a:lnTo>
                  <a:pt x="1216870" y="244574"/>
                </a:lnTo>
                <a:lnTo>
                  <a:pt x="1221980" y="232886"/>
                </a:lnTo>
                <a:lnTo>
                  <a:pt x="1222710" y="232662"/>
                </a:lnTo>
                <a:lnTo>
                  <a:pt x="1230010" y="210145"/>
                </a:lnTo>
                <a:lnTo>
                  <a:pt x="1235120" y="201735"/>
                </a:lnTo>
                <a:lnTo>
                  <a:pt x="1238769" y="191213"/>
                </a:lnTo>
                <a:lnTo>
                  <a:pt x="1239499" y="192281"/>
                </a:lnTo>
                <a:lnTo>
                  <a:pt x="1246069" y="177130"/>
                </a:lnTo>
                <a:lnTo>
                  <a:pt x="1246799" y="177817"/>
                </a:lnTo>
                <a:lnTo>
                  <a:pt x="1247529" y="175382"/>
                </a:lnTo>
                <a:lnTo>
                  <a:pt x="1254099" y="153989"/>
                </a:lnTo>
                <a:lnTo>
                  <a:pt x="1254829" y="155389"/>
                </a:lnTo>
                <a:lnTo>
                  <a:pt x="1255559" y="154797"/>
                </a:lnTo>
                <a:lnTo>
                  <a:pt x="1260669" y="140694"/>
                </a:lnTo>
                <a:lnTo>
                  <a:pt x="1268698" y="118100"/>
                </a:lnTo>
                <a:lnTo>
                  <a:pt x="1271618" y="116418"/>
                </a:lnTo>
                <a:lnTo>
                  <a:pt x="1275998" y="107078"/>
                </a:lnTo>
                <a:lnTo>
                  <a:pt x="1277458" y="111750"/>
                </a:lnTo>
                <a:lnTo>
                  <a:pt x="1278188" y="108751"/>
                </a:lnTo>
                <a:lnTo>
                  <a:pt x="1281838" y="104037"/>
                </a:lnTo>
                <a:lnTo>
                  <a:pt x="1286948" y="88015"/>
                </a:lnTo>
                <a:lnTo>
                  <a:pt x="1288408" y="88712"/>
                </a:lnTo>
                <a:lnTo>
                  <a:pt x="1294977" y="73777"/>
                </a:lnTo>
                <a:lnTo>
                  <a:pt x="1295707" y="74865"/>
                </a:lnTo>
                <a:lnTo>
                  <a:pt x="1296437" y="73877"/>
                </a:lnTo>
                <a:lnTo>
                  <a:pt x="1297897" y="68943"/>
                </a:lnTo>
                <a:lnTo>
                  <a:pt x="1299357" y="69488"/>
                </a:lnTo>
                <a:lnTo>
                  <a:pt x="1302277" y="66535"/>
                </a:lnTo>
                <a:lnTo>
                  <a:pt x="1303007" y="71657"/>
                </a:lnTo>
                <a:lnTo>
                  <a:pt x="1304467" y="64373"/>
                </a:lnTo>
                <a:lnTo>
                  <a:pt x="1305197" y="63708"/>
                </a:lnTo>
                <a:lnTo>
                  <a:pt x="1305927" y="70792"/>
                </a:lnTo>
                <a:lnTo>
                  <a:pt x="1308117" y="70208"/>
                </a:lnTo>
                <a:lnTo>
                  <a:pt x="1311767" y="58104"/>
                </a:lnTo>
                <a:lnTo>
                  <a:pt x="1312497" y="61115"/>
                </a:lnTo>
                <a:lnTo>
                  <a:pt x="1315417" y="51515"/>
                </a:lnTo>
                <a:lnTo>
                  <a:pt x="1318337" y="46556"/>
                </a:lnTo>
                <a:lnTo>
                  <a:pt x="1319067" y="58668"/>
                </a:lnTo>
                <a:lnTo>
                  <a:pt x="1320527" y="48889"/>
                </a:lnTo>
                <a:lnTo>
                  <a:pt x="1324907" y="38093"/>
                </a:lnTo>
                <a:lnTo>
                  <a:pt x="1326367" y="44001"/>
                </a:lnTo>
                <a:lnTo>
                  <a:pt x="1327097" y="39142"/>
                </a:lnTo>
                <a:lnTo>
                  <a:pt x="1330017" y="28968"/>
                </a:lnTo>
                <a:lnTo>
                  <a:pt x="1330747" y="29262"/>
                </a:lnTo>
                <a:lnTo>
                  <a:pt x="1331477" y="30082"/>
                </a:lnTo>
                <a:lnTo>
                  <a:pt x="1332207" y="27592"/>
                </a:lnTo>
                <a:lnTo>
                  <a:pt x="1337316" y="20208"/>
                </a:lnTo>
                <a:lnTo>
                  <a:pt x="1338046" y="18520"/>
                </a:lnTo>
                <a:lnTo>
                  <a:pt x="1339506" y="20162"/>
                </a:lnTo>
                <a:lnTo>
                  <a:pt x="1340236" y="20565"/>
                </a:lnTo>
                <a:lnTo>
                  <a:pt x="1340966" y="17727"/>
                </a:lnTo>
                <a:lnTo>
                  <a:pt x="1341696" y="18744"/>
                </a:lnTo>
                <a:lnTo>
                  <a:pt x="1343156" y="24026"/>
                </a:lnTo>
                <a:lnTo>
                  <a:pt x="1343886" y="18196"/>
                </a:lnTo>
                <a:lnTo>
                  <a:pt x="1344616" y="22513"/>
                </a:lnTo>
                <a:lnTo>
                  <a:pt x="1345346" y="16695"/>
                </a:lnTo>
                <a:lnTo>
                  <a:pt x="1347536" y="17026"/>
                </a:lnTo>
                <a:lnTo>
                  <a:pt x="1351186" y="18029"/>
                </a:lnTo>
                <a:lnTo>
                  <a:pt x="1351916" y="14106"/>
                </a:lnTo>
                <a:lnTo>
                  <a:pt x="1353376" y="19343"/>
                </a:lnTo>
                <a:lnTo>
                  <a:pt x="1354106" y="19167"/>
                </a:lnTo>
                <a:lnTo>
                  <a:pt x="1357756" y="13828"/>
                </a:lnTo>
                <a:lnTo>
                  <a:pt x="1360676" y="9887"/>
                </a:lnTo>
                <a:lnTo>
                  <a:pt x="1361406" y="11454"/>
                </a:lnTo>
                <a:lnTo>
                  <a:pt x="1363595" y="20221"/>
                </a:lnTo>
                <a:lnTo>
                  <a:pt x="1364325" y="17043"/>
                </a:lnTo>
                <a:lnTo>
                  <a:pt x="1366515" y="5711"/>
                </a:lnTo>
                <a:lnTo>
                  <a:pt x="1367245" y="8068"/>
                </a:lnTo>
                <a:lnTo>
                  <a:pt x="1368705" y="15292"/>
                </a:lnTo>
                <a:lnTo>
                  <a:pt x="1370165" y="9602"/>
                </a:lnTo>
                <a:lnTo>
                  <a:pt x="1370895" y="5723"/>
                </a:lnTo>
                <a:lnTo>
                  <a:pt x="1372355" y="8900"/>
                </a:lnTo>
                <a:lnTo>
                  <a:pt x="1373815" y="12280"/>
                </a:lnTo>
                <a:lnTo>
                  <a:pt x="1374545" y="8615"/>
                </a:lnTo>
                <a:lnTo>
                  <a:pt x="1375275" y="5576"/>
                </a:lnTo>
                <a:lnTo>
                  <a:pt x="1376005" y="10465"/>
                </a:lnTo>
                <a:lnTo>
                  <a:pt x="1376735" y="8138"/>
                </a:lnTo>
                <a:lnTo>
                  <a:pt x="1381115" y="11901"/>
                </a:lnTo>
                <a:lnTo>
                  <a:pt x="1381845" y="8483"/>
                </a:lnTo>
                <a:lnTo>
                  <a:pt x="1384035" y="0"/>
                </a:lnTo>
                <a:lnTo>
                  <a:pt x="1384765" y="1691"/>
                </a:lnTo>
                <a:lnTo>
                  <a:pt x="1386955" y="15591"/>
                </a:lnTo>
                <a:lnTo>
                  <a:pt x="1387685" y="13125"/>
                </a:lnTo>
                <a:lnTo>
                  <a:pt x="1388415" y="10942"/>
                </a:lnTo>
                <a:lnTo>
                  <a:pt x="1389145" y="14314"/>
                </a:lnTo>
                <a:lnTo>
                  <a:pt x="1389875" y="17519"/>
                </a:lnTo>
                <a:lnTo>
                  <a:pt x="1390605" y="13455"/>
                </a:lnTo>
                <a:lnTo>
                  <a:pt x="1392064" y="8275"/>
                </a:lnTo>
                <a:lnTo>
                  <a:pt x="1392794" y="14591"/>
                </a:lnTo>
                <a:lnTo>
                  <a:pt x="1393524" y="12440"/>
                </a:lnTo>
                <a:lnTo>
                  <a:pt x="1394984" y="10369"/>
                </a:lnTo>
                <a:lnTo>
                  <a:pt x="1395714" y="12534"/>
                </a:lnTo>
                <a:lnTo>
                  <a:pt x="1396444" y="13787"/>
                </a:lnTo>
                <a:lnTo>
                  <a:pt x="1397174" y="13156"/>
                </a:lnTo>
                <a:lnTo>
                  <a:pt x="1397904" y="9892"/>
                </a:lnTo>
                <a:lnTo>
                  <a:pt x="1398634" y="16254"/>
                </a:lnTo>
                <a:lnTo>
                  <a:pt x="1400824" y="16176"/>
                </a:lnTo>
                <a:lnTo>
                  <a:pt x="1402284" y="12012"/>
                </a:lnTo>
                <a:lnTo>
                  <a:pt x="1403014" y="15973"/>
                </a:lnTo>
                <a:lnTo>
                  <a:pt x="1404474" y="18640"/>
                </a:lnTo>
                <a:lnTo>
                  <a:pt x="1405934" y="26426"/>
                </a:lnTo>
                <a:lnTo>
                  <a:pt x="1407394" y="21112"/>
                </a:lnTo>
                <a:lnTo>
                  <a:pt x="1410314" y="16782"/>
                </a:lnTo>
                <a:lnTo>
                  <a:pt x="1411044" y="20137"/>
                </a:lnTo>
                <a:lnTo>
                  <a:pt x="1411774" y="24176"/>
                </a:lnTo>
                <a:lnTo>
                  <a:pt x="1413964" y="23325"/>
                </a:lnTo>
                <a:lnTo>
                  <a:pt x="1417614" y="33960"/>
                </a:lnTo>
                <a:lnTo>
                  <a:pt x="1418344" y="25742"/>
                </a:lnTo>
                <a:lnTo>
                  <a:pt x="1419804" y="29235"/>
                </a:lnTo>
                <a:lnTo>
                  <a:pt x="1423453" y="46269"/>
                </a:lnTo>
                <a:lnTo>
                  <a:pt x="1424913" y="43647"/>
                </a:lnTo>
                <a:lnTo>
                  <a:pt x="1425643" y="42121"/>
                </a:lnTo>
                <a:lnTo>
                  <a:pt x="1426373" y="45638"/>
                </a:lnTo>
                <a:lnTo>
                  <a:pt x="1429293" y="53344"/>
                </a:lnTo>
                <a:lnTo>
                  <a:pt x="1430753" y="52169"/>
                </a:lnTo>
                <a:lnTo>
                  <a:pt x="1438053" y="63345"/>
                </a:lnTo>
                <a:lnTo>
                  <a:pt x="1440243" y="53297"/>
                </a:lnTo>
                <a:lnTo>
                  <a:pt x="1440973" y="59095"/>
                </a:lnTo>
                <a:lnTo>
                  <a:pt x="1443163" y="71588"/>
                </a:lnTo>
                <a:lnTo>
                  <a:pt x="1444623" y="69255"/>
                </a:lnTo>
                <a:lnTo>
                  <a:pt x="1446083" y="62609"/>
                </a:lnTo>
                <a:lnTo>
                  <a:pt x="1446813" y="64077"/>
                </a:lnTo>
                <a:lnTo>
                  <a:pt x="1447543" y="69199"/>
                </a:lnTo>
                <a:lnTo>
                  <a:pt x="1449732" y="66526"/>
                </a:lnTo>
                <a:lnTo>
                  <a:pt x="1450462" y="66821"/>
                </a:lnTo>
                <a:lnTo>
                  <a:pt x="1452652" y="63597"/>
                </a:lnTo>
                <a:lnTo>
                  <a:pt x="1454842" y="80881"/>
                </a:lnTo>
                <a:lnTo>
                  <a:pt x="1457032" y="75954"/>
                </a:lnTo>
                <a:lnTo>
                  <a:pt x="1459222" y="72839"/>
                </a:lnTo>
                <a:lnTo>
                  <a:pt x="1465792" y="86307"/>
                </a:lnTo>
                <a:lnTo>
                  <a:pt x="1466522" y="81010"/>
                </a:lnTo>
                <a:lnTo>
                  <a:pt x="1468712" y="84048"/>
                </a:lnTo>
                <a:lnTo>
                  <a:pt x="1470172" y="93473"/>
                </a:lnTo>
                <a:lnTo>
                  <a:pt x="1471632" y="91315"/>
                </a:lnTo>
                <a:lnTo>
                  <a:pt x="1475282" y="97313"/>
                </a:lnTo>
                <a:lnTo>
                  <a:pt x="1476012" y="95639"/>
                </a:lnTo>
                <a:lnTo>
                  <a:pt x="1476742" y="97947"/>
                </a:lnTo>
                <a:lnTo>
                  <a:pt x="1481121" y="103547"/>
                </a:lnTo>
                <a:lnTo>
                  <a:pt x="1482581" y="102738"/>
                </a:lnTo>
                <a:lnTo>
                  <a:pt x="1486961" y="111970"/>
                </a:lnTo>
                <a:lnTo>
                  <a:pt x="1491341" y="119937"/>
                </a:lnTo>
                <a:lnTo>
                  <a:pt x="1494991" y="129454"/>
                </a:lnTo>
                <a:lnTo>
                  <a:pt x="1497181" y="126648"/>
                </a:lnTo>
                <a:lnTo>
                  <a:pt x="1497911" y="127293"/>
                </a:lnTo>
                <a:lnTo>
                  <a:pt x="1501561" y="140883"/>
                </a:lnTo>
                <a:lnTo>
                  <a:pt x="1502291" y="138422"/>
                </a:lnTo>
                <a:lnTo>
                  <a:pt x="1503751" y="134624"/>
                </a:lnTo>
                <a:lnTo>
                  <a:pt x="1504481" y="139465"/>
                </a:lnTo>
                <a:lnTo>
                  <a:pt x="1505211" y="138201"/>
                </a:lnTo>
                <a:lnTo>
                  <a:pt x="1508860" y="160728"/>
                </a:lnTo>
                <a:lnTo>
                  <a:pt x="1510320" y="152658"/>
                </a:lnTo>
                <a:lnTo>
                  <a:pt x="1511050" y="161196"/>
                </a:lnTo>
                <a:lnTo>
                  <a:pt x="1516890" y="178150"/>
                </a:lnTo>
                <a:lnTo>
                  <a:pt x="1517620" y="171600"/>
                </a:lnTo>
                <a:lnTo>
                  <a:pt x="1519080" y="176781"/>
                </a:lnTo>
                <a:lnTo>
                  <a:pt x="1522730" y="183197"/>
                </a:lnTo>
                <a:lnTo>
                  <a:pt x="1527840" y="195384"/>
                </a:lnTo>
                <a:lnTo>
                  <a:pt x="1532220" y="198998"/>
                </a:lnTo>
                <a:lnTo>
                  <a:pt x="1535870" y="210729"/>
                </a:lnTo>
                <a:lnTo>
                  <a:pt x="1536600" y="204753"/>
                </a:lnTo>
                <a:lnTo>
                  <a:pt x="1538060" y="211454"/>
                </a:lnTo>
                <a:lnTo>
                  <a:pt x="1538790" y="209990"/>
                </a:lnTo>
                <a:lnTo>
                  <a:pt x="1539520" y="212628"/>
                </a:lnTo>
                <a:lnTo>
                  <a:pt x="1540250" y="216372"/>
                </a:lnTo>
                <a:lnTo>
                  <a:pt x="1541710" y="210888"/>
                </a:lnTo>
                <a:lnTo>
                  <a:pt x="1545360" y="221787"/>
                </a:lnTo>
                <a:lnTo>
                  <a:pt x="1546089" y="217539"/>
                </a:lnTo>
                <a:lnTo>
                  <a:pt x="1546819" y="212626"/>
                </a:lnTo>
                <a:lnTo>
                  <a:pt x="1548279" y="218058"/>
                </a:lnTo>
                <a:lnTo>
                  <a:pt x="1549009" y="213718"/>
                </a:lnTo>
                <a:lnTo>
                  <a:pt x="1549739" y="222773"/>
                </a:lnTo>
                <a:lnTo>
                  <a:pt x="1551929" y="218195"/>
                </a:lnTo>
                <a:lnTo>
                  <a:pt x="1554849" y="232230"/>
                </a:lnTo>
                <a:lnTo>
                  <a:pt x="1555579" y="231912"/>
                </a:lnTo>
                <a:lnTo>
                  <a:pt x="1556309" y="229023"/>
                </a:lnTo>
                <a:lnTo>
                  <a:pt x="1557769" y="230276"/>
                </a:lnTo>
                <a:lnTo>
                  <a:pt x="1559959" y="239306"/>
                </a:lnTo>
                <a:lnTo>
                  <a:pt x="1560689" y="234569"/>
                </a:lnTo>
                <a:lnTo>
                  <a:pt x="1561419" y="228693"/>
                </a:lnTo>
                <a:lnTo>
                  <a:pt x="1562879" y="231365"/>
                </a:lnTo>
                <a:lnTo>
                  <a:pt x="1565799" y="236845"/>
                </a:lnTo>
                <a:lnTo>
                  <a:pt x="1570909" y="215855"/>
                </a:lnTo>
                <a:lnTo>
                  <a:pt x="1571639" y="217407"/>
                </a:lnTo>
                <a:lnTo>
                  <a:pt x="1573829" y="204275"/>
                </a:lnTo>
                <a:lnTo>
                  <a:pt x="1574558" y="207472"/>
                </a:lnTo>
                <a:lnTo>
                  <a:pt x="1598648" y="322051"/>
                </a:lnTo>
                <a:lnTo>
                  <a:pt x="1603757" y="348238"/>
                </a:lnTo>
                <a:lnTo>
                  <a:pt x="1611787" y="369753"/>
                </a:lnTo>
                <a:lnTo>
                  <a:pt x="1612517" y="369262"/>
                </a:lnTo>
                <a:lnTo>
                  <a:pt x="1614707" y="380919"/>
                </a:lnTo>
                <a:lnTo>
                  <a:pt x="1616897" y="379380"/>
                </a:lnTo>
                <a:lnTo>
                  <a:pt x="1621277" y="401561"/>
                </a:lnTo>
                <a:lnTo>
                  <a:pt x="1626387" y="392711"/>
                </a:lnTo>
                <a:lnTo>
                  <a:pt x="1627117" y="393836"/>
                </a:lnTo>
                <a:lnTo>
                  <a:pt x="1643906" y="417846"/>
                </a:lnTo>
                <a:lnTo>
                  <a:pt x="1646826" y="429189"/>
                </a:lnTo>
                <a:lnTo>
                  <a:pt x="1647556" y="427610"/>
                </a:lnTo>
                <a:lnTo>
                  <a:pt x="1649016" y="422162"/>
                </a:lnTo>
                <a:lnTo>
                  <a:pt x="1649746" y="423929"/>
                </a:lnTo>
                <a:lnTo>
                  <a:pt x="1655586" y="444946"/>
                </a:lnTo>
                <a:lnTo>
                  <a:pt x="1657046" y="443462"/>
                </a:lnTo>
                <a:lnTo>
                  <a:pt x="1657776" y="444847"/>
                </a:lnTo>
                <a:lnTo>
                  <a:pt x="1659236" y="455356"/>
                </a:lnTo>
                <a:lnTo>
                  <a:pt x="1660696" y="455142"/>
                </a:lnTo>
                <a:lnTo>
                  <a:pt x="1661425" y="453033"/>
                </a:lnTo>
                <a:lnTo>
                  <a:pt x="1662155" y="456701"/>
                </a:lnTo>
                <a:lnTo>
                  <a:pt x="1664345" y="465669"/>
                </a:lnTo>
                <a:lnTo>
                  <a:pt x="1665805" y="464998"/>
                </a:lnTo>
                <a:lnTo>
                  <a:pt x="1666535" y="464394"/>
                </a:lnTo>
                <a:lnTo>
                  <a:pt x="1670915" y="481297"/>
                </a:lnTo>
                <a:lnTo>
                  <a:pt x="1672375" y="482525"/>
                </a:lnTo>
                <a:lnTo>
                  <a:pt x="1673105" y="479165"/>
                </a:lnTo>
                <a:lnTo>
                  <a:pt x="1673835" y="481463"/>
                </a:lnTo>
                <a:lnTo>
                  <a:pt x="1678945" y="495366"/>
                </a:lnTo>
                <a:lnTo>
                  <a:pt x="1680405" y="492599"/>
                </a:lnTo>
                <a:lnTo>
                  <a:pt x="1681135" y="495054"/>
                </a:lnTo>
                <a:lnTo>
                  <a:pt x="1684055" y="503871"/>
                </a:lnTo>
                <a:lnTo>
                  <a:pt x="1684785" y="503437"/>
                </a:lnTo>
                <a:lnTo>
                  <a:pt x="1691354" y="517811"/>
                </a:lnTo>
                <a:lnTo>
                  <a:pt x="1693544" y="512759"/>
                </a:lnTo>
                <a:lnTo>
                  <a:pt x="1694274" y="516586"/>
                </a:lnTo>
                <a:lnTo>
                  <a:pt x="1697924" y="530585"/>
                </a:lnTo>
                <a:lnTo>
                  <a:pt x="1699384" y="526359"/>
                </a:lnTo>
                <a:lnTo>
                  <a:pt x="1700114" y="527720"/>
                </a:lnTo>
                <a:lnTo>
                  <a:pt x="1703034" y="539331"/>
                </a:lnTo>
                <a:lnTo>
                  <a:pt x="1703764" y="538282"/>
                </a:lnTo>
                <a:lnTo>
                  <a:pt x="1705224" y="533869"/>
                </a:lnTo>
                <a:lnTo>
                  <a:pt x="1705954" y="538689"/>
                </a:lnTo>
                <a:lnTo>
                  <a:pt x="1708144" y="540051"/>
                </a:lnTo>
                <a:lnTo>
                  <a:pt x="1710334" y="547933"/>
                </a:lnTo>
                <a:lnTo>
                  <a:pt x="1711064" y="545939"/>
                </a:lnTo>
                <a:lnTo>
                  <a:pt x="1711794" y="542853"/>
                </a:lnTo>
                <a:lnTo>
                  <a:pt x="1713254" y="545571"/>
                </a:lnTo>
                <a:lnTo>
                  <a:pt x="1719823" y="562422"/>
                </a:lnTo>
                <a:lnTo>
                  <a:pt x="1724933" y="569311"/>
                </a:lnTo>
                <a:lnTo>
                  <a:pt x="1721283" y="561253"/>
                </a:lnTo>
                <a:lnTo>
                  <a:pt x="1725663" y="567584"/>
                </a:lnTo>
                <a:lnTo>
                  <a:pt x="1726393" y="565426"/>
                </a:lnTo>
                <a:lnTo>
                  <a:pt x="1727123" y="566587"/>
                </a:lnTo>
                <a:lnTo>
                  <a:pt x="1729313" y="571371"/>
                </a:lnTo>
                <a:lnTo>
                  <a:pt x="1730043" y="568620"/>
                </a:lnTo>
                <a:lnTo>
                  <a:pt x="1730773" y="568559"/>
                </a:lnTo>
                <a:lnTo>
                  <a:pt x="1735153" y="583617"/>
                </a:lnTo>
                <a:lnTo>
                  <a:pt x="1740263" y="588345"/>
                </a:lnTo>
                <a:lnTo>
                  <a:pt x="1740993" y="585751"/>
                </a:lnTo>
                <a:lnTo>
                  <a:pt x="1741723" y="584513"/>
                </a:lnTo>
                <a:lnTo>
                  <a:pt x="1742453" y="585980"/>
                </a:lnTo>
                <a:lnTo>
                  <a:pt x="1743183" y="587381"/>
                </a:lnTo>
                <a:lnTo>
                  <a:pt x="1744643" y="585529"/>
                </a:lnTo>
                <a:lnTo>
                  <a:pt x="1746103" y="583918"/>
                </a:lnTo>
                <a:lnTo>
                  <a:pt x="1749753" y="590523"/>
                </a:lnTo>
                <a:lnTo>
                  <a:pt x="1751943" y="589186"/>
                </a:lnTo>
                <a:lnTo>
                  <a:pt x="1756323" y="593565"/>
                </a:lnTo>
                <a:lnTo>
                  <a:pt x="1760702" y="592538"/>
                </a:lnTo>
                <a:lnTo>
                  <a:pt x="1765082" y="598231"/>
                </a:lnTo>
                <a:lnTo>
                  <a:pt x="1766542" y="595392"/>
                </a:lnTo>
                <a:lnTo>
                  <a:pt x="1768002" y="596843"/>
                </a:lnTo>
                <a:lnTo>
                  <a:pt x="1769462" y="599142"/>
                </a:lnTo>
                <a:lnTo>
                  <a:pt x="1770192" y="597141"/>
                </a:lnTo>
                <a:lnTo>
                  <a:pt x="1771652" y="593254"/>
                </a:lnTo>
                <a:lnTo>
                  <a:pt x="1772382" y="595991"/>
                </a:lnTo>
                <a:lnTo>
                  <a:pt x="1775302" y="601399"/>
                </a:lnTo>
                <a:lnTo>
                  <a:pt x="1782602" y="595070"/>
                </a:lnTo>
                <a:lnTo>
                  <a:pt x="1785522" y="601216"/>
                </a:lnTo>
                <a:lnTo>
                  <a:pt x="1786252" y="600205"/>
                </a:lnTo>
                <a:lnTo>
                  <a:pt x="1789171" y="592633"/>
                </a:lnTo>
                <a:lnTo>
                  <a:pt x="1789901" y="593903"/>
                </a:lnTo>
                <a:lnTo>
                  <a:pt x="1790631" y="593521"/>
                </a:lnTo>
                <a:lnTo>
                  <a:pt x="1794281" y="598708"/>
                </a:lnTo>
                <a:lnTo>
                  <a:pt x="1795741" y="596969"/>
                </a:lnTo>
                <a:lnTo>
                  <a:pt x="1797201" y="598153"/>
                </a:lnTo>
                <a:lnTo>
                  <a:pt x="1798661" y="600726"/>
                </a:lnTo>
                <a:lnTo>
                  <a:pt x="1800851" y="603157"/>
                </a:lnTo>
                <a:lnTo>
                  <a:pt x="1803041" y="599975"/>
                </a:lnTo>
                <a:lnTo>
                  <a:pt x="1804501" y="605241"/>
                </a:lnTo>
                <a:lnTo>
                  <a:pt x="1805961" y="601899"/>
                </a:lnTo>
                <a:lnTo>
                  <a:pt x="1806691" y="604142"/>
                </a:lnTo>
                <a:lnTo>
                  <a:pt x="1808151" y="601547"/>
                </a:lnTo>
                <a:lnTo>
                  <a:pt x="1815451" y="605311"/>
                </a:lnTo>
                <a:lnTo>
                  <a:pt x="1816180" y="608051"/>
                </a:lnTo>
                <a:lnTo>
                  <a:pt x="1816910" y="603911"/>
                </a:lnTo>
                <a:lnTo>
                  <a:pt x="1818370" y="597869"/>
                </a:lnTo>
                <a:lnTo>
                  <a:pt x="1820560" y="598518"/>
                </a:lnTo>
                <a:lnTo>
                  <a:pt x="1822020" y="603048"/>
                </a:lnTo>
                <a:lnTo>
                  <a:pt x="1823480" y="601343"/>
                </a:lnTo>
                <a:lnTo>
                  <a:pt x="1824210" y="601296"/>
                </a:lnTo>
                <a:lnTo>
                  <a:pt x="1824940" y="598582"/>
                </a:lnTo>
                <a:lnTo>
                  <a:pt x="1826400" y="603091"/>
                </a:lnTo>
                <a:lnTo>
                  <a:pt x="1827130" y="604443"/>
                </a:lnTo>
                <a:lnTo>
                  <a:pt x="1828590" y="603088"/>
                </a:lnTo>
                <a:lnTo>
                  <a:pt x="1829320" y="599499"/>
                </a:lnTo>
                <a:lnTo>
                  <a:pt x="1830780" y="605489"/>
                </a:lnTo>
                <a:lnTo>
                  <a:pt x="1833700" y="610521"/>
                </a:lnTo>
                <a:lnTo>
                  <a:pt x="1834430" y="606622"/>
                </a:lnTo>
                <a:lnTo>
                  <a:pt x="1835890" y="610545"/>
                </a:lnTo>
                <a:lnTo>
                  <a:pt x="1836620" y="609303"/>
                </a:lnTo>
                <a:lnTo>
                  <a:pt x="1837350" y="610082"/>
                </a:lnTo>
                <a:lnTo>
                  <a:pt x="1838810" y="617402"/>
                </a:lnTo>
                <a:lnTo>
                  <a:pt x="1840270" y="611596"/>
                </a:lnTo>
                <a:lnTo>
                  <a:pt x="1841730" y="613985"/>
                </a:lnTo>
                <a:lnTo>
                  <a:pt x="1842460" y="619144"/>
                </a:lnTo>
                <a:lnTo>
                  <a:pt x="1844649" y="617442"/>
                </a:lnTo>
                <a:lnTo>
                  <a:pt x="1845379" y="617664"/>
                </a:lnTo>
                <a:lnTo>
                  <a:pt x="1846839" y="612012"/>
                </a:lnTo>
                <a:lnTo>
                  <a:pt x="1848299" y="615440"/>
                </a:lnTo>
                <a:lnTo>
                  <a:pt x="1851949" y="620577"/>
                </a:lnTo>
                <a:lnTo>
                  <a:pt x="1853409" y="610292"/>
                </a:lnTo>
                <a:lnTo>
                  <a:pt x="1854139" y="614627"/>
                </a:lnTo>
                <a:lnTo>
                  <a:pt x="1855599" y="620288"/>
                </a:lnTo>
                <a:lnTo>
                  <a:pt x="1857059" y="616375"/>
                </a:lnTo>
                <a:lnTo>
                  <a:pt x="1860709" y="623159"/>
                </a:lnTo>
                <a:lnTo>
                  <a:pt x="1862899" y="613303"/>
                </a:lnTo>
                <a:lnTo>
                  <a:pt x="1863629" y="616967"/>
                </a:lnTo>
                <a:lnTo>
                  <a:pt x="1868739" y="623076"/>
                </a:lnTo>
                <a:lnTo>
                  <a:pt x="1869469" y="620587"/>
                </a:lnTo>
                <a:lnTo>
                  <a:pt x="1870199" y="621625"/>
                </a:lnTo>
                <a:lnTo>
                  <a:pt x="1873848" y="628218"/>
                </a:lnTo>
                <a:lnTo>
                  <a:pt x="1875308" y="622115"/>
                </a:lnTo>
                <a:lnTo>
                  <a:pt x="1876038" y="624585"/>
                </a:lnTo>
                <a:lnTo>
                  <a:pt x="1878228" y="638582"/>
                </a:lnTo>
                <a:lnTo>
                  <a:pt x="1878958" y="629463"/>
                </a:lnTo>
                <a:lnTo>
                  <a:pt x="1879688" y="630111"/>
                </a:lnTo>
                <a:lnTo>
                  <a:pt x="1880418" y="635975"/>
                </a:lnTo>
                <a:lnTo>
                  <a:pt x="1881878" y="630769"/>
                </a:lnTo>
                <a:lnTo>
                  <a:pt x="1886988" y="632261"/>
                </a:lnTo>
                <a:lnTo>
                  <a:pt x="1889908" y="628635"/>
                </a:lnTo>
                <a:lnTo>
                  <a:pt x="1892098" y="623873"/>
                </a:lnTo>
                <a:lnTo>
                  <a:pt x="1892828" y="626283"/>
                </a:lnTo>
                <a:lnTo>
                  <a:pt x="1893558" y="628072"/>
                </a:lnTo>
                <a:lnTo>
                  <a:pt x="1894288" y="625631"/>
                </a:lnTo>
                <a:lnTo>
                  <a:pt x="1895018" y="625370"/>
                </a:lnTo>
                <a:lnTo>
                  <a:pt x="1896478" y="627054"/>
                </a:lnTo>
                <a:lnTo>
                  <a:pt x="1897208" y="628839"/>
                </a:lnTo>
                <a:lnTo>
                  <a:pt x="1897938" y="624762"/>
                </a:lnTo>
                <a:lnTo>
                  <a:pt x="1900128" y="624762"/>
                </a:lnTo>
                <a:lnTo>
                  <a:pt x="1900858" y="621131"/>
                </a:lnTo>
                <a:lnTo>
                  <a:pt x="1901588" y="624030"/>
                </a:lnTo>
                <a:lnTo>
                  <a:pt x="1902317" y="628023"/>
                </a:lnTo>
                <a:lnTo>
                  <a:pt x="1904507" y="625453"/>
                </a:lnTo>
                <a:lnTo>
                  <a:pt x="1906697" y="622025"/>
                </a:lnTo>
                <a:lnTo>
                  <a:pt x="1907427" y="626044"/>
                </a:lnTo>
                <a:lnTo>
                  <a:pt x="1908887" y="622862"/>
                </a:lnTo>
                <a:lnTo>
                  <a:pt x="1909617" y="621089"/>
                </a:lnTo>
                <a:lnTo>
                  <a:pt x="1910347" y="626931"/>
                </a:lnTo>
                <a:lnTo>
                  <a:pt x="1911807" y="622785"/>
                </a:lnTo>
                <a:lnTo>
                  <a:pt x="1915457" y="616481"/>
                </a:lnTo>
                <a:lnTo>
                  <a:pt x="1916187" y="618359"/>
                </a:lnTo>
                <a:lnTo>
                  <a:pt x="1916917" y="614241"/>
                </a:lnTo>
                <a:lnTo>
                  <a:pt x="1917647" y="613471"/>
                </a:lnTo>
                <a:lnTo>
                  <a:pt x="1918377" y="615123"/>
                </a:lnTo>
                <a:lnTo>
                  <a:pt x="1919837" y="618175"/>
                </a:lnTo>
                <a:lnTo>
                  <a:pt x="1921297" y="615937"/>
                </a:lnTo>
                <a:lnTo>
                  <a:pt x="1922757" y="614055"/>
                </a:lnTo>
                <a:lnTo>
                  <a:pt x="1923487" y="616824"/>
                </a:lnTo>
                <a:lnTo>
                  <a:pt x="1924217" y="619251"/>
                </a:lnTo>
                <a:lnTo>
                  <a:pt x="1925677" y="615795"/>
                </a:lnTo>
                <a:lnTo>
                  <a:pt x="1926407" y="614822"/>
                </a:lnTo>
                <a:lnTo>
                  <a:pt x="1927137" y="618074"/>
                </a:lnTo>
                <a:lnTo>
                  <a:pt x="1927867" y="618837"/>
                </a:lnTo>
                <a:lnTo>
                  <a:pt x="1929327" y="614285"/>
                </a:lnTo>
                <a:lnTo>
                  <a:pt x="1930787" y="616502"/>
                </a:lnTo>
                <a:lnTo>
                  <a:pt x="1931516" y="618158"/>
                </a:lnTo>
                <a:lnTo>
                  <a:pt x="1932246" y="617179"/>
                </a:lnTo>
                <a:lnTo>
                  <a:pt x="1933706" y="614193"/>
                </a:lnTo>
                <a:lnTo>
                  <a:pt x="1935166" y="616267"/>
                </a:lnTo>
                <a:lnTo>
                  <a:pt x="1936626" y="620646"/>
                </a:lnTo>
                <a:lnTo>
                  <a:pt x="1937356" y="616477"/>
                </a:lnTo>
                <a:lnTo>
                  <a:pt x="1938086" y="615618"/>
                </a:lnTo>
                <a:lnTo>
                  <a:pt x="1938816" y="618745"/>
                </a:lnTo>
                <a:lnTo>
                  <a:pt x="1939546" y="623104"/>
                </a:lnTo>
                <a:lnTo>
                  <a:pt x="1941006" y="616003"/>
                </a:lnTo>
                <a:lnTo>
                  <a:pt x="1941736" y="614556"/>
                </a:lnTo>
                <a:lnTo>
                  <a:pt x="1942466" y="617929"/>
                </a:lnTo>
                <a:lnTo>
                  <a:pt x="1943196" y="618618"/>
                </a:lnTo>
                <a:lnTo>
                  <a:pt x="1943926" y="616505"/>
                </a:lnTo>
                <a:lnTo>
                  <a:pt x="1944656" y="615305"/>
                </a:lnTo>
                <a:lnTo>
                  <a:pt x="1946116" y="616504"/>
                </a:lnTo>
                <a:lnTo>
                  <a:pt x="1946846" y="618148"/>
                </a:lnTo>
                <a:lnTo>
                  <a:pt x="1947576" y="616097"/>
                </a:lnTo>
                <a:lnTo>
                  <a:pt x="1950496" y="613190"/>
                </a:lnTo>
                <a:lnTo>
                  <a:pt x="1951226" y="614051"/>
                </a:lnTo>
                <a:lnTo>
                  <a:pt x="1954146" y="614966"/>
                </a:lnTo>
                <a:lnTo>
                  <a:pt x="1956336" y="618787"/>
                </a:lnTo>
                <a:lnTo>
                  <a:pt x="1957796" y="612346"/>
                </a:lnTo>
                <a:lnTo>
                  <a:pt x="1959985" y="613194"/>
                </a:lnTo>
                <a:lnTo>
                  <a:pt x="1965826" y="617830"/>
                </a:lnTo>
                <a:lnTo>
                  <a:pt x="1966556" y="615487"/>
                </a:lnTo>
                <a:lnTo>
                  <a:pt x="1967286" y="617379"/>
                </a:lnTo>
                <a:lnTo>
                  <a:pt x="1968746" y="620628"/>
                </a:lnTo>
                <a:lnTo>
                  <a:pt x="1969476" y="616927"/>
                </a:lnTo>
                <a:lnTo>
                  <a:pt x="1970935" y="618829"/>
                </a:lnTo>
                <a:lnTo>
                  <a:pt x="1973125" y="621728"/>
                </a:lnTo>
                <a:lnTo>
                  <a:pt x="1973855" y="619942"/>
                </a:lnTo>
                <a:lnTo>
                  <a:pt x="1974585" y="618340"/>
                </a:lnTo>
                <a:lnTo>
                  <a:pt x="1975315" y="620658"/>
                </a:lnTo>
                <a:lnTo>
                  <a:pt x="1976775" y="623385"/>
                </a:lnTo>
                <a:lnTo>
                  <a:pt x="1978235" y="622010"/>
                </a:lnTo>
                <a:lnTo>
                  <a:pt x="1980425" y="623430"/>
                </a:lnTo>
                <a:lnTo>
                  <a:pt x="1981155" y="619723"/>
                </a:lnTo>
                <a:lnTo>
                  <a:pt x="1986265" y="626466"/>
                </a:lnTo>
                <a:lnTo>
                  <a:pt x="1987725" y="621281"/>
                </a:lnTo>
                <a:lnTo>
                  <a:pt x="1988455" y="622618"/>
                </a:lnTo>
                <a:lnTo>
                  <a:pt x="1990645" y="630748"/>
                </a:lnTo>
                <a:lnTo>
                  <a:pt x="1991375" y="629405"/>
                </a:lnTo>
                <a:lnTo>
                  <a:pt x="1993565" y="623941"/>
                </a:lnTo>
                <a:lnTo>
                  <a:pt x="1994295" y="624302"/>
                </a:lnTo>
                <a:lnTo>
                  <a:pt x="1998675" y="630147"/>
                </a:lnTo>
                <a:lnTo>
                  <a:pt x="2000134" y="626239"/>
                </a:lnTo>
                <a:lnTo>
                  <a:pt x="2001594" y="626987"/>
                </a:lnTo>
                <a:lnTo>
                  <a:pt x="2002324" y="629291"/>
                </a:lnTo>
                <a:lnTo>
                  <a:pt x="2003054" y="626000"/>
                </a:lnTo>
                <a:lnTo>
                  <a:pt x="2003784" y="622991"/>
                </a:lnTo>
                <a:lnTo>
                  <a:pt x="2005244" y="627818"/>
                </a:lnTo>
                <a:lnTo>
                  <a:pt x="2005974" y="630306"/>
                </a:lnTo>
                <a:lnTo>
                  <a:pt x="2007434" y="627050"/>
                </a:lnTo>
                <a:lnTo>
                  <a:pt x="2008894" y="627630"/>
                </a:lnTo>
                <a:lnTo>
                  <a:pt x="2011084" y="624651"/>
                </a:lnTo>
                <a:lnTo>
                  <a:pt x="2012544" y="630413"/>
                </a:lnTo>
                <a:lnTo>
                  <a:pt x="2014004" y="626788"/>
                </a:lnTo>
                <a:lnTo>
                  <a:pt x="2014734" y="625611"/>
                </a:lnTo>
                <a:lnTo>
                  <a:pt x="2015464" y="628829"/>
                </a:lnTo>
                <a:lnTo>
                  <a:pt x="2016194" y="629342"/>
                </a:lnTo>
                <a:lnTo>
                  <a:pt x="2016924" y="625199"/>
                </a:lnTo>
                <a:lnTo>
                  <a:pt x="2019114" y="626451"/>
                </a:lnTo>
                <a:lnTo>
                  <a:pt x="2021304" y="630058"/>
                </a:lnTo>
                <a:lnTo>
                  <a:pt x="2022034" y="626687"/>
                </a:lnTo>
                <a:lnTo>
                  <a:pt x="2024224" y="628167"/>
                </a:lnTo>
                <a:lnTo>
                  <a:pt x="2024954" y="629625"/>
                </a:lnTo>
                <a:lnTo>
                  <a:pt x="2025684" y="626284"/>
                </a:lnTo>
                <a:lnTo>
                  <a:pt x="2026414" y="626243"/>
                </a:lnTo>
                <a:lnTo>
                  <a:pt x="2027144" y="629658"/>
                </a:lnTo>
                <a:lnTo>
                  <a:pt x="2029333" y="627998"/>
                </a:lnTo>
                <a:lnTo>
                  <a:pt x="2032253" y="632087"/>
                </a:lnTo>
                <a:lnTo>
                  <a:pt x="2032983" y="626991"/>
                </a:lnTo>
                <a:lnTo>
                  <a:pt x="2034443" y="631730"/>
                </a:lnTo>
                <a:lnTo>
                  <a:pt x="2035903" y="631621"/>
                </a:lnTo>
                <a:lnTo>
                  <a:pt x="2036633" y="628647"/>
                </a:lnTo>
                <a:lnTo>
                  <a:pt x="2038823" y="630259"/>
                </a:lnTo>
                <a:lnTo>
                  <a:pt x="2043203" y="628665"/>
                </a:lnTo>
                <a:lnTo>
                  <a:pt x="2043933" y="627595"/>
                </a:lnTo>
                <a:lnTo>
                  <a:pt x="2044663" y="628256"/>
                </a:lnTo>
              </a:path>
            </a:pathLst>
          </a:custGeom>
          <a:noFill/>
          <a:ln w="2013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Editable path 108"/>
          <p:cNvSpPr/>
          <p:nvPr/>
        </p:nvSpPr>
        <p:spPr>
          <a:xfrm>
            <a:off x="3822290" y="2526184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Editable path 109"/>
          <p:cNvSpPr/>
          <p:nvPr/>
        </p:nvSpPr>
        <p:spPr>
          <a:xfrm>
            <a:off x="6071419" y="2526184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Editable path 110"/>
          <p:cNvSpPr/>
          <p:nvPr/>
        </p:nvSpPr>
        <p:spPr>
          <a:xfrm>
            <a:off x="3822290" y="3701192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Editable path 111"/>
          <p:cNvSpPr/>
          <p:nvPr/>
        </p:nvSpPr>
        <p:spPr>
          <a:xfrm>
            <a:off x="3822290" y="2526184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4408621" y="2238670"/>
            <a:ext cx="1120086" cy="2131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98" b="0" i="0">
                <a:solidFill>
                  <a:srgbClr val="3B6CA8"/>
                </a:solidFill>
                <a:latin typeface="Times New Roman"/>
              </a:rPr>
              <a:t>Robot A · right</a:t>
            </a:r>
          </a:p>
        </p:txBody>
      </p:sp>
      <p:sp>
        <p:nvSpPr>
          <p:cNvPr id="161" name="Editable path 112"/>
          <p:cNvSpPr/>
          <p:nvPr/>
        </p:nvSpPr>
        <p:spPr>
          <a:xfrm>
            <a:off x="3822290" y="4302013"/>
            <a:ext cx="2249129" cy="1175008"/>
          </a:xfrm>
          <a:custGeom>
            <a:avLst/>
            <a:gdLst/>
            <a:ahLst/>
            <a:cxnLst/>
            <a:rect l="l" t="t" r="r" b="b"/>
            <a:pathLst>
              <a:path w="2249129" h="1175008">
                <a:moveTo>
                  <a:pt x="0" y="0"/>
                </a:moveTo>
                <a:lnTo>
                  <a:pt x="2249129" y="0"/>
                </a:lnTo>
                <a:lnTo>
                  <a:pt x="2249129" y="1175008"/>
                </a:lnTo>
                <a:lnTo>
                  <a:pt x="0" y="11750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Editable path 113"/>
          <p:cNvSpPr/>
          <p:nvPr/>
        </p:nvSpPr>
        <p:spPr>
          <a:xfrm>
            <a:off x="3924523" y="4302013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Editable path 114"/>
          <p:cNvSpPr/>
          <p:nvPr/>
        </p:nvSpPr>
        <p:spPr>
          <a:xfrm>
            <a:off x="3924523" y="5477021"/>
            <a:ext cx="0" cy="82890"/>
          </a:xfrm>
          <a:custGeom>
            <a:avLst/>
            <a:gdLst/>
            <a:ahLst/>
            <a:cxnLst/>
            <a:rect l="l" t="t" r="r" b="b"/>
            <a:pathLst>
              <a:path w="0" h="82890">
                <a:moveTo>
                  <a:pt x="0" y="0"/>
                </a:moveTo>
                <a:lnTo>
                  <a:pt x="0" y="8289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3888998" y="5623421"/>
            <a:ext cx="106573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65" name="Editable path 115"/>
          <p:cNvSpPr/>
          <p:nvPr/>
        </p:nvSpPr>
        <p:spPr>
          <a:xfrm>
            <a:off x="4654499" y="4302013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Editable path 116"/>
          <p:cNvSpPr/>
          <p:nvPr/>
        </p:nvSpPr>
        <p:spPr>
          <a:xfrm>
            <a:off x="4654499" y="5477021"/>
            <a:ext cx="0" cy="82890"/>
          </a:xfrm>
          <a:custGeom>
            <a:avLst/>
            <a:gdLst/>
            <a:ahLst/>
            <a:cxnLst/>
            <a:rect l="l" t="t" r="r" b="b"/>
            <a:pathLst>
              <a:path w="0" h="82890">
                <a:moveTo>
                  <a:pt x="0" y="0"/>
                </a:moveTo>
                <a:lnTo>
                  <a:pt x="0" y="8289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583450" y="5623421"/>
            <a:ext cx="177622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168" name="Editable path 117"/>
          <p:cNvSpPr/>
          <p:nvPr/>
        </p:nvSpPr>
        <p:spPr>
          <a:xfrm>
            <a:off x="5384475" y="4302013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Editable path 118"/>
          <p:cNvSpPr/>
          <p:nvPr/>
        </p:nvSpPr>
        <p:spPr>
          <a:xfrm>
            <a:off x="5384475" y="5477021"/>
            <a:ext cx="0" cy="82890"/>
          </a:xfrm>
          <a:custGeom>
            <a:avLst/>
            <a:gdLst/>
            <a:ahLst/>
            <a:cxnLst/>
            <a:rect l="l" t="t" r="r" b="b"/>
            <a:pathLst>
              <a:path w="0" h="82890">
                <a:moveTo>
                  <a:pt x="0" y="0"/>
                </a:moveTo>
                <a:lnTo>
                  <a:pt x="0" y="8289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5313426" y="5623421"/>
            <a:ext cx="177622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4377352" y="5852407"/>
            <a:ext cx="1175481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Reference time (s)</a:t>
            </a:r>
          </a:p>
        </p:txBody>
      </p:sp>
      <p:sp>
        <p:nvSpPr>
          <p:cNvPr id="172" name="Editable path 119"/>
          <p:cNvSpPr/>
          <p:nvPr/>
        </p:nvSpPr>
        <p:spPr>
          <a:xfrm>
            <a:off x="3822290" y="5385373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Editable path 120"/>
          <p:cNvSpPr/>
          <p:nvPr/>
        </p:nvSpPr>
        <p:spPr>
          <a:xfrm>
            <a:off x="3739400" y="5385373"/>
            <a:ext cx="82890" cy="0"/>
          </a:xfrm>
          <a:custGeom>
            <a:avLst/>
            <a:gdLst/>
            <a:ahLst/>
            <a:cxnLst/>
            <a:rect l="l" t="t" r="r" b="b"/>
            <a:pathLst>
              <a:path w="82890" h="0">
                <a:moveTo>
                  <a:pt x="8289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3417089" y="5317517"/>
            <a:ext cx="274959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−50</a:t>
            </a:r>
          </a:p>
        </p:txBody>
      </p:sp>
      <p:sp>
        <p:nvSpPr>
          <p:cNvPr id="175" name="Editable path 121"/>
          <p:cNvSpPr/>
          <p:nvPr/>
        </p:nvSpPr>
        <p:spPr>
          <a:xfrm>
            <a:off x="3822290" y="4867616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Editable path 122"/>
          <p:cNvSpPr/>
          <p:nvPr/>
        </p:nvSpPr>
        <p:spPr>
          <a:xfrm>
            <a:off x="3739400" y="4867616"/>
            <a:ext cx="82890" cy="0"/>
          </a:xfrm>
          <a:custGeom>
            <a:avLst/>
            <a:gdLst/>
            <a:ahLst/>
            <a:cxnLst/>
            <a:rect l="l" t="t" r="r" b="b"/>
            <a:pathLst>
              <a:path w="82890" h="0">
                <a:moveTo>
                  <a:pt x="8289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3585460" y="4799759"/>
            <a:ext cx="106573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78" name="Editable path 123"/>
          <p:cNvSpPr/>
          <p:nvPr/>
        </p:nvSpPr>
        <p:spPr>
          <a:xfrm>
            <a:off x="3822290" y="4349858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Editable path 124"/>
          <p:cNvSpPr/>
          <p:nvPr/>
        </p:nvSpPr>
        <p:spPr>
          <a:xfrm>
            <a:off x="3739400" y="4349858"/>
            <a:ext cx="82890" cy="0"/>
          </a:xfrm>
          <a:custGeom>
            <a:avLst/>
            <a:gdLst/>
            <a:ahLst/>
            <a:cxnLst/>
            <a:rect l="l" t="t" r="r" b="b"/>
            <a:pathLst>
              <a:path w="82890" h="0">
                <a:moveTo>
                  <a:pt x="8289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3514411" y="4282002"/>
            <a:ext cx="177622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50</a:t>
            </a:r>
          </a:p>
        </p:txBody>
      </p:sp>
      <p:sp>
        <p:nvSpPr>
          <p:cNvPr id="181" name="Editable path 125"/>
          <p:cNvSpPr/>
          <p:nvPr/>
        </p:nvSpPr>
        <p:spPr>
          <a:xfrm>
            <a:off x="3924523" y="4812383"/>
            <a:ext cx="2044663" cy="611228"/>
          </a:xfrm>
          <a:custGeom>
            <a:avLst/>
            <a:gdLst/>
            <a:ahLst/>
            <a:cxnLst/>
            <a:rect l="l" t="t" r="r" b="b"/>
            <a:pathLst>
              <a:path w="2044663" h="611228">
                <a:moveTo>
                  <a:pt x="0" y="48412"/>
                </a:moveTo>
                <a:lnTo>
                  <a:pt x="4380" y="39091"/>
                </a:lnTo>
                <a:lnTo>
                  <a:pt x="5840" y="42939"/>
                </a:lnTo>
                <a:lnTo>
                  <a:pt x="6570" y="36892"/>
                </a:lnTo>
                <a:lnTo>
                  <a:pt x="8760" y="33207"/>
                </a:lnTo>
                <a:lnTo>
                  <a:pt x="9490" y="38759"/>
                </a:lnTo>
                <a:lnTo>
                  <a:pt x="10220" y="30913"/>
                </a:lnTo>
                <a:lnTo>
                  <a:pt x="11680" y="35945"/>
                </a:lnTo>
                <a:lnTo>
                  <a:pt x="13140" y="34340"/>
                </a:lnTo>
                <a:lnTo>
                  <a:pt x="13870" y="37132"/>
                </a:lnTo>
                <a:lnTo>
                  <a:pt x="15330" y="35988"/>
                </a:lnTo>
                <a:lnTo>
                  <a:pt x="16790" y="28165"/>
                </a:lnTo>
                <a:lnTo>
                  <a:pt x="17520" y="34286"/>
                </a:lnTo>
                <a:lnTo>
                  <a:pt x="18980" y="36881"/>
                </a:lnTo>
                <a:lnTo>
                  <a:pt x="20440" y="35470"/>
                </a:lnTo>
                <a:lnTo>
                  <a:pt x="23360" y="20120"/>
                </a:lnTo>
                <a:lnTo>
                  <a:pt x="24090" y="32589"/>
                </a:lnTo>
                <a:lnTo>
                  <a:pt x="24820" y="33164"/>
                </a:lnTo>
                <a:lnTo>
                  <a:pt x="25550" y="37158"/>
                </a:lnTo>
                <a:lnTo>
                  <a:pt x="26280" y="30412"/>
                </a:lnTo>
                <a:lnTo>
                  <a:pt x="27010" y="23412"/>
                </a:lnTo>
                <a:lnTo>
                  <a:pt x="28470" y="31700"/>
                </a:lnTo>
                <a:lnTo>
                  <a:pt x="29200" y="24129"/>
                </a:lnTo>
                <a:lnTo>
                  <a:pt x="29930" y="31088"/>
                </a:lnTo>
                <a:lnTo>
                  <a:pt x="31389" y="21694"/>
                </a:lnTo>
                <a:lnTo>
                  <a:pt x="32119" y="29867"/>
                </a:lnTo>
                <a:lnTo>
                  <a:pt x="32849" y="30682"/>
                </a:lnTo>
                <a:lnTo>
                  <a:pt x="34309" y="19528"/>
                </a:lnTo>
                <a:lnTo>
                  <a:pt x="35039" y="19781"/>
                </a:lnTo>
                <a:lnTo>
                  <a:pt x="35769" y="27823"/>
                </a:lnTo>
                <a:lnTo>
                  <a:pt x="37229" y="21811"/>
                </a:lnTo>
                <a:lnTo>
                  <a:pt x="37959" y="21532"/>
                </a:lnTo>
                <a:lnTo>
                  <a:pt x="40149" y="30506"/>
                </a:lnTo>
                <a:lnTo>
                  <a:pt x="42339" y="29311"/>
                </a:lnTo>
                <a:lnTo>
                  <a:pt x="43069" y="31715"/>
                </a:lnTo>
                <a:lnTo>
                  <a:pt x="43799" y="22183"/>
                </a:lnTo>
                <a:lnTo>
                  <a:pt x="45259" y="31897"/>
                </a:lnTo>
                <a:lnTo>
                  <a:pt x="48179" y="24681"/>
                </a:lnTo>
                <a:lnTo>
                  <a:pt x="50369" y="17176"/>
                </a:lnTo>
                <a:lnTo>
                  <a:pt x="51099" y="18110"/>
                </a:lnTo>
                <a:lnTo>
                  <a:pt x="51829" y="19756"/>
                </a:lnTo>
                <a:lnTo>
                  <a:pt x="54019" y="31104"/>
                </a:lnTo>
                <a:lnTo>
                  <a:pt x="54749" y="29346"/>
                </a:lnTo>
                <a:lnTo>
                  <a:pt x="55479" y="18928"/>
                </a:lnTo>
                <a:lnTo>
                  <a:pt x="57669" y="20014"/>
                </a:lnTo>
                <a:lnTo>
                  <a:pt x="58399" y="19686"/>
                </a:lnTo>
                <a:lnTo>
                  <a:pt x="59129" y="25958"/>
                </a:lnTo>
                <a:lnTo>
                  <a:pt x="59859" y="15368"/>
                </a:lnTo>
                <a:lnTo>
                  <a:pt x="60588" y="16139"/>
                </a:lnTo>
                <a:lnTo>
                  <a:pt x="62778" y="17696"/>
                </a:lnTo>
                <a:lnTo>
                  <a:pt x="65698" y="20732"/>
                </a:lnTo>
                <a:lnTo>
                  <a:pt x="67158" y="21075"/>
                </a:lnTo>
                <a:lnTo>
                  <a:pt x="67888" y="26256"/>
                </a:lnTo>
                <a:lnTo>
                  <a:pt x="69348" y="23944"/>
                </a:lnTo>
                <a:lnTo>
                  <a:pt x="70078" y="20277"/>
                </a:lnTo>
                <a:lnTo>
                  <a:pt x="70808" y="24614"/>
                </a:lnTo>
                <a:lnTo>
                  <a:pt x="71538" y="21897"/>
                </a:lnTo>
                <a:lnTo>
                  <a:pt x="72998" y="24397"/>
                </a:lnTo>
                <a:lnTo>
                  <a:pt x="73728" y="22819"/>
                </a:lnTo>
                <a:lnTo>
                  <a:pt x="74458" y="17505"/>
                </a:lnTo>
                <a:lnTo>
                  <a:pt x="75188" y="25084"/>
                </a:lnTo>
                <a:lnTo>
                  <a:pt x="75918" y="27686"/>
                </a:lnTo>
                <a:lnTo>
                  <a:pt x="76648" y="23229"/>
                </a:lnTo>
                <a:lnTo>
                  <a:pt x="78108" y="15288"/>
                </a:lnTo>
                <a:lnTo>
                  <a:pt x="79568" y="18720"/>
                </a:lnTo>
                <a:lnTo>
                  <a:pt x="81028" y="27298"/>
                </a:lnTo>
                <a:lnTo>
                  <a:pt x="81758" y="26163"/>
                </a:lnTo>
                <a:lnTo>
                  <a:pt x="82488" y="16582"/>
                </a:lnTo>
                <a:lnTo>
                  <a:pt x="83948" y="21797"/>
                </a:lnTo>
                <a:lnTo>
                  <a:pt x="84678" y="27996"/>
                </a:lnTo>
                <a:lnTo>
                  <a:pt x="86138" y="18634"/>
                </a:lnTo>
                <a:lnTo>
                  <a:pt x="87598" y="26334"/>
                </a:lnTo>
                <a:lnTo>
                  <a:pt x="89787" y="14578"/>
                </a:lnTo>
                <a:lnTo>
                  <a:pt x="90517" y="21125"/>
                </a:lnTo>
                <a:lnTo>
                  <a:pt x="91247" y="15542"/>
                </a:lnTo>
                <a:lnTo>
                  <a:pt x="92707" y="22747"/>
                </a:lnTo>
                <a:lnTo>
                  <a:pt x="93437" y="22522"/>
                </a:lnTo>
                <a:lnTo>
                  <a:pt x="96357" y="12905"/>
                </a:lnTo>
                <a:lnTo>
                  <a:pt x="97817" y="20560"/>
                </a:lnTo>
                <a:lnTo>
                  <a:pt x="100007" y="19804"/>
                </a:lnTo>
                <a:lnTo>
                  <a:pt x="102927" y="15705"/>
                </a:lnTo>
                <a:lnTo>
                  <a:pt x="105117" y="20300"/>
                </a:lnTo>
                <a:lnTo>
                  <a:pt x="105847" y="17845"/>
                </a:lnTo>
                <a:lnTo>
                  <a:pt x="106577" y="17627"/>
                </a:lnTo>
                <a:lnTo>
                  <a:pt x="108037" y="24400"/>
                </a:lnTo>
                <a:lnTo>
                  <a:pt x="109497" y="21668"/>
                </a:lnTo>
                <a:lnTo>
                  <a:pt x="110227" y="21884"/>
                </a:lnTo>
                <a:lnTo>
                  <a:pt x="111687" y="18939"/>
                </a:lnTo>
                <a:lnTo>
                  <a:pt x="113147" y="20328"/>
                </a:lnTo>
                <a:lnTo>
                  <a:pt x="116067" y="23296"/>
                </a:lnTo>
                <a:lnTo>
                  <a:pt x="118256" y="17647"/>
                </a:lnTo>
                <a:lnTo>
                  <a:pt x="117527" y="26019"/>
                </a:lnTo>
                <a:lnTo>
                  <a:pt x="118986" y="20941"/>
                </a:lnTo>
                <a:lnTo>
                  <a:pt x="120446" y="29306"/>
                </a:lnTo>
                <a:lnTo>
                  <a:pt x="121906" y="24103"/>
                </a:lnTo>
                <a:lnTo>
                  <a:pt x="122636" y="14373"/>
                </a:lnTo>
                <a:lnTo>
                  <a:pt x="124826" y="17593"/>
                </a:lnTo>
                <a:lnTo>
                  <a:pt x="127016" y="22845"/>
                </a:lnTo>
                <a:lnTo>
                  <a:pt x="126286" y="15985"/>
                </a:lnTo>
                <a:lnTo>
                  <a:pt x="127746" y="20935"/>
                </a:lnTo>
                <a:lnTo>
                  <a:pt x="129206" y="22029"/>
                </a:lnTo>
                <a:lnTo>
                  <a:pt x="131396" y="12717"/>
                </a:lnTo>
                <a:lnTo>
                  <a:pt x="132856" y="16208"/>
                </a:lnTo>
                <a:lnTo>
                  <a:pt x="133586" y="13397"/>
                </a:lnTo>
                <a:lnTo>
                  <a:pt x="134316" y="13582"/>
                </a:lnTo>
                <a:lnTo>
                  <a:pt x="137236" y="19403"/>
                </a:lnTo>
                <a:lnTo>
                  <a:pt x="139426" y="15054"/>
                </a:lnTo>
                <a:lnTo>
                  <a:pt x="140156" y="19138"/>
                </a:lnTo>
                <a:lnTo>
                  <a:pt x="140886" y="13448"/>
                </a:lnTo>
                <a:lnTo>
                  <a:pt x="142346" y="20645"/>
                </a:lnTo>
                <a:lnTo>
                  <a:pt x="143076" y="19116"/>
                </a:lnTo>
                <a:lnTo>
                  <a:pt x="143806" y="21517"/>
                </a:lnTo>
                <a:lnTo>
                  <a:pt x="145996" y="24278"/>
                </a:lnTo>
                <a:lnTo>
                  <a:pt x="145266" y="21086"/>
                </a:lnTo>
                <a:lnTo>
                  <a:pt x="146725" y="22723"/>
                </a:lnTo>
                <a:lnTo>
                  <a:pt x="148915" y="14989"/>
                </a:lnTo>
                <a:lnTo>
                  <a:pt x="149645" y="18050"/>
                </a:lnTo>
                <a:lnTo>
                  <a:pt x="154025" y="26900"/>
                </a:lnTo>
                <a:lnTo>
                  <a:pt x="156215" y="25705"/>
                </a:lnTo>
                <a:lnTo>
                  <a:pt x="156945" y="21905"/>
                </a:lnTo>
                <a:lnTo>
                  <a:pt x="158405" y="24318"/>
                </a:lnTo>
                <a:lnTo>
                  <a:pt x="159135" y="27434"/>
                </a:lnTo>
                <a:lnTo>
                  <a:pt x="160595" y="25186"/>
                </a:lnTo>
                <a:lnTo>
                  <a:pt x="164245" y="12558"/>
                </a:lnTo>
                <a:lnTo>
                  <a:pt x="169355" y="17283"/>
                </a:lnTo>
                <a:lnTo>
                  <a:pt x="165705" y="10935"/>
                </a:lnTo>
                <a:lnTo>
                  <a:pt x="170085" y="16670"/>
                </a:lnTo>
                <a:lnTo>
                  <a:pt x="171545" y="16992"/>
                </a:lnTo>
                <a:lnTo>
                  <a:pt x="172275" y="19064"/>
                </a:lnTo>
                <a:lnTo>
                  <a:pt x="173005" y="15088"/>
                </a:lnTo>
                <a:lnTo>
                  <a:pt x="173735" y="16643"/>
                </a:lnTo>
                <a:lnTo>
                  <a:pt x="175924" y="18188"/>
                </a:lnTo>
                <a:lnTo>
                  <a:pt x="177384" y="10413"/>
                </a:lnTo>
                <a:lnTo>
                  <a:pt x="178844" y="13298"/>
                </a:lnTo>
                <a:lnTo>
                  <a:pt x="179574" y="14948"/>
                </a:lnTo>
                <a:lnTo>
                  <a:pt x="181034" y="12859"/>
                </a:lnTo>
                <a:lnTo>
                  <a:pt x="181764" y="10857"/>
                </a:lnTo>
                <a:lnTo>
                  <a:pt x="182494" y="13713"/>
                </a:lnTo>
                <a:lnTo>
                  <a:pt x="183224" y="12500"/>
                </a:lnTo>
                <a:lnTo>
                  <a:pt x="183954" y="15684"/>
                </a:lnTo>
                <a:lnTo>
                  <a:pt x="185414" y="12957"/>
                </a:lnTo>
                <a:lnTo>
                  <a:pt x="186874" y="12659"/>
                </a:lnTo>
                <a:lnTo>
                  <a:pt x="191254" y="24151"/>
                </a:lnTo>
                <a:lnTo>
                  <a:pt x="193444" y="12298"/>
                </a:lnTo>
                <a:lnTo>
                  <a:pt x="194174" y="14503"/>
                </a:lnTo>
                <a:lnTo>
                  <a:pt x="196364" y="20069"/>
                </a:lnTo>
                <a:lnTo>
                  <a:pt x="197094" y="18219"/>
                </a:lnTo>
                <a:lnTo>
                  <a:pt x="197824" y="17173"/>
                </a:lnTo>
                <a:lnTo>
                  <a:pt x="198554" y="18930"/>
                </a:lnTo>
                <a:lnTo>
                  <a:pt x="200744" y="19580"/>
                </a:lnTo>
                <a:lnTo>
                  <a:pt x="201474" y="18642"/>
                </a:lnTo>
                <a:lnTo>
                  <a:pt x="209503" y="16445"/>
                </a:lnTo>
                <a:lnTo>
                  <a:pt x="211693" y="9046"/>
                </a:lnTo>
                <a:lnTo>
                  <a:pt x="212423" y="13148"/>
                </a:lnTo>
                <a:lnTo>
                  <a:pt x="214613" y="24482"/>
                </a:lnTo>
                <a:lnTo>
                  <a:pt x="215343" y="22400"/>
                </a:lnTo>
                <a:lnTo>
                  <a:pt x="217533" y="14634"/>
                </a:lnTo>
                <a:lnTo>
                  <a:pt x="218263" y="19328"/>
                </a:lnTo>
                <a:lnTo>
                  <a:pt x="221913" y="13148"/>
                </a:lnTo>
                <a:lnTo>
                  <a:pt x="224833" y="19156"/>
                </a:lnTo>
                <a:lnTo>
                  <a:pt x="227023" y="12574"/>
                </a:lnTo>
                <a:lnTo>
                  <a:pt x="229943" y="23266"/>
                </a:lnTo>
                <a:lnTo>
                  <a:pt x="236513" y="6929"/>
                </a:lnTo>
                <a:lnTo>
                  <a:pt x="237243" y="19586"/>
                </a:lnTo>
                <a:lnTo>
                  <a:pt x="238703" y="18193"/>
                </a:lnTo>
                <a:lnTo>
                  <a:pt x="239433" y="7041"/>
                </a:lnTo>
                <a:lnTo>
                  <a:pt x="240893" y="19900"/>
                </a:lnTo>
                <a:lnTo>
                  <a:pt x="245272" y="9163"/>
                </a:lnTo>
                <a:lnTo>
                  <a:pt x="247462" y="14316"/>
                </a:lnTo>
                <a:lnTo>
                  <a:pt x="248192" y="14108"/>
                </a:lnTo>
                <a:lnTo>
                  <a:pt x="252572" y="12002"/>
                </a:lnTo>
                <a:lnTo>
                  <a:pt x="254032" y="17653"/>
                </a:lnTo>
                <a:lnTo>
                  <a:pt x="255492" y="12581"/>
                </a:lnTo>
                <a:lnTo>
                  <a:pt x="256222" y="9859"/>
                </a:lnTo>
                <a:lnTo>
                  <a:pt x="257682" y="14074"/>
                </a:lnTo>
                <a:lnTo>
                  <a:pt x="258412" y="16265"/>
                </a:lnTo>
                <a:lnTo>
                  <a:pt x="259872" y="12700"/>
                </a:lnTo>
                <a:lnTo>
                  <a:pt x="260602" y="9671"/>
                </a:lnTo>
                <a:lnTo>
                  <a:pt x="261332" y="14219"/>
                </a:lnTo>
                <a:lnTo>
                  <a:pt x="262062" y="12794"/>
                </a:lnTo>
                <a:lnTo>
                  <a:pt x="262792" y="15048"/>
                </a:lnTo>
                <a:lnTo>
                  <a:pt x="263522" y="8656"/>
                </a:lnTo>
                <a:lnTo>
                  <a:pt x="264982" y="15942"/>
                </a:lnTo>
                <a:lnTo>
                  <a:pt x="265712" y="14929"/>
                </a:lnTo>
                <a:lnTo>
                  <a:pt x="266442" y="20310"/>
                </a:lnTo>
                <a:lnTo>
                  <a:pt x="267172" y="14215"/>
                </a:lnTo>
                <a:lnTo>
                  <a:pt x="267902" y="17941"/>
                </a:lnTo>
                <a:lnTo>
                  <a:pt x="270822" y="4775"/>
                </a:lnTo>
                <a:lnTo>
                  <a:pt x="273741" y="18549"/>
                </a:lnTo>
                <a:lnTo>
                  <a:pt x="275201" y="15292"/>
                </a:lnTo>
                <a:lnTo>
                  <a:pt x="275931" y="6626"/>
                </a:lnTo>
                <a:lnTo>
                  <a:pt x="278121" y="9299"/>
                </a:lnTo>
                <a:lnTo>
                  <a:pt x="278851" y="11423"/>
                </a:lnTo>
                <a:lnTo>
                  <a:pt x="279581" y="9621"/>
                </a:lnTo>
                <a:lnTo>
                  <a:pt x="281041" y="7404"/>
                </a:lnTo>
                <a:lnTo>
                  <a:pt x="281771" y="15219"/>
                </a:lnTo>
                <a:lnTo>
                  <a:pt x="283231" y="9420"/>
                </a:lnTo>
                <a:lnTo>
                  <a:pt x="283961" y="7821"/>
                </a:lnTo>
                <a:lnTo>
                  <a:pt x="284691" y="16877"/>
                </a:lnTo>
                <a:lnTo>
                  <a:pt x="286151" y="8982"/>
                </a:lnTo>
                <a:lnTo>
                  <a:pt x="287611" y="12031"/>
                </a:lnTo>
                <a:lnTo>
                  <a:pt x="288341" y="8676"/>
                </a:lnTo>
                <a:lnTo>
                  <a:pt x="291261" y="7079"/>
                </a:lnTo>
                <a:lnTo>
                  <a:pt x="291991" y="7618"/>
                </a:lnTo>
                <a:lnTo>
                  <a:pt x="292721" y="11768"/>
                </a:lnTo>
                <a:lnTo>
                  <a:pt x="294181" y="9697"/>
                </a:lnTo>
                <a:lnTo>
                  <a:pt x="294911" y="2409"/>
                </a:lnTo>
                <a:lnTo>
                  <a:pt x="297101" y="5377"/>
                </a:lnTo>
                <a:lnTo>
                  <a:pt x="299291" y="9387"/>
                </a:lnTo>
                <a:lnTo>
                  <a:pt x="300021" y="10428"/>
                </a:lnTo>
                <a:lnTo>
                  <a:pt x="300751" y="7211"/>
                </a:lnTo>
                <a:lnTo>
                  <a:pt x="303670" y="7570"/>
                </a:lnTo>
                <a:lnTo>
                  <a:pt x="306590" y="457"/>
                </a:lnTo>
                <a:lnTo>
                  <a:pt x="309510" y="5886"/>
                </a:lnTo>
                <a:lnTo>
                  <a:pt x="310970" y="1305"/>
                </a:lnTo>
                <a:lnTo>
                  <a:pt x="311700" y="3411"/>
                </a:lnTo>
                <a:lnTo>
                  <a:pt x="312430" y="6475"/>
                </a:lnTo>
                <a:lnTo>
                  <a:pt x="313160" y="5308"/>
                </a:lnTo>
                <a:lnTo>
                  <a:pt x="313890" y="804"/>
                </a:lnTo>
                <a:lnTo>
                  <a:pt x="314620" y="4864"/>
                </a:lnTo>
                <a:lnTo>
                  <a:pt x="315350" y="9615"/>
                </a:lnTo>
                <a:lnTo>
                  <a:pt x="316810" y="5786"/>
                </a:lnTo>
                <a:lnTo>
                  <a:pt x="319000" y="0"/>
                </a:lnTo>
                <a:lnTo>
                  <a:pt x="319730" y="2292"/>
                </a:lnTo>
                <a:lnTo>
                  <a:pt x="320460" y="2951"/>
                </a:lnTo>
                <a:lnTo>
                  <a:pt x="321920" y="13279"/>
                </a:lnTo>
                <a:lnTo>
                  <a:pt x="324110" y="12837"/>
                </a:lnTo>
                <a:lnTo>
                  <a:pt x="324840" y="12734"/>
                </a:lnTo>
                <a:lnTo>
                  <a:pt x="327760" y="23654"/>
                </a:lnTo>
                <a:lnTo>
                  <a:pt x="329220" y="7682"/>
                </a:lnTo>
                <a:lnTo>
                  <a:pt x="331409" y="8304"/>
                </a:lnTo>
                <a:lnTo>
                  <a:pt x="332869" y="12866"/>
                </a:lnTo>
                <a:lnTo>
                  <a:pt x="334329" y="9653"/>
                </a:lnTo>
                <a:lnTo>
                  <a:pt x="336519" y="10090"/>
                </a:lnTo>
                <a:lnTo>
                  <a:pt x="339439" y="20248"/>
                </a:lnTo>
                <a:lnTo>
                  <a:pt x="340899" y="14561"/>
                </a:lnTo>
                <a:lnTo>
                  <a:pt x="343089" y="10060"/>
                </a:lnTo>
                <a:lnTo>
                  <a:pt x="343819" y="10702"/>
                </a:lnTo>
                <a:lnTo>
                  <a:pt x="346739" y="15118"/>
                </a:lnTo>
                <a:lnTo>
                  <a:pt x="349659" y="8651"/>
                </a:lnTo>
                <a:lnTo>
                  <a:pt x="351849" y="16407"/>
                </a:lnTo>
                <a:lnTo>
                  <a:pt x="352579" y="14770"/>
                </a:lnTo>
                <a:lnTo>
                  <a:pt x="354769" y="14297"/>
                </a:lnTo>
                <a:lnTo>
                  <a:pt x="355499" y="15284"/>
                </a:lnTo>
                <a:lnTo>
                  <a:pt x="356229" y="11068"/>
                </a:lnTo>
                <a:lnTo>
                  <a:pt x="357689" y="11798"/>
                </a:lnTo>
                <a:lnTo>
                  <a:pt x="358419" y="17477"/>
                </a:lnTo>
                <a:lnTo>
                  <a:pt x="359878" y="10859"/>
                </a:lnTo>
                <a:lnTo>
                  <a:pt x="364258" y="16680"/>
                </a:lnTo>
                <a:lnTo>
                  <a:pt x="364988" y="14352"/>
                </a:lnTo>
                <a:lnTo>
                  <a:pt x="366448" y="13412"/>
                </a:lnTo>
                <a:lnTo>
                  <a:pt x="367178" y="8120"/>
                </a:lnTo>
                <a:lnTo>
                  <a:pt x="368638" y="12131"/>
                </a:lnTo>
                <a:lnTo>
                  <a:pt x="372288" y="16485"/>
                </a:lnTo>
                <a:lnTo>
                  <a:pt x="373018" y="15005"/>
                </a:lnTo>
                <a:lnTo>
                  <a:pt x="373748" y="17798"/>
                </a:lnTo>
                <a:lnTo>
                  <a:pt x="375208" y="18962"/>
                </a:lnTo>
                <a:lnTo>
                  <a:pt x="375938" y="11668"/>
                </a:lnTo>
                <a:lnTo>
                  <a:pt x="377398" y="15280"/>
                </a:lnTo>
                <a:lnTo>
                  <a:pt x="381048" y="18480"/>
                </a:lnTo>
                <a:lnTo>
                  <a:pt x="385428" y="24441"/>
                </a:lnTo>
                <a:lnTo>
                  <a:pt x="386888" y="21760"/>
                </a:lnTo>
                <a:lnTo>
                  <a:pt x="387617" y="22409"/>
                </a:lnTo>
                <a:lnTo>
                  <a:pt x="389077" y="23744"/>
                </a:lnTo>
                <a:lnTo>
                  <a:pt x="389807" y="17356"/>
                </a:lnTo>
                <a:lnTo>
                  <a:pt x="392727" y="25355"/>
                </a:lnTo>
                <a:lnTo>
                  <a:pt x="395647" y="18135"/>
                </a:lnTo>
                <a:lnTo>
                  <a:pt x="396377" y="21854"/>
                </a:lnTo>
                <a:lnTo>
                  <a:pt x="397107" y="21481"/>
                </a:lnTo>
                <a:lnTo>
                  <a:pt x="397837" y="15534"/>
                </a:lnTo>
                <a:lnTo>
                  <a:pt x="399297" y="20335"/>
                </a:lnTo>
                <a:lnTo>
                  <a:pt x="400027" y="29871"/>
                </a:lnTo>
                <a:lnTo>
                  <a:pt x="401487" y="18962"/>
                </a:lnTo>
                <a:lnTo>
                  <a:pt x="402947" y="17165"/>
                </a:lnTo>
                <a:lnTo>
                  <a:pt x="403677" y="17998"/>
                </a:lnTo>
                <a:lnTo>
                  <a:pt x="407327" y="21334"/>
                </a:lnTo>
                <a:lnTo>
                  <a:pt x="408057" y="16573"/>
                </a:lnTo>
                <a:lnTo>
                  <a:pt x="410247" y="19496"/>
                </a:lnTo>
                <a:lnTo>
                  <a:pt x="416087" y="17000"/>
                </a:lnTo>
                <a:lnTo>
                  <a:pt x="419006" y="18703"/>
                </a:lnTo>
                <a:lnTo>
                  <a:pt x="419736" y="18515"/>
                </a:lnTo>
                <a:lnTo>
                  <a:pt x="420466" y="14048"/>
                </a:lnTo>
                <a:lnTo>
                  <a:pt x="421196" y="19363"/>
                </a:lnTo>
                <a:lnTo>
                  <a:pt x="422656" y="14569"/>
                </a:lnTo>
                <a:lnTo>
                  <a:pt x="428496" y="27192"/>
                </a:lnTo>
                <a:lnTo>
                  <a:pt x="429226" y="19517"/>
                </a:lnTo>
                <a:lnTo>
                  <a:pt x="431416" y="21660"/>
                </a:lnTo>
                <a:lnTo>
                  <a:pt x="432146" y="25995"/>
                </a:lnTo>
                <a:lnTo>
                  <a:pt x="434336" y="25338"/>
                </a:lnTo>
                <a:lnTo>
                  <a:pt x="435796" y="22117"/>
                </a:lnTo>
                <a:lnTo>
                  <a:pt x="437986" y="21049"/>
                </a:lnTo>
                <a:lnTo>
                  <a:pt x="438716" y="28739"/>
                </a:lnTo>
                <a:lnTo>
                  <a:pt x="439446" y="20324"/>
                </a:lnTo>
                <a:lnTo>
                  <a:pt x="441636" y="24393"/>
                </a:lnTo>
                <a:lnTo>
                  <a:pt x="443826" y="19969"/>
                </a:lnTo>
                <a:lnTo>
                  <a:pt x="447476" y="25228"/>
                </a:lnTo>
                <a:lnTo>
                  <a:pt x="450396" y="20374"/>
                </a:lnTo>
                <a:lnTo>
                  <a:pt x="452586" y="20226"/>
                </a:lnTo>
                <a:lnTo>
                  <a:pt x="453316" y="18662"/>
                </a:lnTo>
                <a:lnTo>
                  <a:pt x="454046" y="19779"/>
                </a:lnTo>
                <a:lnTo>
                  <a:pt x="456965" y="25329"/>
                </a:lnTo>
                <a:lnTo>
                  <a:pt x="460615" y="21250"/>
                </a:lnTo>
                <a:lnTo>
                  <a:pt x="461345" y="23434"/>
                </a:lnTo>
                <a:lnTo>
                  <a:pt x="462075" y="19217"/>
                </a:lnTo>
                <a:lnTo>
                  <a:pt x="463535" y="17687"/>
                </a:lnTo>
                <a:lnTo>
                  <a:pt x="464995" y="20004"/>
                </a:lnTo>
                <a:lnTo>
                  <a:pt x="466455" y="22009"/>
                </a:lnTo>
                <a:lnTo>
                  <a:pt x="468645" y="26308"/>
                </a:lnTo>
                <a:lnTo>
                  <a:pt x="470835" y="20060"/>
                </a:lnTo>
                <a:lnTo>
                  <a:pt x="471565" y="21135"/>
                </a:lnTo>
                <a:lnTo>
                  <a:pt x="474485" y="15961"/>
                </a:lnTo>
                <a:lnTo>
                  <a:pt x="479595" y="28625"/>
                </a:lnTo>
                <a:lnTo>
                  <a:pt x="481785" y="18189"/>
                </a:lnTo>
                <a:lnTo>
                  <a:pt x="482515" y="19837"/>
                </a:lnTo>
                <a:lnTo>
                  <a:pt x="485434" y="27004"/>
                </a:lnTo>
                <a:lnTo>
                  <a:pt x="486164" y="18456"/>
                </a:lnTo>
                <a:lnTo>
                  <a:pt x="487624" y="24957"/>
                </a:lnTo>
                <a:lnTo>
                  <a:pt x="488354" y="28309"/>
                </a:lnTo>
                <a:lnTo>
                  <a:pt x="489084" y="20800"/>
                </a:lnTo>
                <a:lnTo>
                  <a:pt x="490544" y="17950"/>
                </a:lnTo>
                <a:lnTo>
                  <a:pt x="492004" y="16634"/>
                </a:lnTo>
                <a:lnTo>
                  <a:pt x="492734" y="25061"/>
                </a:lnTo>
                <a:lnTo>
                  <a:pt x="494194" y="15813"/>
                </a:lnTo>
                <a:lnTo>
                  <a:pt x="495654" y="18546"/>
                </a:lnTo>
                <a:lnTo>
                  <a:pt x="496384" y="19484"/>
                </a:lnTo>
                <a:lnTo>
                  <a:pt x="497844" y="14136"/>
                </a:lnTo>
                <a:lnTo>
                  <a:pt x="498574" y="17184"/>
                </a:lnTo>
                <a:lnTo>
                  <a:pt x="500034" y="16637"/>
                </a:lnTo>
                <a:lnTo>
                  <a:pt x="501494" y="21852"/>
                </a:lnTo>
                <a:lnTo>
                  <a:pt x="502224" y="23190"/>
                </a:lnTo>
                <a:lnTo>
                  <a:pt x="502954" y="14405"/>
                </a:lnTo>
                <a:lnTo>
                  <a:pt x="504414" y="19009"/>
                </a:lnTo>
                <a:lnTo>
                  <a:pt x="508064" y="26061"/>
                </a:lnTo>
                <a:lnTo>
                  <a:pt x="508794" y="23846"/>
                </a:lnTo>
                <a:lnTo>
                  <a:pt x="510984" y="16264"/>
                </a:lnTo>
                <a:lnTo>
                  <a:pt x="513174" y="20242"/>
                </a:lnTo>
                <a:lnTo>
                  <a:pt x="516823" y="28681"/>
                </a:lnTo>
                <a:lnTo>
                  <a:pt x="517553" y="28298"/>
                </a:lnTo>
                <a:lnTo>
                  <a:pt x="518283" y="22575"/>
                </a:lnTo>
                <a:lnTo>
                  <a:pt x="521203" y="40346"/>
                </a:lnTo>
                <a:lnTo>
                  <a:pt x="523393" y="43299"/>
                </a:lnTo>
                <a:lnTo>
                  <a:pt x="524123" y="19241"/>
                </a:lnTo>
                <a:lnTo>
                  <a:pt x="526313" y="42237"/>
                </a:lnTo>
                <a:lnTo>
                  <a:pt x="527043" y="36886"/>
                </a:lnTo>
                <a:lnTo>
                  <a:pt x="527773" y="19207"/>
                </a:lnTo>
                <a:lnTo>
                  <a:pt x="529233" y="38999"/>
                </a:lnTo>
                <a:lnTo>
                  <a:pt x="529963" y="34848"/>
                </a:lnTo>
                <a:lnTo>
                  <a:pt x="532153" y="59313"/>
                </a:lnTo>
                <a:lnTo>
                  <a:pt x="532883" y="51951"/>
                </a:lnTo>
                <a:lnTo>
                  <a:pt x="533613" y="44601"/>
                </a:lnTo>
                <a:lnTo>
                  <a:pt x="535073" y="51540"/>
                </a:lnTo>
                <a:lnTo>
                  <a:pt x="538723" y="67242"/>
                </a:lnTo>
                <a:lnTo>
                  <a:pt x="540183" y="70015"/>
                </a:lnTo>
                <a:lnTo>
                  <a:pt x="540913" y="64421"/>
                </a:lnTo>
                <a:lnTo>
                  <a:pt x="542372" y="72400"/>
                </a:lnTo>
                <a:lnTo>
                  <a:pt x="546022" y="87955"/>
                </a:lnTo>
                <a:lnTo>
                  <a:pt x="546752" y="82812"/>
                </a:lnTo>
                <a:lnTo>
                  <a:pt x="548212" y="88252"/>
                </a:lnTo>
                <a:lnTo>
                  <a:pt x="549672" y="57226"/>
                </a:lnTo>
                <a:lnTo>
                  <a:pt x="550402" y="68674"/>
                </a:lnTo>
                <a:lnTo>
                  <a:pt x="551862" y="99098"/>
                </a:lnTo>
                <a:lnTo>
                  <a:pt x="553322" y="96902"/>
                </a:lnTo>
                <a:lnTo>
                  <a:pt x="554782" y="104137"/>
                </a:lnTo>
                <a:lnTo>
                  <a:pt x="556242" y="114603"/>
                </a:lnTo>
                <a:lnTo>
                  <a:pt x="556972" y="113167"/>
                </a:lnTo>
                <a:lnTo>
                  <a:pt x="558432" y="99698"/>
                </a:lnTo>
                <a:lnTo>
                  <a:pt x="559162" y="102206"/>
                </a:lnTo>
                <a:lnTo>
                  <a:pt x="562812" y="123069"/>
                </a:lnTo>
                <a:lnTo>
                  <a:pt x="565732" y="138287"/>
                </a:lnTo>
                <a:lnTo>
                  <a:pt x="566462" y="137355"/>
                </a:lnTo>
                <a:lnTo>
                  <a:pt x="570112" y="156171"/>
                </a:lnTo>
                <a:lnTo>
                  <a:pt x="570842" y="161442"/>
                </a:lnTo>
                <a:lnTo>
                  <a:pt x="572301" y="153590"/>
                </a:lnTo>
                <a:lnTo>
                  <a:pt x="573031" y="144961"/>
                </a:lnTo>
                <a:lnTo>
                  <a:pt x="573761" y="152597"/>
                </a:lnTo>
                <a:lnTo>
                  <a:pt x="577411" y="196295"/>
                </a:lnTo>
                <a:lnTo>
                  <a:pt x="580331" y="154609"/>
                </a:lnTo>
                <a:lnTo>
                  <a:pt x="581061" y="181765"/>
                </a:lnTo>
                <a:lnTo>
                  <a:pt x="583981" y="198828"/>
                </a:lnTo>
                <a:lnTo>
                  <a:pt x="584711" y="196539"/>
                </a:lnTo>
                <a:lnTo>
                  <a:pt x="589821" y="224257"/>
                </a:lnTo>
                <a:lnTo>
                  <a:pt x="590551" y="225157"/>
                </a:lnTo>
                <a:lnTo>
                  <a:pt x="593471" y="241076"/>
                </a:lnTo>
                <a:lnTo>
                  <a:pt x="594201" y="239517"/>
                </a:lnTo>
                <a:lnTo>
                  <a:pt x="595661" y="226873"/>
                </a:lnTo>
                <a:lnTo>
                  <a:pt x="597121" y="230986"/>
                </a:lnTo>
                <a:lnTo>
                  <a:pt x="602230" y="270647"/>
                </a:lnTo>
                <a:lnTo>
                  <a:pt x="621940" y="339123"/>
                </a:lnTo>
                <a:lnTo>
                  <a:pt x="623400" y="338654"/>
                </a:lnTo>
                <a:lnTo>
                  <a:pt x="625590" y="328512"/>
                </a:lnTo>
                <a:lnTo>
                  <a:pt x="626320" y="333779"/>
                </a:lnTo>
                <a:lnTo>
                  <a:pt x="629239" y="370654"/>
                </a:lnTo>
                <a:lnTo>
                  <a:pt x="631429" y="330421"/>
                </a:lnTo>
                <a:lnTo>
                  <a:pt x="632159" y="335049"/>
                </a:lnTo>
                <a:lnTo>
                  <a:pt x="636539" y="375324"/>
                </a:lnTo>
                <a:lnTo>
                  <a:pt x="637269" y="375938"/>
                </a:lnTo>
                <a:lnTo>
                  <a:pt x="638729" y="372698"/>
                </a:lnTo>
                <a:lnTo>
                  <a:pt x="642379" y="394580"/>
                </a:lnTo>
                <a:lnTo>
                  <a:pt x="644569" y="397445"/>
                </a:lnTo>
                <a:lnTo>
                  <a:pt x="645299" y="380592"/>
                </a:lnTo>
                <a:lnTo>
                  <a:pt x="646759" y="378566"/>
                </a:lnTo>
                <a:lnTo>
                  <a:pt x="648219" y="387315"/>
                </a:lnTo>
                <a:lnTo>
                  <a:pt x="648949" y="378585"/>
                </a:lnTo>
                <a:lnTo>
                  <a:pt x="649679" y="396019"/>
                </a:lnTo>
                <a:lnTo>
                  <a:pt x="650409" y="387949"/>
                </a:lnTo>
                <a:lnTo>
                  <a:pt x="651869" y="405469"/>
                </a:lnTo>
                <a:lnTo>
                  <a:pt x="653329" y="398957"/>
                </a:lnTo>
                <a:lnTo>
                  <a:pt x="654059" y="389392"/>
                </a:lnTo>
                <a:lnTo>
                  <a:pt x="654789" y="399770"/>
                </a:lnTo>
                <a:lnTo>
                  <a:pt x="656249" y="405608"/>
                </a:lnTo>
                <a:lnTo>
                  <a:pt x="658439" y="386973"/>
                </a:lnTo>
                <a:lnTo>
                  <a:pt x="660629" y="426787"/>
                </a:lnTo>
                <a:lnTo>
                  <a:pt x="661359" y="423953"/>
                </a:lnTo>
                <a:lnTo>
                  <a:pt x="662819" y="413796"/>
                </a:lnTo>
                <a:lnTo>
                  <a:pt x="663549" y="417666"/>
                </a:lnTo>
                <a:lnTo>
                  <a:pt x="665009" y="430939"/>
                </a:lnTo>
                <a:lnTo>
                  <a:pt x="665739" y="424727"/>
                </a:lnTo>
                <a:lnTo>
                  <a:pt x="667928" y="411039"/>
                </a:lnTo>
                <a:lnTo>
                  <a:pt x="668658" y="417406"/>
                </a:lnTo>
                <a:lnTo>
                  <a:pt x="670118" y="427478"/>
                </a:lnTo>
                <a:lnTo>
                  <a:pt x="670848" y="424458"/>
                </a:lnTo>
                <a:lnTo>
                  <a:pt x="673038" y="406579"/>
                </a:lnTo>
                <a:lnTo>
                  <a:pt x="674498" y="437708"/>
                </a:lnTo>
                <a:lnTo>
                  <a:pt x="676688" y="430927"/>
                </a:lnTo>
                <a:lnTo>
                  <a:pt x="678148" y="443153"/>
                </a:lnTo>
                <a:lnTo>
                  <a:pt x="679608" y="434403"/>
                </a:lnTo>
                <a:lnTo>
                  <a:pt x="680338" y="419950"/>
                </a:lnTo>
                <a:lnTo>
                  <a:pt x="681068" y="449998"/>
                </a:lnTo>
                <a:lnTo>
                  <a:pt x="681798" y="451418"/>
                </a:lnTo>
                <a:lnTo>
                  <a:pt x="682528" y="450583"/>
                </a:lnTo>
                <a:lnTo>
                  <a:pt x="683258" y="444869"/>
                </a:lnTo>
                <a:lnTo>
                  <a:pt x="683988" y="448291"/>
                </a:lnTo>
                <a:lnTo>
                  <a:pt x="685448" y="462909"/>
                </a:lnTo>
                <a:lnTo>
                  <a:pt x="686908" y="462094"/>
                </a:lnTo>
                <a:lnTo>
                  <a:pt x="689098" y="464874"/>
                </a:lnTo>
                <a:lnTo>
                  <a:pt x="691288" y="472702"/>
                </a:lnTo>
                <a:lnTo>
                  <a:pt x="692018" y="469733"/>
                </a:lnTo>
                <a:lnTo>
                  <a:pt x="692748" y="469280"/>
                </a:lnTo>
                <a:lnTo>
                  <a:pt x="693478" y="474896"/>
                </a:lnTo>
                <a:lnTo>
                  <a:pt x="694208" y="469425"/>
                </a:lnTo>
                <a:lnTo>
                  <a:pt x="694938" y="453593"/>
                </a:lnTo>
                <a:lnTo>
                  <a:pt x="695668" y="479796"/>
                </a:lnTo>
                <a:lnTo>
                  <a:pt x="700777" y="519398"/>
                </a:lnTo>
                <a:lnTo>
                  <a:pt x="710267" y="591780"/>
                </a:lnTo>
                <a:lnTo>
                  <a:pt x="710997" y="586003"/>
                </a:lnTo>
                <a:lnTo>
                  <a:pt x="712457" y="594251"/>
                </a:lnTo>
                <a:lnTo>
                  <a:pt x="719027" y="611228"/>
                </a:lnTo>
                <a:lnTo>
                  <a:pt x="722677" y="595814"/>
                </a:lnTo>
                <a:lnTo>
                  <a:pt x="723407" y="594783"/>
                </a:lnTo>
                <a:lnTo>
                  <a:pt x="725596" y="586545"/>
                </a:lnTo>
                <a:lnTo>
                  <a:pt x="726326" y="590442"/>
                </a:lnTo>
                <a:lnTo>
                  <a:pt x="728516" y="581391"/>
                </a:lnTo>
                <a:lnTo>
                  <a:pt x="732166" y="559163"/>
                </a:lnTo>
                <a:lnTo>
                  <a:pt x="738006" y="515554"/>
                </a:lnTo>
                <a:lnTo>
                  <a:pt x="741656" y="487837"/>
                </a:lnTo>
                <a:lnTo>
                  <a:pt x="742386" y="489987"/>
                </a:lnTo>
                <a:lnTo>
                  <a:pt x="746036" y="472813"/>
                </a:lnTo>
                <a:lnTo>
                  <a:pt x="748226" y="473361"/>
                </a:lnTo>
                <a:lnTo>
                  <a:pt x="753336" y="449259"/>
                </a:lnTo>
                <a:lnTo>
                  <a:pt x="754066" y="448878"/>
                </a:lnTo>
                <a:lnTo>
                  <a:pt x="759905" y="411646"/>
                </a:lnTo>
                <a:lnTo>
                  <a:pt x="760635" y="417602"/>
                </a:lnTo>
                <a:lnTo>
                  <a:pt x="762095" y="413630"/>
                </a:lnTo>
                <a:lnTo>
                  <a:pt x="763555" y="406429"/>
                </a:lnTo>
                <a:lnTo>
                  <a:pt x="765745" y="408434"/>
                </a:lnTo>
                <a:lnTo>
                  <a:pt x="769395" y="400129"/>
                </a:lnTo>
                <a:lnTo>
                  <a:pt x="770855" y="402771"/>
                </a:lnTo>
                <a:lnTo>
                  <a:pt x="773775" y="408423"/>
                </a:lnTo>
                <a:lnTo>
                  <a:pt x="774505" y="399430"/>
                </a:lnTo>
                <a:lnTo>
                  <a:pt x="775965" y="406742"/>
                </a:lnTo>
                <a:lnTo>
                  <a:pt x="776695" y="409331"/>
                </a:lnTo>
                <a:lnTo>
                  <a:pt x="777425" y="407170"/>
                </a:lnTo>
                <a:lnTo>
                  <a:pt x="778155" y="396262"/>
                </a:lnTo>
                <a:lnTo>
                  <a:pt x="779615" y="407190"/>
                </a:lnTo>
                <a:lnTo>
                  <a:pt x="780345" y="406533"/>
                </a:lnTo>
                <a:lnTo>
                  <a:pt x="781075" y="401343"/>
                </a:lnTo>
                <a:lnTo>
                  <a:pt x="782535" y="401867"/>
                </a:lnTo>
                <a:lnTo>
                  <a:pt x="785454" y="415847"/>
                </a:lnTo>
                <a:lnTo>
                  <a:pt x="786184" y="406959"/>
                </a:lnTo>
                <a:lnTo>
                  <a:pt x="787644" y="402782"/>
                </a:lnTo>
                <a:lnTo>
                  <a:pt x="788374" y="408859"/>
                </a:lnTo>
                <a:lnTo>
                  <a:pt x="789834" y="410514"/>
                </a:lnTo>
                <a:lnTo>
                  <a:pt x="790564" y="408768"/>
                </a:lnTo>
                <a:lnTo>
                  <a:pt x="792754" y="406292"/>
                </a:lnTo>
                <a:lnTo>
                  <a:pt x="792024" y="410245"/>
                </a:lnTo>
                <a:lnTo>
                  <a:pt x="793484" y="407661"/>
                </a:lnTo>
                <a:lnTo>
                  <a:pt x="794944" y="405668"/>
                </a:lnTo>
                <a:lnTo>
                  <a:pt x="795674" y="407682"/>
                </a:lnTo>
                <a:lnTo>
                  <a:pt x="797134" y="409593"/>
                </a:lnTo>
                <a:lnTo>
                  <a:pt x="797864" y="407011"/>
                </a:lnTo>
                <a:lnTo>
                  <a:pt x="801514" y="398247"/>
                </a:lnTo>
                <a:lnTo>
                  <a:pt x="802244" y="404964"/>
                </a:lnTo>
                <a:lnTo>
                  <a:pt x="803704" y="396365"/>
                </a:lnTo>
                <a:lnTo>
                  <a:pt x="804434" y="387251"/>
                </a:lnTo>
                <a:lnTo>
                  <a:pt x="805894" y="392324"/>
                </a:lnTo>
                <a:lnTo>
                  <a:pt x="806624" y="394215"/>
                </a:lnTo>
                <a:lnTo>
                  <a:pt x="811734" y="368527"/>
                </a:lnTo>
                <a:lnTo>
                  <a:pt x="812463" y="369562"/>
                </a:lnTo>
                <a:lnTo>
                  <a:pt x="813193" y="378417"/>
                </a:lnTo>
                <a:lnTo>
                  <a:pt x="814653" y="364656"/>
                </a:lnTo>
                <a:lnTo>
                  <a:pt x="819033" y="331848"/>
                </a:lnTo>
                <a:lnTo>
                  <a:pt x="820493" y="337273"/>
                </a:lnTo>
                <a:lnTo>
                  <a:pt x="821953" y="332936"/>
                </a:lnTo>
                <a:lnTo>
                  <a:pt x="827793" y="303586"/>
                </a:lnTo>
                <a:lnTo>
                  <a:pt x="842392" y="236872"/>
                </a:lnTo>
                <a:lnTo>
                  <a:pt x="843122" y="239888"/>
                </a:lnTo>
                <a:lnTo>
                  <a:pt x="843852" y="232761"/>
                </a:lnTo>
                <a:lnTo>
                  <a:pt x="846042" y="229468"/>
                </a:lnTo>
                <a:lnTo>
                  <a:pt x="875242" y="159106"/>
                </a:lnTo>
                <a:lnTo>
                  <a:pt x="875972" y="159677"/>
                </a:lnTo>
                <a:lnTo>
                  <a:pt x="877432" y="157638"/>
                </a:lnTo>
                <a:lnTo>
                  <a:pt x="879622" y="152975"/>
                </a:lnTo>
                <a:lnTo>
                  <a:pt x="878892" y="158696"/>
                </a:lnTo>
                <a:lnTo>
                  <a:pt x="881081" y="154428"/>
                </a:lnTo>
                <a:lnTo>
                  <a:pt x="882541" y="155113"/>
                </a:lnTo>
                <a:lnTo>
                  <a:pt x="885461" y="148985"/>
                </a:lnTo>
                <a:lnTo>
                  <a:pt x="886921" y="155382"/>
                </a:lnTo>
                <a:lnTo>
                  <a:pt x="887651" y="148864"/>
                </a:lnTo>
                <a:lnTo>
                  <a:pt x="888381" y="144072"/>
                </a:lnTo>
                <a:lnTo>
                  <a:pt x="889111" y="151218"/>
                </a:lnTo>
                <a:lnTo>
                  <a:pt x="891301" y="161436"/>
                </a:lnTo>
                <a:lnTo>
                  <a:pt x="892031" y="158854"/>
                </a:lnTo>
                <a:lnTo>
                  <a:pt x="896411" y="146135"/>
                </a:lnTo>
                <a:lnTo>
                  <a:pt x="897141" y="146360"/>
                </a:lnTo>
                <a:lnTo>
                  <a:pt x="900791" y="147773"/>
                </a:lnTo>
                <a:lnTo>
                  <a:pt x="902251" y="155829"/>
                </a:lnTo>
                <a:lnTo>
                  <a:pt x="905171" y="152800"/>
                </a:lnTo>
                <a:lnTo>
                  <a:pt x="906631" y="154772"/>
                </a:lnTo>
                <a:lnTo>
                  <a:pt x="908091" y="152733"/>
                </a:lnTo>
                <a:lnTo>
                  <a:pt x="908821" y="149548"/>
                </a:lnTo>
                <a:lnTo>
                  <a:pt x="910280" y="150996"/>
                </a:lnTo>
                <a:lnTo>
                  <a:pt x="913200" y="155321"/>
                </a:lnTo>
                <a:lnTo>
                  <a:pt x="913930" y="154576"/>
                </a:lnTo>
                <a:lnTo>
                  <a:pt x="915390" y="154583"/>
                </a:lnTo>
                <a:lnTo>
                  <a:pt x="916120" y="155710"/>
                </a:lnTo>
                <a:lnTo>
                  <a:pt x="922690" y="158858"/>
                </a:lnTo>
                <a:lnTo>
                  <a:pt x="923420" y="157654"/>
                </a:lnTo>
                <a:lnTo>
                  <a:pt x="924150" y="158993"/>
                </a:lnTo>
                <a:lnTo>
                  <a:pt x="927070" y="169542"/>
                </a:lnTo>
                <a:lnTo>
                  <a:pt x="932180" y="193145"/>
                </a:lnTo>
                <a:lnTo>
                  <a:pt x="940939" y="233139"/>
                </a:lnTo>
                <a:lnTo>
                  <a:pt x="954079" y="325612"/>
                </a:lnTo>
                <a:lnTo>
                  <a:pt x="954809" y="325947"/>
                </a:lnTo>
                <a:lnTo>
                  <a:pt x="964299" y="411713"/>
                </a:lnTo>
                <a:lnTo>
                  <a:pt x="966489" y="426063"/>
                </a:lnTo>
                <a:lnTo>
                  <a:pt x="968678" y="436988"/>
                </a:lnTo>
                <a:lnTo>
                  <a:pt x="969408" y="434193"/>
                </a:lnTo>
                <a:lnTo>
                  <a:pt x="978898" y="454017"/>
                </a:lnTo>
                <a:lnTo>
                  <a:pt x="990578" y="451333"/>
                </a:lnTo>
                <a:lnTo>
                  <a:pt x="993498" y="434692"/>
                </a:lnTo>
                <a:lnTo>
                  <a:pt x="994958" y="435542"/>
                </a:lnTo>
                <a:lnTo>
                  <a:pt x="1001527" y="434002"/>
                </a:lnTo>
                <a:lnTo>
                  <a:pt x="1005907" y="448049"/>
                </a:lnTo>
                <a:lnTo>
                  <a:pt x="1006637" y="445754"/>
                </a:lnTo>
                <a:lnTo>
                  <a:pt x="1007367" y="448652"/>
                </a:lnTo>
                <a:lnTo>
                  <a:pt x="1018317" y="479650"/>
                </a:lnTo>
                <a:lnTo>
                  <a:pt x="1019047" y="479620"/>
                </a:lnTo>
                <a:lnTo>
                  <a:pt x="1024157" y="496902"/>
                </a:lnTo>
                <a:lnTo>
                  <a:pt x="1030726" y="512659"/>
                </a:lnTo>
                <a:lnTo>
                  <a:pt x="1031456" y="509956"/>
                </a:lnTo>
                <a:lnTo>
                  <a:pt x="1039486" y="517701"/>
                </a:lnTo>
                <a:lnTo>
                  <a:pt x="1042406" y="517672"/>
                </a:lnTo>
                <a:lnTo>
                  <a:pt x="1046786" y="515884"/>
                </a:lnTo>
                <a:lnTo>
                  <a:pt x="1051166" y="515048"/>
                </a:lnTo>
                <a:lnTo>
                  <a:pt x="1059195" y="508196"/>
                </a:lnTo>
                <a:lnTo>
                  <a:pt x="1063575" y="491070"/>
                </a:lnTo>
                <a:lnTo>
                  <a:pt x="1064305" y="490762"/>
                </a:lnTo>
                <a:lnTo>
                  <a:pt x="1067955" y="476516"/>
                </a:lnTo>
                <a:lnTo>
                  <a:pt x="1070145" y="484244"/>
                </a:lnTo>
                <a:lnTo>
                  <a:pt x="1070875" y="481332"/>
                </a:lnTo>
                <a:lnTo>
                  <a:pt x="1078175" y="449036"/>
                </a:lnTo>
                <a:lnTo>
                  <a:pt x="1078905" y="452676"/>
                </a:lnTo>
                <a:lnTo>
                  <a:pt x="1079635" y="450341"/>
                </a:lnTo>
                <a:lnTo>
                  <a:pt x="1083284" y="424983"/>
                </a:lnTo>
                <a:lnTo>
                  <a:pt x="1084744" y="426461"/>
                </a:lnTo>
                <a:lnTo>
                  <a:pt x="1085474" y="425350"/>
                </a:lnTo>
                <a:lnTo>
                  <a:pt x="1090584" y="392102"/>
                </a:lnTo>
                <a:lnTo>
                  <a:pt x="1092045" y="397198"/>
                </a:lnTo>
                <a:lnTo>
                  <a:pt x="1092774" y="392472"/>
                </a:lnTo>
                <a:lnTo>
                  <a:pt x="1100074" y="365199"/>
                </a:lnTo>
                <a:lnTo>
                  <a:pt x="1100804" y="369017"/>
                </a:lnTo>
                <a:lnTo>
                  <a:pt x="1101534" y="359378"/>
                </a:lnTo>
                <a:lnTo>
                  <a:pt x="1102264" y="359559"/>
                </a:lnTo>
                <a:lnTo>
                  <a:pt x="1111754" y="327459"/>
                </a:lnTo>
                <a:lnTo>
                  <a:pt x="1112484" y="327995"/>
                </a:lnTo>
                <a:lnTo>
                  <a:pt x="1115404" y="317640"/>
                </a:lnTo>
                <a:lnTo>
                  <a:pt x="1116134" y="317808"/>
                </a:lnTo>
                <a:lnTo>
                  <a:pt x="1117594" y="314290"/>
                </a:lnTo>
                <a:lnTo>
                  <a:pt x="1122703" y="297768"/>
                </a:lnTo>
                <a:lnTo>
                  <a:pt x="1123433" y="298823"/>
                </a:lnTo>
                <a:lnTo>
                  <a:pt x="1124163" y="302946"/>
                </a:lnTo>
                <a:lnTo>
                  <a:pt x="1124893" y="292018"/>
                </a:lnTo>
                <a:lnTo>
                  <a:pt x="1137303" y="269079"/>
                </a:lnTo>
                <a:lnTo>
                  <a:pt x="1138033" y="272543"/>
                </a:lnTo>
                <a:lnTo>
                  <a:pt x="1138763" y="272206"/>
                </a:lnTo>
                <a:lnTo>
                  <a:pt x="1140223" y="263345"/>
                </a:lnTo>
                <a:lnTo>
                  <a:pt x="1140953" y="269524"/>
                </a:lnTo>
                <a:lnTo>
                  <a:pt x="1143873" y="274403"/>
                </a:lnTo>
                <a:lnTo>
                  <a:pt x="1145333" y="271564"/>
                </a:lnTo>
                <a:lnTo>
                  <a:pt x="1146063" y="276891"/>
                </a:lnTo>
                <a:lnTo>
                  <a:pt x="1146793" y="267608"/>
                </a:lnTo>
                <a:lnTo>
                  <a:pt x="1147523" y="263037"/>
                </a:lnTo>
                <a:lnTo>
                  <a:pt x="1148983" y="267556"/>
                </a:lnTo>
                <a:lnTo>
                  <a:pt x="1149713" y="267092"/>
                </a:lnTo>
                <a:lnTo>
                  <a:pt x="1151902" y="260232"/>
                </a:lnTo>
                <a:lnTo>
                  <a:pt x="1152632" y="264856"/>
                </a:lnTo>
                <a:lnTo>
                  <a:pt x="1155552" y="259797"/>
                </a:lnTo>
                <a:lnTo>
                  <a:pt x="1158472" y="261765"/>
                </a:lnTo>
                <a:lnTo>
                  <a:pt x="1161392" y="256000"/>
                </a:lnTo>
                <a:lnTo>
                  <a:pt x="1163582" y="267368"/>
                </a:lnTo>
                <a:lnTo>
                  <a:pt x="1165042" y="266316"/>
                </a:lnTo>
                <a:lnTo>
                  <a:pt x="1166502" y="262252"/>
                </a:lnTo>
                <a:lnTo>
                  <a:pt x="1167232" y="263886"/>
                </a:lnTo>
                <a:lnTo>
                  <a:pt x="1170152" y="268669"/>
                </a:lnTo>
                <a:lnTo>
                  <a:pt x="1170882" y="268493"/>
                </a:lnTo>
                <a:lnTo>
                  <a:pt x="1171612" y="261614"/>
                </a:lnTo>
                <a:lnTo>
                  <a:pt x="1172342" y="265453"/>
                </a:lnTo>
                <a:lnTo>
                  <a:pt x="1173072" y="275270"/>
                </a:lnTo>
                <a:lnTo>
                  <a:pt x="1174532" y="264148"/>
                </a:lnTo>
                <a:lnTo>
                  <a:pt x="1175262" y="261197"/>
                </a:lnTo>
                <a:lnTo>
                  <a:pt x="1176722" y="273458"/>
                </a:lnTo>
                <a:lnTo>
                  <a:pt x="1178182" y="265106"/>
                </a:lnTo>
                <a:lnTo>
                  <a:pt x="1178911" y="270605"/>
                </a:lnTo>
                <a:lnTo>
                  <a:pt x="1181101" y="269246"/>
                </a:lnTo>
                <a:lnTo>
                  <a:pt x="1184021" y="275090"/>
                </a:lnTo>
                <a:lnTo>
                  <a:pt x="1185481" y="267094"/>
                </a:lnTo>
                <a:lnTo>
                  <a:pt x="1186211" y="274478"/>
                </a:lnTo>
                <a:lnTo>
                  <a:pt x="1186941" y="278007"/>
                </a:lnTo>
                <a:lnTo>
                  <a:pt x="1187671" y="272278"/>
                </a:lnTo>
                <a:lnTo>
                  <a:pt x="1189131" y="270528"/>
                </a:lnTo>
                <a:lnTo>
                  <a:pt x="1189861" y="273756"/>
                </a:lnTo>
                <a:lnTo>
                  <a:pt x="1190591" y="276460"/>
                </a:lnTo>
                <a:lnTo>
                  <a:pt x="1192051" y="273964"/>
                </a:lnTo>
                <a:lnTo>
                  <a:pt x="1193511" y="276131"/>
                </a:lnTo>
                <a:lnTo>
                  <a:pt x="1195701" y="268079"/>
                </a:lnTo>
                <a:lnTo>
                  <a:pt x="1197161" y="277699"/>
                </a:lnTo>
                <a:lnTo>
                  <a:pt x="1198621" y="272864"/>
                </a:lnTo>
                <a:lnTo>
                  <a:pt x="1202271" y="276810"/>
                </a:lnTo>
                <a:lnTo>
                  <a:pt x="1203731" y="268310"/>
                </a:lnTo>
                <a:lnTo>
                  <a:pt x="1205191" y="272971"/>
                </a:lnTo>
                <a:lnTo>
                  <a:pt x="1205921" y="272042"/>
                </a:lnTo>
                <a:lnTo>
                  <a:pt x="1206651" y="276917"/>
                </a:lnTo>
                <a:lnTo>
                  <a:pt x="1208110" y="270488"/>
                </a:lnTo>
                <a:lnTo>
                  <a:pt x="1208840" y="264871"/>
                </a:lnTo>
                <a:lnTo>
                  <a:pt x="1210300" y="272109"/>
                </a:lnTo>
                <a:lnTo>
                  <a:pt x="1211760" y="265708"/>
                </a:lnTo>
                <a:lnTo>
                  <a:pt x="1214680" y="266836"/>
                </a:lnTo>
                <a:lnTo>
                  <a:pt x="1217600" y="266342"/>
                </a:lnTo>
                <a:lnTo>
                  <a:pt x="1219790" y="267898"/>
                </a:lnTo>
                <a:lnTo>
                  <a:pt x="1220520" y="261141"/>
                </a:lnTo>
                <a:lnTo>
                  <a:pt x="1222710" y="259940"/>
                </a:lnTo>
                <a:lnTo>
                  <a:pt x="1224170" y="258018"/>
                </a:lnTo>
                <a:lnTo>
                  <a:pt x="1224900" y="261371"/>
                </a:lnTo>
                <a:lnTo>
                  <a:pt x="1225630" y="266558"/>
                </a:lnTo>
                <a:lnTo>
                  <a:pt x="1226360" y="258899"/>
                </a:lnTo>
                <a:lnTo>
                  <a:pt x="1227090" y="247191"/>
                </a:lnTo>
                <a:lnTo>
                  <a:pt x="1228550" y="256553"/>
                </a:lnTo>
                <a:lnTo>
                  <a:pt x="1237309" y="243604"/>
                </a:lnTo>
                <a:lnTo>
                  <a:pt x="1238769" y="250146"/>
                </a:lnTo>
                <a:lnTo>
                  <a:pt x="1239499" y="240661"/>
                </a:lnTo>
                <a:lnTo>
                  <a:pt x="1241689" y="238040"/>
                </a:lnTo>
                <a:lnTo>
                  <a:pt x="1243149" y="241021"/>
                </a:lnTo>
                <a:lnTo>
                  <a:pt x="1246069" y="243601"/>
                </a:lnTo>
                <a:lnTo>
                  <a:pt x="1247529" y="236757"/>
                </a:lnTo>
                <a:lnTo>
                  <a:pt x="1248989" y="240881"/>
                </a:lnTo>
                <a:lnTo>
                  <a:pt x="1250449" y="242377"/>
                </a:lnTo>
                <a:lnTo>
                  <a:pt x="1251179" y="239776"/>
                </a:lnTo>
                <a:lnTo>
                  <a:pt x="1253369" y="238118"/>
                </a:lnTo>
                <a:lnTo>
                  <a:pt x="1254829" y="241393"/>
                </a:lnTo>
                <a:lnTo>
                  <a:pt x="1256289" y="240233"/>
                </a:lnTo>
                <a:lnTo>
                  <a:pt x="1258479" y="236335"/>
                </a:lnTo>
                <a:lnTo>
                  <a:pt x="1259209" y="239337"/>
                </a:lnTo>
                <a:lnTo>
                  <a:pt x="1260669" y="232825"/>
                </a:lnTo>
                <a:lnTo>
                  <a:pt x="1261399" y="239100"/>
                </a:lnTo>
                <a:lnTo>
                  <a:pt x="1269428" y="235706"/>
                </a:lnTo>
                <a:lnTo>
                  <a:pt x="1270158" y="239053"/>
                </a:lnTo>
                <a:lnTo>
                  <a:pt x="1270888" y="240247"/>
                </a:lnTo>
                <a:lnTo>
                  <a:pt x="1271618" y="236652"/>
                </a:lnTo>
                <a:lnTo>
                  <a:pt x="1273078" y="233446"/>
                </a:lnTo>
                <a:lnTo>
                  <a:pt x="1274538" y="234848"/>
                </a:lnTo>
                <a:lnTo>
                  <a:pt x="1275998" y="239106"/>
                </a:lnTo>
                <a:lnTo>
                  <a:pt x="1276728" y="235160"/>
                </a:lnTo>
                <a:lnTo>
                  <a:pt x="1277458" y="235092"/>
                </a:lnTo>
                <a:lnTo>
                  <a:pt x="1278188" y="238379"/>
                </a:lnTo>
                <a:lnTo>
                  <a:pt x="1278918" y="233956"/>
                </a:lnTo>
                <a:lnTo>
                  <a:pt x="1279648" y="230997"/>
                </a:lnTo>
                <a:lnTo>
                  <a:pt x="1281108" y="234854"/>
                </a:lnTo>
                <a:lnTo>
                  <a:pt x="1284758" y="238150"/>
                </a:lnTo>
                <a:lnTo>
                  <a:pt x="1285488" y="233419"/>
                </a:lnTo>
                <a:lnTo>
                  <a:pt x="1286948" y="239501"/>
                </a:lnTo>
                <a:lnTo>
                  <a:pt x="1287678" y="234032"/>
                </a:lnTo>
                <a:lnTo>
                  <a:pt x="1292788" y="244959"/>
                </a:lnTo>
                <a:lnTo>
                  <a:pt x="1295707" y="235221"/>
                </a:lnTo>
                <a:lnTo>
                  <a:pt x="1296437" y="235594"/>
                </a:lnTo>
                <a:lnTo>
                  <a:pt x="1297167" y="236333"/>
                </a:lnTo>
                <a:lnTo>
                  <a:pt x="1299357" y="243910"/>
                </a:lnTo>
                <a:lnTo>
                  <a:pt x="1300088" y="239558"/>
                </a:lnTo>
                <a:lnTo>
                  <a:pt x="1300817" y="238930"/>
                </a:lnTo>
                <a:lnTo>
                  <a:pt x="1301547" y="241467"/>
                </a:lnTo>
                <a:lnTo>
                  <a:pt x="1302277" y="234075"/>
                </a:lnTo>
                <a:lnTo>
                  <a:pt x="1303738" y="235978"/>
                </a:lnTo>
                <a:lnTo>
                  <a:pt x="1305197" y="246436"/>
                </a:lnTo>
                <a:lnTo>
                  <a:pt x="1307387" y="241032"/>
                </a:lnTo>
                <a:lnTo>
                  <a:pt x="1308117" y="237893"/>
                </a:lnTo>
                <a:lnTo>
                  <a:pt x="1308847" y="248073"/>
                </a:lnTo>
                <a:lnTo>
                  <a:pt x="1310307" y="241897"/>
                </a:lnTo>
                <a:lnTo>
                  <a:pt x="1311037" y="240398"/>
                </a:lnTo>
                <a:lnTo>
                  <a:pt x="1311767" y="244621"/>
                </a:lnTo>
                <a:lnTo>
                  <a:pt x="1312497" y="248105"/>
                </a:lnTo>
                <a:lnTo>
                  <a:pt x="1313957" y="244776"/>
                </a:lnTo>
                <a:lnTo>
                  <a:pt x="1316147" y="237341"/>
                </a:lnTo>
                <a:lnTo>
                  <a:pt x="1316877" y="241176"/>
                </a:lnTo>
                <a:lnTo>
                  <a:pt x="1318337" y="255779"/>
                </a:lnTo>
                <a:lnTo>
                  <a:pt x="1319067" y="234074"/>
                </a:lnTo>
                <a:lnTo>
                  <a:pt x="1320527" y="249987"/>
                </a:lnTo>
                <a:lnTo>
                  <a:pt x="1321257" y="248884"/>
                </a:lnTo>
                <a:lnTo>
                  <a:pt x="1321987" y="242856"/>
                </a:lnTo>
                <a:lnTo>
                  <a:pt x="1323447" y="251562"/>
                </a:lnTo>
                <a:lnTo>
                  <a:pt x="1324177" y="257762"/>
                </a:lnTo>
                <a:lnTo>
                  <a:pt x="1325637" y="252414"/>
                </a:lnTo>
                <a:lnTo>
                  <a:pt x="1327827" y="246823"/>
                </a:lnTo>
                <a:lnTo>
                  <a:pt x="1328557" y="249873"/>
                </a:lnTo>
                <a:lnTo>
                  <a:pt x="1330747" y="256927"/>
                </a:lnTo>
                <a:lnTo>
                  <a:pt x="1331477" y="254254"/>
                </a:lnTo>
                <a:lnTo>
                  <a:pt x="1333666" y="251599"/>
                </a:lnTo>
                <a:lnTo>
                  <a:pt x="1335126" y="261721"/>
                </a:lnTo>
                <a:lnTo>
                  <a:pt x="1336586" y="258404"/>
                </a:lnTo>
                <a:lnTo>
                  <a:pt x="1337316" y="254850"/>
                </a:lnTo>
                <a:lnTo>
                  <a:pt x="1339506" y="256106"/>
                </a:lnTo>
                <a:lnTo>
                  <a:pt x="1340966" y="266155"/>
                </a:lnTo>
                <a:lnTo>
                  <a:pt x="1341696" y="263052"/>
                </a:lnTo>
                <a:lnTo>
                  <a:pt x="1342426" y="257527"/>
                </a:lnTo>
                <a:lnTo>
                  <a:pt x="1343886" y="263252"/>
                </a:lnTo>
                <a:lnTo>
                  <a:pt x="1346076" y="259978"/>
                </a:lnTo>
                <a:lnTo>
                  <a:pt x="1346806" y="261711"/>
                </a:lnTo>
                <a:lnTo>
                  <a:pt x="1350456" y="269562"/>
                </a:lnTo>
                <a:lnTo>
                  <a:pt x="1352646" y="262782"/>
                </a:lnTo>
                <a:lnTo>
                  <a:pt x="1353376" y="266639"/>
                </a:lnTo>
                <a:lnTo>
                  <a:pt x="1354106" y="271813"/>
                </a:lnTo>
                <a:lnTo>
                  <a:pt x="1355566" y="265462"/>
                </a:lnTo>
                <a:lnTo>
                  <a:pt x="1356296" y="269695"/>
                </a:lnTo>
                <a:lnTo>
                  <a:pt x="1357026" y="270732"/>
                </a:lnTo>
                <a:lnTo>
                  <a:pt x="1357756" y="267890"/>
                </a:lnTo>
                <a:lnTo>
                  <a:pt x="1358486" y="265565"/>
                </a:lnTo>
                <a:lnTo>
                  <a:pt x="1359216" y="267458"/>
                </a:lnTo>
                <a:lnTo>
                  <a:pt x="1360676" y="273362"/>
                </a:lnTo>
                <a:lnTo>
                  <a:pt x="1361406" y="270671"/>
                </a:lnTo>
                <a:lnTo>
                  <a:pt x="1362136" y="266208"/>
                </a:lnTo>
                <a:lnTo>
                  <a:pt x="1363595" y="270406"/>
                </a:lnTo>
                <a:lnTo>
                  <a:pt x="1365785" y="268689"/>
                </a:lnTo>
                <a:lnTo>
                  <a:pt x="1366515" y="276717"/>
                </a:lnTo>
                <a:lnTo>
                  <a:pt x="1368705" y="274400"/>
                </a:lnTo>
                <a:lnTo>
                  <a:pt x="1369435" y="275541"/>
                </a:lnTo>
                <a:lnTo>
                  <a:pt x="1370165" y="271740"/>
                </a:lnTo>
                <a:lnTo>
                  <a:pt x="1371625" y="272273"/>
                </a:lnTo>
                <a:lnTo>
                  <a:pt x="1373815" y="279914"/>
                </a:lnTo>
                <a:lnTo>
                  <a:pt x="1374545" y="275832"/>
                </a:lnTo>
                <a:lnTo>
                  <a:pt x="1375275" y="272518"/>
                </a:lnTo>
                <a:lnTo>
                  <a:pt x="1377465" y="273583"/>
                </a:lnTo>
                <a:lnTo>
                  <a:pt x="1378925" y="283539"/>
                </a:lnTo>
                <a:lnTo>
                  <a:pt x="1381115" y="279696"/>
                </a:lnTo>
                <a:lnTo>
                  <a:pt x="1381845" y="279288"/>
                </a:lnTo>
                <a:lnTo>
                  <a:pt x="1383305" y="272396"/>
                </a:lnTo>
                <a:lnTo>
                  <a:pt x="1384035" y="280571"/>
                </a:lnTo>
                <a:lnTo>
                  <a:pt x="1384765" y="284688"/>
                </a:lnTo>
                <a:lnTo>
                  <a:pt x="1386225" y="278787"/>
                </a:lnTo>
                <a:lnTo>
                  <a:pt x="1389875" y="272543"/>
                </a:lnTo>
                <a:lnTo>
                  <a:pt x="1390605" y="286368"/>
                </a:lnTo>
                <a:lnTo>
                  <a:pt x="1392064" y="277939"/>
                </a:lnTo>
                <a:lnTo>
                  <a:pt x="1395714" y="268054"/>
                </a:lnTo>
                <a:lnTo>
                  <a:pt x="1397174" y="281768"/>
                </a:lnTo>
                <a:lnTo>
                  <a:pt x="1397904" y="272970"/>
                </a:lnTo>
                <a:lnTo>
                  <a:pt x="1400824" y="267299"/>
                </a:lnTo>
                <a:lnTo>
                  <a:pt x="1401554" y="268595"/>
                </a:lnTo>
                <a:lnTo>
                  <a:pt x="1403744" y="274158"/>
                </a:lnTo>
                <a:lnTo>
                  <a:pt x="1404474" y="273596"/>
                </a:lnTo>
                <a:lnTo>
                  <a:pt x="1407394" y="260126"/>
                </a:lnTo>
                <a:lnTo>
                  <a:pt x="1408124" y="263262"/>
                </a:lnTo>
                <a:lnTo>
                  <a:pt x="1409584" y="282503"/>
                </a:lnTo>
                <a:lnTo>
                  <a:pt x="1410314" y="275886"/>
                </a:lnTo>
                <a:lnTo>
                  <a:pt x="1413234" y="260339"/>
                </a:lnTo>
                <a:lnTo>
                  <a:pt x="1416884" y="260341"/>
                </a:lnTo>
                <a:lnTo>
                  <a:pt x="1419074" y="251083"/>
                </a:lnTo>
                <a:lnTo>
                  <a:pt x="1419804" y="258444"/>
                </a:lnTo>
                <a:lnTo>
                  <a:pt x="1421263" y="250573"/>
                </a:lnTo>
                <a:lnTo>
                  <a:pt x="1422723" y="253142"/>
                </a:lnTo>
                <a:lnTo>
                  <a:pt x="1427103" y="236147"/>
                </a:lnTo>
                <a:lnTo>
                  <a:pt x="1428563" y="234776"/>
                </a:lnTo>
                <a:lnTo>
                  <a:pt x="1429293" y="236309"/>
                </a:lnTo>
                <a:lnTo>
                  <a:pt x="1430023" y="238551"/>
                </a:lnTo>
                <a:lnTo>
                  <a:pt x="1430753" y="233050"/>
                </a:lnTo>
                <a:lnTo>
                  <a:pt x="1432943" y="230173"/>
                </a:lnTo>
                <a:lnTo>
                  <a:pt x="1435863" y="219012"/>
                </a:lnTo>
                <a:lnTo>
                  <a:pt x="1436593" y="218461"/>
                </a:lnTo>
                <a:lnTo>
                  <a:pt x="1437323" y="221358"/>
                </a:lnTo>
                <a:lnTo>
                  <a:pt x="1438053" y="216832"/>
                </a:lnTo>
                <a:lnTo>
                  <a:pt x="1439513" y="214227"/>
                </a:lnTo>
                <a:lnTo>
                  <a:pt x="1440243" y="218290"/>
                </a:lnTo>
                <a:lnTo>
                  <a:pt x="1441703" y="211657"/>
                </a:lnTo>
                <a:lnTo>
                  <a:pt x="1445353" y="199690"/>
                </a:lnTo>
                <a:lnTo>
                  <a:pt x="1446083" y="200648"/>
                </a:lnTo>
                <a:lnTo>
                  <a:pt x="1446813" y="206697"/>
                </a:lnTo>
                <a:lnTo>
                  <a:pt x="1448273" y="200632"/>
                </a:lnTo>
                <a:lnTo>
                  <a:pt x="1450462" y="193540"/>
                </a:lnTo>
                <a:lnTo>
                  <a:pt x="1451192" y="194380"/>
                </a:lnTo>
                <a:lnTo>
                  <a:pt x="1451922" y="199760"/>
                </a:lnTo>
                <a:lnTo>
                  <a:pt x="1453382" y="193592"/>
                </a:lnTo>
                <a:lnTo>
                  <a:pt x="1457032" y="183953"/>
                </a:lnTo>
                <a:lnTo>
                  <a:pt x="1457762" y="190519"/>
                </a:lnTo>
                <a:lnTo>
                  <a:pt x="1459222" y="184754"/>
                </a:lnTo>
                <a:lnTo>
                  <a:pt x="1464332" y="188301"/>
                </a:lnTo>
                <a:lnTo>
                  <a:pt x="1465062" y="185706"/>
                </a:lnTo>
                <a:lnTo>
                  <a:pt x="1468712" y="177697"/>
                </a:lnTo>
                <a:lnTo>
                  <a:pt x="1469442" y="179959"/>
                </a:lnTo>
                <a:lnTo>
                  <a:pt x="1470172" y="176894"/>
                </a:lnTo>
                <a:lnTo>
                  <a:pt x="1476012" y="164737"/>
                </a:lnTo>
                <a:lnTo>
                  <a:pt x="1476742" y="167293"/>
                </a:lnTo>
                <a:lnTo>
                  <a:pt x="1478931" y="164360"/>
                </a:lnTo>
                <a:lnTo>
                  <a:pt x="1484041" y="152172"/>
                </a:lnTo>
                <a:lnTo>
                  <a:pt x="1484771" y="153174"/>
                </a:lnTo>
                <a:lnTo>
                  <a:pt x="1485501" y="156100"/>
                </a:lnTo>
                <a:lnTo>
                  <a:pt x="1486231" y="152000"/>
                </a:lnTo>
                <a:lnTo>
                  <a:pt x="1488421" y="145025"/>
                </a:lnTo>
                <a:lnTo>
                  <a:pt x="1489881" y="146850"/>
                </a:lnTo>
                <a:lnTo>
                  <a:pt x="1490611" y="149644"/>
                </a:lnTo>
                <a:lnTo>
                  <a:pt x="1491341" y="146192"/>
                </a:lnTo>
                <a:lnTo>
                  <a:pt x="1492071" y="146710"/>
                </a:lnTo>
                <a:lnTo>
                  <a:pt x="1498641" y="136772"/>
                </a:lnTo>
                <a:lnTo>
                  <a:pt x="1500101" y="140420"/>
                </a:lnTo>
                <a:lnTo>
                  <a:pt x="1500831" y="139313"/>
                </a:lnTo>
                <a:lnTo>
                  <a:pt x="1502291" y="135459"/>
                </a:lnTo>
                <a:lnTo>
                  <a:pt x="1503021" y="138575"/>
                </a:lnTo>
                <a:lnTo>
                  <a:pt x="1503751" y="140901"/>
                </a:lnTo>
                <a:lnTo>
                  <a:pt x="1504481" y="138276"/>
                </a:lnTo>
                <a:lnTo>
                  <a:pt x="1508860" y="130839"/>
                </a:lnTo>
                <a:lnTo>
                  <a:pt x="1510320" y="136895"/>
                </a:lnTo>
                <a:lnTo>
                  <a:pt x="1511050" y="131910"/>
                </a:lnTo>
                <a:lnTo>
                  <a:pt x="1513240" y="127569"/>
                </a:lnTo>
                <a:lnTo>
                  <a:pt x="1513970" y="130386"/>
                </a:lnTo>
                <a:lnTo>
                  <a:pt x="1516890" y="122343"/>
                </a:lnTo>
                <a:lnTo>
                  <a:pt x="1517620" y="125153"/>
                </a:lnTo>
                <a:lnTo>
                  <a:pt x="1518350" y="128753"/>
                </a:lnTo>
                <a:lnTo>
                  <a:pt x="1519810" y="124869"/>
                </a:lnTo>
                <a:lnTo>
                  <a:pt x="1522730" y="120141"/>
                </a:lnTo>
                <a:lnTo>
                  <a:pt x="1526380" y="124227"/>
                </a:lnTo>
                <a:lnTo>
                  <a:pt x="1527110" y="122079"/>
                </a:lnTo>
                <a:lnTo>
                  <a:pt x="1527840" y="117145"/>
                </a:lnTo>
                <a:lnTo>
                  <a:pt x="1529300" y="121488"/>
                </a:lnTo>
                <a:lnTo>
                  <a:pt x="1532950" y="124317"/>
                </a:lnTo>
                <a:lnTo>
                  <a:pt x="1535870" y="119697"/>
                </a:lnTo>
                <a:lnTo>
                  <a:pt x="1536600" y="126099"/>
                </a:lnTo>
                <a:lnTo>
                  <a:pt x="1538060" y="122209"/>
                </a:lnTo>
                <a:lnTo>
                  <a:pt x="1538790" y="121764"/>
                </a:lnTo>
                <a:lnTo>
                  <a:pt x="1542440" y="129171"/>
                </a:lnTo>
                <a:lnTo>
                  <a:pt x="1543170" y="128884"/>
                </a:lnTo>
                <a:lnTo>
                  <a:pt x="1544630" y="127757"/>
                </a:lnTo>
                <a:lnTo>
                  <a:pt x="1546089" y="135449"/>
                </a:lnTo>
                <a:lnTo>
                  <a:pt x="1549009" y="144900"/>
                </a:lnTo>
                <a:lnTo>
                  <a:pt x="1549739" y="143453"/>
                </a:lnTo>
                <a:lnTo>
                  <a:pt x="1551929" y="149071"/>
                </a:lnTo>
                <a:lnTo>
                  <a:pt x="1552659" y="150355"/>
                </a:lnTo>
                <a:lnTo>
                  <a:pt x="1553389" y="147198"/>
                </a:lnTo>
                <a:lnTo>
                  <a:pt x="1554119" y="146269"/>
                </a:lnTo>
                <a:lnTo>
                  <a:pt x="1559229" y="165679"/>
                </a:lnTo>
                <a:lnTo>
                  <a:pt x="1561419" y="173406"/>
                </a:lnTo>
                <a:lnTo>
                  <a:pt x="1567989" y="220550"/>
                </a:lnTo>
                <a:lnTo>
                  <a:pt x="1568719" y="219798"/>
                </a:lnTo>
                <a:lnTo>
                  <a:pt x="1569449" y="221006"/>
                </a:lnTo>
                <a:lnTo>
                  <a:pt x="1573099" y="251358"/>
                </a:lnTo>
                <a:lnTo>
                  <a:pt x="1574558" y="250980"/>
                </a:lnTo>
                <a:lnTo>
                  <a:pt x="1576018" y="239491"/>
                </a:lnTo>
                <a:lnTo>
                  <a:pt x="1577478" y="244176"/>
                </a:lnTo>
                <a:lnTo>
                  <a:pt x="1578938" y="257223"/>
                </a:lnTo>
                <a:lnTo>
                  <a:pt x="1580398" y="245437"/>
                </a:lnTo>
                <a:lnTo>
                  <a:pt x="1581128" y="243089"/>
                </a:lnTo>
                <a:lnTo>
                  <a:pt x="1581858" y="258784"/>
                </a:lnTo>
                <a:lnTo>
                  <a:pt x="1584048" y="258279"/>
                </a:lnTo>
                <a:lnTo>
                  <a:pt x="1585508" y="251250"/>
                </a:lnTo>
                <a:lnTo>
                  <a:pt x="1586238" y="256744"/>
                </a:lnTo>
                <a:lnTo>
                  <a:pt x="1588428" y="269330"/>
                </a:lnTo>
                <a:lnTo>
                  <a:pt x="1592808" y="219624"/>
                </a:lnTo>
                <a:lnTo>
                  <a:pt x="1594998" y="253912"/>
                </a:lnTo>
                <a:lnTo>
                  <a:pt x="1596458" y="244585"/>
                </a:lnTo>
                <a:lnTo>
                  <a:pt x="1601568" y="209349"/>
                </a:lnTo>
                <a:lnTo>
                  <a:pt x="1603757" y="219768"/>
                </a:lnTo>
                <a:lnTo>
                  <a:pt x="1604487" y="222219"/>
                </a:lnTo>
                <a:lnTo>
                  <a:pt x="1606677" y="220854"/>
                </a:lnTo>
                <a:lnTo>
                  <a:pt x="1610327" y="210237"/>
                </a:lnTo>
                <a:lnTo>
                  <a:pt x="1613247" y="217809"/>
                </a:lnTo>
                <a:lnTo>
                  <a:pt x="1613977" y="213549"/>
                </a:lnTo>
                <a:lnTo>
                  <a:pt x="1616167" y="201630"/>
                </a:lnTo>
                <a:lnTo>
                  <a:pt x="1616897" y="208240"/>
                </a:lnTo>
                <a:lnTo>
                  <a:pt x="1617627" y="209002"/>
                </a:lnTo>
                <a:lnTo>
                  <a:pt x="1619817" y="199249"/>
                </a:lnTo>
                <a:lnTo>
                  <a:pt x="1620547" y="200599"/>
                </a:lnTo>
                <a:lnTo>
                  <a:pt x="1621277" y="201462"/>
                </a:lnTo>
                <a:lnTo>
                  <a:pt x="1623467" y="220322"/>
                </a:lnTo>
                <a:lnTo>
                  <a:pt x="1624927" y="218715"/>
                </a:lnTo>
                <a:lnTo>
                  <a:pt x="1629307" y="232822"/>
                </a:lnTo>
                <a:lnTo>
                  <a:pt x="1635146" y="242767"/>
                </a:lnTo>
                <a:lnTo>
                  <a:pt x="1636606" y="248734"/>
                </a:lnTo>
                <a:lnTo>
                  <a:pt x="1638796" y="246930"/>
                </a:lnTo>
                <a:lnTo>
                  <a:pt x="1642446" y="260845"/>
                </a:lnTo>
                <a:lnTo>
                  <a:pt x="1644636" y="258293"/>
                </a:lnTo>
                <a:lnTo>
                  <a:pt x="1645366" y="255837"/>
                </a:lnTo>
                <a:lnTo>
                  <a:pt x="1648286" y="274732"/>
                </a:lnTo>
                <a:lnTo>
                  <a:pt x="1649016" y="271591"/>
                </a:lnTo>
                <a:lnTo>
                  <a:pt x="1649746" y="272281"/>
                </a:lnTo>
                <a:lnTo>
                  <a:pt x="1651206" y="258124"/>
                </a:lnTo>
                <a:lnTo>
                  <a:pt x="1651936" y="264010"/>
                </a:lnTo>
                <a:lnTo>
                  <a:pt x="1653396" y="277164"/>
                </a:lnTo>
                <a:lnTo>
                  <a:pt x="1654856" y="269082"/>
                </a:lnTo>
                <a:lnTo>
                  <a:pt x="1655586" y="268324"/>
                </a:lnTo>
                <a:lnTo>
                  <a:pt x="1657776" y="280694"/>
                </a:lnTo>
                <a:lnTo>
                  <a:pt x="1658506" y="269052"/>
                </a:lnTo>
                <a:lnTo>
                  <a:pt x="1659966" y="277223"/>
                </a:lnTo>
                <a:lnTo>
                  <a:pt x="1660696" y="278983"/>
                </a:lnTo>
                <a:lnTo>
                  <a:pt x="1661425" y="289993"/>
                </a:lnTo>
                <a:lnTo>
                  <a:pt x="1662885" y="279003"/>
                </a:lnTo>
                <a:lnTo>
                  <a:pt x="1663615" y="267910"/>
                </a:lnTo>
                <a:lnTo>
                  <a:pt x="1665075" y="283348"/>
                </a:lnTo>
                <a:lnTo>
                  <a:pt x="1665805" y="290591"/>
                </a:lnTo>
                <a:lnTo>
                  <a:pt x="1666535" y="284275"/>
                </a:lnTo>
                <a:lnTo>
                  <a:pt x="1669455" y="262679"/>
                </a:lnTo>
                <a:lnTo>
                  <a:pt x="1673105" y="275415"/>
                </a:lnTo>
                <a:lnTo>
                  <a:pt x="1673835" y="276587"/>
                </a:lnTo>
                <a:lnTo>
                  <a:pt x="1674565" y="273723"/>
                </a:lnTo>
                <a:lnTo>
                  <a:pt x="1676025" y="277556"/>
                </a:lnTo>
                <a:lnTo>
                  <a:pt x="1677485" y="268166"/>
                </a:lnTo>
                <a:lnTo>
                  <a:pt x="1679675" y="279491"/>
                </a:lnTo>
                <a:lnTo>
                  <a:pt x="1681135" y="274886"/>
                </a:lnTo>
                <a:lnTo>
                  <a:pt x="1681865" y="266622"/>
                </a:lnTo>
                <a:lnTo>
                  <a:pt x="1684055" y="268516"/>
                </a:lnTo>
                <a:lnTo>
                  <a:pt x="1685515" y="266939"/>
                </a:lnTo>
                <a:lnTo>
                  <a:pt x="1688435" y="274077"/>
                </a:lnTo>
                <a:lnTo>
                  <a:pt x="1690624" y="259359"/>
                </a:lnTo>
                <a:lnTo>
                  <a:pt x="1691354" y="261034"/>
                </a:lnTo>
                <a:lnTo>
                  <a:pt x="1693544" y="276978"/>
                </a:lnTo>
                <a:lnTo>
                  <a:pt x="1694274" y="272928"/>
                </a:lnTo>
                <a:lnTo>
                  <a:pt x="1697194" y="258354"/>
                </a:lnTo>
                <a:lnTo>
                  <a:pt x="1699384" y="272545"/>
                </a:lnTo>
                <a:lnTo>
                  <a:pt x="1700114" y="271925"/>
                </a:lnTo>
                <a:lnTo>
                  <a:pt x="1701574" y="260348"/>
                </a:lnTo>
                <a:lnTo>
                  <a:pt x="1703034" y="262671"/>
                </a:lnTo>
                <a:lnTo>
                  <a:pt x="1705954" y="273049"/>
                </a:lnTo>
                <a:lnTo>
                  <a:pt x="1708874" y="263218"/>
                </a:lnTo>
                <a:lnTo>
                  <a:pt x="1710334" y="267576"/>
                </a:lnTo>
                <a:lnTo>
                  <a:pt x="1711794" y="273335"/>
                </a:lnTo>
                <a:lnTo>
                  <a:pt x="1713254" y="268136"/>
                </a:lnTo>
                <a:lnTo>
                  <a:pt x="1715444" y="265190"/>
                </a:lnTo>
                <a:lnTo>
                  <a:pt x="1716174" y="267713"/>
                </a:lnTo>
                <a:lnTo>
                  <a:pt x="1716904" y="270003"/>
                </a:lnTo>
                <a:lnTo>
                  <a:pt x="1717634" y="265458"/>
                </a:lnTo>
                <a:lnTo>
                  <a:pt x="1718364" y="262959"/>
                </a:lnTo>
                <a:lnTo>
                  <a:pt x="1719093" y="267459"/>
                </a:lnTo>
                <a:lnTo>
                  <a:pt x="1719823" y="267325"/>
                </a:lnTo>
                <a:lnTo>
                  <a:pt x="1722013" y="273174"/>
                </a:lnTo>
                <a:lnTo>
                  <a:pt x="1722743" y="271743"/>
                </a:lnTo>
                <a:lnTo>
                  <a:pt x="1724933" y="262237"/>
                </a:lnTo>
                <a:lnTo>
                  <a:pt x="1725663" y="265253"/>
                </a:lnTo>
                <a:lnTo>
                  <a:pt x="1727123" y="271172"/>
                </a:lnTo>
                <a:lnTo>
                  <a:pt x="1727853" y="266652"/>
                </a:lnTo>
                <a:lnTo>
                  <a:pt x="1729313" y="263364"/>
                </a:lnTo>
                <a:lnTo>
                  <a:pt x="1730043" y="264846"/>
                </a:lnTo>
                <a:lnTo>
                  <a:pt x="1731503" y="272814"/>
                </a:lnTo>
                <a:lnTo>
                  <a:pt x="1732963" y="269745"/>
                </a:lnTo>
                <a:lnTo>
                  <a:pt x="1735883" y="256928"/>
                </a:lnTo>
                <a:lnTo>
                  <a:pt x="1738073" y="258171"/>
                </a:lnTo>
                <a:lnTo>
                  <a:pt x="1738803" y="263858"/>
                </a:lnTo>
                <a:lnTo>
                  <a:pt x="1740993" y="261589"/>
                </a:lnTo>
                <a:lnTo>
                  <a:pt x="1741723" y="261724"/>
                </a:lnTo>
                <a:lnTo>
                  <a:pt x="1745373" y="270286"/>
                </a:lnTo>
                <a:lnTo>
                  <a:pt x="1746103" y="271835"/>
                </a:lnTo>
                <a:lnTo>
                  <a:pt x="1746833" y="262861"/>
                </a:lnTo>
                <a:lnTo>
                  <a:pt x="1748293" y="266891"/>
                </a:lnTo>
                <a:lnTo>
                  <a:pt x="1751213" y="273857"/>
                </a:lnTo>
                <a:lnTo>
                  <a:pt x="1751943" y="271946"/>
                </a:lnTo>
                <a:lnTo>
                  <a:pt x="1752673" y="265031"/>
                </a:lnTo>
                <a:lnTo>
                  <a:pt x="1754133" y="272621"/>
                </a:lnTo>
                <a:lnTo>
                  <a:pt x="1754863" y="276609"/>
                </a:lnTo>
                <a:lnTo>
                  <a:pt x="1756323" y="275730"/>
                </a:lnTo>
                <a:lnTo>
                  <a:pt x="1757053" y="273488"/>
                </a:lnTo>
                <a:lnTo>
                  <a:pt x="1757783" y="277035"/>
                </a:lnTo>
                <a:lnTo>
                  <a:pt x="1761432" y="284837"/>
                </a:lnTo>
                <a:lnTo>
                  <a:pt x="1762892" y="287648"/>
                </a:lnTo>
                <a:lnTo>
                  <a:pt x="1763622" y="285318"/>
                </a:lnTo>
                <a:lnTo>
                  <a:pt x="1764352" y="279665"/>
                </a:lnTo>
                <a:lnTo>
                  <a:pt x="1765082" y="285171"/>
                </a:lnTo>
                <a:lnTo>
                  <a:pt x="1768732" y="294377"/>
                </a:lnTo>
                <a:lnTo>
                  <a:pt x="1770192" y="294109"/>
                </a:lnTo>
                <a:lnTo>
                  <a:pt x="1771652" y="299680"/>
                </a:lnTo>
                <a:lnTo>
                  <a:pt x="1773112" y="296472"/>
                </a:lnTo>
                <a:lnTo>
                  <a:pt x="1774572" y="292528"/>
                </a:lnTo>
                <a:lnTo>
                  <a:pt x="1776762" y="303714"/>
                </a:lnTo>
                <a:lnTo>
                  <a:pt x="1778952" y="298015"/>
                </a:lnTo>
                <a:lnTo>
                  <a:pt x="1779682" y="300099"/>
                </a:lnTo>
                <a:lnTo>
                  <a:pt x="1781142" y="313263"/>
                </a:lnTo>
                <a:lnTo>
                  <a:pt x="1782602" y="311193"/>
                </a:lnTo>
                <a:lnTo>
                  <a:pt x="1784062" y="301658"/>
                </a:lnTo>
                <a:lnTo>
                  <a:pt x="1786252" y="305393"/>
                </a:lnTo>
                <a:lnTo>
                  <a:pt x="1789901" y="325166"/>
                </a:lnTo>
                <a:lnTo>
                  <a:pt x="1790631" y="321434"/>
                </a:lnTo>
                <a:lnTo>
                  <a:pt x="1792091" y="326247"/>
                </a:lnTo>
                <a:lnTo>
                  <a:pt x="1793551" y="330577"/>
                </a:lnTo>
                <a:lnTo>
                  <a:pt x="1794281" y="326253"/>
                </a:lnTo>
                <a:lnTo>
                  <a:pt x="1795011" y="326400"/>
                </a:lnTo>
                <a:lnTo>
                  <a:pt x="1797931" y="339701"/>
                </a:lnTo>
                <a:lnTo>
                  <a:pt x="1800121" y="330583"/>
                </a:lnTo>
                <a:lnTo>
                  <a:pt x="1803041" y="346894"/>
                </a:lnTo>
                <a:lnTo>
                  <a:pt x="1804501" y="340515"/>
                </a:lnTo>
                <a:lnTo>
                  <a:pt x="1805231" y="342085"/>
                </a:lnTo>
                <a:lnTo>
                  <a:pt x="1807421" y="354917"/>
                </a:lnTo>
                <a:lnTo>
                  <a:pt x="1808151" y="351243"/>
                </a:lnTo>
                <a:lnTo>
                  <a:pt x="1812531" y="363015"/>
                </a:lnTo>
                <a:lnTo>
                  <a:pt x="1813261" y="361526"/>
                </a:lnTo>
                <a:lnTo>
                  <a:pt x="1813991" y="362374"/>
                </a:lnTo>
                <a:lnTo>
                  <a:pt x="1815451" y="349309"/>
                </a:lnTo>
                <a:lnTo>
                  <a:pt x="1816180" y="351730"/>
                </a:lnTo>
                <a:lnTo>
                  <a:pt x="1819100" y="377466"/>
                </a:lnTo>
                <a:lnTo>
                  <a:pt x="1819830" y="376753"/>
                </a:lnTo>
                <a:lnTo>
                  <a:pt x="1820560" y="377066"/>
                </a:lnTo>
                <a:lnTo>
                  <a:pt x="1822020" y="365325"/>
                </a:lnTo>
                <a:lnTo>
                  <a:pt x="1822750" y="374345"/>
                </a:lnTo>
                <a:lnTo>
                  <a:pt x="1823480" y="375180"/>
                </a:lnTo>
                <a:lnTo>
                  <a:pt x="1824940" y="386041"/>
                </a:lnTo>
                <a:lnTo>
                  <a:pt x="1825670" y="378320"/>
                </a:lnTo>
                <a:lnTo>
                  <a:pt x="1827130" y="368537"/>
                </a:lnTo>
                <a:lnTo>
                  <a:pt x="1827860" y="371869"/>
                </a:lnTo>
                <a:lnTo>
                  <a:pt x="1829320" y="389803"/>
                </a:lnTo>
                <a:lnTo>
                  <a:pt x="1830780" y="377206"/>
                </a:lnTo>
                <a:lnTo>
                  <a:pt x="1835160" y="392545"/>
                </a:lnTo>
                <a:lnTo>
                  <a:pt x="1838810" y="375678"/>
                </a:lnTo>
                <a:lnTo>
                  <a:pt x="1841000" y="395027"/>
                </a:lnTo>
                <a:lnTo>
                  <a:pt x="1842460" y="380473"/>
                </a:lnTo>
                <a:lnTo>
                  <a:pt x="1843920" y="384951"/>
                </a:lnTo>
                <a:lnTo>
                  <a:pt x="1844649" y="379454"/>
                </a:lnTo>
                <a:lnTo>
                  <a:pt x="1845379" y="383823"/>
                </a:lnTo>
                <a:lnTo>
                  <a:pt x="1846839" y="403289"/>
                </a:lnTo>
                <a:lnTo>
                  <a:pt x="1848299" y="396894"/>
                </a:lnTo>
                <a:lnTo>
                  <a:pt x="1849759" y="387931"/>
                </a:lnTo>
                <a:lnTo>
                  <a:pt x="1851219" y="392450"/>
                </a:lnTo>
                <a:lnTo>
                  <a:pt x="1851949" y="392365"/>
                </a:lnTo>
                <a:lnTo>
                  <a:pt x="1852679" y="404202"/>
                </a:lnTo>
                <a:lnTo>
                  <a:pt x="1854139" y="398376"/>
                </a:lnTo>
                <a:lnTo>
                  <a:pt x="1855599" y="391895"/>
                </a:lnTo>
                <a:lnTo>
                  <a:pt x="1857059" y="404627"/>
                </a:lnTo>
                <a:lnTo>
                  <a:pt x="1858519" y="398843"/>
                </a:lnTo>
                <a:lnTo>
                  <a:pt x="1859249" y="394666"/>
                </a:lnTo>
                <a:lnTo>
                  <a:pt x="1859979" y="400822"/>
                </a:lnTo>
                <a:lnTo>
                  <a:pt x="1860709" y="399033"/>
                </a:lnTo>
                <a:lnTo>
                  <a:pt x="1862169" y="406467"/>
                </a:lnTo>
                <a:lnTo>
                  <a:pt x="1862899" y="401086"/>
                </a:lnTo>
                <a:lnTo>
                  <a:pt x="1864359" y="393938"/>
                </a:lnTo>
                <a:lnTo>
                  <a:pt x="1865819" y="398961"/>
                </a:lnTo>
                <a:lnTo>
                  <a:pt x="1871659" y="395840"/>
                </a:lnTo>
                <a:lnTo>
                  <a:pt x="1875308" y="406896"/>
                </a:lnTo>
                <a:lnTo>
                  <a:pt x="1877498" y="375759"/>
                </a:lnTo>
                <a:lnTo>
                  <a:pt x="1878228" y="398998"/>
                </a:lnTo>
                <a:lnTo>
                  <a:pt x="1878958" y="402820"/>
                </a:lnTo>
                <a:lnTo>
                  <a:pt x="1879688" y="392901"/>
                </a:lnTo>
                <a:lnTo>
                  <a:pt x="1880418" y="389550"/>
                </a:lnTo>
                <a:lnTo>
                  <a:pt x="1881148" y="404257"/>
                </a:lnTo>
                <a:lnTo>
                  <a:pt x="1883338" y="395986"/>
                </a:lnTo>
                <a:lnTo>
                  <a:pt x="1884068" y="406015"/>
                </a:lnTo>
                <a:lnTo>
                  <a:pt x="1885528" y="399608"/>
                </a:lnTo>
                <a:lnTo>
                  <a:pt x="1886258" y="398813"/>
                </a:lnTo>
                <a:lnTo>
                  <a:pt x="1889178" y="405257"/>
                </a:lnTo>
                <a:lnTo>
                  <a:pt x="1889908" y="401730"/>
                </a:lnTo>
                <a:lnTo>
                  <a:pt x="1891368" y="407062"/>
                </a:lnTo>
                <a:lnTo>
                  <a:pt x="1892098" y="408798"/>
                </a:lnTo>
                <a:lnTo>
                  <a:pt x="1892828" y="407220"/>
                </a:lnTo>
                <a:lnTo>
                  <a:pt x="1894288" y="408014"/>
                </a:lnTo>
                <a:lnTo>
                  <a:pt x="1895748" y="398971"/>
                </a:lnTo>
                <a:lnTo>
                  <a:pt x="1900858" y="414718"/>
                </a:lnTo>
                <a:lnTo>
                  <a:pt x="1901588" y="402028"/>
                </a:lnTo>
                <a:lnTo>
                  <a:pt x="1903047" y="412688"/>
                </a:lnTo>
                <a:lnTo>
                  <a:pt x="1903777" y="412351"/>
                </a:lnTo>
                <a:lnTo>
                  <a:pt x="1905237" y="420641"/>
                </a:lnTo>
                <a:lnTo>
                  <a:pt x="1905967" y="419843"/>
                </a:lnTo>
                <a:lnTo>
                  <a:pt x="1907427" y="406741"/>
                </a:lnTo>
                <a:lnTo>
                  <a:pt x="1908157" y="412906"/>
                </a:lnTo>
                <a:lnTo>
                  <a:pt x="1908887" y="420426"/>
                </a:lnTo>
                <a:lnTo>
                  <a:pt x="1909617" y="419762"/>
                </a:lnTo>
                <a:lnTo>
                  <a:pt x="1910347" y="406900"/>
                </a:lnTo>
                <a:lnTo>
                  <a:pt x="1911807" y="423880"/>
                </a:lnTo>
                <a:lnTo>
                  <a:pt x="1913267" y="421294"/>
                </a:lnTo>
                <a:lnTo>
                  <a:pt x="1914727" y="426777"/>
                </a:lnTo>
                <a:lnTo>
                  <a:pt x="1915457" y="424346"/>
                </a:lnTo>
                <a:lnTo>
                  <a:pt x="1916917" y="425357"/>
                </a:lnTo>
                <a:lnTo>
                  <a:pt x="1917647" y="428167"/>
                </a:lnTo>
                <a:lnTo>
                  <a:pt x="1919107" y="415536"/>
                </a:lnTo>
                <a:lnTo>
                  <a:pt x="1920567" y="420906"/>
                </a:lnTo>
                <a:lnTo>
                  <a:pt x="1921297" y="426237"/>
                </a:lnTo>
                <a:lnTo>
                  <a:pt x="1922757" y="424124"/>
                </a:lnTo>
                <a:lnTo>
                  <a:pt x="1924217" y="418316"/>
                </a:lnTo>
                <a:lnTo>
                  <a:pt x="1924947" y="422787"/>
                </a:lnTo>
                <a:lnTo>
                  <a:pt x="1926407" y="429499"/>
                </a:lnTo>
                <a:lnTo>
                  <a:pt x="1927867" y="425577"/>
                </a:lnTo>
                <a:lnTo>
                  <a:pt x="1928597" y="423202"/>
                </a:lnTo>
                <a:lnTo>
                  <a:pt x="1929327" y="425553"/>
                </a:lnTo>
                <a:lnTo>
                  <a:pt x="1932976" y="433299"/>
                </a:lnTo>
                <a:lnTo>
                  <a:pt x="1934436" y="436508"/>
                </a:lnTo>
                <a:lnTo>
                  <a:pt x="1935166" y="428390"/>
                </a:lnTo>
                <a:lnTo>
                  <a:pt x="1936626" y="435988"/>
                </a:lnTo>
                <a:lnTo>
                  <a:pt x="1938086" y="437205"/>
                </a:lnTo>
                <a:lnTo>
                  <a:pt x="1938816" y="431250"/>
                </a:lnTo>
                <a:lnTo>
                  <a:pt x="1940276" y="439962"/>
                </a:lnTo>
                <a:lnTo>
                  <a:pt x="1943196" y="432153"/>
                </a:lnTo>
                <a:lnTo>
                  <a:pt x="1947576" y="446921"/>
                </a:lnTo>
                <a:lnTo>
                  <a:pt x="1950496" y="443215"/>
                </a:lnTo>
                <a:lnTo>
                  <a:pt x="1951226" y="445304"/>
                </a:lnTo>
                <a:lnTo>
                  <a:pt x="1952686" y="448632"/>
                </a:lnTo>
                <a:lnTo>
                  <a:pt x="1953416" y="444538"/>
                </a:lnTo>
                <a:lnTo>
                  <a:pt x="1954146" y="443222"/>
                </a:lnTo>
                <a:lnTo>
                  <a:pt x="1955606" y="442064"/>
                </a:lnTo>
                <a:lnTo>
                  <a:pt x="1957066" y="449215"/>
                </a:lnTo>
                <a:lnTo>
                  <a:pt x="1959256" y="451512"/>
                </a:lnTo>
                <a:lnTo>
                  <a:pt x="1960715" y="440386"/>
                </a:lnTo>
                <a:lnTo>
                  <a:pt x="1963636" y="450218"/>
                </a:lnTo>
                <a:lnTo>
                  <a:pt x="1964366" y="447211"/>
                </a:lnTo>
                <a:lnTo>
                  <a:pt x="1965826" y="450093"/>
                </a:lnTo>
                <a:lnTo>
                  <a:pt x="1966556" y="443571"/>
                </a:lnTo>
                <a:lnTo>
                  <a:pt x="1968016" y="445334"/>
                </a:lnTo>
                <a:lnTo>
                  <a:pt x="1968746" y="449783"/>
                </a:lnTo>
                <a:lnTo>
                  <a:pt x="1970205" y="445927"/>
                </a:lnTo>
                <a:lnTo>
                  <a:pt x="1973125" y="444314"/>
                </a:lnTo>
                <a:lnTo>
                  <a:pt x="1973855" y="449736"/>
                </a:lnTo>
                <a:lnTo>
                  <a:pt x="1975315" y="443931"/>
                </a:lnTo>
                <a:lnTo>
                  <a:pt x="1978235" y="449847"/>
                </a:lnTo>
                <a:lnTo>
                  <a:pt x="1981885" y="442673"/>
                </a:lnTo>
                <a:lnTo>
                  <a:pt x="1984805" y="450804"/>
                </a:lnTo>
                <a:lnTo>
                  <a:pt x="1986265" y="445695"/>
                </a:lnTo>
                <a:lnTo>
                  <a:pt x="1989185" y="436188"/>
                </a:lnTo>
                <a:lnTo>
                  <a:pt x="1991375" y="446503"/>
                </a:lnTo>
                <a:lnTo>
                  <a:pt x="1990645" y="435954"/>
                </a:lnTo>
                <a:lnTo>
                  <a:pt x="1992105" y="442278"/>
                </a:lnTo>
                <a:lnTo>
                  <a:pt x="1992835" y="445499"/>
                </a:lnTo>
                <a:lnTo>
                  <a:pt x="1994295" y="442587"/>
                </a:lnTo>
                <a:lnTo>
                  <a:pt x="1997215" y="434183"/>
                </a:lnTo>
                <a:lnTo>
                  <a:pt x="1998675" y="445062"/>
                </a:lnTo>
                <a:lnTo>
                  <a:pt x="1999404" y="443389"/>
                </a:lnTo>
                <a:lnTo>
                  <a:pt x="2000134" y="435659"/>
                </a:lnTo>
                <a:lnTo>
                  <a:pt x="2002324" y="439901"/>
                </a:lnTo>
                <a:lnTo>
                  <a:pt x="2004514" y="437493"/>
                </a:lnTo>
                <a:lnTo>
                  <a:pt x="2003784" y="442943"/>
                </a:lnTo>
                <a:lnTo>
                  <a:pt x="2005244" y="439204"/>
                </a:lnTo>
                <a:lnTo>
                  <a:pt x="2006704" y="442640"/>
                </a:lnTo>
                <a:lnTo>
                  <a:pt x="2007434" y="436721"/>
                </a:lnTo>
                <a:lnTo>
                  <a:pt x="2008164" y="440685"/>
                </a:lnTo>
                <a:lnTo>
                  <a:pt x="2008894" y="449828"/>
                </a:lnTo>
                <a:lnTo>
                  <a:pt x="2010354" y="439105"/>
                </a:lnTo>
                <a:lnTo>
                  <a:pt x="2012544" y="440655"/>
                </a:lnTo>
                <a:lnTo>
                  <a:pt x="2013274" y="444884"/>
                </a:lnTo>
                <a:lnTo>
                  <a:pt x="2014734" y="442158"/>
                </a:lnTo>
                <a:lnTo>
                  <a:pt x="2016194" y="441272"/>
                </a:lnTo>
                <a:lnTo>
                  <a:pt x="2017654" y="445215"/>
                </a:lnTo>
                <a:lnTo>
                  <a:pt x="2018384" y="441716"/>
                </a:lnTo>
                <a:lnTo>
                  <a:pt x="2019114" y="438887"/>
                </a:lnTo>
                <a:lnTo>
                  <a:pt x="2019844" y="440814"/>
                </a:lnTo>
                <a:lnTo>
                  <a:pt x="2020574" y="444711"/>
                </a:lnTo>
                <a:lnTo>
                  <a:pt x="2021304" y="439706"/>
                </a:lnTo>
                <a:lnTo>
                  <a:pt x="2022034" y="439571"/>
                </a:lnTo>
                <a:lnTo>
                  <a:pt x="2022764" y="438339"/>
                </a:lnTo>
                <a:lnTo>
                  <a:pt x="2024954" y="446407"/>
                </a:lnTo>
                <a:lnTo>
                  <a:pt x="2025684" y="443452"/>
                </a:lnTo>
                <a:lnTo>
                  <a:pt x="2027144" y="442056"/>
                </a:lnTo>
                <a:lnTo>
                  <a:pt x="2027873" y="440182"/>
                </a:lnTo>
                <a:lnTo>
                  <a:pt x="2028603" y="445842"/>
                </a:lnTo>
                <a:lnTo>
                  <a:pt x="2030063" y="438343"/>
                </a:lnTo>
                <a:lnTo>
                  <a:pt x="2032983" y="444451"/>
                </a:lnTo>
                <a:lnTo>
                  <a:pt x="2033713" y="436658"/>
                </a:lnTo>
                <a:lnTo>
                  <a:pt x="2035173" y="440209"/>
                </a:lnTo>
                <a:lnTo>
                  <a:pt x="2035903" y="442514"/>
                </a:lnTo>
                <a:lnTo>
                  <a:pt x="2038093" y="440770"/>
                </a:lnTo>
                <a:lnTo>
                  <a:pt x="2042473" y="442859"/>
                </a:lnTo>
                <a:lnTo>
                  <a:pt x="2043203" y="444754"/>
                </a:lnTo>
                <a:lnTo>
                  <a:pt x="2043933" y="442090"/>
                </a:lnTo>
                <a:lnTo>
                  <a:pt x="2044663" y="441974"/>
                </a:lnTo>
              </a:path>
            </a:pathLst>
          </a:custGeom>
          <a:noFill/>
          <a:ln w="2013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Editable path 126"/>
          <p:cNvSpPr/>
          <p:nvPr/>
        </p:nvSpPr>
        <p:spPr>
          <a:xfrm>
            <a:off x="3924523" y="4355422"/>
            <a:ext cx="2044663" cy="592854"/>
          </a:xfrm>
          <a:custGeom>
            <a:avLst/>
            <a:gdLst/>
            <a:ahLst/>
            <a:cxnLst/>
            <a:rect l="l" t="t" r="r" b="b"/>
            <a:pathLst>
              <a:path w="2044663" h="592854">
                <a:moveTo>
                  <a:pt x="0" y="511418"/>
                </a:moveTo>
                <a:lnTo>
                  <a:pt x="5840" y="509814"/>
                </a:lnTo>
                <a:lnTo>
                  <a:pt x="9490" y="511826"/>
                </a:lnTo>
                <a:lnTo>
                  <a:pt x="10950" y="509116"/>
                </a:lnTo>
                <a:lnTo>
                  <a:pt x="12410" y="509851"/>
                </a:lnTo>
                <a:lnTo>
                  <a:pt x="15330" y="510798"/>
                </a:lnTo>
                <a:lnTo>
                  <a:pt x="21900" y="511942"/>
                </a:lnTo>
                <a:lnTo>
                  <a:pt x="23360" y="509665"/>
                </a:lnTo>
                <a:lnTo>
                  <a:pt x="24820" y="511794"/>
                </a:lnTo>
                <a:lnTo>
                  <a:pt x="27010" y="511579"/>
                </a:lnTo>
                <a:lnTo>
                  <a:pt x="30660" y="511341"/>
                </a:lnTo>
                <a:lnTo>
                  <a:pt x="41609" y="510605"/>
                </a:lnTo>
                <a:lnTo>
                  <a:pt x="45259" y="511911"/>
                </a:lnTo>
                <a:lnTo>
                  <a:pt x="53289" y="511801"/>
                </a:lnTo>
                <a:lnTo>
                  <a:pt x="56209" y="511669"/>
                </a:lnTo>
                <a:lnTo>
                  <a:pt x="61318" y="507482"/>
                </a:lnTo>
                <a:lnTo>
                  <a:pt x="67158" y="508686"/>
                </a:lnTo>
                <a:lnTo>
                  <a:pt x="72268" y="508506"/>
                </a:lnTo>
                <a:lnTo>
                  <a:pt x="75188" y="509105"/>
                </a:lnTo>
                <a:lnTo>
                  <a:pt x="84678" y="507566"/>
                </a:lnTo>
                <a:lnTo>
                  <a:pt x="86138" y="507879"/>
                </a:lnTo>
                <a:lnTo>
                  <a:pt x="86868" y="506790"/>
                </a:lnTo>
                <a:lnTo>
                  <a:pt x="89057" y="504860"/>
                </a:lnTo>
                <a:lnTo>
                  <a:pt x="89787" y="505631"/>
                </a:lnTo>
                <a:lnTo>
                  <a:pt x="93437" y="506906"/>
                </a:lnTo>
                <a:lnTo>
                  <a:pt x="97817" y="502968"/>
                </a:lnTo>
                <a:lnTo>
                  <a:pt x="106577" y="506348"/>
                </a:lnTo>
                <a:lnTo>
                  <a:pt x="110957" y="505174"/>
                </a:lnTo>
                <a:lnTo>
                  <a:pt x="114607" y="505787"/>
                </a:lnTo>
                <a:lnTo>
                  <a:pt x="122636" y="504998"/>
                </a:lnTo>
                <a:lnTo>
                  <a:pt x="124826" y="504847"/>
                </a:lnTo>
                <a:lnTo>
                  <a:pt x="125556" y="505581"/>
                </a:lnTo>
                <a:lnTo>
                  <a:pt x="127016" y="506900"/>
                </a:lnTo>
                <a:lnTo>
                  <a:pt x="128476" y="505591"/>
                </a:lnTo>
                <a:lnTo>
                  <a:pt x="130666" y="504499"/>
                </a:lnTo>
                <a:lnTo>
                  <a:pt x="134316" y="502089"/>
                </a:lnTo>
                <a:lnTo>
                  <a:pt x="135776" y="502624"/>
                </a:lnTo>
                <a:lnTo>
                  <a:pt x="138696" y="504470"/>
                </a:lnTo>
                <a:lnTo>
                  <a:pt x="142346" y="503642"/>
                </a:lnTo>
                <a:lnTo>
                  <a:pt x="143806" y="505191"/>
                </a:lnTo>
                <a:lnTo>
                  <a:pt x="144536" y="504035"/>
                </a:lnTo>
                <a:lnTo>
                  <a:pt x="147455" y="503316"/>
                </a:lnTo>
                <a:lnTo>
                  <a:pt x="162785" y="504038"/>
                </a:lnTo>
                <a:lnTo>
                  <a:pt x="166435" y="497517"/>
                </a:lnTo>
                <a:lnTo>
                  <a:pt x="167165" y="500023"/>
                </a:lnTo>
                <a:lnTo>
                  <a:pt x="170815" y="504457"/>
                </a:lnTo>
                <a:lnTo>
                  <a:pt x="176654" y="503436"/>
                </a:lnTo>
                <a:lnTo>
                  <a:pt x="177384" y="500656"/>
                </a:lnTo>
                <a:lnTo>
                  <a:pt x="179574" y="502601"/>
                </a:lnTo>
                <a:lnTo>
                  <a:pt x="183954" y="502415"/>
                </a:lnTo>
                <a:lnTo>
                  <a:pt x="190524" y="503208"/>
                </a:lnTo>
                <a:lnTo>
                  <a:pt x="191254" y="501436"/>
                </a:lnTo>
                <a:lnTo>
                  <a:pt x="193444" y="502557"/>
                </a:lnTo>
                <a:lnTo>
                  <a:pt x="213153" y="504404"/>
                </a:lnTo>
                <a:lnTo>
                  <a:pt x="215343" y="503448"/>
                </a:lnTo>
                <a:lnTo>
                  <a:pt x="216073" y="504462"/>
                </a:lnTo>
                <a:lnTo>
                  <a:pt x="218993" y="504253"/>
                </a:lnTo>
                <a:lnTo>
                  <a:pt x="228483" y="501475"/>
                </a:lnTo>
                <a:lnTo>
                  <a:pt x="229213" y="504186"/>
                </a:lnTo>
                <a:lnTo>
                  <a:pt x="230673" y="499565"/>
                </a:lnTo>
                <a:lnTo>
                  <a:pt x="232133" y="500585"/>
                </a:lnTo>
                <a:lnTo>
                  <a:pt x="236513" y="506609"/>
                </a:lnTo>
                <a:lnTo>
                  <a:pt x="240163" y="501848"/>
                </a:lnTo>
                <a:lnTo>
                  <a:pt x="242353" y="504648"/>
                </a:lnTo>
                <a:lnTo>
                  <a:pt x="243812" y="506821"/>
                </a:lnTo>
                <a:lnTo>
                  <a:pt x="244542" y="505873"/>
                </a:lnTo>
                <a:lnTo>
                  <a:pt x="247462" y="506133"/>
                </a:lnTo>
                <a:lnTo>
                  <a:pt x="277391" y="505057"/>
                </a:lnTo>
                <a:lnTo>
                  <a:pt x="281041" y="505645"/>
                </a:lnTo>
                <a:lnTo>
                  <a:pt x="285421" y="506128"/>
                </a:lnTo>
                <a:lnTo>
                  <a:pt x="291261" y="505548"/>
                </a:lnTo>
                <a:lnTo>
                  <a:pt x="294911" y="508693"/>
                </a:lnTo>
                <a:lnTo>
                  <a:pt x="309510" y="506556"/>
                </a:lnTo>
                <a:lnTo>
                  <a:pt x="313160" y="506870"/>
                </a:lnTo>
                <a:lnTo>
                  <a:pt x="316080" y="507780"/>
                </a:lnTo>
                <a:lnTo>
                  <a:pt x="321190" y="507445"/>
                </a:lnTo>
                <a:lnTo>
                  <a:pt x="322650" y="506402"/>
                </a:lnTo>
                <a:lnTo>
                  <a:pt x="323380" y="508579"/>
                </a:lnTo>
                <a:lnTo>
                  <a:pt x="324840" y="509303"/>
                </a:lnTo>
                <a:lnTo>
                  <a:pt x="326300" y="513805"/>
                </a:lnTo>
                <a:lnTo>
                  <a:pt x="327760" y="511442"/>
                </a:lnTo>
                <a:lnTo>
                  <a:pt x="330679" y="506911"/>
                </a:lnTo>
                <a:lnTo>
                  <a:pt x="346739" y="509982"/>
                </a:lnTo>
                <a:lnTo>
                  <a:pt x="349659" y="510166"/>
                </a:lnTo>
                <a:lnTo>
                  <a:pt x="358419" y="511278"/>
                </a:lnTo>
                <a:lnTo>
                  <a:pt x="362068" y="512798"/>
                </a:lnTo>
                <a:lnTo>
                  <a:pt x="378128" y="512114"/>
                </a:lnTo>
                <a:lnTo>
                  <a:pt x="383238" y="517233"/>
                </a:lnTo>
                <a:lnTo>
                  <a:pt x="385428" y="519039"/>
                </a:lnTo>
                <a:lnTo>
                  <a:pt x="390537" y="517330"/>
                </a:lnTo>
                <a:lnTo>
                  <a:pt x="406597" y="517995"/>
                </a:lnTo>
                <a:lnTo>
                  <a:pt x="407327" y="518832"/>
                </a:lnTo>
                <a:lnTo>
                  <a:pt x="408057" y="517640"/>
                </a:lnTo>
                <a:lnTo>
                  <a:pt x="409517" y="516279"/>
                </a:lnTo>
                <a:lnTo>
                  <a:pt x="410247" y="516967"/>
                </a:lnTo>
                <a:lnTo>
                  <a:pt x="413167" y="516639"/>
                </a:lnTo>
                <a:lnTo>
                  <a:pt x="419736" y="516721"/>
                </a:lnTo>
                <a:lnTo>
                  <a:pt x="427036" y="518533"/>
                </a:lnTo>
                <a:lnTo>
                  <a:pt x="431416" y="517283"/>
                </a:lnTo>
                <a:lnTo>
                  <a:pt x="436526" y="519678"/>
                </a:lnTo>
                <a:lnTo>
                  <a:pt x="446016" y="515975"/>
                </a:lnTo>
                <a:lnTo>
                  <a:pt x="448936" y="517639"/>
                </a:lnTo>
                <a:lnTo>
                  <a:pt x="454046" y="514905"/>
                </a:lnTo>
                <a:lnTo>
                  <a:pt x="457695" y="519559"/>
                </a:lnTo>
                <a:lnTo>
                  <a:pt x="459155" y="520487"/>
                </a:lnTo>
                <a:lnTo>
                  <a:pt x="459885" y="519723"/>
                </a:lnTo>
                <a:lnTo>
                  <a:pt x="462805" y="517064"/>
                </a:lnTo>
                <a:lnTo>
                  <a:pt x="463535" y="518319"/>
                </a:lnTo>
                <a:lnTo>
                  <a:pt x="470835" y="520969"/>
                </a:lnTo>
                <a:lnTo>
                  <a:pt x="475215" y="520437"/>
                </a:lnTo>
                <a:lnTo>
                  <a:pt x="483245" y="522312"/>
                </a:lnTo>
                <a:lnTo>
                  <a:pt x="485434" y="524579"/>
                </a:lnTo>
                <a:lnTo>
                  <a:pt x="486164" y="523315"/>
                </a:lnTo>
                <a:lnTo>
                  <a:pt x="486894" y="522061"/>
                </a:lnTo>
                <a:lnTo>
                  <a:pt x="487624" y="524621"/>
                </a:lnTo>
                <a:lnTo>
                  <a:pt x="488354" y="525367"/>
                </a:lnTo>
                <a:lnTo>
                  <a:pt x="489814" y="523802"/>
                </a:lnTo>
                <a:lnTo>
                  <a:pt x="497844" y="519821"/>
                </a:lnTo>
                <a:lnTo>
                  <a:pt x="501494" y="524593"/>
                </a:lnTo>
                <a:lnTo>
                  <a:pt x="502224" y="524134"/>
                </a:lnTo>
                <a:lnTo>
                  <a:pt x="503684" y="523025"/>
                </a:lnTo>
                <a:lnTo>
                  <a:pt x="504414" y="524780"/>
                </a:lnTo>
                <a:lnTo>
                  <a:pt x="506604" y="527573"/>
                </a:lnTo>
                <a:lnTo>
                  <a:pt x="507334" y="525277"/>
                </a:lnTo>
                <a:lnTo>
                  <a:pt x="508064" y="524823"/>
                </a:lnTo>
                <a:lnTo>
                  <a:pt x="508794" y="526046"/>
                </a:lnTo>
                <a:lnTo>
                  <a:pt x="511714" y="527199"/>
                </a:lnTo>
                <a:lnTo>
                  <a:pt x="523393" y="525729"/>
                </a:lnTo>
                <a:lnTo>
                  <a:pt x="528503" y="525768"/>
                </a:lnTo>
                <a:lnTo>
                  <a:pt x="533613" y="526911"/>
                </a:lnTo>
                <a:lnTo>
                  <a:pt x="536533" y="527915"/>
                </a:lnTo>
                <a:lnTo>
                  <a:pt x="543102" y="528262"/>
                </a:lnTo>
                <a:lnTo>
                  <a:pt x="548942" y="528135"/>
                </a:lnTo>
                <a:lnTo>
                  <a:pt x="550402" y="524799"/>
                </a:lnTo>
                <a:lnTo>
                  <a:pt x="551132" y="528049"/>
                </a:lnTo>
                <a:lnTo>
                  <a:pt x="556972" y="528883"/>
                </a:lnTo>
                <a:lnTo>
                  <a:pt x="573761" y="530363"/>
                </a:lnTo>
                <a:lnTo>
                  <a:pt x="577411" y="534762"/>
                </a:lnTo>
                <a:lnTo>
                  <a:pt x="580331" y="530284"/>
                </a:lnTo>
                <a:lnTo>
                  <a:pt x="581061" y="530892"/>
                </a:lnTo>
                <a:lnTo>
                  <a:pt x="588361" y="534807"/>
                </a:lnTo>
                <a:lnTo>
                  <a:pt x="589821" y="532795"/>
                </a:lnTo>
                <a:lnTo>
                  <a:pt x="590551" y="534592"/>
                </a:lnTo>
                <a:lnTo>
                  <a:pt x="593471" y="536262"/>
                </a:lnTo>
                <a:lnTo>
                  <a:pt x="597121" y="536132"/>
                </a:lnTo>
                <a:lnTo>
                  <a:pt x="600770" y="539028"/>
                </a:lnTo>
                <a:lnTo>
                  <a:pt x="605150" y="539592"/>
                </a:lnTo>
                <a:lnTo>
                  <a:pt x="608800" y="540520"/>
                </a:lnTo>
                <a:lnTo>
                  <a:pt x="621210" y="543054"/>
                </a:lnTo>
                <a:lnTo>
                  <a:pt x="621940" y="544749"/>
                </a:lnTo>
                <a:lnTo>
                  <a:pt x="623400" y="543514"/>
                </a:lnTo>
                <a:lnTo>
                  <a:pt x="625590" y="541515"/>
                </a:lnTo>
                <a:lnTo>
                  <a:pt x="626320" y="542525"/>
                </a:lnTo>
                <a:lnTo>
                  <a:pt x="629239" y="547832"/>
                </a:lnTo>
                <a:lnTo>
                  <a:pt x="632159" y="540445"/>
                </a:lnTo>
                <a:lnTo>
                  <a:pt x="636539" y="549729"/>
                </a:lnTo>
                <a:lnTo>
                  <a:pt x="638729" y="547026"/>
                </a:lnTo>
                <a:lnTo>
                  <a:pt x="640189" y="548682"/>
                </a:lnTo>
                <a:lnTo>
                  <a:pt x="643109" y="548374"/>
                </a:lnTo>
                <a:lnTo>
                  <a:pt x="646759" y="542715"/>
                </a:lnTo>
                <a:lnTo>
                  <a:pt x="651869" y="546689"/>
                </a:lnTo>
                <a:lnTo>
                  <a:pt x="654059" y="543954"/>
                </a:lnTo>
                <a:lnTo>
                  <a:pt x="654789" y="545632"/>
                </a:lnTo>
                <a:lnTo>
                  <a:pt x="657709" y="546597"/>
                </a:lnTo>
                <a:lnTo>
                  <a:pt x="658439" y="541456"/>
                </a:lnTo>
                <a:lnTo>
                  <a:pt x="659898" y="544943"/>
                </a:lnTo>
                <a:lnTo>
                  <a:pt x="660629" y="546461"/>
                </a:lnTo>
                <a:lnTo>
                  <a:pt x="662089" y="544591"/>
                </a:lnTo>
                <a:lnTo>
                  <a:pt x="670848" y="541331"/>
                </a:lnTo>
                <a:lnTo>
                  <a:pt x="673038" y="536415"/>
                </a:lnTo>
                <a:lnTo>
                  <a:pt x="673768" y="539019"/>
                </a:lnTo>
                <a:lnTo>
                  <a:pt x="674498" y="540359"/>
                </a:lnTo>
                <a:lnTo>
                  <a:pt x="675958" y="538653"/>
                </a:lnTo>
                <a:lnTo>
                  <a:pt x="679608" y="535860"/>
                </a:lnTo>
                <a:lnTo>
                  <a:pt x="680338" y="533439"/>
                </a:lnTo>
                <a:lnTo>
                  <a:pt x="681068" y="536307"/>
                </a:lnTo>
                <a:lnTo>
                  <a:pt x="681798" y="536232"/>
                </a:lnTo>
                <a:lnTo>
                  <a:pt x="691288" y="530205"/>
                </a:lnTo>
                <a:lnTo>
                  <a:pt x="709537" y="521558"/>
                </a:lnTo>
                <a:lnTo>
                  <a:pt x="711727" y="521772"/>
                </a:lnTo>
                <a:lnTo>
                  <a:pt x="721217" y="513120"/>
                </a:lnTo>
                <a:lnTo>
                  <a:pt x="731436" y="518601"/>
                </a:lnTo>
                <a:lnTo>
                  <a:pt x="759905" y="567678"/>
                </a:lnTo>
                <a:lnTo>
                  <a:pt x="762095" y="570238"/>
                </a:lnTo>
                <a:lnTo>
                  <a:pt x="762825" y="568289"/>
                </a:lnTo>
                <a:lnTo>
                  <a:pt x="763555" y="567164"/>
                </a:lnTo>
                <a:lnTo>
                  <a:pt x="764285" y="569532"/>
                </a:lnTo>
                <a:lnTo>
                  <a:pt x="765015" y="569172"/>
                </a:lnTo>
                <a:lnTo>
                  <a:pt x="769395" y="572687"/>
                </a:lnTo>
                <a:lnTo>
                  <a:pt x="773045" y="571085"/>
                </a:lnTo>
                <a:lnTo>
                  <a:pt x="776695" y="575064"/>
                </a:lnTo>
                <a:lnTo>
                  <a:pt x="778155" y="570768"/>
                </a:lnTo>
                <a:lnTo>
                  <a:pt x="779615" y="574661"/>
                </a:lnTo>
                <a:lnTo>
                  <a:pt x="781075" y="575414"/>
                </a:lnTo>
                <a:lnTo>
                  <a:pt x="781805" y="574010"/>
                </a:lnTo>
                <a:lnTo>
                  <a:pt x="782535" y="573594"/>
                </a:lnTo>
                <a:lnTo>
                  <a:pt x="783264" y="575775"/>
                </a:lnTo>
                <a:lnTo>
                  <a:pt x="786184" y="575802"/>
                </a:lnTo>
                <a:lnTo>
                  <a:pt x="786914" y="573866"/>
                </a:lnTo>
                <a:lnTo>
                  <a:pt x="789104" y="575242"/>
                </a:lnTo>
                <a:lnTo>
                  <a:pt x="808084" y="585173"/>
                </a:lnTo>
                <a:lnTo>
                  <a:pt x="809544" y="584964"/>
                </a:lnTo>
                <a:lnTo>
                  <a:pt x="813923" y="589960"/>
                </a:lnTo>
                <a:lnTo>
                  <a:pt x="818303" y="585855"/>
                </a:lnTo>
                <a:lnTo>
                  <a:pt x="819033" y="589724"/>
                </a:lnTo>
                <a:lnTo>
                  <a:pt x="821223" y="588253"/>
                </a:lnTo>
                <a:lnTo>
                  <a:pt x="829253" y="589052"/>
                </a:lnTo>
                <a:lnTo>
                  <a:pt x="832903" y="592640"/>
                </a:lnTo>
                <a:lnTo>
                  <a:pt x="836553" y="592854"/>
                </a:lnTo>
                <a:lnTo>
                  <a:pt x="846772" y="591055"/>
                </a:lnTo>
                <a:lnTo>
                  <a:pt x="848232" y="588523"/>
                </a:lnTo>
                <a:lnTo>
                  <a:pt x="849692" y="590227"/>
                </a:lnTo>
                <a:lnTo>
                  <a:pt x="854802" y="579123"/>
                </a:lnTo>
                <a:lnTo>
                  <a:pt x="855532" y="583110"/>
                </a:lnTo>
                <a:lnTo>
                  <a:pt x="856262" y="583884"/>
                </a:lnTo>
                <a:lnTo>
                  <a:pt x="856992" y="581573"/>
                </a:lnTo>
                <a:lnTo>
                  <a:pt x="857722" y="580241"/>
                </a:lnTo>
                <a:lnTo>
                  <a:pt x="859912" y="581609"/>
                </a:lnTo>
                <a:lnTo>
                  <a:pt x="865022" y="578644"/>
                </a:lnTo>
                <a:lnTo>
                  <a:pt x="865752" y="579593"/>
                </a:lnTo>
                <a:lnTo>
                  <a:pt x="867942" y="581121"/>
                </a:lnTo>
                <a:lnTo>
                  <a:pt x="870861" y="573258"/>
                </a:lnTo>
                <a:lnTo>
                  <a:pt x="871592" y="575502"/>
                </a:lnTo>
                <a:lnTo>
                  <a:pt x="872322" y="577489"/>
                </a:lnTo>
                <a:lnTo>
                  <a:pt x="873781" y="574628"/>
                </a:lnTo>
                <a:lnTo>
                  <a:pt x="883271" y="567145"/>
                </a:lnTo>
                <a:lnTo>
                  <a:pt x="885461" y="569949"/>
                </a:lnTo>
                <a:lnTo>
                  <a:pt x="886191" y="568799"/>
                </a:lnTo>
                <a:lnTo>
                  <a:pt x="886921" y="567313"/>
                </a:lnTo>
                <a:lnTo>
                  <a:pt x="887651" y="569799"/>
                </a:lnTo>
                <a:lnTo>
                  <a:pt x="888381" y="572019"/>
                </a:lnTo>
                <a:lnTo>
                  <a:pt x="889111" y="568892"/>
                </a:lnTo>
                <a:lnTo>
                  <a:pt x="891301" y="562306"/>
                </a:lnTo>
                <a:lnTo>
                  <a:pt x="892761" y="564448"/>
                </a:lnTo>
                <a:lnTo>
                  <a:pt x="895681" y="571145"/>
                </a:lnTo>
                <a:lnTo>
                  <a:pt x="896411" y="569308"/>
                </a:lnTo>
                <a:lnTo>
                  <a:pt x="897871" y="571662"/>
                </a:lnTo>
                <a:lnTo>
                  <a:pt x="905901" y="571707"/>
                </a:lnTo>
                <a:lnTo>
                  <a:pt x="906631" y="570608"/>
                </a:lnTo>
                <a:lnTo>
                  <a:pt x="907361" y="573185"/>
                </a:lnTo>
                <a:lnTo>
                  <a:pt x="908821" y="575346"/>
                </a:lnTo>
                <a:lnTo>
                  <a:pt x="910280" y="573806"/>
                </a:lnTo>
                <a:lnTo>
                  <a:pt x="913930" y="571542"/>
                </a:lnTo>
                <a:lnTo>
                  <a:pt x="914660" y="572478"/>
                </a:lnTo>
                <a:lnTo>
                  <a:pt x="916120" y="570067"/>
                </a:lnTo>
                <a:lnTo>
                  <a:pt x="917580" y="570198"/>
                </a:lnTo>
                <a:lnTo>
                  <a:pt x="918310" y="571166"/>
                </a:lnTo>
                <a:lnTo>
                  <a:pt x="924150" y="573388"/>
                </a:lnTo>
                <a:lnTo>
                  <a:pt x="927800" y="568306"/>
                </a:lnTo>
                <a:lnTo>
                  <a:pt x="935830" y="560912"/>
                </a:lnTo>
                <a:lnTo>
                  <a:pt x="939479" y="555794"/>
                </a:lnTo>
                <a:lnTo>
                  <a:pt x="954079" y="545050"/>
                </a:lnTo>
                <a:lnTo>
                  <a:pt x="958459" y="542776"/>
                </a:lnTo>
                <a:lnTo>
                  <a:pt x="973788" y="505951"/>
                </a:lnTo>
                <a:lnTo>
                  <a:pt x="975978" y="504636"/>
                </a:lnTo>
                <a:lnTo>
                  <a:pt x="1008827" y="458359"/>
                </a:lnTo>
                <a:lnTo>
                  <a:pt x="1016127" y="445587"/>
                </a:lnTo>
                <a:lnTo>
                  <a:pt x="1019777" y="436443"/>
                </a:lnTo>
                <a:lnTo>
                  <a:pt x="1031456" y="404134"/>
                </a:lnTo>
                <a:lnTo>
                  <a:pt x="1078905" y="319961"/>
                </a:lnTo>
                <a:lnTo>
                  <a:pt x="1081095" y="324657"/>
                </a:lnTo>
                <a:lnTo>
                  <a:pt x="1083284" y="328417"/>
                </a:lnTo>
                <a:lnTo>
                  <a:pt x="1084014" y="324135"/>
                </a:lnTo>
                <a:lnTo>
                  <a:pt x="1085474" y="327577"/>
                </a:lnTo>
                <a:lnTo>
                  <a:pt x="1089855" y="337447"/>
                </a:lnTo>
                <a:lnTo>
                  <a:pt x="1091314" y="334840"/>
                </a:lnTo>
                <a:lnTo>
                  <a:pt x="1092774" y="328779"/>
                </a:lnTo>
                <a:lnTo>
                  <a:pt x="1093504" y="335181"/>
                </a:lnTo>
                <a:lnTo>
                  <a:pt x="1098614" y="347128"/>
                </a:lnTo>
                <a:lnTo>
                  <a:pt x="1099344" y="343557"/>
                </a:lnTo>
                <a:lnTo>
                  <a:pt x="1100804" y="346268"/>
                </a:lnTo>
                <a:lnTo>
                  <a:pt x="1102264" y="344794"/>
                </a:lnTo>
                <a:lnTo>
                  <a:pt x="1105184" y="357091"/>
                </a:lnTo>
                <a:lnTo>
                  <a:pt x="1106644" y="356992"/>
                </a:lnTo>
                <a:lnTo>
                  <a:pt x="1108834" y="371316"/>
                </a:lnTo>
                <a:lnTo>
                  <a:pt x="1110294" y="367492"/>
                </a:lnTo>
                <a:lnTo>
                  <a:pt x="1113214" y="361719"/>
                </a:lnTo>
                <a:lnTo>
                  <a:pt x="1115404" y="371146"/>
                </a:lnTo>
                <a:lnTo>
                  <a:pt x="1116134" y="369548"/>
                </a:lnTo>
                <a:lnTo>
                  <a:pt x="1116864" y="370081"/>
                </a:lnTo>
                <a:lnTo>
                  <a:pt x="1118324" y="366398"/>
                </a:lnTo>
                <a:lnTo>
                  <a:pt x="1119054" y="367332"/>
                </a:lnTo>
                <a:lnTo>
                  <a:pt x="1121973" y="374092"/>
                </a:lnTo>
                <a:lnTo>
                  <a:pt x="1124163" y="369776"/>
                </a:lnTo>
                <a:lnTo>
                  <a:pt x="1124893" y="372258"/>
                </a:lnTo>
                <a:lnTo>
                  <a:pt x="1127083" y="380611"/>
                </a:lnTo>
                <a:lnTo>
                  <a:pt x="1127813" y="376375"/>
                </a:lnTo>
                <a:lnTo>
                  <a:pt x="1128543" y="371921"/>
                </a:lnTo>
                <a:lnTo>
                  <a:pt x="1130003" y="378309"/>
                </a:lnTo>
                <a:lnTo>
                  <a:pt x="1130733" y="379368"/>
                </a:lnTo>
                <a:lnTo>
                  <a:pt x="1131463" y="375669"/>
                </a:lnTo>
                <a:lnTo>
                  <a:pt x="1132923" y="380076"/>
                </a:lnTo>
                <a:lnTo>
                  <a:pt x="1133653" y="381551"/>
                </a:lnTo>
                <a:lnTo>
                  <a:pt x="1136573" y="368619"/>
                </a:lnTo>
                <a:lnTo>
                  <a:pt x="1137303" y="372965"/>
                </a:lnTo>
                <a:lnTo>
                  <a:pt x="1140953" y="365226"/>
                </a:lnTo>
                <a:lnTo>
                  <a:pt x="1142413" y="357686"/>
                </a:lnTo>
                <a:lnTo>
                  <a:pt x="1143873" y="360663"/>
                </a:lnTo>
                <a:lnTo>
                  <a:pt x="1146793" y="356552"/>
                </a:lnTo>
                <a:lnTo>
                  <a:pt x="1148253" y="354937"/>
                </a:lnTo>
                <a:lnTo>
                  <a:pt x="1149713" y="352276"/>
                </a:lnTo>
                <a:lnTo>
                  <a:pt x="1150442" y="355898"/>
                </a:lnTo>
                <a:lnTo>
                  <a:pt x="1151172" y="355803"/>
                </a:lnTo>
                <a:lnTo>
                  <a:pt x="1155552" y="345137"/>
                </a:lnTo>
                <a:lnTo>
                  <a:pt x="1156282" y="345588"/>
                </a:lnTo>
                <a:lnTo>
                  <a:pt x="1158472" y="340660"/>
                </a:lnTo>
                <a:lnTo>
                  <a:pt x="1159202" y="340788"/>
                </a:lnTo>
                <a:lnTo>
                  <a:pt x="1159932" y="341444"/>
                </a:lnTo>
                <a:lnTo>
                  <a:pt x="1161392" y="339594"/>
                </a:lnTo>
                <a:lnTo>
                  <a:pt x="1164312" y="317794"/>
                </a:lnTo>
                <a:lnTo>
                  <a:pt x="1165042" y="325185"/>
                </a:lnTo>
                <a:lnTo>
                  <a:pt x="1189861" y="266606"/>
                </a:lnTo>
                <a:lnTo>
                  <a:pt x="1190591" y="260292"/>
                </a:lnTo>
                <a:lnTo>
                  <a:pt x="1192051" y="268176"/>
                </a:lnTo>
                <a:lnTo>
                  <a:pt x="1197891" y="254509"/>
                </a:lnTo>
                <a:lnTo>
                  <a:pt x="1199351" y="257089"/>
                </a:lnTo>
                <a:lnTo>
                  <a:pt x="1202271" y="247076"/>
                </a:lnTo>
                <a:lnTo>
                  <a:pt x="1203001" y="249678"/>
                </a:lnTo>
                <a:lnTo>
                  <a:pt x="1206651" y="239927"/>
                </a:lnTo>
                <a:lnTo>
                  <a:pt x="1208110" y="243025"/>
                </a:lnTo>
                <a:lnTo>
                  <a:pt x="1208840" y="243927"/>
                </a:lnTo>
                <a:lnTo>
                  <a:pt x="1209570" y="238059"/>
                </a:lnTo>
                <a:lnTo>
                  <a:pt x="1211760" y="239381"/>
                </a:lnTo>
                <a:lnTo>
                  <a:pt x="1214680" y="235907"/>
                </a:lnTo>
                <a:lnTo>
                  <a:pt x="1215410" y="236283"/>
                </a:lnTo>
                <a:lnTo>
                  <a:pt x="1221980" y="224750"/>
                </a:lnTo>
                <a:lnTo>
                  <a:pt x="1222710" y="225725"/>
                </a:lnTo>
                <a:lnTo>
                  <a:pt x="1226360" y="215875"/>
                </a:lnTo>
                <a:lnTo>
                  <a:pt x="1227090" y="217704"/>
                </a:lnTo>
                <a:lnTo>
                  <a:pt x="1227820" y="216886"/>
                </a:lnTo>
                <a:lnTo>
                  <a:pt x="1231470" y="210493"/>
                </a:lnTo>
                <a:lnTo>
                  <a:pt x="1237309" y="205083"/>
                </a:lnTo>
                <a:lnTo>
                  <a:pt x="1238769" y="199452"/>
                </a:lnTo>
                <a:lnTo>
                  <a:pt x="1240229" y="203453"/>
                </a:lnTo>
                <a:lnTo>
                  <a:pt x="1241689" y="200804"/>
                </a:lnTo>
                <a:lnTo>
                  <a:pt x="1246069" y="193296"/>
                </a:lnTo>
                <a:lnTo>
                  <a:pt x="1246799" y="195436"/>
                </a:lnTo>
                <a:lnTo>
                  <a:pt x="1248259" y="190546"/>
                </a:lnTo>
                <a:lnTo>
                  <a:pt x="1254099" y="174174"/>
                </a:lnTo>
                <a:lnTo>
                  <a:pt x="1255559" y="176726"/>
                </a:lnTo>
                <a:lnTo>
                  <a:pt x="1256289" y="175644"/>
                </a:lnTo>
                <a:lnTo>
                  <a:pt x="1263589" y="157349"/>
                </a:lnTo>
                <a:lnTo>
                  <a:pt x="1264319" y="159171"/>
                </a:lnTo>
                <a:lnTo>
                  <a:pt x="1265049" y="158557"/>
                </a:lnTo>
                <a:lnTo>
                  <a:pt x="1265778" y="160382"/>
                </a:lnTo>
                <a:lnTo>
                  <a:pt x="1267238" y="145442"/>
                </a:lnTo>
                <a:lnTo>
                  <a:pt x="1269428" y="149169"/>
                </a:lnTo>
                <a:lnTo>
                  <a:pt x="1272348" y="144863"/>
                </a:lnTo>
                <a:lnTo>
                  <a:pt x="1273078" y="146588"/>
                </a:lnTo>
                <a:lnTo>
                  <a:pt x="1274538" y="143997"/>
                </a:lnTo>
                <a:lnTo>
                  <a:pt x="1275998" y="138216"/>
                </a:lnTo>
                <a:lnTo>
                  <a:pt x="1277458" y="140162"/>
                </a:lnTo>
                <a:lnTo>
                  <a:pt x="1278918" y="142068"/>
                </a:lnTo>
                <a:lnTo>
                  <a:pt x="1281838" y="130655"/>
                </a:lnTo>
                <a:lnTo>
                  <a:pt x="1284028" y="121713"/>
                </a:lnTo>
                <a:lnTo>
                  <a:pt x="1284758" y="126402"/>
                </a:lnTo>
                <a:lnTo>
                  <a:pt x="1291328" y="106190"/>
                </a:lnTo>
                <a:lnTo>
                  <a:pt x="1293518" y="107758"/>
                </a:lnTo>
                <a:lnTo>
                  <a:pt x="1298627" y="93561"/>
                </a:lnTo>
                <a:lnTo>
                  <a:pt x="1299357" y="101108"/>
                </a:lnTo>
                <a:lnTo>
                  <a:pt x="1300817" y="93914"/>
                </a:lnTo>
                <a:lnTo>
                  <a:pt x="1301547" y="93146"/>
                </a:lnTo>
                <a:lnTo>
                  <a:pt x="1303007" y="103386"/>
                </a:lnTo>
                <a:lnTo>
                  <a:pt x="1303738" y="102478"/>
                </a:lnTo>
                <a:lnTo>
                  <a:pt x="1305197" y="91929"/>
                </a:lnTo>
                <a:lnTo>
                  <a:pt x="1305927" y="106017"/>
                </a:lnTo>
                <a:lnTo>
                  <a:pt x="1306657" y="97759"/>
                </a:lnTo>
                <a:lnTo>
                  <a:pt x="1307387" y="99779"/>
                </a:lnTo>
                <a:lnTo>
                  <a:pt x="1308847" y="96541"/>
                </a:lnTo>
                <a:lnTo>
                  <a:pt x="1310307" y="97959"/>
                </a:lnTo>
                <a:lnTo>
                  <a:pt x="1313227" y="84006"/>
                </a:lnTo>
                <a:lnTo>
                  <a:pt x="1313957" y="95004"/>
                </a:lnTo>
                <a:lnTo>
                  <a:pt x="1315417" y="80428"/>
                </a:lnTo>
                <a:lnTo>
                  <a:pt x="1316147" y="73737"/>
                </a:lnTo>
                <a:lnTo>
                  <a:pt x="1317607" y="83325"/>
                </a:lnTo>
                <a:lnTo>
                  <a:pt x="1318337" y="75386"/>
                </a:lnTo>
                <a:lnTo>
                  <a:pt x="1319067" y="86288"/>
                </a:lnTo>
                <a:lnTo>
                  <a:pt x="1320527" y="80946"/>
                </a:lnTo>
                <a:lnTo>
                  <a:pt x="1324177" y="70278"/>
                </a:lnTo>
                <a:lnTo>
                  <a:pt x="1324907" y="71040"/>
                </a:lnTo>
                <a:lnTo>
                  <a:pt x="1325637" y="75716"/>
                </a:lnTo>
                <a:lnTo>
                  <a:pt x="1326367" y="66282"/>
                </a:lnTo>
                <a:lnTo>
                  <a:pt x="1335856" y="42301"/>
                </a:lnTo>
                <a:lnTo>
                  <a:pt x="1340236" y="46005"/>
                </a:lnTo>
                <a:lnTo>
                  <a:pt x="1345346" y="35663"/>
                </a:lnTo>
                <a:lnTo>
                  <a:pt x="1348266" y="39173"/>
                </a:lnTo>
                <a:lnTo>
                  <a:pt x="1351186" y="30675"/>
                </a:lnTo>
                <a:lnTo>
                  <a:pt x="1354106" y="37374"/>
                </a:lnTo>
                <a:lnTo>
                  <a:pt x="1356296" y="28405"/>
                </a:lnTo>
                <a:lnTo>
                  <a:pt x="1357026" y="29105"/>
                </a:lnTo>
                <a:lnTo>
                  <a:pt x="1359946" y="23126"/>
                </a:lnTo>
                <a:lnTo>
                  <a:pt x="1361406" y="26905"/>
                </a:lnTo>
                <a:lnTo>
                  <a:pt x="1363595" y="31080"/>
                </a:lnTo>
                <a:lnTo>
                  <a:pt x="1365785" y="13399"/>
                </a:lnTo>
                <a:lnTo>
                  <a:pt x="1366515" y="19026"/>
                </a:lnTo>
                <a:lnTo>
                  <a:pt x="1367245" y="19433"/>
                </a:lnTo>
                <a:lnTo>
                  <a:pt x="1367975" y="23540"/>
                </a:lnTo>
                <a:lnTo>
                  <a:pt x="1369435" y="18405"/>
                </a:lnTo>
                <a:lnTo>
                  <a:pt x="1374545" y="10283"/>
                </a:lnTo>
                <a:lnTo>
                  <a:pt x="1370895" y="19949"/>
                </a:lnTo>
                <a:lnTo>
                  <a:pt x="1375275" y="11989"/>
                </a:lnTo>
                <a:lnTo>
                  <a:pt x="1376735" y="16834"/>
                </a:lnTo>
                <a:lnTo>
                  <a:pt x="1378195" y="14145"/>
                </a:lnTo>
                <a:lnTo>
                  <a:pt x="1382575" y="8121"/>
                </a:lnTo>
                <a:lnTo>
                  <a:pt x="1389875" y="22682"/>
                </a:lnTo>
                <a:lnTo>
                  <a:pt x="1394254" y="4242"/>
                </a:lnTo>
                <a:lnTo>
                  <a:pt x="1396444" y="17164"/>
                </a:lnTo>
                <a:lnTo>
                  <a:pt x="1397904" y="0"/>
                </a:lnTo>
                <a:lnTo>
                  <a:pt x="1399364" y="7250"/>
                </a:lnTo>
                <a:lnTo>
                  <a:pt x="1400094" y="11323"/>
                </a:lnTo>
                <a:lnTo>
                  <a:pt x="1400824" y="4664"/>
                </a:lnTo>
                <a:lnTo>
                  <a:pt x="1401554" y="5527"/>
                </a:lnTo>
                <a:lnTo>
                  <a:pt x="1402284" y="5007"/>
                </a:lnTo>
                <a:lnTo>
                  <a:pt x="1404474" y="13803"/>
                </a:lnTo>
                <a:lnTo>
                  <a:pt x="1405934" y="12684"/>
                </a:lnTo>
                <a:lnTo>
                  <a:pt x="1412504" y="4246"/>
                </a:lnTo>
                <a:lnTo>
                  <a:pt x="1413234" y="5825"/>
                </a:lnTo>
                <a:lnTo>
                  <a:pt x="1416154" y="18385"/>
                </a:lnTo>
                <a:lnTo>
                  <a:pt x="1416884" y="16848"/>
                </a:lnTo>
                <a:lnTo>
                  <a:pt x="1417614" y="9936"/>
                </a:lnTo>
                <a:lnTo>
                  <a:pt x="1419074" y="20433"/>
                </a:lnTo>
                <a:lnTo>
                  <a:pt x="1423453" y="35860"/>
                </a:lnTo>
                <a:lnTo>
                  <a:pt x="1424913" y="26461"/>
                </a:lnTo>
                <a:lnTo>
                  <a:pt x="1425643" y="33005"/>
                </a:lnTo>
                <a:lnTo>
                  <a:pt x="1430023" y="44286"/>
                </a:lnTo>
                <a:lnTo>
                  <a:pt x="1431483" y="50495"/>
                </a:lnTo>
                <a:lnTo>
                  <a:pt x="1432943" y="48079"/>
                </a:lnTo>
                <a:lnTo>
                  <a:pt x="1433673" y="42542"/>
                </a:lnTo>
                <a:lnTo>
                  <a:pt x="1434403" y="49534"/>
                </a:lnTo>
                <a:lnTo>
                  <a:pt x="1435133" y="51608"/>
                </a:lnTo>
                <a:lnTo>
                  <a:pt x="1435863" y="41391"/>
                </a:lnTo>
                <a:lnTo>
                  <a:pt x="1437323" y="49998"/>
                </a:lnTo>
                <a:lnTo>
                  <a:pt x="1439513" y="46395"/>
                </a:lnTo>
                <a:lnTo>
                  <a:pt x="1442433" y="63908"/>
                </a:lnTo>
                <a:lnTo>
                  <a:pt x="1443163" y="61684"/>
                </a:lnTo>
                <a:lnTo>
                  <a:pt x="1444623" y="56206"/>
                </a:lnTo>
                <a:lnTo>
                  <a:pt x="1445353" y="56750"/>
                </a:lnTo>
                <a:lnTo>
                  <a:pt x="1446813" y="66804"/>
                </a:lnTo>
                <a:lnTo>
                  <a:pt x="1447543" y="54595"/>
                </a:lnTo>
                <a:lnTo>
                  <a:pt x="1448273" y="60888"/>
                </a:lnTo>
                <a:lnTo>
                  <a:pt x="1454112" y="79140"/>
                </a:lnTo>
                <a:lnTo>
                  <a:pt x="1454842" y="79167"/>
                </a:lnTo>
                <a:lnTo>
                  <a:pt x="1459952" y="99174"/>
                </a:lnTo>
                <a:lnTo>
                  <a:pt x="1460682" y="96154"/>
                </a:lnTo>
                <a:lnTo>
                  <a:pt x="1461412" y="91348"/>
                </a:lnTo>
                <a:lnTo>
                  <a:pt x="1462872" y="98612"/>
                </a:lnTo>
                <a:lnTo>
                  <a:pt x="1463602" y="100929"/>
                </a:lnTo>
                <a:lnTo>
                  <a:pt x="1464332" y="98088"/>
                </a:lnTo>
                <a:lnTo>
                  <a:pt x="1465792" y="99129"/>
                </a:lnTo>
                <a:lnTo>
                  <a:pt x="1466522" y="99364"/>
                </a:lnTo>
                <a:lnTo>
                  <a:pt x="1467252" y="108796"/>
                </a:lnTo>
                <a:lnTo>
                  <a:pt x="1469442" y="107834"/>
                </a:lnTo>
                <a:lnTo>
                  <a:pt x="1472362" y="104514"/>
                </a:lnTo>
                <a:lnTo>
                  <a:pt x="1481121" y="127648"/>
                </a:lnTo>
                <a:lnTo>
                  <a:pt x="1481851" y="124462"/>
                </a:lnTo>
                <a:lnTo>
                  <a:pt x="1482581" y="130842"/>
                </a:lnTo>
                <a:lnTo>
                  <a:pt x="1483311" y="137707"/>
                </a:lnTo>
                <a:lnTo>
                  <a:pt x="1484771" y="127312"/>
                </a:lnTo>
                <a:lnTo>
                  <a:pt x="1490611" y="153398"/>
                </a:lnTo>
                <a:lnTo>
                  <a:pt x="1492071" y="149143"/>
                </a:lnTo>
                <a:lnTo>
                  <a:pt x="1493531" y="152886"/>
                </a:lnTo>
                <a:lnTo>
                  <a:pt x="1495721" y="157145"/>
                </a:lnTo>
                <a:lnTo>
                  <a:pt x="1499371" y="165157"/>
                </a:lnTo>
                <a:lnTo>
                  <a:pt x="1501561" y="164299"/>
                </a:lnTo>
                <a:lnTo>
                  <a:pt x="1503751" y="172414"/>
                </a:lnTo>
                <a:lnTo>
                  <a:pt x="1504481" y="165332"/>
                </a:lnTo>
                <a:lnTo>
                  <a:pt x="1505211" y="178822"/>
                </a:lnTo>
                <a:lnTo>
                  <a:pt x="1506670" y="172633"/>
                </a:lnTo>
                <a:lnTo>
                  <a:pt x="1508130" y="177179"/>
                </a:lnTo>
                <a:lnTo>
                  <a:pt x="1512510" y="209350"/>
                </a:lnTo>
                <a:lnTo>
                  <a:pt x="1513970" y="197788"/>
                </a:lnTo>
                <a:lnTo>
                  <a:pt x="1514700" y="197594"/>
                </a:lnTo>
                <a:lnTo>
                  <a:pt x="1518350" y="211864"/>
                </a:lnTo>
                <a:lnTo>
                  <a:pt x="1519810" y="206091"/>
                </a:lnTo>
                <a:lnTo>
                  <a:pt x="1521270" y="209720"/>
                </a:lnTo>
                <a:lnTo>
                  <a:pt x="1522730" y="215304"/>
                </a:lnTo>
                <a:lnTo>
                  <a:pt x="1523460" y="213559"/>
                </a:lnTo>
                <a:lnTo>
                  <a:pt x="1524190" y="209567"/>
                </a:lnTo>
                <a:lnTo>
                  <a:pt x="1524920" y="215140"/>
                </a:lnTo>
                <a:lnTo>
                  <a:pt x="1526380" y="213557"/>
                </a:lnTo>
                <a:lnTo>
                  <a:pt x="1532220" y="225240"/>
                </a:lnTo>
                <a:lnTo>
                  <a:pt x="1533680" y="222000"/>
                </a:lnTo>
                <a:lnTo>
                  <a:pt x="1534410" y="225966"/>
                </a:lnTo>
                <a:lnTo>
                  <a:pt x="1535140" y="231368"/>
                </a:lnTo>
                <a:lnTo>
                  <a:pt x="1536600" y="228420"/>
                </a:lnTo>
                <a:lnTo>
                  <a:pt x="1537330" y="222808"/>
                </a:lnTo>
                <a:lnTo>
                  <a:pt x="1538790" y="230747"/>
                </a:lnTo>
                <a:lnTo>
                  <a:pt x="1541710" y="235476"/>
                </a:lnTo>
                <a:lnTo>
                  <a:pt x="1543900" y="224974"/>
                </a:lnTo>
                <a:lnTo>
                  <a:pt x="1544630" y="237185"/>
                </a:lnTo>
                <a:lnTo>
                  <a:pt x="1546089" y="227521"/>
                </a:lnTo>
                <a:lnTo>
                  <a:pt x="1546819" y="225178"/>
                </a:lnTo>
                <a:lnTo>
                  <a:pt x="1547549" y="227652"/>
                </a:lnTo>
                <a:lnTo>
                  <a:pt x="1549009" y="232406"/>
                </a:lnTo>
                <a:lnTo>
                  <a:pt x="1549739" y="226960"/>
                </a:lnTo>
                <a:lnTo>
                  <a:pt x="1554119" y="233334"/>
                </a:lnTo>
                <a:lnTo>
                  <a:pt x="1554849" y="230473"/>
                </a:lnTo>
                <a:lnTo>
                  <a:pt x="1555579" y="225674"/>
                </a:lnTo>
                <a:lnTo>
                  <a:pt x="1557039" y="229410"/>
                </a:lnTo>
                <a:lnTo>
                  <a:pt x="1558499" y="226946"/>
                </a:lnTo>
                <a:lnTo>
                  <a:pt x="1559959" y="218499"/>
                </a:lnTo>
                <a:lnTo>
                  <a:pt x="1560689" y="218812"/>
                </a:lnTo>
                <a:lnTo>
                  <a:pt x="1563609" y="230507"/>
                </a:lnTo>
                <a:lnTo>
                  <a:pt x="1571639" y="171907"/>
                </a:lnTo>
                <a:lnTo>
                  <a:pt x="1573099" y="172899"/>
                </a:lnTo>
                <a:lnTo>
                  <a:pt x="1575288" y="163590"/>
                </a:lnTo>
                <a:lnTo>
                  <a:pt x="1576018" y="177273"/>
                </a:lnTo>
                <a:lnTo>
                  <a:pt x="1577478" y="169476"/>
                </a:lnTo>
                <a:lnTo>
                  <a:pt x="1578938" y="164662"/>
                </a:lnTo>
                <a:lnTo>
                  <a:pt x="1581128" y="185943"/>
                </a:lnTo>
                <a:lnTo>
                  <a:pt x="1583318" y="181002"/>
                </a:lnTo>
                <a:lnTo>
                  <a:pt x="1586968" y="194144"/>
                </a:lnTo>
                <a:lnTo>
                  <a:pt x="1587698" y="194534"/>
                </a:lnTo>
                <a:lnTo>
                  <a:pt x="1588428" y="191410"/>
                </a:lnTo>
                <a:lnTo>
                  <a:pt x="1589888" y="195166"/>
                </a:lnTo>
                <a:lnTo>
                  <a:pt x="1590618" y="195828"/>
                </a:lnTo>
                <a:lnTo>
                  <a:pt x="1593538" y="224426"/>
                </a:lnTo>
                <a:lnTo>
                  <a:pt x="1594998" y="215877"/>
                </a:lnTo>
                <a:lnTo>
                  <a:pt x="1595728" y="212984"/>
                </a:lnTo>
                <a:lnTo>
                  <a:pt x="1596458" y="216669"/>
                </a:lnTo>
                <a:lnTo>
                  <a:pt x="1608137" y="270383"/>
                </a:lnTo>
                <a:lnTo>
                  <a:pt x="1608867" y="264875"/>
                </a:lnTo>
                <a:lnTo>
                  <a:pt x="1610327" y="264666"/>
                </a:lnTo>
                <a:lnTo>
                  <a:pt x="1613977" y="276289"/>
                </a:lnTo>
                <a:lnTo>
                  <a:pt x="1614707" y="276060"/>
                </a:lnTo>
                <a:lnTo>
                  <a:pt x="1615437" y="272864"/>
                </a:lnTo>
                <a:lnTo>
                  <a:pt x="1616167" y="275983"/>
                </a:lnTo>
                <a:lnTo>
                  <a:pt x="1622737" y="294142"/>
                </a:lnTo>
                <a:lnTo>
                  <a:pt x="1623467" y="293871"/>
                </a:lnTo>
                <a:lnTo>
                  <a:pt x="1624927" y="287339"/>
                </a:lnTo>
                <a:lnTo>
                  <a:pt x="1626387" y="291048"/>
                </a:lnTo>
                <a:lnTo>
                  <a:pt x="1632226" y="299949"/>
                </a:lnTo>
                <a:lnTo>
                  <a:pt x="1632956" y="294556"/>
                </a:lnTo>
                <a:lnTo>
                  <a:pt x="1633686" y="297161"/>
                </a:lnTo>
                <a:lnTo>
                  <a:pt x="1634416" y="305247"/>
                </a:lnTo>
                <a:lnTo>
                  <a:pt x="1636606" y="303685"/>
                </a:lnTo>
                <a:lnTo>
                  <a:pt x="1642446" y="313393"/>
                </a:lnTo>
                <a:lnTo>
                  <a:pt x="1645366" y="320923"/>
                </a:lnTo>
                <a:lnTo>
                  <a:pt x="1646096" y="326929"/>
                </a:lnTo>
                <a:lnTo>
                  <a:pt x="1648286" y="325336"/>
                </a:lnTo>
                <a:lnTo>
                  <a:pt x="1649746" y="327586"/>
                </a:lnTo>
                <a:lnTo>
                  <a:pt x="1650476" y="320580"/>
                </a:lnTo>
                <a:lnTo>
                  <a:pt x="1651206" y="326657"/>
                </a:lnTo>
                <a:lnTo>
                  <a:pt x="1654126" y="338314"/>
                </a:lnTo>
                <a:lnTo>
                  <a:pt x="1655586" y="340327"/>
                </a:lnTo>
                <a:lnTo>
                  <a:pt x="1661425" y="364229"/>
                </a:lnTo>
                <a:lnTo>
                  <a:pt x="1662155" y="361254"/>
                </a:lnTo>
                <a:lnTo>
                  <a:pt x="1662885" y="359977"/>
                </a:lnTo>
                <a:lnTo>
                  <a:pt x="1665075" y="373237"/>
                </a:lnTo>
                <a:lnTo>
                  <a:pt x="1666535" y="372611"/>
                </a:lnTo>
                <a:lnTo>
                  <a:pt x="1667265" y="371906"/>
                </a:lnTo>
                <a:lnTo>
                  <a:pt x="1667995" y="373196"/>
                </a:lnTo>
                <a:lnTo>
                  <a:pt x="1673835" y="397562"/>
                </a:lnTo>
                <a:lnTo>
                  <a:pt x="1675295" y="391566"/>
                </a:lnTo>
                <a:lnTo>
                  <a:pt x="1676025" y="396310"/>
                </a:lnTo>
                <a:lnTo>
                  <a:pt x="1687705" y="435040"/>
                </a:lnTo>
                <a:lnTo>
                  <a:pt x="1688435" y="431221"/>
                </a:lnTo>
                <a:lnTo>
                  <a:pt x="1689165" y="428543"/>
                </a:lnTo>
                <a:lnTo>
                  <a:pt x="1689894" y="429528"/>
                </a:lnTo>
                <a:lnTo>
                  <a:pt x="1694274" y="449066"/>
                </a:lnTo>
                <a:lnTo>
                  <a:pt x="1695734" y="447135"/>
                </a:lnTo>
                <a:lnTo>
                  <a:pt x="1700114" y="465601"/>
                </a:lnTo>
                <a:lnTo>
                  <a:pt x="1700844" y="471676"/>
                </a:lnTo>
                <a:lnTo>
                  <a:pt x="1703034" y="469520"/>
                </a:lnTo>
                <a:lnTo>
                  <a:pt x="1713254" y="491407"/>
                </a:lnTo>
                <a:lnTo>
                  <a:pt x="1713984" y="489056"/>
                </a:lnTo>
                <a:lnTo>
                  <a:pt x="1716904" y="497380"/>
                </a:lnTo>
                <a:lnTo>
                  <a:pt x="1722743" y="503591"/>
                </a:lnTo>
                <a:lnTo>
                  <a:pt x="1723473" y="502170"/>
                </a:lnTo>
                <a:lnTo>
                  <a:pt x="1724203" y="506766"/>
                </a:lnTo>
                <a:lnTo>
                  <a:pt x="1724933" y="503820"/>
                </a:lnTo>
                <a:lnTo>
                  <a:pt x="1725663" y="497254"/>
                </a:lnTo>
                <a:lnTo>
                  <a:pt x="1727123" y="504079"/>
                </a:lnTo>
                <a:lnTo>
                  <a:pt x="1727853" y="501939"/>
                </a:lnTo>
                <a:lnTo>
                  <a:pt x="1728583" y="503167"/>
                </a:lnTo>
                <a:lnTo>
                  <a:pt x="1732963" y="510502"/>
                </a:lnTo>
                <a:lnTo>
                  <a:pt x="1734423" y="515067"/>
                </a:lnTo>
                <a:lnTo>
                  <a:pt x="1735153" y="508161"/>
                </a:lnTo>
                <a:lnTo>
                  <a:pt x="1737343" y="508749"/>
                </a:lnTo>
                <a:lnTo>
                  <a:pt x="1739533" y="514621"/>
                </a:lnTo>
                <a:lnTo>
                  <a:pt x="1740263" y="513433"/>
                </a:lnTo>
                <a:lnTo>
                  <a:pt x="1741723" y="517686"/>
                </a:lnTo>
                <a:lnTo>
                  <a:pt x="1742453" y="512981"/>
                </a:lnTo>
                <a:lnTo>
                  <a:pt x="1743183" y="512558"/>
                </a:lnTo>
                <a:lnTo>
                  <a:pt x="1746833" y="518664"/>
                </a:lnTo>
                <a:lnTo>
                  <a:pt x="1748293" y="522074"/>
                </a:lnTo>
                <a:lnTo>
                  <a:pt x="1750483" y="520531"/>
                </a:lnTo>
                <a:lnTo>
                  <a:pt x="1751943" y="519073"/>
                </a:lnTo>
                <a:lnTo>
                  <a:pt x="1752673" y="521004"/>
                </a:lnTo>
                <a:lnTo>
                  <a:pt x="1753403" y="524060"/>
                </a:lnTo>
                <a:lnTo>
                  <a:pt x="1754863" y="519357"/>
                </a:lnTo>
                <a:lnTo>
                  <a:pt x="1755593" y="522451"/>
                </a:lnTo>
                <a:lnTo>
                  <a:pt x="1759972" y="519567"/>
                </a:lnTo>
                <a:lnTo>
                  <a:pt x="1762162" y="517850"/>
                </a:lnTo>
                <a:lnTo>
                  <a:pt x="1763622" y="517250"/>
                </a:lnTo>
                <a:lnTo>
                  <a:pt x="1765082" y="521940"/>
                </a:lnTo>
                <a:lnTo>
                  <a:pt x="1765812" y="517411"/>
                </a:lnTo>
                <a:lnTo>
                  <a:pt x="1769462" y="518166"/>
                </a:lnTo>
                <a:lnTo>
                  <a:pt x="1771652" y="513414"/>
                </a:lnTo>
                <a:lnTo>
                  <a:pt x="1773112" y="513873"/>
                </a:lnTo>
                <a:lnTo>
                  <a:pt x="1774572" y="516438"/>
                </a:lnTo>
                <a:lnTo>
                  <a:pt x="1775302" y="512715"/>
                </a:lnTo>
                <a:lnTo>
                  <a:pt x="1780412" y="510667"/>
                </a:lnTo>
                <a:lnTo>
                  <a:pt x="1781142" y="506534"/>
                </a:lnTo>
                <a:lnTo>
                  <a:pt x="1782602" y="510239"/>
                </a:lnTo>
                <a:lnTo>
                  <a:pt x="1784062" y="510239"/>
                </a:lnTo>
                <a:lnTo>
                  <a:pt x="1786252" y="506718"/>
                </a:lnTo>
                <a:lnTo>
                  <a:pt x="1786981" y="509114"/>
                </a:lnTo>
                <a:lnTo>
                  <a:pt x="1788441" y="506215"/>
                </a:lnTo>
                <a:lnTo>
                  <a:pt x="1790631" y="494610"/>
                </a:lnTo>
                <a:lnTo>
                  <a:pt x="1791361" y="500878"/>
                </a:lnTo>
                <a:lnTo>
                  <a:pt x="1792091" y="504842"/>
                </a:lnTo>
                <a:lnTo>
                  <a:pt x="1793551" y="500440"/>
                </a:lnTo>
                <a:lnTo>
                  <a:pt x="1794281" y="501137"/>
                </a:lnTo>
                <a:lnTo>
                  <a:pt x="1795011" y="507573"/>
                </a:lnTo>
                <a:lnTo>
                  <a:pt x="1796471" y="505501"/>
                </a:lnTo>
                <a:lnTo>
                  <a:pt x="1797931" y="501810"/>
                </a:lnTo>
                <a:lnTo>
                  <a:pt x="1798661" y="503523"/>
                </a:lnTo>
                <a:lnTo>
                  <a:pt x="1801581" y="507796"/>
                </a:lnTo>
                <a:lnTo>
                  <a:pt x="1804501" y="499205"/>
                </a:lnTo>
                <a:lnTo>
                  <a:pt x="1805231" y="503533"/>
                </a:lnTo>
                <a:lnTo>
                  <a:pt x="1805961" y="504294"/>
                </a:lnTo>
                <a:lnTo>
                  <a:pt x="1807421" y="497772"/>
                </a:lnTo>
                <a:lnTo>
                  <a:pt x="1808881" y="501377"/>
                </a:lnTo>
                <a:lnTo>
                  <a:pt x="1811071" y="497920"/>
                </a:lnTo>
                <a:lnTo>
                  <a:pt x="1811801" y="493871"/>
                </a:lnTo>
                <a:lnTo>
                  <a:pt x="1813261" y="498727"/>
                </a:lnTo>
                <a:lnTo>
                  <a:pt x="1813991" y="495838"/>
                </a:lnTo>
                <a:lnTo>
                  <a:pt x="1815451" y="501047"/>
                </a:lnTo>
                <a:lnTo>
                  <a:pt x="1816180" y="506015"/>
                </a:lnTo>
                <a:lnTo>
                  <a:pt x="1817640" y="498716"/>
                </a:lnTo>
                <a:lnTo>
                  <a:pt x="1820560" y="487483"/>
                </a:lnTo>
                <a:lnTo>
                  <a:pt x="1822750" y="492153"/>
                </a:lnTo>
                <a:lnTo>
                  <a:pt x="1823480" y="496133"/>
                </a:lnTo>
                <a:lnTo>
                  <a:pt x="1824210" y="494379"/>
                </a:lnTo>
                <a:lnTo>
                  <a:pt x="1825670" y="485613"/>
                </a:lnTo>
                <a:lnTo>
                  <a:pt x="1827130" y="490927"/>
                </a:lnTo>
                <a:lnTo>
                  <a:pt x="1828590" y="496158"/>
                </a:lnTo>
                <a:lnTo>
                  <a:pt x="1829320" y="493235"/>
                </a:lnTo>
                <a:lnTo>
                  <a:pt x="1830050" y="487476"/>
                </a:lnTo>
                <a:lnTo>
                  <a:pt x="1832240" y="490449"/>
                </a:lnTo>
                <a:lnTo>
                  <a:pt x="1837350" y="496998"/>
                </a:lnTo>
                <a:lnTo>
                  <a:pt x="1838080" y="495525"/>
                </a:lnTo>
                <a:lnTo>
                  <a:pt x="1838810" y="497209"/>
                </a:lnTo>
                <a:lnTo>
                  <a:pt x="1839540" y="499404"/>
                </a:lnTo>
                <a:lnTo>
                  <a:pt x="1840270" y="497100"/>
                </a:lnTo>
                <a:lnTo>
                  <a:pt x="1841000" y="495045"/>
                </a:lnTo>
                <a:lnTo>
                  <a:pt x="1841730" y="499237"/>
                </a:lnTo>
                <a:lnTo>
                  <a:pt x="1842460" y="499320"/>
                </a:lnTo>
                <a:lnTo>
                  <a:pt x="1843190" y="494683"/>
                </a:lnTo>
                <a:lnTo>
                  <a:pt x="1844649" y="498527"/>
                </a:lnTo>
                <a:lnTo>
                  <a:pt x="1845379" y="501171"/>
                </a:lnTo>
                <a:lnTo>
                  <a:pt x="1846109" y="499745"/>
                </a:lnTo>
                <a:lnTo>
                  <a:pt x="1848299" y="490701"/>
                </a:lnTo>
                <a:lnTo>
                  <a:pt x="1849029" y="491175"/>
                </a:lnTo>
                <a:lnTo>
                  <a:pt x="1851219" y="500110"/>
                </a:lnTo>
                <a:lnTo>
                  <a:pt x="1851949" y="495091"/>
                </a:lnTo>
                <a:lnTo>
                  <a:pt x="1853409" y="494340"/>
                </a:lnTo>
                <a:lnTo>
                  <a:pt x="1854869" y="491325"/>
                </a:lnTo>
                <a:lnTo>
                  <a:pt x="1856329" y="499538"/>
                </a:lnTo>
                <a:lnTo>
                  <a:pt x="1859979" y="494379"/>
                </a:lnTo>
                <a:lnTo>
                  <a:pt x="1861439" y="497681"/>
                </a:lnTo>
                <a:lnTo>
                  <a:pt x="1862169" y="494970"/>
                </a:lnTo>
                <a:lnTo>
                  <a:pt x="1862899" y="489288"/>
                </a:lnTo>
                <a:lnTo>
                  <a:pt x="1864359" y="493147"/>
                </a:lnTo>
                <a:lnTo>
                  <a:pt x="1868009" y="497875"/>
                </a:lnTo>
                <a:lnTo>
                  <a:pt x="1869469" y="494658"/>
                </a:lnTo>
                <a:lnTo>
                  <a:pt x="1870199" y="497485"/>
                </a:lnTo>
                <a:lnTo>
                  <a:pt x="1872389" y="498537"/>
                </a:lnTo>
                <a:lnTo>
                  <a:pt x="1873119" y="504166"/>
                </a:lnTo>
                <a:lnTo>
                  <a:pt x="1874578" y="498665"/>
                </a:lnTo>
                <a:lnTo>
                  <a:pt x="1876038" y="499551"/>
                </a:lnTo>
                <a:lnTo>
                  <a:pt x="1877498" y="512544"/>
                </a:lnTo>
                <a:lnTo>
                  <a:pt x="1879688" y="507043"/>
                </a:lnTo>
                <a:lnTo>
                  <a:pt x="1880418" y="507947"/>
                </a:lnTo>
                <a:lnTo>
                  <a:pt x="1881148" y="504721"/>
                </a:lnTo>
                <a:lnTo>
                  <a:pt x="1884068" y="510556"/>
                </a:lnTo>
                <a:lnTo>
                  <a:pt x="1885528" y="502135"/>
                </a:lnTo>
                <a:lnTo>
                  <a:pt x="1886988" y="503469"/>
                </a:lnTo>
                <a:lnTo>
                  <a:pt x="1887718" y="507648"/>
                </a:lnTo>
                <a:lnTo>
                  <a:pt x="1888448" y="503830"/>
                </a:lnTo>
                <a:lnTo>
                  <a:pt x="1889178" y="500505"/>
                </a:lnTo>
                <a:lnTo>
                  <a:pt x="1890638" y="506006"/>
                </a:lnTo>
                <a:lnTo>
                  <a:pt x="1892098" y="505048"/>
                </a:lnTo>
                <a:lnTo>
                  <a:pt x="1895748" y="499577"/>
                </a:lnTo>
                <a:lnTo>
                  <a:pt x="1897938" y="503904"/>
                </a:lnTo>
                <a:lnTo>
                  <a:pt x="1901588" y="496749"/>
                </a:lnTo>
                <a:lnTo>
                  <a:pt x="1902317" y="497412"/>
                </a:lnTo>
                <a:lnTo>
                  <a:pt x="1903777" y="503386"/>
                </a:lnTo>
                <a:lnTo>
                  <a:pt x="1905237" y="499525"/>
                </a:lnTo>
                <a:lnTo>
                  <a:pt x="1908887" y="498408"/>
                </a:lnTo>
                <a:lnTo>
                  <a:pt x="1911807" y="495821"/>
                </a:lnTo>
                <a:lnTo>
                  <a:pt x="1918377" y="486951"/>
                </a:lnTo>
                <a:lnTo>
                  <a:pt x="1919107" y="488956"/>
                </a:lnTo>
                <a:lnTo>
                  <a:pt x="1919837" y="493476"/>
                </a:lnTo>
                <a:lnTo>
                  <a:pt x="1921297" y="492107"/>
                </a:lnTo>
                <a:lnTo>
                  <a:pt x="1923487" y="484319"/>
                </a:lnTo>
                <a:lnTo>
                  <a:pt x="1924217" y="487110"/>
                </a:lnTo>
                <a:lnTo>
                  <a:pt x="1927137" y="490841"/>
                </a:lnTo>
                <a:lnTo>
                  <a:pt x="1927867" y="490448"/>
                </a:lnTo>
                <a:lnTo>
                  <a:pt x="1929327" y="486118"/>
                </a:lnTo>
                <a:lnTo>
                  <a:pt x="1930057" y="482847"/>
                </a:lnTo>
                <a:lnTo>
                  <a:pt x="1931516" y="484625"/>
                </a:lnTo>
                <a:lnTo>
                  <a:pt x="1934436" y="487813"/>
                </a:lnTo>
                <a:lnTo>
                  <a:pt x="1935166" y="484617"/>
                </a:lnTo>
                <a:lnTo>
                  <a:pt x="1935896" y="489160"/>
                </a:lnTo>
                <a:lnTo>
                  <a:pt x="1936626" y="491872"/>
                </a:lnTo>
                <a:lnTo>
                  <a:pt x="1938086" y="488683"/>
                </a:lnTo>
                <a:lnTo>
                  <a:pt x="1940276" y="491754"/>
                </a:lnTo>
                <a:lnTo>
                  <a:pt x="1942466" y="483680"/>
                </a:lnTo>
                <a:lnTo>
                  <a:pt x="1943196" y="484752"/>
                </a:lnTo>
                <a:lnTo>
                  <a:pt x="1944656" y="488811"/>
                </a:lnTo>
                <a:lnTo>
                  <a:pt x="1945386" y="487482"/>
                </a:lnTo>
                <a:lnTo>
                  <a:pt x="1946116" y="480561"/>
                </a:lnTo>
                <a:lnTo>
                  <a:pt x="1948306" y="481989"/>
                </a:lnTo>
                <a:lnTo>
                  <a:pt x="1951226" y="485142"/>
                </a:lnTo>
                <a:lnTo>
                  <a:pt x="1951956" y="484002"/>
                </a:lnTo>
                <a:lnTo>
                  <a:pt x="1953416" y="482563"/>
                </a:lnTo>
                <a:lnTo>
                  <a:pt x="1954146" y="485181"/>
                </a:lnTo>
                <a:lnTo>
                  <a:pt x="1957796" y="486897"/>
                </a:lnTo>
                <a:lnTo>
                  <a:pt x="1958526" y="477656"/>
                </a:lnTo>
                <a:lnTo>
                  <a:pt x="1960715" y="482527"/>
                </a:lnTo>
                <a:lnTo>
                  <a:pt x="1961446" y="482084"/>
                </a:lnTo>
                <a:lnTo>
                  <a:pt x="1962176" y="477704"/>
                </a:lnTo>
                <a:lnTo>
                  <a:pt x="1963636" y="482573"/>
                </a:lnTo>
                <a:lnTo>
                  <a:pt x="1965096" y="484077"/>
                </a:lnTo>
                <a:lnTo>
                  <a:pt x="1967286" y="487234"/>
                </a:lnTo>
                <a:lnTo>
                  <a:pt x="1969476" y="487593"/>
                </a:lnTo>
                <a:lnTo>
                  <a:pt x="1970935" y="480346"/>
                </a:lnTo>
                <a:lnTo>
                  <a:pt x="1975315" y="486967"/>
                </a:lnTo>
                <a:lnTo>
                  <a:pt x="1976045" y="480943"/>
                </a:lnTo>
                <a:lnTo>
                  <a:pt x="1978235" y="484118"/>
                </a:lnTo>
                <a:lnTo>
                  <a:pt x="1981885" y="486976"/>
                </a:lnTo>
                <a:lnTo>
                  <a:pt x="1982615" y="484397"/>
                </a:lnTo>
                <a:lnTo>
                  <a:pt x="1983345" y="487420"/>
                </a:lnTo>
                <a:lnTo>
                  <a:pt x="1984075" y="486178"/>
                </a:lnTo>
                <a:lnTo>
                  <a:pt x="1986995" y="490771"/>
                </a:lnTo>
                <a:lnTo>
                  <a:pt x="1987725" y="490371"/>
                </a:lnTo>
                <a:lnTo>
                  <a:pt x="1988455" y="490463"/>
                </a:lnTo>
                <a:lnTo>
                  <a:pt x="1989185" y="496432"/>
                </a:lnTo>
                <a:lnTo>
                  <a:pt x="1990645" y="488755"/>
                </a:lnTo>
                <a:lnTo>
                  <a:pt x="1991375" y="482834"/>
                </a:lnTo>
                <a:lnTo>
                  <a:pt x="1992835" y="490716"/>
                </a:lnTo>
                <a:lnTo>
                  <a:pt x="1993565" y="489585"/>
                </a:lnTo>
                <a:lnTo>
                  <a:pt x="1994295" y="493679"/>
                </a:lnTo>
                <a:lnTo>
                  <a:pt x="1995755" y="491851"/>
                </a:lnTo>
                <a:lnTo>
                  <a:pt x="1996485" y="489466"/>
                </a:lnTo>
                <a:lnTo>
                  <a:pt x="1997215" y="490057"/>
                </a:lnTo>
                <a:lnTo>
                  <a:pt x="1997945" y="498606"/>
                </a:lnTo>
                <a:lnTo>
                  <a:pt x="1999404" y="486230"/>
                </a:lnTo>
                <a:lnTo>
                  <a:pt x="2002324" y="494412"/>
                </a:lnTo>
                <a:lnTo>
                  <a:pt x="2003054" y="491539"/>
                </a:lnTo>
                <a:lnTo>
                  <a:pt x="2003784" y="490199"/>
                </a:lnTo>
                <a:lnTo>
                  <a:pt x="2004514" y="491012"/>
                </a:lnTo>
                <a:lnTo>
                  <a:pt x="2007434" y="498238"/>
                </a:lnTo>
                <a:lnTo>
                  <a:pt x="2008164" y="497184"/>
                </a:lnTo>
                <a:lnTo>
                  <a:pt x="2011814" y="491790"/>
                </a:lnTo>
                <a:lnTo>
                  <a:pt x="2012544" y="492567"/>
                </a:lnTo>
                <a:lnTo>
                  <a:pt x="2014004" y="496147"/>
                </a:lnTo>
                <a:lnTo>
                  <a:pt x="2014734" y="494891"/>
                </a:lnTo>
                <a:lnTo>
                  <a:pt x="2016924" y="495848"/>
                </a:lnTo>
                <a:lnTo>
                  <a:pt x="2018384" y="489974"/>
                </a:lnTo>
                <a:lnTo>
                  <a:pt x="2022034" y="497892"/>
                </a:lnTo>
                <a:lnTo>
                  <a:pt x="2029333" y="493605"/>
                </a:lnTo>
                <a:lnTo>
                  <a:pt x="2030793" y="499142"/>
                </a:lnTo>
                <a:lnTo>
                  <a:pt x="2031523" y="498859"/>
                </a:lnTo>
                <a:lnTo>
                  <a:pt x="2032253" y="492993"/>
                </a:lnTo>
                <a:lnTo>
                  <a:pt x="2034443" y="493427"/>
                </a:lnTo>
                <a:lnTo>
                  <a:pt x="2036633" y="500901"/>
                </a:lnTo>
                <a:lnTo>
                  <a:pt x="2037363" y="495918"/>
                </a:lnTo>
                <a:lnTo>
                  <a:pt x="2038093" y="494194"/>
                </a:lnTo>
                <a:lnTo>
                  <a:pt x="2038823" y="497237"/>
                </a:lnTo>
                <a:lnTo>
                  <a:pt x="2039553" y="497986"/>
                </a:lnTo>
                <a:lnTo>
                  <a:pt x="2040283" y="495856"/>
                </a:lnTo>
                <a:lnTo>
                  <a:pt x="2044663" y="495339"/>
                </a:lnTo>
              </a:path>
            </a:pathLst>
          </a:custGeom>
          <a:noFill/>
          <a:ln w="20130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Editable path 127"/>
          <p:cNvSpPr/>
          <p:nvPr/>
        </p:nvSpPr>
        <p:spPr>
          <a:xfrm>
            <a:off x="3924523" y="4585117"/>
            <a:ext cx="2044663" cy="535529"/>
          </a:xfrm>
          <a:custGeom>
            <a:avLst/>
            <a:gdLst/>
            <a:ahLst/>
            <a:cxnLst/>
            <a:rect l="l" t="t" r="r" b="b"/>
            <a:pathLst>
              <a:path w="2044663" h="535529">
                <a:moveTo>
                  <a:pt x="0" y="162092"/>
                </a:moveTo>
                <a:lnTo>
                  <a:pt x="730" y="153630"/>
                </a:lnTo>
                <a:lnTo>
                  <a:pt x="2191" y="159722"/>
                </a:lnTo>
                <a:lnTo>
                  <a:pt x="2920" y="159377"/>
                </a:lnTo>
                <a:lnTo>
                  <a:pt x="4380" y="148298"/>
                </a:lnTo>
                <a:lnTo>
                  <a:pt x="6570" y="150523"/>
                </a:lnTo>
                <a:lnTo>
                  <a:pt x="7300" y="154381"/>
                </a:lnTo>
                <a:lnTo>
                  <a:pt x="8030" y="152106"/>
                </a:lnTo>
                <a:lnTo>
                  <a:pt x="10950" y="138340"/>
                </a:lnTo>
                <a:lnTo>
                  <a:pt x="11680" y="145582"/>
                </a:lnTo>
                <a:lnTo>
                  <a:pt x="13870" y="144977"/>
                </a:lnTo>
                <a:lnTo>
                  <a:pt x="17520" y="138930"/>
                </a:lnTo>
                <a:lnTo>
                  <a:pt x="18980" y="145317"/>
                </a:lnTo>
                <a:lnTo>
                  <a:pt x="20440" y="141330"/>
                </a:lnTo>
                <a:lnTo>
                  <a:pt x="22630" y="142169"/>
                </a:lnTo>
                <a:lnTo>
                  <a:pt x="24090" y="136975"/>
                </a:lnTo>
                <a:lnTo>
                  <a:pt x="24820" y="139196"/>
                </a:lnTo>
                <a:lnTo>
                  <a:pt x="25550" y="145602"/>
                </a:lnTo>
                <a:lnTo>
                  <a:pt x="27010" y="139646"/>
                </a:lnTo>
                <a:lnTo>
                  <a:pt x="29200" y="140816"/>
                </a:lnTo>
                <a:lnTo>
                  <a:pt x="29930" y="133786"/>
                </a:lnTo>
                <a:lnTo>
                  <a:pt x="32119" y="132395"/>
                </a:lnTo>
                <a:lnTo>
                  <a:pt x="32849" y="141085"/>
                </a:lnTo>
                <a:lnTo>
                  <a:pt x="34309" y="137773"/>
                </a:lnTo>
                <a:lnTo>
                  <a:pt x="35769" y="131413"/>
                </a:lnTo>
                <a:lnTo>
                  <a:pt x="36499" y="139054"/>
                </a:lnTo>
                <a:lnTo>
                  <a:pt x="37229" y="139470"/>
                </a:lnTo>
                <a:lnTo>
                  <a:pt x="37959" y="137118"/>
                </a:lnTo>
                <a:lnTo>
                  <a:pt x="40149" y="129627"/>
                </a:lnTo>
                <a:lnTo>
                  <a:pt x="40879" y="134495"/>
                </a:lnTo>
                <a:lnTo>
                  <a:pt x="42339" y="129426"/>
                </a:lnTo>
                <a:lnTo>
                  <a:pt x="43069" y="134100"/>
                </a:lnTo>
                <a:lnTo>
                  <a:pt x="43799" y="137018"/>
                </a:lnTo>
                <a:lnTo>
                  <a:pt x="44529" y="131453"/>
                </a:lnTo>
                <a:lnTo>
                  <a:pt x="45259" y="132588"/>
                </a:lnTo>
                <a:lnTo>
                  <a:pt x="48179" y="133517"/>
                </a:lnTo>
                <a:lnTo>
                  <a:pt x="53289" y="131302"/>
                </a:lnTo>
                <a:lnTo>
                  <a:pt x="56209" y="138531"/>
                </a:lnTo>
                <a:lnTo>
                  <a:pt x="54749" y="130358"/>
                </a:lnTo>
                <a:lnTo>
                  <a:pt x="56939" y="134700"/>
                </a:lnTo>
                <a:lnTo>
                  <a:pt x="57669" y="135444"/>
                </a:lnTo>
                <a:lnTo>
                  <a:pt x="58399" y="133696"/>
                </a:lnTo>
                <a:lnTo>
                  <a:pt x="59129" y="126013"/>
                </a:lnTo>
                <a:lnTo>
                  <a:pt x="61318" y="127923"/>
                </a:lnTo>
                <a:lnTo>
                  <a:pt x="64238" y="132352"/>
                </a:lnTo>
                <a:lnTo>
                  <a:pt x="64968" y="130987"/>
                </a:lnTo>
                <a:lnTo>
                  <a:pt x="67888" y="125196"/>
                </a:lnTo>
                <a:lnTo>
                  <a:pt x="69348" y="126684"/>
                </a:lnTo>
                <a:lnTo>
                  <a:pt x="71538" y="129857"/>
                </a:lnTo>
                <a:lnTo>
                  <a:pt x="70808" y="122085"/>
                </a:lnTo>
                <a:lnTo>
                  <a:pt x="72268" y="128405"/>
                </a:lnTo>
                <a:lnTo>
                  <a:pt x="74458" y="129148"/>
                </a:lnTo>
                <a:lnTo>
                  <a:pt x="75188" y="121814"/>
                </a:lnTo>
                <a:lnTo>
                  <a:pt x="79568" y="130266"/>
                </a:lnTo>
                <a:lnTo>
                  <a:pt x="81028" y="122292"/>
                </a:lnTo>
                <a:lnTo>
                  <a:pt x="82488" y="128403"/>
                </a:lnTo>
                <a:lnTo>
                  <a:pt x="83218" y="130304"/>
                </a:lnTo>
                <a:lnTo>
                  <a:pt x="83948" y="128316"/>
                </a:lnTo>
                <a:lnTo>
                  <a:pt x="84678" y="125517"/>
                </a:lnTo>
                <a:lnTo>
                  <a:pt x="85408" y="130852"/>
                </a:lnTo>
                <a:lnTo>
                  <a:pt x="86138" y="132489"/>
                </a:lnTo>
                <a:lnTo>
                  <a:pt x="86868" y="128980"/>
                </a:lnTo>
                <a:lnTo>
                  <a:pt x="87598" y="123147"/>
                </a:lnTo>
                <a:lnTo>
                  <a:pt x="89057" y="125537"/>
                </a:lnTo>
                <a:lnTo>
                  <a:pt x="90517" y="122393"/>
                </a:lnTo>
                <a:lnTo>
                  <a:pt x="91977" y="131106"/>
                </a:lnTo>
                <a:lnTo>
                  <a:pt x="94897" y="123519"/>
                </a:lnTo>
                <a:lnTo>
                  <a:pt x="95627" y="124218"/>
                </a:lnTo>
                <a:lnTo>
                  <a:pt x="97087" y="124475"/>
                </a:lnTo>
                <a:lnTo>
                  <a:pt x="98547" y="127225"/>
                </a:lnTo>
                <a:lnTo>
                  <a:pt x="99277" y="118357"/>
                </a:lnTo>
                <a:lnTo>
                  <a:pt x="100007" y="125769"/>
                </a:lnTo>
                <a:lnTo>
                  <a:pt x="100737" y="113145"/>
                </a:lnTo>
                <a:lnTo>
                  <a:pt x="101467" y="115583"/>
                </a:lnTo>
                <a:lnTo>
                  <a:pt x="105117" y="118204"/>
                </a:lnTo>
                <a:lnTo>
                  <a:pt x="106577" y="115932"/>
                </a:lnTo>
                <a:lnTo>
                  <a:pt x="107307" y="118518"/>
                </a:lnTo>
                <a:lnTo>
                  <a:pt x="108767" y="118488"/>
                </a:lnTo>
                <a:lnTo>
                  <a:pt x="110227" y="121421"/>
                </a:lnTo>
                <a:lnTo>
                  <a:pt x="110957" y="118212"/>
                </a:lnTo>
                <a:lnTo>
                  <a:pt x="113147" y="119365"/>
                </a:lnTo>
                <a:lnTo>
                  <a:pt x="113877" y="125766"/>
                </a:lnTo>
                <a:lnTo>
                  <a:pt x="116067" y="124569"/>
                </a:lnTo>
                <a:lnTo>
                  <a:pt x="116797" y="124642"/>
                </a:lnTo>
                <a:lnTo>
                  <a:pt x="117527" y="121200"/>
                </a:lnTo>
                <a:lnTo>
                  <a:pt x="118256" y="125162"/>
                </a:lnTo>
                <a:lnTo>
                  <a:pt x="119716" y="122370"/>
                </a:lnTo>
                <a:lnTo>
                  <a:pt x="120446" y="123809"/>
                </a:lnTo>
                <a:lnTo>
                  <a:pt x="121176" y="118012"/>
                </a:lnTo>
                <a:lnTo>
                  <a:pt x="122636" y="126649"/>
                </a:lnTo>
                <a:lnTo>
                  <a:pt x="124826" y="115698"/>
                </a:lnTo>
                <a:lnTo>
                  <a:pt x="125556" y="117715"/>
                </a:lnTo>
                <a:lnTo>
                  <a:pt x="126286" y="128940"/>
                </a:lnTo>
                <a:lnTo>
                  <a:pt x="128476" y="126923"/>
                </a:lnTo>
                <a:lnTo>
                  <a:pt x="129206" y="117513"/>
                </a:lnTo>
                <a:lnTo>
                  <a:pt x="130666" y="125539"/>
                </a:lnTo>
                <a:lnTo>
                  <a:pt x="132126" y="123859"/>
                </a:lnTo>
                <a:lnTo>
                  <a:pt x="132856" y="124727"/>
                </a:lnTo>
                <a:lnTo>
                  <a:pt x="133586" y="128865"/>
                </a:lnTo>
                <a:lnTo>
                  <a:pt x="134316" y="125198"/>
                </a:lnTo>
                <a:lnTo>
                  <a:pt x="135776" y="114912"/>
                </a:lnTo>
                <a:lnTo>
                  <a:pt x="137236" y="116125"/>
                </a:lnTo>
                <a:lnTo>
                  <a:pt x="141616" y="126582"/>
                </a:lnTo>
                <a:lnTo>
                  <a:pt x="142346" y="117505"/>
                </a:lnTo>
                <a:lnTo>
                  <a:pt x="144536" y="120536"/>
                </a:lnTo>
                <a:lnTo>
                  <a:pt x="147455" y="126763"/>
                </a:lnTo>
                <a:lnTo>
                  <a:pt x="151835" y="121122"/>
                </a:lnTo>
                <a:lnTo>
                  <a:pt x="152565" y="123704"/>
                </a:lnTo>
                <a:lnTo>
                  <a:pt x="154025" y="122587"/>
                </a:lnTo>
                <a:lnTo>
                  <a:pt x="154755" y="120035"/>
                </a:lnTo>
                <a:lnTo>
                  <a:pt x="156215" y="121367"/>
                </a:lnTo>
                <a:lnTo>
                  <a:pt x="156945" y="125684"/>
                </a:lnTo>
                <a:lnTo>
                  <a:pt x="159135" y="123615"/>
                </a:lnTo>
                <a:lnTo>
                  <a:pt x="160595" y="121961"/>
                </a:lnTo>
                <a:lnTo>
                  <a:pt x="162055" y="128600"/>
                </a:lnTo>
                <a:lnTo>
                  <a:pt x="162785" y="127514"/>
                </a:lnTo>
                <a:lnTo>
                  <a:pt x="166435" y="116121"/>
                </a:lnTo>
                <a:lnTo>
                  <a:pt x="167165" y="110445"/>
                </a:lnTo>
                <a:lnTo>
                  <a:pt x="168625" y="114856"/>
                </a:lnTo>
                <a:lnTo>
                  <a:pt x="173005" y="110420"/>
                </a:lnTo>
                <a:lnTo>
                  <a:pt x="173735" y="111533"/>
                </a:lnTo>
                <a:lnTo>
                  <a:pt x="175195" y="127508"/>
                </a:lnTo>
                <a:lnTo>
                  <a:pt x="177384" y="121157"/>
                </a:lnTo>
                <a:lnTo>
                  <a:pt x="178114" y="109427"/>
                </a:lnTo>
                <a:lnTo>
                  <a:pt x="178844" y="122058"/>
                </a:lnTo>
                <a:lnTo>
                  <a:pt x="179574" y="117011"/>
                </a:lnTo>
                <a:lnTo>
                  <a:pt x="181034" y="122176"/>
                </a:lnTo>
                <a:lnTo>
                  <a:pt x="181764" y="121183"/>
                </a:lnTo>
                <a:lnTo>
                  <a:pt x="183224" y="121901"/>
                </a:lnTo>
                <a:lnTo>
                  <a:pt x="183954" y="115027"/>
                </a:lnTo>
                <a:lnTo>
                  <a:pt x="184684" y="122315"/>
                </a:lnTo>
                <a:lnTo>
                  <a:pt x="186874" y="119965"/>
                </a:lnTo>
                <a:lnTo>
                  <a:pt x="189064" y="116755"/>
                </a:lnTo>
                <a:lnTo>
                  <a:pt x="189794" y="117743"/>
                </a:lnTo>
                <a:lnTo>
                  <a:pt x="190524" y="121121"/>
                </a:lnTo>
                <a:lnTo>
                  <a:pt x="191254" y="114261"/>
                </a:lnTo>
                <a:lnTo>
                  <a:pt x="191984" y="118540"/>
                </a:lnTo>
                <a:lnTo>
                  <a:pt x="192714" y="118291"/>
                </a:lnTo>
                <a:lnTo>
                  <a:pt x="194904" y="117462"/>
                </a:lnTo>
                <a:lnTo>
                  <a:pt x="195634" y="122098"/>
                </a:lnTo>
                <a:lnTo>
                  <a:pt x="197824" y="110791"/>
                </a:lnTo>
                <a:lnTo>
                  <a:pt x="198554" y="112073"/>
                </a:lnTo>
                <a:lnTo>
                  <a:pt x="200014" y="116694"/>
                </a:lnTo>
                <a:lnTo>
                  <a:pt x="200744" y="112123"/>
                </a:lnTo>
                <a:lnTo>
                  <a:pt x="202204" y="113152"/>
                </a:lnTo>
                <a:lnTo>
                  <a:pt x="205123" y="122466"/>
                </a:lnTo>
                <a:lnTo>
                  <a:pt x="203664" y="110606"/>
                </a:lnTo>
                <a:lnTo>
                  <a:pt x="205853" y="120486"/>
                </a:lnTo>
                <a:lnTo>
                  <a:pt x="207313" y="109134"/>
                </a:lnTo>
                <a:lnTo>
                  <a:pt x="208773" y="114812"/>
                </a:lnTo>
                <a:lnTo>
                  <a:pt x="209503" y="111134"/>
                </a:lnTo>
                <a:lnTo>
                  <a:pt x="210963" y="116397"/>
                </a:lnTo>
                <a:lnTo>
                  <a:pt x="211693" y="120922"/>
                </a:lnTo>
                <a:lnTo>
                  <a:pt x="213153" y="120621"/>
                </a:lnTo>
                <a:lnTo>
                  <a:pt x="216073" y="110730"/>
                </a:lnTo>
                <a:lnTo>
                  <a:pt x="216803" y="112017"/>
                </a:lnTo>
                <a:lnTo>
                  <a:pt x="217533" y="122209"/>
                </a:lnTo>
                <a:lnTo>
                  <a:pt x="218993" y="109722"/>
                </a:lnTo>
                <a:lnTo>
                  <a:pt x="219723" y="118739"/>
                </a:lnTo>
                <a:lnTo>
                  <a:pt x="220453" y="120188"/>
                </a:lnTo>
                <a:lnTo>
                  <a:pt x="221913" y="119004"/>
                </a:lnTo>
                <a:lnTo>
                  <a:pt x="224833" y="110971"/>
                </a:lnTo>
                <a:lnTo>
                  <a:pt x="226293" y="110546"/>
                </a:lnTo>
                <a:lnTo>
                  <a:pt x="227023" y="117278"/>
                </a:lnTo>
                <a:lnTo>
                  <a:pt x="231403" y="102139"/>
                </a:lnTo>
                <a:lnTo>
                  <a:pt x="233593" y="107089"/>
                </a:lnTo>
                <a:lnTo>
                  <a:pt x="234323" y="113465"/>
                </a:lnTo>
                <a:lnTo>
                  <a:pt x="235783" y="106684"/>
                </a:lnTo>
                <a:lnTo>
                  <a:pt x="236513" y="109772"/>
                </a:lnTo>
                <a:lnTo>
                  <a:pt x="237243" y="105246"/>
                </a:lnTo>
                <a:lnTo>
                  <a:pt x="238703" y="106014"/>
                </a:lnTo>
                <a:lnTo>
                  <a:pt x="239433" y="109185"/>
                </a:lnTo>
                <a:lnTo>
                  <a:pt x="240163" y="101821"/>
                </a:lnTo>
                <a:lnTo>
                  <a:pt x="243083" y="101453"/>
                </a:lnTo>
                <a:lnTo>
                  <a:pt x="245272" y="110270"/>
                </a:lnTo>
                <a:lnTo>
                  <a:pt x="246002" y="99088"/>
                </a:lnTo>
                <a:lnTo>
                  <a:pt x="247462" y="104782"/>
                </a:lnTo>
                <a:lnTo>
                  <a:pt x="248192" y="109965"/>
                </a:lnTo>
                <a:lnTo>
                  <a:pt x="248922" y="104716"/>
                </a:lnTo>
                <a:lnTo>
                  <a:pt x="249652" y="99312"/>
                </a:lnTo>
                <a:lnTo>
                  <a:pt x="251112" y="102781"/>
                </a:lnTo>
                <a:lnTo>
                  <a:pt x="256952" y="113141"/>
                </a:lnTo>
                <a:lnTo>
                  <a:pt x="257682" y="107926"/>
                </a:lnTo>
                <a:lnTo>
                  <a:pt x="259142" y="101277"/>
                </a:lnTo>
                <a:lnTo>
                  <a:pt x="259872" y="102454"/>
                </a:lnTo>
                <a:lnTo>
                  <a:pt x="260602" y="107543"/>
                </a:lnTo>
                <a:lnTo>
                  <a:pt x="261332" y="99365"/>
                </a:lnTo>
                <a:lnTo>
                  <a:pt x="262062" y="99115"/>
                </a:lnTo>
                <a:lnTo>
                  <a:pt x="263522" y="109974"/>
                </a:lnTo>
                <a:lnTo>
                  <a:pt x="265712" y="102691"/>
                </a:lnTo>
                <a:lnTo>
                  <a:pt x="266442" y="104135"/>
                </a:lnTo>
                <a:lnTo>
                  <a:pt x="267172" y="103492"/>
                </a:lnTo>
                <a:lnTo>
                  <a:pt x="267902" y="99722"/>
                </a:lnTo>
                <a:lnTo>
                  <a:pt x="268632" y="104902"/>
                </a:lnTo>
                <a:lnTo>
                  <a:pt x="269362" y="100828"/>
                </a:lnTo>
                <a:lnTo>
                  <a:pt x="270092" y="104752"/>
                </a:lnTo>
                <a:lnTo>
                  <a:pt x="271552" y="101470"/>
                </a:lnTo>
                <a:lnTo>
                  <a:pt x="273011" y="99095"/>
                </a:lnTo>
                <a:lnTo>
                  <a:pt x="274471" y="100745"/>
                </a:lnTo>
                <a:lnTo>
                  <a:pt x="275201" y="100012"/>
                </a:lnTo>
                <a:lnTo>
                  <a:pt x="276661" y="106407"/>
                </a:lnTo>
                <a:lnTo>
                  <a:pt x="278121" y="104761"/>
                </a:lnTo>
                <a:lnTo>
                  <a:pt x="281041" y="105416"/>
                </a:lnTo>
                <a:lnTo>
                  <a:pt x="281771" y="100958"/>
                </a:lnTo>
                <a:lnTo>
                  <a:pt x="283231" y="104326"/>
                </a:lnTo>
                <a:lnTo>
                  <a:pt x="283961" y="105534"/>
                </a:lnTo>
                <a:lnTo>
                  <a:pt x="287611" y="95529"/>
                </a:lnTo>
                <a:lnTo>
                  <a:pt x="289071" y="106761"/>
                </a:lnTo>
                <a:lnTo>
                  <a:pt x="291261" y="103939"/>
                </a:lnTo>
                <a:lnTo>
                  <a:pt x="294181" y="96767"/>
                </a:lnTo>
                <a:lnTo>
                  <a:pt x="297831" y="105248"/>
                </a:lnTo>
                <a:lnTo>
                  <a:pt x="300021" y="95917"/>
                </a:lnTo>
                <a:lnTo>
                  <a:pt x="300751" y="106796"/>
                </a:lnTo>
                <a:lnTo>
                  <a:pt x="302940" y="106035"/>
                </a:lnTo>
                <a:lnTo>
                  <a:pt x="307320" y="99501"/>
                </a:lnTo>
                <a:lnTo>
                  <a:pt x="308050" y="100835"/>
                </a:lnTo>
                <a:lnTo>
                  <a:pt x="309510" y="106344"/>
                </a:lnTo>
                <a:lnTo>
                  <a:pt x="310240" y="103208"/>
                </a:lnTo>
                <a:lnTo>
                  <a:pt x="310970" y="100214"/>
                </a:lnTo>
                <a:lnTo>
                  <a:pt x="312430" y="103959"/>
                </a:lnTo>
                <a:lnTo>
                  <a:pt x="313160" y="104509"/>
                </a:lnTo>
                <a:lnTo>
                  <a:pt x="314620" y="102491"/>
                </a:lnTo>
                <a:lnTo>
                  <a:pt x="316080" y="99706"/>
                </a:lnTo>
                <a:lnTo>
                  <a:pt x="316810" y="106261"/>
                </a:lnTo>
                <a:lnTo>
                  <a:pt x="319000" y="103100"/>
                </a:lnTo>
                <a:lnTo>
                  <a:pt x="320460" y="104005"/>
                </a:lnTo>
                <a:lnTo>
                  <a:pt x="322650" y="97546"/>
                </a:lnTo>
                <a:lnTo>
                  <a:pt x="323380" y="100344"/>
                </a:lnTo>
                <a:lnTo>
                  <a:pt x="324110" y="99642"/>
                </a:lnTo>
                <a:lnTo>
                  <a:pt x="324840" y="102326"/>
                </a:lnTo>
                <a:lnTo>
                  <a:pt x="325570" y="103380"/>
                </a:lnTo>
                <a:lnTo>
                  <a:pt x="326300" y="111061"/>
                </a:lnTo>
                <a:lnTo>
                  <a:pt x="327760" y="106189"/>
                </a:lnTo>
                <a:lnTo>
                  <a:pt x="328490" y="102727"/>
                </a:lnTo>
                <a:lnTo>
                  <a:pt x="329949" y="105489"/>
                </a:lnTo>
                <a:lnTo>
                  <a:pt x="332139" y="109388"/>
                </a:lnTo>
                <a:lnTo>
                  <a:pt x="332869" y="97032"/>
                </a:lnTo>
                <a:lnTo>
                  <a:pt x="334329" y="104281"/>
                </a:lnTo>
                <a:lnTo>
                  <a:pt x="336519" y="107561"/>
                </a:lnTo>
                <a:lnTo>
                  <a:pt x="337979" y="100854"/>
                </a:lnTo>
                <a:lnTo>
                  <a:pt x="339439" y="101562"/>
                </a:lnTo>
                <a:lnTo>
                  <a:pt x="340169" y="103756"/>
                </a:lnTo>
                <a:lnTo>
                  <a:pt x="340899" y="98388"/>
                </a:lnTo>
                <a:lnTo>
                  <a:pt x="341629" y="102632"/>
                </a:lnTo>
                <a:lnTo>
                  <a:pt x="342359" y="100850"/>
                </a:lnTo>
                <a:lnTo>
                  <a:pt x="344549" y="107518"/>
                </a:lnTo>
                <a:lnTo>
                  <a:pt x="345279" y="98174"/>
                </a:lnTo>
                <a:lnTo>
                  <a:pt x="346739" y="100368"/>
                </a:lnTo>
                <a:lnTo>
                  <a:pt x="348199" y="109141"/>
                </a:lnTo>
                <a:lnTo>
                  <a:pt x="348929" y="102724"/>
                </a:lnTo>
                <a:lnTo>
                  <a:pt x="355499" y="99909"/>
                </a:lnTo>
                <a:lnTo>
                  <a:pt x="356959" y="112152"/>
                </a:lnTo>
                <a:lnTo>
                  <a:pt x="357689" y="109693"/>
                </a:lnTo>
                <a:lnTo>
                  <a:pt x="359148" y="99222"/>
                </a:lnTo>
                <a:lnTo>
                  <a:pt x="359878" y="103822"/>
                </a:lnTo>
                <a:lnTo>
                  <a:pt x="361338" y="112284"/>
                </a:lnTo>
                <a:lnTo>
                  <a:pt x="362068" y="100831"/>
                </a:lnTo>
                <a:lnTo>
                  <a:pt x="362798" y="107726"/>
                </a:lnTo>
                <a:lnTo>
                  <a:pt x="363528" y="105174"/>
                </a:lnTo>
                <a:lnTo>
                  <a:pt x="364258" y="108035"/>
                </a:lnTo>
                <a:lnTo>
                  <a:pt x="365718" y="113053"/>
                </a:lnTo>
                <a:lnTo>
                  <a:pt x="366448" y="105228"/>
                </a:lnTo>
                <a:lnTo>
                  <a:pt x="370098" y="112866"/>
                </a:lnTo>
                <a:lnTo>
                  <a:pt x="371558" y="112822"/>
                </a:lnTo>
                <a:lnTo>
                  <a:pt x="372288" y="101264"/>
                </a:lnTo>
                <a:lnTo>
                  <a:pt x="374478" y="104258"/>
                </a:lnTo>
                <a:lnTo>
                  <a:pt x="375938" y="111731"/>
                </a:lnTo>
                <a:lnTo>
                  <a:pt x="377398" y="111108"/>
                </a:lnTo>
                <a:lnTo>
                  <a:pt x="378858" y="103456"/>
                </a:lnTo>
                <a:lnTo>
                  <a:pt x="380318" y="104504"/>
                </a:lnTo>
                <a:lnTo>
                  <a:pt x="383238" y="109306"/>
                </a:lnTo>
                <a:lnTo>
                  <a:pt x="384698" y="108151"/>
                </a:lnTo>
                <a:lnTo>
                  <a:pt x="386888" y="116532"/>
                </a:lnTo>
                <a:lnTo>
                  <a:pt x="387617" y="113205"/>
                </a:lnTo>
                <a:lnTo>
                  <a:pt x="388347" y="107365"/>
                </a:lnTo>
                <a:lnTo>
                  <a:pt x="389077" y="110670"/>
                </a:lnTo>
                <a:lnTo>
                  <a:pt x="389807" y="119135"/>
                </a:lnTo>
                <a:lnTo>
                  <a:pt x="390537" y="105762"/>
                </a:lnTo>
                <a:lnTo>
                  <a:pt x="391267" y="112204"/>
                </a:lnTo>
                <a:lnTo>
                  <a:pt x="392727" y="106650"/>
                </a:lnTo>
                <a:lnTo>
                  <a:pt x="393457" y="113616"/>
                </a:lnTo>
                <a:lnTo>
                  <a:pt x="394917" y="110627"/>
                </a:lnTo>
                <a:lnTo>
                  <a:pt x="395647" y="120273"/>
                </a:lnTo>
                <a:lnTo>
                  <a:pt x="400027" y="103822"/>
                </a:lnTo>
                <a:lnTo>
                  <a:pt x="400757" y="106938"/>
                </a:lnTo>
                <a:lnTo>
                  <a:pt x="401487" y="121630"/>
                </a:lnTo>
                <a:lnTo>
                  <a:pt x="403677" y="119311"/>
                </a:lnTo>
                <a:lnTo>
                  <a:pt x="406597" y="107658"/>
                </a:lnTo>
                <a:lnTo>
                  <a:pt x="407327" y="108609"/>
                </a:lnTo>
                <a:lnTo>
                  <a:pt x="408057" y="117305"/>
                </a:lnTo>
                <a:lnTo>
                  <a:pt x="409517" y="112689"/>
                </a:lnTo>
                <a:lnTo>
                  <a:pt x="410247" y="105706"/>
                </a:lnTo>
                <a:lnTo>
                  <a:pt x="411707" y="111768"/>
                </a:lnTo>
                <a:lnTo>
                  <a:pt x="413167" y="117169"/>
                </a:lnTo>
                <a:lnTo>
                  <a:pt x="414627" y="113604"/>
                </a:lnTo>
                <a:lnTo>
                  <a:pt x="416816" y="108979"/>
                </a:lnTo>
                <a:lnTo>
                  <a:pt x="417546" y="112468"/>
                </a:lnTo>
                <a:lnTo>
                  <a:pt x="418276" y="118693"/>
                </a:lnTo>
                <a:lnTo>
                  <a:pt x="420466" y="116690"/>
                </a:lnTo>
                <a:lnTo>
                  <a:pt x="421196" y="119230"/>
                </a:lnTo>
                <a:lnTo>
                  <a:pt x="422656" y="116054"/>
                </a:lnTo>
                <a:lnTo>
                  <a:pt x="426306" y="109787"/>
                </a:lnTo>
                <a:lnTo>
                  <a:pt x="427036" y="110401"/>
                </a:lnTo>
                <a:lnTo>
                  <a:pt x="429226" y="122316"/>
                </a:lnTo>
                <a:lnTo>
                  <a:pt x="430686" y="119492"/>
                </a:lnTo>
                <a:lnTo>
                  <a:pt x="431416" y="119219"/>
                </a:lnTo>
                <a:lnTo>
                  <a:pt x="433606" y="112132"/>
                </a:lnTo>
                <a:lnTo>
                  <a:pt x="434336" y="115439"/>
                </a:lnTo>
                <a:lnTo>
                  <a:pt x="435066" y="123046"/>
                </a:lnTo>
                <a:lnTo>
                  <a:pt x="436526" y="115038"/>
                </a:lnTo>
                <a:lnTo>
                  <a:pt x="437256" y="118701"/>
                </a:lnTo>
                <a:lnTo>
                  <a:pt x="439446" y="122629"/>
                </a:lnTo>
                <a:lnTo>
                  <a:pt x="438716" y="115155"/>
                </a:lnTo>
                <a:lnTo>
                  <a:pt x="440176" y="121616"/>
                </a:lnTo>
                <a:lnTo>
                  <a:pt x="440906" y="117731"/>
                </a:lnTo>
                <a:lnTo>
                  <a:pt x="443096" y="119474"/>
                </a:lnTo>
                <a:lnTo>
                  <a:pt x="443826" y="118340"/>
                </a:lnTo>
                <a:lnTo>
                  <a:pt x="446016" y="109780"/>
                </a:lnTo>
                <a:lnTo>
                  <a:pt x="445286" y="121347"/>
                </a:lnTo>
                <a:lnTo>
                  <a:pt x="446746" y="110169"/>
                </a:lnTo>
                <a:lnTo>
                  <a:pt x="448206" y="122947"/>
                </a:lnTo>
                <a:lnTo>
                  <a:pt x="449666" y="120883"/>
                </a:lnTo>
                <a:lnTo>
                  <a:pt x="451126" y="114318"/>
                </a:lnTo>
                <a:lnTo>
                  <a:pt x="451856" y="121961"/>
                </a:lnTo>
                <a:lnTo>
                  <a:pt x="454776" y="110164"/>
                </a:lnTo>
                <a:lnTo>
                  <a:pt x="457695" y="114404"/>
                </a:lnTo>
                <a:lnTo>
                  <a:pt x="460615" y="126644"/>
                </a:lnTo>
                <a:lnTo>
                  <a:pt x="461345" y="119633"/>
                </a:lnTo>
                <a:lnTo>
                  <a:pt x="463535" y="115821"/>
                </a:lnTo>
                <a:lnTo>
                  <a:pt x="464995" y="117265"/>
                </a:lnTo>
                <a:lnTo>
                  <a:pt x="465725" y="117543"/>
                </a:lnTo>
                <a:lnTo>
                  <a:pt x="466455" y="109193"/>
                </a:lnTo>
                <a:lnTo>
                  <a:pt x="467915" y="111768"/>
                </a:lnTo>
                <a:lnTo>
                  <a:pt x="469375" y="122422"/>
                </a:lnTo>
                <a:lnTo>
                  <a:pt x="471565" y="117035"/>
                </a:lnTo>
                <a:lnTo>
                  <a:pt x="473755" y="117347"/>
                </a:lnTo>
                <a:lnTo>
                  <a:pt x="475945" y="106796"/>
                </a:lnTo>
                <a:lnTo>
                  <a:pt x="478865" y="108805"/>
                </a:lnTo>
                <a:lnTo>
                  <a:pt x="480325" y="118387"/>
                </a:lnTo>
                <a:lnTo>
                  <a:pt x="482515" y="113967"/>
                </a:lnTo>
                <a:lnTo>
                  <a:pt x="483245" y="106862"/>
                </a:lnTo>
                <a:lnTo>
                  <a:pt x="484704" y="111765"/>
                </a:lnTo>
                <a:lnTo>
                  <a:pt x="486164" y="116379"/>
                </a:lnTo>
                <a:lnTo>
                  <a:pt x="486894" y="115101"/>
                </a:lnTo>
                <a:lnTo>
                  <a:pt x="487624" y="106900"/>
                </a:lnTo>
                <a:lnTo>
                  <a:pt x="489084" y="112715"/>
                </a:lnTo>
                <a:lnTo>
                  <a:pt x="490544" y="114017"/>
                </a:lnTo>
                <a:lnTo>
                  <a:pt x="491274" y="105259"/>
                </a:lnTo>
                <a:lnTo>
                  <a:pt x="493464" y="110422"/>
                </a:lnTo>
                <a:lnTo>
                  <a:pt x="494194" y="110697"/>
                </a:lnTo>
                <a:lnTo>
                  <a:pt x="499304" y="100170"/>
                </a:lnTo>
                <a:lnTo>
                  <a:pt x="500034" y="106553"/>
                </a:lnTo>
                <a:lnTo>
                  <a:pt x="500764" y="99260"/>
                </a:lnTo>
                <a:lnTo>
                  <a:pt x="502224" y="104352"/>
                </a:lnTo>
                <a:lnTo>
                  <a:pt x="502954" y="105907"/>
                </a:lnTo>
                <a:lnTo>
                  <a:pt x="503684" y="104951"/>
                </a:lnTo>
                <a:lnTo>
                  <a:pt x="504414" y="95804"/>
                </a:lnTo>
                <a:lnTo>
                  <a:pt x="505874" y="99994"/>
                </a:lnTo>
                <a:lnTo>
                  <a:pt x="506604" y="101787"/>
                </a:lnTo>
                <a:lnTo>
                  <a:pt x="508064" y="100298"/>
                </a:lnTo>
                <a:lnTo>
                  <a:pt x="508794" y="100023"/>
                </a:lnTo>
                <a:lnTo>
                  <a:pt x="512444" y="106909"/>
                </a:lnTo>
                <a:lnTo>
                  <a:pt x="513174" y="107717"/>
                </a:lnTo>
                <a:lnTo>
                  <a:pt x="513903" y="103163"/>
                </a:lnTo>
                <a:lnTo>
                  <a:pt x="516093" y="104601"/>
                </a:lnTo>
                <a:lnTo>
                  <a:pt x="517553" y="105959"/>
                </a:lnTo>
                <a:lnTo>
                  <a:pt x="518283" y="108072"/>
                </a:lnTo>
                <a:lnTo>
                  <a:pt x="519013" y="98965"/>
                </a:lnTo>
                <a:lnTo>
                  <a:pt x="519743" y="108997"/>
                </a:lnTo>
                <a:lnTo>
                  <a:pt x="521203" y="100190"/>
                </a:lnTo>
                <a:lnTo>
                  <a:pt x="521933" y="106541"/>
                </a:lnTo>
                <a:lnTo>
                  <a:pt x="522663" y="100473"/>
                </a:lnTo>
                <a:lnTo>
                  <a:pt x="524123" y="106027"/>
                </a:lnTo>
                <a:lnTo>
                  <a:pt x="525583" y="94375"/>
                </a:lnTo>
                <a:lnTo>
                  <a:pt x="526313" y="93985"/>
                </a:lnTo>
                <a:lnTo>
                  <a:pt x="527043" y="95534"/>
                </a:lnTo>
                <a:lnTo>
                  <a:pt x="527773" y="102129"/>
                </a:lnTo>
                <a:lnTo>
                  <a:pt x="529233" y="96026"/>
                </a:lnTo>
                <a:lnTo>
                  <a:pt x="529963" y="97978"/>
                </a:lnTo>
                <a:lnTo>
                  <a:pt x="532153" y="89156"/>
                </a:lnTo>
                <a:lnTo>
                  <a:pt x="532883" y="95241"/>
                </a:lnTo>
                <a:lnTo>
                  <a:pt x="534343" y="99018"/>
                </a:lnTo>
                <a:lnTo>
                  <a:pt x="535073" y="96551"/>
                </a:lnTo>
                <a:lnTo>
                  <a:pt x="536533" y="92005"/>
                </a:lnTo>
                <a:lnTo>
                  <a:pt x="537993" y="92763"/>
                </a:lnTo>
                <a:lnTo>
                  <a:pt x="540913" y="92978"/>
                </a:lnTo>
                <a:lnTo>
                  <a:pt x="546022" y="81713"/>
                </a:lnTo>
                <a:lnTo>
                  <a:pt x="548942" y="91197"/>
                </a:lnTo>
                <a:lnTo>
                  <a:pt x="549672" y="90112"/>
                </a:lnTo>
                <a:lnTo>
                  <a:pt x="551132" y="69908"/>
                </a:lnTo>
                <a:lnTo>
                  <a:pt x="553322" y="76486"/>
                </a:lnTo>
                <a:lnTo>
                  <a:pt x="556972" y="73478"/>
                </a:lnTo>
                <a:lnTo>
                  <a:pt x="557702" y="79058"/>
                </a:lnTo>
                <a:lnTo>
                  <a:pt x="559162" y="75762"/>
                </a:lnTo>
                <a:lnTo>
                  <a:pt x="565002" y="60642"/>
                </a:lnTo>
                <a:lnTo>
                  <a:pt x="566462" y="62643"/>
                </a:lnTo>
                <a:lnTo>
                  <a:pt x="569382" y="55473"/>
                </a:lnTo>
                <a:lnTo>
                  <a:pt x="570842" y="52753"/>
                </a:lnTo>
                <a:lnTo>
                  <a:pt x="571571" y="52013"/>
                </a:lnTo>
                <a:lnTo>
                  <a:pt x="572301" y="53627"/>
                </a:lnTo>
                <a:lnTo>
                  <a:pt x="573031" y="59317"/>
                </a:lnTo>
                <a:lnTo>
                  <a:pt x="574491" y="50042"/>
                </a:lnTo>
                <a:lnTo>
                  <a:pt x="575951" y="47255"/>
                </a:lnTo>
                <a:lnTo>
                  <a:pt x="576681" y="33450"/>
                </a:lnTo>
                <a:lnTo>
                  <a:pt x="578871" y="40481"/>
                </a:lnTo>
                <a:lnTo>
                  <a:pt x="580331" y="52938"/>
                </a:lnTo>
                <a:lnTo>
                  <a:pt x="581061" y="37182"/>
                </a:lnTo>
                <a:lnTo>
                  <a:pt x="581791" y="34811"/>
                </a:lnTo>
                <a:lnTo>
                  <a:pt x="582521" y="40739"/>
                </a:lnTo>
                <a:lnTo>
                  <a:pt x="583981" y="35713"/>
                </a:lnTo>
                <a:lnTo>
                  <a:pt x="584711" y="39802"/>
                </a:lnTo>
                <a:lnTo>
                  <a:pt x="586171" y="33471"/>
                </a:lnTo>
                <a:lnTo>
                  <a:pt x="587631" y="40709"/>
                </a:lnTo>
                <a:lnTo>
                  <a:pt x="588361" y="33799"/>
                </a:lnTo>
                <a:lnTo>
                  <a:pt x="591281" y="20876"/>
                </a:lnTo>
                <a:lnTo>
                  <a:pt x="594931" y="30421"/>
                </a:lnTo>
                <a:lnTo>
                  <a:pt x="597121" y="25819"/>
                </a:lnTo>
                <a:lnTo>
                  <a:pt x="598581" y="11921"/>
                </a:lnTo>
                <a:lnTo>
                  <a:pt x="600040" y="16661"/>
                </a:lnTo>
                <a:lnTo>
                  <a:pt x="600770" y="11781"/>
                </a:lnTo>
                <a:lnTo>
                  <a:pt x="602230" y="16575"/>
                </a:lnTo>
                <a:lnTo>
                  <a:pt x="603690" y="15921"/>
                </a:lnTo>
                <a:lnTo>
                  <a:pt x="606610" y="6994"/>
                </a:lnTo>
                <a:lnTo>
                  <a:pt x="607340" y="10820"/>
                </a:lnTo>
                <a:lnTo>
                  <a:pt x="608070" y="11840"/>
                </a:lnTo>
                <a:lnTo>
                  <a:pt x="608800" y="11200"/>
                </a:lnTo>
                <a:lnTo>
                  <a:pt x="611720" y="2354"/>
                </a:lnTo>
                <a:lnTo>
                  <a:pt x="617560" y="16692"/>
                </a:lnTo>
                <a:lnTo>
                  <a:pt x="619020" y="11439"/>
                </a:lnTo>
                <a:lnTo>
                  <a:pt x="619750" y="13241"/>
                </a:lnTo>
                <a:lnTo>
                  <a:pt x="622670" y="23591"/>
                </a:lnTo>
                <a:lnTo>
                  <a:pt x="624130" y="22034"/>
                </a:lnTo>
                <a:lnTo>
                  <a:pt x="627050" y="12895"/>
                </a:lnTo>
                <a:lnTo>
                  <a:pt x="628510" y="31169"/>
                </a:lnTo>
                <a:lnTo>
                  <a:pt x="629239" y="5422"/>
                </a:lnTo>
                <a:lnTo>
                  <a:pt x="630699" y="26207"/>
                </a:lnTo>
                <a:lnTo>
                  <a:pt x="631429" y="26689"/>
                </a:lnTo>
                <a:lnTo>
                  <a:pt x="636539" y="0"/>
                </a:lnTo>
                <a:lnTo>
                  <a:pt x="640919" y="5499"/>
                </a:lnTo>
                <a:lnTo>
                  <a:pt x="642379" y="3103"/>
                </a:lnTo>
                <a:lnTo>
                  <a:pt x="645299" y="25233"/>
                </a:lnTo>
                <a:lnTo>
                  <a:pt x="646759" y="24508"/>
                </a:lnTo>
                <a:lnTo>
                  <a:pt x="647489" y="19897"/>
                </a:lnTo>
                <a:lnTo>
                  <a:pt x="648219" y="21048"/>
                </a:lnTo>
                <a:lnTo>
                  <a:pt x="648949" y="28441"/>
                </a:lnTo>
                <a:lnTo>
                  <a:pt x="649679" y="17841"/>
                </a:lnTo>
                <a:lnTo>
                  <a:pt x="650409" y="26805"/>
                </a:lnTo>
                <a:lnTo>
                  <a:pt x="651869" y="9150"/>
                </a:lnTo>
                <a:lnTo>
                  <a:pt x="653329" y="18694"/>
                </a:lnTo>
                <a:lnTo>
                  <a:pt x="654059" y="24985"/>
                </a:lnTo>
                <a:lnTo>
                  <a:pt x="654789" y="11793"/>
                </a:lnTo>
                <a:lnTo>
                  <a:pt x="656249" y="7513"/>
                </a:lnTo>
                <a:lnTo>
                  <a:pt x="658439" y="36692"/>
                </a:lnTo>
                <a:lnTo>
                  <a:pt x="659169" y="6188"/>
                </a:lnTo>
                <a:lnTo>
                  <a:pt x="661359" y="9382"/>
                </a:lnTo>
                <a:lnTo>
                  <a:pt x="667199" y="23887"/>
                </a:lnTo>
                <a:lnTo>
                  <a:pt x="668658" y="20642"/>
                </a:lnTo>
                <a:lnTo>
                  <a:pt x="669388" y="17826"/>
                </a:lnTo>
                <a:lnTo>
                  <a:pt x="670848" y="22204"/>
                </a:lnTo>
                <a:lnTo>
                  <a:pt x="673038" y="41178"/>
                </a:lnTo>
                <a:lnTo>
                  <a:pt x="674498" y="23547"/>
                </a:lnTo>
                <a:lnTo>
                  <a:pt x="675228" y="29017"/>
                </a:lnTo>
                <a:lnTo>
                  <a:pt x="678878" y="40782"/>
                </a:lnTo>
                <a:lnTo>
                  <a:pt x="679608" y="40962"/>
                </a:lnTo>
                <a:lnTo>
                  <a:pt x="681068" y="34278"/>
                </a:lnTo>
                <a:lnTo>
                  <a:pt x="683258" y="56026"/>
                </a:lnTo>
                <a:lnTo>
                  <a:pt x="684718" y="46183"/>
                </a:lnTo>
                <a:lnTo>
                  <a:pt x="686178" y="53516"/>
                </a:lnTo>
                <a:lnTo>
                  <a:pt x="694938" y="83210"/>
                </a:lnTo>
                <a:lnTo>
                  <a:pt x="695668" y="69486"/>
                </a:lnTo>
                <a:lnTo>
                  <a:pt x="697857" y="72394"/>
                </a:lnTo>
                <a:lnTo>
                  <a:pt x="702237" y="72376"/>
                </a:lnTo>
                <a:lnTo>
                  <a:pt x="708807" y="106723"/>
                </a:lnTo>
                <a:lnTo>
                  <a:pt x="714647" y="146145"/>
                </a:lnTo>
                <a:lnTo>
                  <a:pt x="721217" y="182351"/>
                </a:lnTo>
                <a:lnTo>
                  <a:pt x="722677" y="184903"/>
                </a:lnTo>
                <a:lnTo>
                  <a:pt x="724137" y="183303"/>
                </a:lnTo>
                <a:lnTo>
                  <a:pt x="725596" y="183259"/>
                </a:lnTo>
                <a:lnTo>
                  <a:pt x="726326" y="181920"/>
                </a:lnTo>
                <a:lnTo>
                  <a:pt x="729246" y="175557"/>
                </a:lnTo>
                <a:lnTo>
                  <a:pt x="748226" y="101892"/>
                </a:lnTo>
                <a:lnTo>
                  <a:pt x="749686" y="99397"/>
                </a:lnTo>
                <a:lnTo>
                  <a:pt x="754066" y="88754"/>
                </a:lnTo>
                <a:lnTo>
                  <a:pt x="754795" y="94794"/>
                </a:lnTo>
                <a:lnTo>
                  <a:pt x="756255" y="85542"/>
                </a:lnTo>
                <a:lnTo>
                  <a:pt x="759905" y="76964"/>
                </a:lnTo>
                <a:lnTo>
                  <a:pt x="760635" y="78412"/>
                </a:lnTo>
                <a:lnTo>
                  <a:pt x="761365" y="74541"/>
                </a:lnTo>
                <a:lnTo>
                  <a:pt x="762095" y="70483"/>
                </a:lnTo>
                <a:lnTo>
                  <a:pt x="762825" y="78297"/>
                </a:lnTo>
                <a:lnTo>
                  <a:pt x="763555" y="77315"/>
                </a:lnTo>
                <a:lnTo>
                  <a:pt x="766475" y="69848"/>
                </a:lnTo>
                <a:lnTo>
                  <a:pt x="769395" y="69309"/>
                </a:lnTo>
                <a:lnTo>
                  <a:pt x="771585" y="68740"/>
                </a:lnTo>
                <a:lnTo>
                  <a:pt x="773045" y="81990"/>
                </a:lnTo>
                <a:lnTo>
                  <a:pt x="775965" y="73522"/>
                </a:lnTo>
                <a:lnTo>
                  <a:pt x="776695" y="74886"/>
                </a:lnTo>
                <a:lnTo>
                  <a:pt x="777425" y="73963"/>
                </a:lnTo>
                <a:lnTo>
                  <a:pt x="778155" y="84289"/>
                </a:lnTo>
                <a:lnTo>
                  <a:pt x="780345" y="78998"/>
                </a:lnTo>
                <a:lnTo>
                  <a:pt x="781075" y="75698"/>
                </a:lnTo>
                <a:lnTo>
                  <a:pt x="781805" y="81737"/>
                </a:lnTo>
                <a:lnTo>
                  <a:pt x="782535" y="81888"/>
                </a:lnTo>
                <a:lnTo>
                  <a:pt x="783264" y="76809"/>
                </a:lnTo>
                <a:lnTo>
                  <a:pt x="784724" y="83514"/>
                </a:lnTo>
                <a:lnTo>
                  <a:pt x="785454" y="78475"/>
                </a:lnTo>
                <a:lnTo>
                  <a:pt x="789104" y="93209"/>
                </a:lnTo>
                <a:lnTo>
                  <a:pt x="789834" y="91296"/>
                </a:lnTo>
                <a:lnTo>
                  <a:pt x="791294" y="94644"/>
                </a:lnTo>
                <a:lnTo>
                  <a:pt x="793484" y="92580"/>
                </a:lnTo>
                <a:lnTo>
                  <a:pt x="794214" y="96731"/>
                </a:lnTo>
                <a:lnTo>
                  <a:pt x="795674" y="90564"/>
                </a:lnTo>
                <a:lnTo>
                  <a:pt x="797864" y="92681"/>
                </a:lnTo>
                <a:lnTo>
                  <a:pt x="798594" y="96242"/>
                </a:lnTo>
                <a:lnTo>
                  <a:pt x="800054" y="90408"/>
                </a:lnTo>
                <a:lnTo>
                  <a:pt x="804434" y="91902"/>
                </a:lnTo>
                <a:lnTo>
                  <a:pt x="808084" y="87185"/>
                </a:lnTo>
                <a:lnTo>
                  <a:pt x="810274" y="84203"/>
                </a:lnTo>
                <a:lnTo>
                  <a:pt x="811004" y="85230"/>
                </a:lnTo>
                <a:lnTo>
                  <a:pt x="811734" y="91298"/>
                </a:lnTo>
                <a:lnTo>
                  <a:pt x="813193" y="81556"/>
                </a:lnTo>
                <a:lnTo>
                  <a:pt x="814653" y="80639"/>
                </a:lnTo>
                <a:lnTo>
                  <a:pt x="815383" y="82820"/>
                </a:lnTo>
                <a:lnTo>
                  <a:pt x="818303" y="94177"/>
                </a:lnTo>
                <a:lnTo>
                  <a:pt x="821223" y="80955"/>
                </a:lnTo>
                <a:lnTo>
                  <a:pt x="824873" y="85013"/>
                </a:lnTo>
                <a:lnTo>
                  <a:pt x="826333" y="81772"/>
                </a:lnTo>
                <a:lnTo>
                  <a:pt x="827063" y="86924"/>
                </a:lnTo>
                <a:lnTo>
                  <a:pt x="827793" y="86905"/>
                </a:lnTo>
                <a:lnTo>
                  <a:pt x="831443" y="96488"/>
                </a:lnTo>
                <a:lnTo>
                  <a:pt x="832173" y="96172"/>
                </a:lnTo>
                <a:lnTo>
                  <a:pt x="834363" y="88202"/>
                </a:lnTo>
                <a:lnTo>
                  <a:pt x="835823" y="93033"/>
                </a:lnTo>
                <a:lnTo>
                  <a:pt x="840203" y="100040"/>
                </a:lnTo>
                <a:lnTo>
                  <a:pt x="846772" y="117024"/>
                </a:lnTo>
                <a:lnTo>
                  <a:pt x="847502" y="124486"/>
                </a:lnTo>
                <a:lnTo>
                  <a:pt x="849692" y="120101"/>
                </a:lnTo>
                <a:lnTo>
                  <a:pt x="857722" y="157536"/>
                </a:lnTo>
                <a:lnTo>
                  <a:pt x="858452" y="155791"/>
                </a:lnTo>
                <a:lnTo>
                  <a:pt x="859912" y="158146"/>
                </a:lnTo>
                <a:lnTo>
                  <a:pt x="862832" y="163975"/>
                </a:lnTo>
                <a:lnTo>
                  <a:pt x="863562" y="162458"/>
                </a:lnTo>
                <a:lnTo>
                  <a:pt x="865022" y="172984"/>
                </a:lnTo>
                <a:lnTo>
                  <a:pt x="867212" y="172116"/>
                </a:lnTo>
                <a:lnTo>
                  <a:pt x="867942" y="172349"/>
                </a:lnTo>
                <a:lnTo>
                  <a:pt x="873781" y="199548"/>
                </a:lnTo>
                <a:lnTo>
                  <a:pt x="881811" y="234350"/>
                </a:lnTo>
                <a:lnTo>
                  <a:pt x="883271" y="231004"/>
                </a:lnTo>
                <a:lnTo>
                  <a:pt x="885461" y="229017"/>
                </a:lnTo>
                <a:lnTo>
                  <a:pt x="886921" y="236637"/>
                </a:lnTo>
                <a:lnTo>
                  <a:pt x="887651" y="231018"/>
                </a:lnTo>
                <a:lnTo>
                  <a:pt x="888381" y="228405"/>
                </a:lnTo>
                <a:lnTo>
                  <a:pt x="889111" y="234437"/>
                </a:lnTo>
                <a:lnTo>
                  <a:pt x="892031" y="250497"/>
                </a:lnTo>
                <a:lnTo>
                  <a:pt x="892761" y="248715"/>
                </a:lnTo>
                <a:lnTo>
                  <a:pt x="894221" y="249811"/>
                </a:lnTo>
                <a:lnTo>
                  <a:pt x="895681" y="234121"/>
                </a:lnTo>
                <a:lnTo>
                  <a:pt x="896411" y="241164"/>
                </a:lnTo>
                <a:lnTo>
                  <a:pt x="897871" y="232451"/>
                </a:lnTo>
                <a:lnTo>
                  <a:pt x="900791" y="238108"/>
                </a:lnTo>
                <a:lnTo>
                  <a:pt x="901521" y="237310"/>
                </a:lnTo>
                <a:lnTo>
                  <a:pt x="902251" y="234771"/>
                </a:lnTo>
                <a:lnTo>
                  <a:pt x="902981" y="239980"/>
                </a:lnTo>
                <a:lnTo>
                  <a:pt x="906631" y="247406"/>
                </a:lnTo>
                <a:lnTo>
                  <a:pt x="908091" y="238447"/>
                </a:lnTo>
                <a:lnTo>
                  <a:pt x="909550" y="241339"/>
                </a:lnTo>
                <a:lnTo>
                  <a:pt x="913930" y="247048"/>
                </a:lnTo>
                <a:lnTo>
                  <a:pt x="915390" y="246637"/>
                </a:lnTo>
                <a:lnTo>
                  <a:pt x="916850" y="251429"/>
                </a:lnTo>
                <a:lnTo>
                  <a:pt x="917580" y="248593"/>
                </a:lnTo>
                <a:lnTo>
                  <a:pt x="921960" y="241929"/>
                </a:lnTo>
                <a:lnTo>
                  <a:pt x="922690" y="242715"/>
                </a:lnTo>
                <a:lnTo>
                  <a:pt x="923420" y="241742"/>
                </a:lnTo>
                <a:lnTo>
                  <a:pt x="924880" y="238410"/>
                </a:lnTo>
                <a:lnTo>
                  <a:pt x="926340" y="240112"/>
                </a:lnTo>
                <a:lnTo>
                  <a:pt x="931450" y="263920"/>
                </a:lnTo>
                <a:lnTo>
                  <a:pt x="938019" y="285199"/>
                </a:lnTo>
                <a:lnTo>
                  <a:pt x="938749" y="284415"/>
                </a:lnTo>
                <a:lnTo>
                  <a:pt x="942399" y="291473"/>
                </a:lnTo>
                <a:lnTo>
                  <a:pt x="943859" y="290685"/>
                </a:lnTo>
                <a:lnTo>
                  <a:pt x="944589" y="292744"/>
                </a:lnTo>
                <a:lnTo>
                  <a:pt x="948239" y="306788"/>
                </a:lnTo>
                <a:lnTo>
                  <a:pt x="948969" y="304875"/>
                </a:lnTo>
                <a:lnTo>
                  <a:pt x="950429" y="307011"/>
                </a:lnTo>
                <a:lnTo>
                  <a:pt x="958459" y="324738"/>
                </a:lnTo>
                <a:lnTo>
                  <a:pt x="969408" y="381667"/>
                </a:lnTo>
                <a:lnTo>
                  <a:pt x="970138" y="381316"/>
                </a:lnTo>
                <a:lnTo>
                  <a:pt x="970868" y="383745"/>
                </a:lnTo>
                <a:lnTo>
                  <a:pt x="980358" y="409987"/>
                </a:lnTo>
                <a:lnTo>
                  <a:pt x="982548" y="412283"/>
                </a:lnTo>
                <a:lnTo>
                  <a:pt x="989118" y="423286"/>
                </a:lnTo>
                <a:lnTo>
                  <a:pt x="989848" y="421683"/>
                </a:lnTo>
                <a:lnTo>
                  <a:pt x="991308" y="421461"/>
                </a:lnTo>
                <a:lnTo>
                  <a:pt x="992038" y="422705"/>
                </a:lnTo>
                <a:lnTo>
                  <a:pt x="997147" y="427116"/>
                </a:lnTo>
                <a:lnTo>
                  <a:pt x="1004447" y="443124"/>
                </a:lnTo>
                <a:lnTo>
                  <a:pt x="1012477" y="462625"/>
                </a:lnTo>
                <a:lnTo>
                  <a:pt x="1017587" y="475597"/>
                </a:lnTo>
                <a:lnTo>
                  <a:pt x="1019777" y="479218"/>
                </a:lnTo>
                <a:lnTo>
                  <a:pt x="1024157" y="495015"/>
                </a:lnTo>
                <a:lnTo>
                  <a:pt x="1027806" y="505039"/>
                </a:lnTo>
                <a:lnTo>
                  <a:pt x="1029266" y="504427"/>
                </a:lnTo>
                <a:lnTo>
                  <a:pt x="1033646" y="515367"/>
                </a:lnTo>
                <a:lnTo>
                  <a:pt x="1034376" y="514159"/>
                </a:lnTo>
                <a:lnTo>
                  <a:pt x="1035836" y="515960"/>
                </a:lnTo>
                <a:lnTo>
                  <a:pt x="1046786" y="530402"/>
                </a:lnTo>
                <a:lnTo>
                  <a:pt x="1047516" y="534080"/>
                </a:lnTo>
                <a:lnTo>
                  <a:pt x="1048246" y="529545"/>
                </a:lnTo>
                <a:lnTo>
                  <a:pt x="1048976" y="529994"/>
                </a:lnTo>
                <a:lnTo>
                  <a:pt x="1054815" y="534719"/>
                </a:lnTo>
                <a:lnTo>
                  <a:pt x="1056275" y="532581"/>
                </a:lnTo>
                <a:lnTo>
                  <a:pt x="1057735" y="534169"/>
                </a:lnTo>
                <a:lnTo>
                  <a:pt x="1058465" y="535529"/>
                </a:lnTo>
                <a:lnTo>
                  <a:pt x="1059195" y="532681"/>
                </a:lnTo>
                <a:lnTo>
                  <a:pt x="1062845" y="528293"/>
                </a:lnTo>
                <a:lnTo>
                  <a:pt x="1067225" y="522234"/>
                </a:lnTo>
                <a:lnTo>
                  <a:pt x="1067955" y="516382"/>
                </a:lnTo>
                <a:lnTo>
                  <a:pt x="1070145" y="517706"/>
                </a:lnTo>
                <a:lnTo>
                  <a:pt x="1070875" y="519438"/>
                </a:lnTo>
                <a:lnTo>
                  <a:pt x="1071605" y="515726"/>
                </a:lnTo>
                <a:lnTo>
                  <a:pt x="1075255" y="500456"/>
                </a:lnTo>
                <a:lnTo>
                  <a:pt x="1075985" y="501050"/>
                </a:lnTo>
                <a:lnTo>
                  <a:pt x="1083284" y="466449"/>
                </a:lnTo>
                <a:lnTo>
                  <a:pt x="1084744" y="467166"/>
                </a:lnTo>
                <a:lnTo>
                  <a:pt x="1091314" y="436063"/>
                </a:lnTo>
                <a:lnTo>
                  <a:pt x="1092045" y="435354"/>
                </a:lnTo>
                <a:lnTo>
                  <a:pt x="1092774" y="441115"/>
                </a:lnTo>
                <a:lnTo>
                  <a:pt x="1093504" y="436652"/>
                </a:lnTo>
                <a:lnTo>
                  <a:pt x="1099344" y="404377"/>
                </a:lnTo>
                <a:lnTo>
                  <a:pt x="1103724" y="396566"/>
                </a:lnTo>
                <a:lnTo>
                  <a:pt x="1108104" y="366447"/>
                </a:lnTo>
                <a:lnTo>
                  <a:pt x="1108834" y="368436"/>
                </a:lnTo>
                <a:lnTo>
                  <a:pt x="1110294" y="361378"/>
                </a:lnTo>
                <a:lnTo>
                  <a:pt x="1111754" y="363140"/>
                </a:lnTo>
                <a:lnTo>
                  <a:pt x="1112484" y="364036"/>
                </a:lnTo>
                <a:lnTo>
                  <a:pt x="1113214" y="370167"/>
                </a:lnTo>
                <a:lnTo>
                  <a:pt x="1113944" y="361116"/>
                </a:lnTo>
                <a:lnTo>
                  <a:pt x="1114674" y="364251"/>
                </a:lnTo>
                <a:lnTo>
                  <a:pt x="1116864" y="353123"/>
                </a:lnTo>
                <a:lnTo>
                  <a:pt x="1117594" y="353965"/>
                </a:lnTo>
                <a:lnTo>
                  <a:pt x="1124163" y="346627"/>
                </a:lnTo>
                <a:lnTo>
                  <a:pt x="1124893" y="349374"/>
                </a:lnTo>
                <a:lnTo>
                  <a:pt x="1125623" y="350094"/>
                </a:lnTo>
                <a:lnTo>
                  <a:pt x="1130003" y="333971"/>
                </a:lnTo>
                <a:lnTo>
                  <a:pt x="1130733" y="334180"/>
                </a:lnTo>
                <a:lnTo>
                  <a:pt x="1132193" y="343829"/>
                </a:lnTo>
                <a:lnTo>
                  <a:pt x="1132923" y="339845"/>
                </a:lnTo>
                <a:lnTo>
                  <a:pt x="1135843" y="331876"/>
                </a:lnTo>
                <a:lnTo>
                  <a:pt x="1138033" y="344409"/>
                </a:lnTo>
                <a:lnTo>
                  <a:pt x="1139493" y="341460"/>
                </a:lnTo>
                <a:lnTo>
                  <a:pt x="1140223" y="345864"/>
                </a:lnTo>
                <a:lnTo>
                  <a:pt x="1141683" y="338941"/>
                </a:lnTo>
                <a:lnTo>
                  <a:pt x="1142413" y="336228"/>
                </a:lnTo>
                <a:lnTo>
                  <a:pt x="1143873" y="338985"/>
                </a:lnTo>
                <a:lnTo>
                  <a:pt x="1146063" y="348859"/>
                </a:lnTo>
                <a:lnTo>
                  <a:pt x="1146793" y="342895"/>
                </a:lnTo>
                <a:lnTo>
                  <a:pt x="1147523" y="340174"/>
                </a:lnTo>
                <a:lnTo>
                  <a:pt x="1148253" y="344256"/>
                </a:lnTo>
                <a:lnTo>
                  <a:pt x="1148983" y="343873"/>
                </a:lnTo>
                <a:lnTo>
                  <a:pt x="1150442" y="341350"/>
                </a:lnTo>
                <a:lnTo>
                  <a:pt x="1151172" y="339026"/>
                </a:lnTo>
                <a:lnTo>
                  <a:pt x="1152632" y="340604"/>
                </a:lnTo>
                <a:lnTo>
                  <a:pt x="1159932" y="348652"/>
                </a:lnTo>
                <a:lnTo>
                  <a:pt x="1160662" y="346450"/>
                </a:lnTo>
                <a:lnTo>
                  <a:pt x="1161392" y="346293"/>
                </a:lnTo>
                <a:lnTo>
                  <a:pt x="1165042" y="362431"/>
                </a:lnTo>
                <a:lnTo>
                  <a:pt x="1165772" y="358467"/>
                </a:lnTo>
                <a:lnTo>
                  <a:pt x="1167232" y="359818"/>
                </a:lnTo>
                <a:lnTo>
                  <a:pt x="1167962" y="360908"/>
                </a:lnTo>
                <a:lnTo>
                  <a:pt x="1169422" y="356622"/>
                </a:lnTo>
                <a:lnTo>
                  <a:pt x="1170152" y="357479"/>
                </a:lnTo>
                <a:lnTo>
                  <a:pt x="1172342" y="368606"/>
                </a:lnTo>
                <a:lnTo>
                  <a:pt x="1174532" y="366017"/>
                </a:lnTo>
                <a:lnTo>
                  <a:pt x="1175262" y="363781"/>
                </a:lnTo>
                <a:lnTo>
                  <a:pt x="1175992" y="366926"/>
                </a:lnTo>
                <a:lnTo>
                  <a:pt x="1176722" y="366232"/>
                </a:lnTo>
                <a:lnTo>
                  <a:pt x="1181831" y="373936"/>
                </a:lnTo>
                <a:lnTo>
                  <a:pt x="1183291" y="372577"/>
                </a:lnTo>
                <a:lnTo>
                  <a:pt x="1184751" y="372944"/>
                </a:lnTo>
                <a:lnTo>
                  <a:pt x="1186941" y="384758"/>
                </a:lnTo>
                <a:lnTo>
                  <a:pt x="1187671" y="380637"/>
                </a:lnTo>
                <a:lnTo>
                  <a:pt x="1192051" y="378047"/>
                </a:lnTo>
                <a:lnTo>
                  <a:pt x="1193511" y="387087"/>
                </a:lnTo>
                <a:lnTo>
                  <a:pt x="1194971" y="380446"/>
                </a:lnTo>
                <a:lnTo>
                  <a:pt x="1195701" y="377735"/>
                </a:lnTo>
                <a:lnTo>
                  <a:pt x="1196431" y="382606"/>
                </a:lnTo>
                <a:lnTo>
                  <a:pt x="1197161" y="381321"/>
                </a:lnTo>
                <a:lnTo>
                  <a:pt x="1199351" y="387691"/>
                </a:lnTo>
                <a:lnTo>
                  <a:pt x="1200811" y="385830"/>
                </a:lnTo>
                <a:lnTo>
                  <a:pt x="1203731" y="387251"/>
                </a:lnTo>
                <a:lnTo>
                  <a:pt x="1204461" y="384851"/>
                </a:lnTo>
                <a:lnTo>
                  <a:pt x="1205921" y="386624"/>
                </a:lnTo>
                <a:lnTo>
                  <a:pt x="1207381" y="392051"/>
                </a:lnTo>
                <a:lnTo>
                  <a:pt x="1208110" y="387797"/>
                </a:lnTo>
                <a:lnTo>
                  <a:pt x="1208840" y="384727"/>
                </a:lnTo>
                <a:lnTo>
                  <a:pt x="1210300" y="388404"/>
                </a:lnTo>
                <a:lnTo>
                  <a:pt x="1213950" y="385491"/>
                </a:lnTo>
                <a:lnTo>
                  <a:pt x="1214680" y="386284"/>
                </a:lnTo>
                <a:lnTo>
                  <a:pt x="1216870" y="391953"/>
                </a:lnTo>
                <a:lnTo>
                  <a:pt x="1219060" y="387173"/>
                </a:lnTo>
                <a:lnTo>
                  <a:pt x="1219790" y="388184"/>
                </a:lnTo>
                <a:lnTo>
                  <a:pt x="1220520" y="390782"/>
                </a:lnTo>
                <a:lnTo>
                  <a:pt x="1221250" y="386599"/>
                </a:lnTo>
                <a:lnTo>
                  <a:pt x="1221980" y="389139"/>
                </a:lnTo>
                <a:lnTo>
                  <a:pt x="1222710" y="387712"/>
                </a:lnTo>
                <a:lnTo>
                  <a:pt x="1223440" y="390055"/>
                </a:lnTo>
                <a:lnTo>
                  <a:pt x="1224170" y="390865"/>
                </a:lnTo>
                <a:lnTo>
                  <a:pt x="1227090" y="381454"/>
                </a:lnTo>
                <a:lnTo>
                  <a:pt x="1227820" y="387465"/>
                </a:lnTo>
                <a:lnTo>
                  <a:pt x="1230010" y="383964"/>
                </a:lnTo>
                <a:lnTo>
                  <a:pt x="1231470" y="382674"/>
                </a:lnTo>
                <a:lnTo>
                  <a:pt x="1234390" y="379919"/>
                </a:lnTo>
                <a:lnTo>
                  <a:pt x="1236579" y="382902"/>
                </a:lnTo>
                <a:lnTo>
                  <a:pt x="1237309" y="381002"/>
                </a:lnTo>
                <a:lnTo>
                  <a:pt x="1239499" y="371129"/>
                </a:lnTo>
                <a:lnTo>
                  <a:pt x="1240229" y="371983"/>
                </a:lnTo>
                <a:lnTo>
                  <a:pt x="1240959" y="376458"/>
                </a:lnTo>
                <a:lnTo>
                  <a:pt x="1242419" y="369341"/>
                </a:lnTo>
                <a:lnTo>
                  <a:pt x="1243149" y="368952"/>
                </a:lnTo>
                <a:lnTo>
                  <a:pt x="1243879" y="370946"/>
                </a:lnTo>
                <a:lnTo>
                  <a:pt x="1245339" y="369382"/>
                </a:lnTo>
                <a:lnTo>
                  <a:pt x="1246799" y="370794"/>
                </a:lnTo>
                <a:lnTo>
                  <a:pt x="1249719" y="370323"/>
                </a:lnTo>
                <a:lnTo>
                  <a:pt x="1252639" y="374385"/>
                </a:lnTo>
                <a:lnTo>
                  <a:pt x="1256289" y="370380"/>
                </a:lnTo>
                <a:lnTo>
                  <a:pt x="1259209" y="372865"/>
                </a:lnTo>
                <a:lnTo>
                  <a:pt x="1259939" y="371825"/>
                </a:lnTo>
                <a:lnTo>
                  <a:pt x="1261399" y="370099"/>
                </a:lnTo>
                <a:lnTo>
                  <a:pt x="1262129" y="375889"/>
                </a:lnTo>
                <a:lnTo>
                  <a:pt x="1263589" y="370861"/>
                </a:lnTo>
                <a:lnTo>
                  <a:pt x="1265778" y="373114"/>
                </a:lnTo>
                <a:lnTo>
                  <a:pt x="1266508" y="371359"/>
                </a:lnTo>
                <a:lnTo>
                  <a:pt x="1267238" y="377459"/>
                </a:lnTo>
                <a:lnTo>
                  <a:pt x="1268698" y="372633"/>
                </a:lnTo>
                <a:lnTo>
                  <a:pt x="1270158" y="369169"/>
                </a:lnTo>
                <a:lnTo>
                  <a:pt x="1270888" y="373943"/>
                </a:lnTo>
                <a:lnTo>
                  <a:pt x="1272348" y="377247"/>
                </a:lnTo>
                <a:lnTo>
                  <a:pt x="1273078" y="373378"/>
                </a:lnTo>
                <a:lnTo>
                  <a:pt x="1275268" y="370781"/>
                </a:lnTo>
                <a:lnTo>
                  <a:pt x="1275998" y="369086"/>
                </a:lnTo>
                <a:lnTo>
                  <a:pt x="1276728" y="370489"/>
                </a:lnTo>
                <a:lnTo>
                  <a:pt x="1278188" y="376354"/>
                </a:lnTo>
                <a:lnTo>
                  <a:pt x="1279648" y="371574"/>
                </a:lnTo>
                <a:lnTo>
                  <a:pt x="1281108" y="370559"/>
                </a:lnTo>
                <a:lnTo>
                  <a:pt x="1284028" y="379280"/>
                </a:lnTo>
                <a:lnTo>
                  <a:pt x="1286218" y="371115"/>
                </a:lnTo>
                <a:lnTo>
                  <a:pt x="1286948" y="371593"/>
                </a:lnTo>
                <a:lnTo>
                  <a:pt x="1290598" y="378102"/>
                </a:lnTo>
                <a:lnTo>
                  <a:pt x="1291328" y="376251"/>
                </a:lnTo>
                <a:lnTo>
                  <a:pt x="1292058" y="373265"/>
                </a:lnTo>
                <a:lnTo>
                  <a:pt x="1293518" y="373664"/>
                </a:lnTo>
                <a:lnTo>
                  <a:pt x="1296437" y="382542"/>
                </a:lnTo>
                <a:lnTo>
                  <a:pt x="1297897" y="372137"/>
                </a:lnTo>
                <a:lnTo>
                  <a:pt x="1299357" y="377276"/>
                </a:lnTo>
                <a:lnTo>
                  <a:pt x="1300088" y="376890"/>
                </a:lnTo>
                <a:lnTo>
                  <a:pt x="1301547" y="382751"/>
                </a:lnTo>
                <a:lnTo>
                  <a:pt x="1302277" y="376648"/>
                </a:lnTo>
                <a:lnTo>
                  <a:pt x="1303007" y="377665"/>
                </a:lnTo>
                <a:lnTo>
                  <a:pt x="1303738" y="375514"/>
                </a:lnTo>
                <a:lnTo>
                  <a:pt x="1306657" y="368526"/>
                </a:lnTo>
                <a:lnTo>
                  <a:pt x="1307387" y="368726"/>
                </a:lnTo>
                <a:lnTo>
                  <a:pt x="1308847" y="376019"/>
                </a:lnTo>
                <a:lnTo>
                  <a:pt x="1310307" y="371661"/>
                </a:lnTo>
                <a:lnTo>
                  <a:pt x="1311767" y="366495"/>
                </a:lnTo>
                <a:lnTo>
                  <a:pt x="1312497" y="373599"/>
                </a:lnTo>
                <a:lnTo>
                  <a:pt x="1313227" y="378181"/>
                </a:lnTo>
                <a:lnTo>
                  <a:pt x="1314687" y="376864"/>
                </a:lnTo>
                <a:lnTo>
                  <a:pt x="1318337" y="362971"/>
                </a:lnTo>
                <a:lnTo>
                  <a:pt x="1319797" y="374841"/>
                </a:lnTo>
                <a:lnTo>
                  <a:pt x="1321257" y="373000"/>
                </a:lnTo>
                <a:lnTo>
                  <a:pt x="1321987" y="362473"/>
                </a:lnTo>
                <a:lnTo>
                  <a:pt x="1324177" y="365543"/>
                </a:lnTo>
                <a:lnTo>
                  <a:pt x="1325637" y="369738"/>
                </a:lnTo>
                <a:lnTo>
                  <a:pt x="1326367" y="379831"/>
                </a:lnTo>
                <a:lnTo>
                  <a:pt x="1327827" y="369901"/>
                </a:lnTo>
                <a:lnTo>
                  <a:pt x="1330747" y="377546"/>
                </a:lnTo>
                <a:lnTo>
                  <a:pt x="1331477" y="376786"/>
                </a:lnTo>
                <a:lnTo>
                  <a:pt x="1334396" y="369201"/>
                </a:lnTo>
                <a:lnTo>
                  <a:pt x="1336586" y="379958"/>
                </a:lnTo>
                <a:lnTo>
                  <a:pt x="1337316" y="377716"/>
                </a:lnTo>
                <a:lnTo>
                  <a:pt x="1341696" y="365623"/>
                </a:lnTo>
                <a:lnTo>
                  <a:pt x="1343156" y="377877"/>
                </a:lnTo>
                <a:lnTo>
                  <a:pt x="1344616" y="374554"/>
                </a:lnTo>
                <a:lnTo>
                  <a:pt x="1345346" y="369156"/>
                </a:lnTo>
                <a:lnTo>
                  <a:pt x="1347536" y="371323"/>
                </a:lnTo>
                <a:lnTo>
                  <a:pt x="1349726" y="369166"/>
                </a:lnTo>
                <a:lnTo>
                  <a:pt x="1350456" y="371525"/>
                </a:lnTo>
                <a:lnTo>
                  <a:pt x="1351186" y="375579"/>
                </a:lnTo>
                <a:lnTo>
                  <a:pt x="1351916" y="367025"/>
                </a:lnTo>
                <a:lnTo>
                  <a:pt x="1352646" y="365054"/>
                </a:lnTo>
                <a:lnTo>
                  <a:pt x="1353376" y="370278"/>
                </a:lnTo>
                <a:lnTo>
                  <a:pt x="1354106" y="372694"/>
                </a:lnTo>
                <a:lnTo>
                  <a:pt x="1354836" y="370153"/>
                </a:lnTo>
                <a:lnTo>
                  <a:pt x="1355566" y="366444"/>
                </a:lnTo>
                <a:lnTo>
                  <a:pt x="1356296" y="375664"/>
                </a:lnTo>
                <a:lnTo>
                  <a:pt x="1359946" y="367004"/>
                </a:lnTo>
                <a:lnTo>
                  <a:pt x="1362136" y="360013"/>
                </a:lnTo>
                <a:lnTo>
                  <a:pt x="1363595" y="376746"/>
                </a:lnTo>
                <a:lnTo>
                  <a:pt x="1365055" y="367754"/>
                </a:lnTo>
                <a:lnTo>
                  <a:pt x="1365785" y="367287"/>
                </a:lnTo>
                <a:lnTo>
                  <a:pt x="1366515" y="362849"/>
                </a:lnTo>
                <a:lnTo>
                  <a:pt x="1367975" y="364989"/>
                </a:lnTo>
                <a:lnTo>
                  <a:pt x="1369435" y="373254"/>
                </a:lnTo>
                <a:lnTo>
                  <a:pt x="1370165" y="371175"/>
                </a:lnTo>
                <a:lnTo>
                  <a:pt x="1372355" y="360149"/>
                </a:lnTo>
                <a:lnTo>
                  <a:pt x="1373085" y="363867"/>
                </a:lnTo>
                <a:lnTo>
                  <a:pt x="1373815" y="372048"/>
                </a:lnTo>
                <a:lnTo>
                  <a:pt x="1375275" y="361515"/>
                </a:lnTo>
                <a:lnTo>
                  <a:pt x="1376005" y="371140"/>
                </a:lnTo>
                <a:lnTo>
                  <a:pt x="1378925" y="362554"/>
                </a:lnTo>
                <a:lnTo>
                  <a:pt x="1381115" y="372289"/>
                </a:lnTo>
                <a:lnTo>
                  <a:pt x="1381845" y="370275"/>
                </a:lnTo>
                <a:lnTo>
                  <a:pt x="1384035" y="349862"/>
                </a:lnTo>
                <a:lnTo>
                  <a:pt x="1385495" y="355632"/>
                </a:lnTo>
                <a:lnTo>
                  <a:pt x="1386955" y="369192"/>
                </a:lnTo>
                <a:lnTo>
                  <a:pt x="1387685" y="363226"/>
                </a:lnTo>
                <a:lnTo>
                  <a:pt x="1390605" y="341184"/>
                </a:lnTo>
                <a:lnTo>
                  <a:pt x="1392794" y="361687"/>
                </a:lnTo>
                <a:lnTo>
                  <a:pt x="1393524" y="361404"/>
                </a:lnTo>
                <a:lnTo>
                  <a:pt x="1397174" y="346773"/>
                </a:lnTo>
                <a:lnTo>
                  <a:pt x="1397904" y="348269"/>
                </a:lnTo>
                <a:lnTo>
                  <a:pt x="1400824" y="361739"/>
                </a:lnTo>
                <a:lnTo>
                  <a:pt x="1404474" y="343577"/>
                </a:lnTo>
                <a:lnTo>
                  <a:pt x="1405934" y="359653"/>
                </a:lnTo>
                <a:lnTo>
                  <a:pt x="1407394" y="348545"/>
                </a:lnTo>
                <a:lnTo>
                  <a:pt x="1410314" y="341992"/>
                </a:lnTo>
                <a:lnTo>
                  <a:pt x="1411774" y="355999"/>
                </a:lnTo>
                <a:lnTo>
                  <a:pt x="1413234" y="350796"/>
                </a:lnTo>
                <a:lnTo>
                  <a:pt x="1414694" y="343264"/>
                </a:lnTo>
                <a:lnTo>
                  <a:pt x="1415424" y="348558"/>
                </a:lnTo>
                <a:lnTo>
                  <a:pt x="1417614" y="353447"/>
                </a:lnTo>
                <a:lnTo>
                  <a:pt x="1419804" y="331722"/>
                </a:lnTo>
                <a:lnTo>
                  <a:pt x="1421263" y="334750"/>
                </a:lnTo>
                <a:lnTo>
                  <a:pt x="1423453" y="348594"/>
                </a:lnTo>
                <a:lnTo>
                  <a:pt x="1424913" y="339755"/>
                </a:lnTo>
                <a:lnTo>
                  <a:pt x="1425643" y="335750"/>
                </a:lnTo>
                <a:lnTo>
                  <a:pt x="1427833" y="338325"/>
                </a:lnTo>
                <a:lnTo>
                  <a:pt x="1429293" y="343481"/>
                </a:lnTo>
                <a:lnTo>
                  <a:pt x="1430753" y="338832"/>
                </a:lnTo>
                <a:lnTo>
                  <a:pt x="1432213" y="344117"/>
                </a:lnTo>
                <a:lnTo>
                  <a:pt x="1433673" y="338392"/>
                </a:lnTo>
                <a:lnTo>
                  <a:pt x="1434403" y="333120"/>
                </a:lnTo>
                <a:lnTo>
                  <a:pt x="1435133" y="338118"/>
                </a:lnTo>
                <a:lnTo>
                  <a:pt x="1438053" y="351674"/>
                </a:lnTo>
                <a:lnTo>
                  <a:pt x="1440243" y="332711"/>
                </a:lnTo>
                <a:lnTo>
                  <a:pt x="1441703" y="335390"/>
                </a:lnTo>
                <a:lnTo>
                  <a:pt x="1442433" y="334508"/>
                </a:lnTo>
                <a:lnTo>
                  <a:pt x="1443163" y="346581"/>
                </a:lnTo>
                <a:lnTo>
                  <a:pt x="1445353" y="339242"/>
                </a:lnTo>
                <a:lnTo>
                  <a:pt x="1446813" y="329998"/>
                </a:lnTo>
                <a:lnTo>
                  <a:pt x="1447543" y="342639"/>
                </a:lnTo>
                <a:lnTo>
                  <a:pt x="1449002" y="342997"/>
                </a:lnTo>
                <a:lnTo>
                  <a:pt x="1453382" y="321400"/>
                </a:lnTo>
                <a:lnTo>
                  <a:pt x="1454842" y="343247"/>
                </a:lnTo>
                <a:lnTo>
                  <a:pt x="1456302" y="333490"/>
                </a:lnTo>
                <a:lnTo>
                  <a:pt x="1459222" y="312917"/>
                </a:lnTo>
                <a:lnTo>
                  <a:pt x="1459952" y="316074"/>
                </a:lnTo>
                <a:lnTo>
                  <a:pt x="1461412" y="333839"/>
                </a:lnTo>
                <a:lnTo>
                  <a:pt x="1462872" y="320979"/>
                </a:lnTo>
                <a:lnTo>
                  <a:pt x="1463602" y="319377"/>
                </a:lnTo>
                <a:lnTo>
                  <a:pt x="1464332" y="323043"/>
                </a:lnTo>
                <a:lnTo>
                  <a:pt x="1465792" y="326963"/>
                </a:lnTo>
                <a:lnTo>
                  <a:pt x="1468712" y="311590"/>
                </a:lnTo>
                <a:lnTo>
                  <a:pt x="1470172" y="323722"/>
                </a:lnTo>
                <a:lnTo>
                  <a:pt x="1471632" y="319567"/>
                </a:lnTo>
                <a:lnTo>
                  <a:pt x="1472362" y="324171"/>
                </a:lnTo>
                <a:lnTo>
                  <a:pt x="1473092" y="320487"/>
                </a:lnTo>
                <a:lnTo>
                  <a:pt x="1473822" y="313367"/>
                </a:lnTo>
                <a:lnTo>
                  <a:pt x="1476012" y="313966"/>
                </a:lnTo>
                <a:lnTo>
                  <a:pt x="1478201" y="318233"/>
                </a:lnTo>
                <a:lnTo>
                  <a:pt x="1481851" y="311226"/>
                </a:lnTo>
                <a:lnTo>
                  <a:pt x="1483311" y="308320"/>
                </a:lnTo>
                <a:lnTo>
                  <a:pt x="1484041" y="311972"/>
                </a:lnTo>
                <a:lnTo>
                  <a:pt x="1484771" y="317174"/>
                </a:lnTo>
                <a:lnTo>
                  <a:pt x="1485501" y="310530"/>
                </a:lnTo>
                <a:lnTo>
                  <a:pt x="1486231" y="311804"/>
                </a:lnTo>
                <a:lnTo>
                  <a:pt x="1486961" y="313101"/>
                </a:lnTo>
                <a:lnTo>
                  <a:pt x="1487691" y="311338"/>
                </a:lnTo>
                <a:lnTo>
                  <a:pt x="1489151" y="297794"/>
                </a:lnTo>
                <a:lnTo>
                  <a:pt x="1490611" y="301574"/>
                </a:lnTo>
                <a:lnTo>
                  <a:pt x="1491341" y="301761"/>
                </a:lnTo>
                <a:lnTo>
                  <a:pt x="1492071" y="312804"/>
                </a:lnTo>
                <a:lnTo>
                  <a:pt x="1494261" y="306180"/>
                </a:lnTo>
                <a:lnTo>
                  <a:pt x="1494991" y="308047"/>
                </a:lnTo>
                <a:lnTo>
                  <a:pt x="1495721" y="304059"/>
                </a:lnTo>
                <a:lnTo>
                  <a:pt x="1497911" y="294830"/>
                </a:lnTo>
                <a:lnTo>
                  <a:pt x="1498641" y="296211"/>
                </a:lnTo>
                <a:lnTo>
                  <a:pt x="1500101" y="304949"/>
                </a:lnTo>
                <a:lnTo>
                  <a:pt x="1501561" y="304690"/>
                </a:lnTo>
                <a:lnTo>
                  <a:pt x="1503021" y="295191"/>
                </a:lnTo>
                <a:lnTo>
                  <a:pt x="1505211" y="288241"/>
                </a:lnTo>
                <a:lnTo>
                  <a:pt x="1508130" y="308518"/>
                </a:lnTo>
                <a:lnTo>
                  <a:pt x="1508860" y="305979"/>
                </a:lnTo>
                <a:lnTo>
                  <a:pt x="1510320" y="277969"/>
                </a:lnTo>
                <a:lnTo>
                  <a:pt x="1511780" y="289149"/>
                </a:lnTo>
                <a:lnTo>
                  <a:pt x="1513240" y="290029"/>
                </a:lnTo>
                <a:lnTo>
                  <a:pt x="1514700" y="301448"/>
                </a:lnTo>
                <a:lnTo>
                  <a:pt x="1516160" y="297509"/>
                </a:lnTo>
                <a:lnTo>
                  <a:pt x="1516890" y="297127"/>
                </a:lnTo>
                <a:lnTo>
                  <a:pt x="1518350" y="279723"/>
                </a:lnTo>
                <a:lnTo>
                  <a:pt x="1519810" y="289196"/>
                </a:lnTo>
                <a:lnTo>
                  <a:pt x="1521270" y="290373"/>
                </a:lnTo>
                <a:lnTo>
                  <a:pt x="1523460" y="290979"/>
                </a:lnTo>
                <a:lnTo>
                  <a:pt x="1524920" y="284855"/>
                </a:lnTo>
                <a:lnTo>
                  <a:pt x="1525650" y="281313"/>
                </a:lnTo>
                <a:lnTo>
                  <a:pt x="1526380" y="282120"/>
                </a:lnTo>
                <a:lnTo>
                  <a:pt x="1527840" y="289489"/>
                </a:lnTo>
                <a:lnTo>
                  <a:pt x="1528570" y="287213"/>
                </a:lnTo>
                <a:lnTo>
                  <a:pt x="1531490" y="278534"/>
                </a:lnTo>
                <a:lnTo>
                  <a:pt x="1532220" y="278737"/>
                </a:lnTo>
                <a:lnTo>
                  <a:pt x="1533680" y="285285"/>
                </a:lnTo>
                <a:lnTo>
                  <a:pt x="1534410" y="284548"/>
                </a:lnTo>
                <a:lnTo>
                  <a:pt x="1536600" y="271865"/>
                </a:lnTo>
                <a:lnTo>
                  <a:pt x="1537330" y="276834"/>
                </a:lnTo>
                <a:lnTo>
                  <a:pt x="1538060" y="280715"/>
                </a:lnTo>
                <a:lnTo>
                  <a:pt x="1540250" y="279635"/>
                </a:lnTo>
                <a:lnTo>
                  <a:pt x="1542440" y="266817"/>
                </a:lnTo>
                <a:lnTo>
                  <a:pt x="1543900" y="269213"/>
                </a:lnTo>
                <a:lnTo>
                  <a:pt x="1544630" y="270193"/>
                </a:lnTo>
                <a:lnTo>
                  <a:pt x="1545360" y="278759"/>
                </a:lnTo>
                <a:lnTo>
                  <a:pt x="1546089" y="268364"/>
                </a:lnTo>
                <a:lnTo>
                  <a:pt x="1546819" y="260782"/>
                </a:lnTo>
                <a:lnTo>
                  <a:pt x="1549009" y="261099"/>
                </a:lnTo>
                <a:lnTo>
                  <a:pt x="1550469" y="268611"/>
                </a:lnTo>
                <a:lnTo>
                  <a:pt x="1551199" y="265582"/>
                </a:lnTo>
                <a:lnTo>
                  <a:pt x="1551929" y="256405"/>
                </a:lnTo>
                <a:lnTo>
                  <a:pt x="1554119" y="257038"/>
                </a:lnTo>
                <a:lnTo>
                  <a:pt x="1554849" y="264544"/>
                </a:lnTo>
                <a:lnTo>
                  <a:pt x="1556309" y="256783"/>
                </a:lnTo>
                <a:lnTo>
                  <a:pt x="1558499" y="254648"/>
                </a:lnTo>
                <a:lnTo>
                  <a:pt x="1559959" y="266882"/>
                </a:lnTo>
                <a:lnTo>
                  <a:pt x="1560689" y="256306"/>
                </a:lnTo>
                <a:lnTo>
                  <a:pt x="1564339" y="239572"/>
                </a:lnTo>
                <a:lnTo>
                  <a:pt x="1565799" y="257220"/>
                </a:lnTo>
                <a:lnTo>
                  <a:pt x="1567259" y="245610"/>
                </a:lnTo>
                <a:lnTo>
                  <a:pt x="1570909" y="235876"/>
                </a:lnTo>
                <a:lnTo>
                  <a:pt x="1571639" y="240690"/>
                </a:lnTo>
                <a:lnTo>
                  <a:pt x="1572369" y="239995"/>
                </a:lnTo>
                <a:lnTo>
                  <a:pt x="1576018" y="207343"/>
                </a:lnTo>
                <a:lnTo>
                  <a:pt x="1576748" y="213330"/>
                </a:lnTo>
                <a:lnTo>
                  <a:pt x="1578208" y="237782"/>
                </a:lnTo>
                <a:lnTo>
                  <a:pt x="1578938" y="225556"/>
                </a:lnTo>
                <a:lnTo>
                  <a:pt x="1581128" y="199751"/>
                </a:lnTo>
                <a:lnTo>
                  <a:pt x="1581858" y="219819"/>
                </a:lnTo>
                <a:lnTo>
                  <a:pt x="1582588" y="229581"/>
                </a:lnTo>
                <a:lnTo>
                  <a:pt x="1583318" y="214887"/>
                </a:lnTo>
                <a:lnTo>
                  <a:pt x="1585508" y="204347"/>
                </a:lnTo>
                <a:lnTo>
                  <a:pt x="1586238" y="208009"/>
                </a:lnTo>
                <a:lnTo>
                  <a:pt x="1587698" y="221904"/>
                </a:lnTo>
                <a:lnTo>
                  <a:pt x="1588428" y="213097"/>
                </a:lnTo>
                <a:lnTo>
                  <a:pt x="1589888" y="215765"/>
                </a:lnTo>
                <a:lnTo>
                  <a:pt x="1592808" y="188327"/>
                </a:lnTo>
                <a:lnTo>
                  <a:pt x="1594998" y="211918"/>
                </a:lnTo>
                <a:lnTo>
                  <a:pt x="1597188" y="209197"/>
                </a:lnTo>
                <a:lnTo>
                  <a:pt x="1599378" y="211490"/>
                </a:lnTo>
                <a:lnTo>
                  <a:pt x="1600108" y="195886"/>
                </a:lnTo>
                <a:lnTo>
                  <a:pt x="1605947" y="210238"/>
                </a:lnTo>
                <a:lnTo>
                  <a:pt x="1610327" y="198867"/>
                </a:lnTo>
                <a:lnTo>
                  <a:pt x="1611057" y="201000"/>
                </a:lnTo>
                <a:lnTo>
                  <a:pt x="1611787" y="200629"/>
                </a:lnTo>
                <a:lnTo>
                  <a:pt x="1613247" y="195540"/>
                </a:lnTo>
                <a:lnTo>
                  <a:pt x="1613977" y="201059"/>
                </a:lnTo>
                <a:lnTo>
                  <a:pt x="1615437" y="200300"/>
                </a:lnTo>
                <a:lnTo>
                  <a:pt x="1617627" y="191098"/>
                </a:lnTo>
                <a:lnTo>
                  <a:pt x="1618357" y="196485"/>
                </a:lnTo>
                <a:lnTo>
                  <a:pt x="1619087" y="199144"/>
                </a:lnTo>
                <a:lnTo>
                  <a:pt x="1620547" y="194597"/>
                </a:lnTo>
                <a:lnTo>
                  <a:pt x="1622737" y="182437"/>
                </a:lnTo>
                <a:lnTo>
                  <a:pt x="1624927" y="187704"/>
                </a:lnTo>
                <a:lnTo>
                  <a:pt x="1625657" y="186894"/>
                </a:lnTo>
                <a:lnTo>
                  <a:pt x="1628577" y="178610"/>
                </a:lnTo>
                <a:lnTo>
                  <a:pt x="1629307" y="179202"/>
                </a:lnTo>
                <a:lnTo>
                  <a:pt x="1630037" y="181339"/>
                </a:lnTo>
                <a:lnTo>
                  <a:pt x="1630767" y="179918"/>
                </a:lnTo>
                <a:lnTo>
                  <a:pt x="1635146" y="171012"/>
                </a:lnTo>
                <a:lnTo>
                  <a:pt x="1635876" y="171134"/>
                </a:lnTo>
                <a:lnTo>
                  <a:pt x="1636606" y="175607"/>
                </a:lnTo>
                <a:lnTo>
                  <a:pt x="1638066" y="168922"/>
                </a:lnTo>
                <a:lnTo>
                  <a:pt x="1639526" y="170060"/>
                </a:lnTo>
                <a:lnTo>
                  <a:pt x="1640986" y="173613"/>
                </a:lnTo>
                <a:lnTo>
                  <a:pt x="1641716" y="169028"/>
                </a:lnTo>
                <a:lnTo>
                  <a:pt x="1643906" y="161155"/>
                </a:lnTo>
                <a:lnTo>
                  <a:pt x="1644636" y="165570"/>
                </a:lnTo>
                <a:lnTo>
                  <a:pt x="1647556" y="169851"/>
                </a:lnTo>
                <a:lnTo>
                  <a:pt x="1651206" y="151887"/>
                </a:lnTo>
                <a:lnTo>
                  <a:pt x="1652666" y="164712"/>
                </a:lnTo>
                <a:lnTo>
                  <a:pt x="1654126" y="157529"/>
                </a:lnTo>
                <a:lnTo>
                  <a:pt x="1654856" y="158519"/>
                </a:lnTo>
                <a:lnTo>
                  <a:pt x="1656316" y="156937"/>
                </a:lnTo>
                <a:lnTo>
                  <a:pt x="1657776" y="150463"/>
                </a:lnTo>
                <a:lnTo>
                  <a:pt x="1658506" y="153054"/>
                </a:lnTo>
                <a:lnTo>
                  <a:pt x="1659236" y="158029"/>
                </a:lnTo>
                <a:lnTo>
                  <a:pt x="1660696" y="155934"/>
                </a:lnTo>
                <a:lnTo>
                  <a:pt x="1662155" y="147391"/>
                </a:lnTo>
                <a:lnTo>
                  <a:pt x="1664345" y="147772"/>
                </a:lnTo>
                <a:lnTo>
                  <a:pt x="1665805" y="156302"/>
                </a:lnTo>
                <a:lnTo>
                  <a:pt x="1666535" y="145982"/>
                </a:lnTo>
                <a:lnTo>
                  <a:pt x="1667995" y="155182"/>
                </a:lnTo>
                <a:lnTo>
                  <a:pt x="1668725" y="152499"/>
                </a:lnTo>
                <a:lnTo>
                  <a:pt x="1669455" y="144985"/>
                </a:lnTo>
                <a:lnTo>
                  <a:pt x="1670915" y="152907"/>
                </a:lnTo>
                <a:lnTo>
                  <a:pt x="1671645" y="155536"/>
                </a:lnTo>
                <a:lnTo>
                  <a:pt x="1672375" y="155073"/>
                </a:lnTo>
                <a:lnTo>
                  <a:pt x="1673835" y="145523"/>
                </a:lnTo>
                <a:lnTo>
                  <a:pt x="1674565" y="147601"/>
                </a:lnTo>
                <a:lnTo>
                  <a:pt x="1675295" y="152275"/>
                </a:lnTo>
                <a:lnTo>
                  <a:pt x="1676755" y="146877"/>
                </a:lnTo>
                <a:lnTo>
                  <a:pt x="1677485" y="150620"/>
                </a:lnTo>
                <a:lnTo>
                  <a:pt x="1679675" y="148765"/>
                </a:lnTo>
                <a:lnTo>
                  <a:pt x="1681135" y="145643"/>
                </a:lnTo>
                <a:lnTo>
                  <a:pt x="1681865" y="146317"/>
                </a:lnTo>
                <a:lnTo>
                  <a:pt x="1682595" y="152243"/>
                </a:lnTo>
                <a:lnTo>
                  <a:pt x="1683325" y="144337"/>
                </a:lnTo>
                <a:lnTo>
                  <a:pt x="1684055" y="146522"/>
                </a:lnTo>
                <a:lnTo>
                  <a:pt x="1684785" y="145973"/>
                </a:lnTo>
                <a:lnTo>
                  <a:pt x="1685515" y="147423"/>
                </a:lnTo>
                <a:lnTo>
                  <a:pt x="1686245" y="151855"/>
                </a:lnTo>
                <a:lnTo>
                  <a:pt x="1686975" y="146413"/>
                </a:lnTo>
                <a:lnTo>
                  <a:pt x="1688435" y="142883"/>
                </a:lnTo>
                <a:lnTo>
                  <a:pt x="1689165" y="145399"/>
                </a:lnTo>
                <a:lnTo>
                  <a:pt x="1690624" y="144131"/>
                </a:lnTo>
                <a:lnTo>
                  <a:pt x="1692084" y="151519"/>
                </a:lnTo>
                <a:lnTo>
                  <a:pt x="1693544" y="141089"/>
                </a:lnTo>
                <a:lnTo>
                  <a:pt x="1694274" y="144065"/>
                </a:lnTo>
                <a:lnTo>
                  <a:pt x="1695004" y="149103"/>
                </a:lnTo>
                <a:lnTo>
                  <a:pt x="1697194" y="146859"/>
                </a:lnTo>
                <a:lnTo>
                  <a:pt x="1697924" y="149345"/>
                </a:lnTo>
                <a:lnTo>
                  <a:pt x="1698654" y="145725"/>
                </a:lnTo>
                <a:lnTo>
                  <a:pt x="1699384" y="140438"/>
                </a:lnTo>
                <a:lnTo>
                  <a:pt x="1700844" y="144930"/>
                </a:lnTo>
                <a:lnTo>
                  <a:pt x="1703764" y="146617"/>
                </a:lnTo>
                <a:lnTo>
                  <a:pt x="1705224" y="139814"/>
                </a:lnTo>
                <a:lnTo>
                  <a:pt x="1706684" y="144324"/>
                </a:lnTo>
                <a:lnTo>
                  <a:pt x="1708144" y="139701"/>
                </a:lnTo>
                <a:lnTo>
                  <a:pt x="1708874" y="140908"/>
                </a:lnTo>
                <a:lnTo>
                  <a:pt x="1710334" y="151491"/>
                </a:lnTo>
                <a:lnTo>
                  <a:pt x="1711064" y="145402"/>
                </a:lnTo>
                <a:lnTo>
                  <a:pt x="1712524" y="137637"/>
                </a:lnTo>
                <a:lnTo>
                  <a:pt x="1713984" y="142753"/>
                </a:lnTo>
                <a:lnTo>
                  <a:pt x="1715444" y="138545"/>
                </a:lnTo>
                <a:lnTo>
                  <a:pt x="1716174" y="139257"/>
                </a:lnTo>
                <a:lnTo>
                  <a:pt x="1716904" y="144556"/>
                </a:lnTo>
                <a:lnTo>
                  <a:pt x="1719093" y="143965"/>
                </a:lnTo>
                <a:lnTo>
                  <a:pt x="1721283" y="138048"/>
                </a:lnTo>
                <a:lnTo>
                  <a:pt x="1722013" y="139584"/>
                </a:lnTo>
                <a:lnTo>
                  <a:pt x="1725663" y="145163"/>
                </a:lnTo>
                <a:lnTo>
                  <a:pt x="1727123" y="137633"/>
                </a:lnTo>
                <a:lnTo>
                  <a:pt x="1728583" y="138361"/>
                </a:lnTo>
                <a:lnTo>
                  <a:pt x="1730043" y="136074"/>
                </a:lnTo>
                <a:lnTo>
                  <a:pt x="1732963" y="141817"/>
                </a:lnTo>
                <a:lnTo>
                  <a:pt x="1733693" y="136863"/>
                </a:lnTo>
                <a:lnTo>
                  <a:pt x="1735153" y="142443"/>
                </a:lnTo>
                <a:lnTo>
                  <a:pt x="1738073" y="140283"/>
                </a:lnTo>
                <a:lnTo>
                  <a:pt x="1738803" y="143861"/>
                </a:lnTo>
                <a:lnTo>
                  <a:pt x="1739533" y="137692"/>
                </a:lnTo>
                <a:lnTo>
                  <a:pt x="1740263" y="142691"/>
                </a:lnTo>
                <a:lnTo>
                  <a:pt x="1741723" y="138592"/>
                </a:lnTo>
                <a:lnTo>
                  <a:pt x="1743183" y="142073"/>
                </a:lnTo>
                <a:lnTo>
                  <a:pt x="1746103" y="136968"/>
                </a:lnTo>
                <a:lnTo>
                  <a:pt x="1746833" y="140113"/>
                </a:lnTo>
                <a:lnTo>
                  <a:pt x="1749753" y="142388"/>
                </a:lnTo>
                <a:lnTo>
                  <a:pt x="1750483" y="135982"/>
                </a:lnTo>
                <a:lnTo>
                  <a:pt x="1752673" y="136540"/>
                </a:lnTo>
                <a:lnTo>
                  <a:pt x="1753403" y="144234"/>
                </a:lnTo>
                <a:lnTo>
                  <a:pt x="1755593" y="140804"/>
                </a:lnTo>
                <a:lnTo>
                  <a:pt x="1756323" y="142606"/>
                </a:lnTo>
                <a:lnTo>
                  <a:pt x="1757053" y="136545"/>
                </a:lnTo>
                <a:lnTo>
                  <a:pt x="1759242" y="137045"/>
                </a:lnTo>
                <a:lnTo>
                  <a:pt x="1761432" y="142498"/>
                </a:lnTo>
                <a:lnTo>
                  <a:pt x="1762162" y="140676"/>
                </a:lnTo>
                <a:lnTo>
                  <a:pt x="1764352" y="136061"/>
                </a:lnTo>
                <a:lnTo>
                  <a:pt x="1767272" y="143063"/>
                </a:lnTo>
                <a:lnTo>
                  <a:pt x="1771652" y="135126"/>
                </a:lnTo>
                <a:lnTo>
                  <a:pt x="1773842" y="141993"/>
                </a:lnTo>
                <a:lnTo>
                  <a:pt x="1774572" y="135982"/>
                </a:lnTo>
                <a:lnTo>
                  <a:pt x="1776762" y="139204"/>
                </a:lnTo>
                <a:lnTo>
                  <a:pt x="1777492" y="135472"/>
                </a:lnTo>
                <a:lnTo>
                  <a:pt x="1779682" y="137191"/>
                </a:lnTo>
                <a:lnTo>
                  <a:pt x="1780412" y="142402"/>
                </a:lnTo>
                <a:lnTo>
                  <a:pt x="1781872" y="136175"/>
                </a:lnTo>
                <a:lnTo>
                  <a:pt x="1782602" y="134826"/>
                </a:lnTo>
                <a:lnTo>
                  <a:pt x="1783332" y="136226"/>
                </a:lnTo>
                <a:lnTo>
                  <a:pt x="1785522" y="140702"/>
                </a:lnTo>
                <a:lnTo>
                  <a:pt x="1786981" y="134810"/>
                </a:lnTo>
                <a:lnTo>
                  <a:pt x="1787711" y="140526"/>
                </a:lnTo>
                <a:lnTo>
                  <a:pt x="1788441" y="141197"/>
                </a:lnTo>
                <a:lnTo>
                  <a:pt x="1789171" y="135133"/>
                </a:lnTo>
                <a:lnTo>
                  <a:pt x="1790631" y="136252"/>
                </a:lnTo>
                <a:lnTo>
                  <a:pt x="1792091" y="135079"/>
                </a:lnTo>
                <a:lnTo>
                  <a:pt x="1793551" y="142351"/>
                </a:lnTo>
                <a:lnTo>
                  <a:pt x="1795011" y="134107"/>
                </a:lnTo>
                <a:lnTo>
                  <a:pt x="1795741" y="137443"/>
                </a:lnTo>
                <a:lnTo>
                  <a:pt x="1796471" y="143467"/>
                </a:lnTo>
                <a:lnTo>
                  <a:pt x="1797931" y="138546"/>
                </a:lnTo>
                <a:lnTo>
                  <a:pt x="1798661" y="135997"/>
                </a:lnTo>
                <a:lnTo>
                  <a:pt x="1799391" y="137408"/>
                </a:lnTo>
                <a:lnTo>
                  <a:pt x="1800121" y="142633"/>
                </a:lnTo>
                <a:lnTo>
                  <a:pt x="1800851" y="141558"/>
                </a:lnTo>
                <a:lnTo>
                  <a:pt x="1801581" y="134024"/>
                </a:lnTo>
                <a:lnTo>
                  <a:pt x="1803041" y="140054"/>
                </a:lnTo>
                <a:lnTo>
                  <a:pt x="1803771" y="144172"/>
                </a:lnTo>
                <a:lnTo>
                  <a:pt x="1804501" y="143047"/>
                </a:lnTo>
                <a:lnTo>
                  <a:pt x="1805231" y="134178"/>
                </a:lnTo>
                <a:lnTo>
                  <a:pt x="1806691" y="143360"/>
                </a:lnTo>
                <a:lnTo>
                  <a:pt x="1807421" y="142161"/>
                </a:lnTo>
                <a:lnTo>
                  <a:pt x="1808151" y="134764"/>
                </a:lnTo>
                <a:lnTo>
                  <a:pt x="1809611" y="143103"/>
                </a:lnTo>
                <a:lnTo>
                  <a:pt x="1811071" y="138814"/>
                </a:lnTo>
                <a:lnTo>
                  <a:pt x="1813261" y="135798"/>
                </a:lnTo>
                <a:lnTo>
                  <a:pt x="1812531" y="141436"/>
                </a:lnTo>
                <a:lnTo>
                  <a:pt x="1813991" y="137159"/>
                </a:lnTo>
                <a:lnTo>
                  <a:pt x="1814721" y="135897"/>
                </a:lnTo>
                <a:lnTo>
                  <a:pt x="1815451" y="139671"/>
                </a:lnTo>
                <a:lnTo>
                  <a:pt x="1816180" y="145080"/>
                </a:lnTo>
                <a:lnTo>
                  <a:pt x="1817640" y="137612"/>
                </a:lnTo>
                <a:lnTo>
                  <a:pt x="1818370" y="137340"/>
                </a:lnTo>
                <a:lnTo>
                  <a:pt x="1820560" y="142307"/>
                </a:lnTo>
                <a:lnTo>
                  <a:pt x="1821290" y="141628"/>
                </a:lnTo>
                <a:lnTo>
                  <a:pt x="1825670" y="134190"/>
                </a:lnTo>
                <a:lnTo>
                  <a:pt x="1829320" y="145895"/>
                </a:lnTo>
                <a:lnTo>
                  <a:pt x="1832240" y="141380"/>
                </a:lnTo>
                <a:lnTo>
                  <a:pt x="1835160" y="140516"/>
                </a:lnTo>
                <a:lnTo>
                  <a:pt x="1837350" y="141119"/>
                </a:lnTo>
                <a:lnTo>
                  <a:pt x="1838080" y="140125"/>
                </a:lnTo>
                <a:lnTo>
                  <a:pt x="1838810" y="139208"/>
                </a:lnTo>
                <a:lnTo>
                  <a:pt x="1839540" y="144278"/>
                </a:lnTo>
                <a:lnTo>
                  <a:pt x="1841000" y="142834"/>
                </a:lnTo>
                <a:lnTo>
                  <a:pt x="1841730" y="136761"/>
                </a:lnTo>
                <a:lnTo>
                  <a:pt x="1843920" y="138957"/>
                </a:lnTo>
                <a:lnTo>
                  <a:pt x="1844649" y="136093"/>
                </a:lnTo>
                <a:lnTo>
                  <a:pt x="1845379" y="139291"/>
                </a:lnTo>
                <a:lnTo>
                  <a:pt x="1846839" y="145051"/>
                </a:lnTo>
                <a:lnTo>
                  <a:pt x="1848299" y="143443"/>
                </a:lnTo>
                <a:lnTo>
                  <a:pt x="1849029" y="140198"/>
                </a:lnTo>
                <a:lnTo>
                  <a:pt x="1850489" y="143489"/>
                </a:lnTo>
                <a:lnTo>
                  <a:pt x="1851949" y="147274"/>
                </a:lnTo>
                <a:lnTo>
                  <a:pt x="1852679" y="141243"/>
                </a:lnTo>
                <a:lnTo>
                  <a:pt x="1853409" y="131945"/>
                </a:lnTo>
                <a:lnTo>
                  <a:pt x="1854869" y="141141"/>
                </a:lnTo>
                <a:lnTo>
                  <a:pt x="1858519" y="150382"/>
                </a:lnTo>
                <a:lnTo>
                  <a:pt x="1859249" y="144792"/>
                </a:lnTo>
                <a:lnTo>
                  <a:pt x="1859979" y="152859"/>
                </a:lnTo>
                <a:lnTo>
                  <a:pt x="1860709" y="155405"/>
                </a:lnTo>
                <a:lnTo>
                  <a:pt x="1861439" y="151796"/>
                </a:lnTo>
                <a:lnTo>
                  <a:pt x="1862899" y="143925"/>
                </a:lnTo>
                <a:lnTo>
                  <a:pt x="1864359" y="148890"/>
                </a:lnTo>
                <a:lnTo>
                  <a:pt x="1867279" y="160004"/>
                </a:lnTo>
                <a:lnTo>
                  <a:pt x="1869469" y="147229"/>
                </a:lnTo>
                <a:lnTo>
                  <a:pt x="1870199" y="147408"/>
                </a:lnTo>
                <a:lnTo>
                  <a:pt x="1870929" y="165403"/>
                </a:lnTo>
                <a:lnTo>
                  <a:pt x="1872389" y="147919"/>
                </a:lnTo>
                <a:lnTo>
                  <a:pt x="1873848" y="164882"/>
                </a:lnTo>
                <a:lnTo>
                  <a:pt x="1875308" y="153405"/>
                </a:lnTo>
                <a:lnTo>
                  <a:pt x="1876038" y="148702"/>
                </a:lnTo>
                <a:lnTo>
                  <a:pt x="1877498" y="152185"/>
                </a:lnTo>
                <a:lnTo>
                  <a:pt x="1878228" y="173061"/>
                </a:lnTo>
                <a:lnTo>
                  <a:pt x="1879688" y="143818"/>
                </a:lnTo>
                <a:lnTo>
                  <a:pt x="1881148" y="161762"/>
                </a:lnTo>
                <a:lnTo>
                  <a:pt x="1882608" y="154627"/>
                </a:lnTo>
                <a:lnTo>
                  <a:pt x="1883338" y="154815"/>
                </a:lnTo>
                <a:lnTo>
                  <a:pt x="1884068" y="162854"/>
                </a:lnTo>
                <a:lnTo>
                  <a:pt x="1886258" y="160297"/>
                </a:lnTo>
                <a:lnTo>
                  <a:pt x="1886988" y="165707"/>
                </a:lnTo>
                <a:lnTo>
                  <a:pt x="1889178" y="163658"/>
                </a:lnTo>
                <a:lnTo>
                  <a:pt x="1892828" y="162664"/>
                </a:lnTo>
                <a:lnTo>
                  <a:pt x="1894288" y="164920"/>
                </a:lnTo>
                <a:lnTo>
                  <a:pt x="1895018" y="164252"/>
                </a:lnTo>
                <a:lnTo>
                  <a:pt x="1895748" y="157109"/>
                </a:lnTo>
                <a:lnTo>
                  <a:pt x="1897208" y="166941"/>
                </a:lnTo>
                <a:lnTo>
                  <a:pt x="1898668" y="162660"/>
                </a:lnTo>
                <a:lnTo>
                  <a:pt x="1899398" y="166598"/>
                </a:lnTo>
                <a:lnTo>
                  <a:pt x="1900128" y="167388"/>
                </a:lnTo>
                <a:lnTo>
                  <a:pt x="1901588" y="157222"/>
                </a:lnTo>
                <a:lnTo>
                  <a:pt x="1903047" y="160500"/>
                </a:lnTo>
                <a:lnTo>
                  <a:pt x="1903777" y="157695"/>
                </a:lnTo>
                <a:lnTo>
                  <a:pt x="1904507" y="162797"/>
                </a:lnTo>
                <a:lnTo>
                  <a:pt x="1905237" y="162939"/>
                </a:lnTo>
                <a:lnTo>
                  <a:pt x="1905967" y="166643"/>
                </a:lnTo>
                <a:lnTo>
                  <a:pt x="1906697" y="155999"/>
                </a:lnTo>
                <a:lnTo>
                  <a:pt x="1908157" y="164225"/>
                </a:lnTo>
                <a:lnTo>
                  <a:pt x="1908887" y="168236"/>
                </a:lnTo>
                <a:lnTo>
                  <a:pt x="1909617" y="162554"/>
                </a:lnTo>
                <a:lnTo>
                  <a:pt x="1910347" y="161328"/>
                </a:lnTo>
                <a:lnTo>
                  <a:pt x="1913997" y="171383"/>
                </a:lnTo>
                <a:lnTo>
                  <a:pt x="1915457" y="167894"/>
                </a:lnTo>
                <a:lnTo>
                  <a:pt x="1916187" y="173128"/>
                </a:lnTo>
                <a:lnTo>
                  <a:pt x="1917647" y="168441"/>
                </a:lnTo>
                <a:lnTo>
                  <a:pt x="1919107" y="164628"/>
                </a:lnTo>
                <a:lnTo>
                  <a:pt x="1921297" y="176130"/>
                </a:lnTo>
                <a:lnTo>
                  <a:pt x="1922027" y="165721"/>
                </a:lnTo>
                <a:lnTo>
                  <a:pt x="1924217" y="172070"/>
                </a:lnTo>
                <a:lnTo>
                  <a:pt x="1924947" y="175043"/>
                </a:lnTo>
                <a:lnTo>
                  <a:pt x="1925677" y="167912"/>
                </a:lnTo>
                <a:lnTo>
                  <a:pt x="1927137" y="174236"/>
                </a:lnTo>
                <a:lnTo>
                  <a:pt x="1927867" y="180424"/>
                </a:lnTo>
                <a:lnTo>
                  <a:pt x="1928597" y="166346"/>
                </a:lnTo>
                <a:lnTo>
                  <a:pt x="1929327" y="156737"/>
                </a:lnTo>
                <a:lnTo>
                  <a:pt x="1930787" y="172041"/>
                </a:lnTo>
                <a:lnTo>
                  <a:pt x="1931516" y="175624"/>
                </a:lnTo>
                <a:lnTo>
                  <a:pt x="1932246" y="170509"/>
                </a:lnTo>
                <a:lnTo>
                  <a:pt x="1932976" y="166755"/>
                </a:lnTo>
                <a:lnTo>
                  <a:pt x="1933706" y="169221"/>
                </a:lnTo>
                <a:lnTo>
                  <a:pt x="1934436" y="173046"/>
                </a:lnTo>
                <a:lnTo>
                  <a:pt x="1935166" y="165279"/>
                </a:lnTo>
                <a:lnTo>
                  <a:pt x="1936626" y="172088"/>
                </a:lnTo>
                <a:lnTo>
                  <a:pt x="1938086" y="161926"/>
                </a:lnTo>
                <a:lnTo>
                  <a:pt x="1938816" y="166225"/>
                </a:lnTo>
                <a:lnTo>
                  <a:pt x="1940276" y="179238"/>
                </a:lnTo>
                <a:lnTo>
                  <a:pt x="1941736" y="155752"/>
                </a:lnTo>
                <a:lnTo>
                  <a:pt x="1943196" y="160752"/>
                </a:lnTo>
                <a:lnTo>
                  <a:pt x="1944656" y="166848"/>
                </a:lnTo>
                <a:lnTo>
                  <a:pt x="1945386" y="176190"/>
                </a:lnTo>
                <a:lnTo>
                  <a:pt x="1946846" y="164469"/>
                </a:lnTo>
                <a:lnTo>
                  <a:pt x="1947576" y="170828"/>
                </a:lnTo>
                <a:lnTo>
                  <a:pt x="1951226" y="163571"/>
                </a:lnTo>
                <a:lnTo>
                  <a:pt x="1952686" y="173832"/>
                </a:lnTo>
                <a:lnTo>
                  <a:pt x="1953416" y="164882"/>
                </a:lnTo>
                <a:lnTo>
                  <a:pt x="1954146" y="164516"/>
                </a:lnTo>
                <a:lnTo>
                  <a:pt x="1956336" y="174264"/>
                </a:lnTo>
                <a:lnTo>
                  <a:pt x="1957066" y="170662"/>
                </a:lnTo>
                <a:lnTo>
                  <a:pt x="1957796" y="160118"/>
                </a:lnTo>
                <a:lnTo>
                  <a:pt x="1958526" y="172226"/>
                </a:lnTo>
                <a:lnTo>
                  <a:pt x="1959256" y="178752"/>
                </a:lnTo>
                <a:lnTo>
                  <a:pt x="1959985" y="168632"/>
                </a:lnTo>
                <a:lnTo>
                  <a:pt x="1960715" y="166063"/>
                </a:lnTo>
                <a:lnTo>
                  <a:pt x="1961446" y="167273"/>
                </a:lnTo>
                <a:lnTo>
                  <a:pt x="1963636" y="178993"/>
                </a:lnTo>
                <a:lnTo>
                  <a:pt x="1964366" y="168068"/>
                </a:lnTo>
                <a:lnTo>
                  <a:pt x="1966556" y="168863"/>
                </a:lnTo>
                <a:lnTo>
                  <a:pt x="1968016" y="172388"/>
                </a:lnTo>
                <a:lnTo>
                  <a:pt x="1968746" y="180402"/>
                </a:lnTo>
                <a:lnTo>
                  <a:pt x="1969476" y="171574"/>
                </a:lnTo>
                <a:lnTo>
                  <a:pt x="1970205" y="164930"/>
                </a:lnTo>
                <a:lnTo>
                  <a:pt x="1970935" y="170460"/>
                </a:lnTo>
                <a:lnTo>
                  <a:pt x="1973855" y="179884"/>
                </a:lnTo>
                <a:lnTo>
                  <a:pt x="1974585" y="166927"/>
                </a:lnTo>
                <a:lnTo>
                  <a:pt x="1976045" y="176104"/>
                </a:lnTo>
                <a:lnTo>
                  <a:pt x="1977505" y="173382"/>
                </a:lnTo>
                <a:lnTo>
                  <a:pt x="1980425" y="181352"/>
                </a:lnTo>
                <a:lnTo>
                  <a:pt x="1981885" y="163920"/>
                </a:lnTo>
                <a:lnTo>
                  <a:pt x="1983345" y="174346"/>
                </a:lnTo>
                <a:lnTo>
                  <a:pt x="1985535" y="175450"/>
                </a:lnTo>
                <a:lnTo>
                  <a:pt x="1986265" y="179848"/>
                </a:lnTo>
                <a:lnTo>
                  <a:pt x="1986995" y="169080"/>
                </a:lnTo>
                <a:lnTo>
                  <a:pt x="1988455" y="156805"/>
                </a:lnTo>
                <a:lnTo>
                  <a:pt x="1989185" y="167620"/>
                </a:lnTo>
                <a:lnTo>
                  <a:pt x="1991375" y="176337"/>
                </a:lnTo>
                <a:lnTo>
                  <a:pt x="1992105" y="169057"/>
                </a:lnTo>
                <a:lnTo>
                  <a:pt x="1993565" y="174975"/>
                </a:lnTo>
                <a:lnTo>
                  <a:pt x="1994295" y="179873"/>
                </a:lnTo>
                <a:lnTo>
                  <a:pt x="1995025" y="171336"/>
                </a:lnTo>
                <a:lnTo>
                  <a:pt x="1996485" y="173388"/>
                </a:lnTo>
                <a:lnTo>
                  <a:pt x="1997215" y="170584"/>
                </a:lnTo>
                <a:lnTo>
                  <a:pt x="2000864" y="184427"/>
                </a:lnTo>
                <a:lnTo>
                  <a:pt x="2003054" y="174919"/>
                </a:lnTo>
                <a:lnTo>
                  <a:pt x="2004514" y="175569"/>
                </a:lnTo>
                <a:lnTo>
                  <a:pt x="2005244" y="175773"/>
                </a:lnTo>
                <a:lnTo>
                  <a:pt x="2005974" y="190829"/>
                </a:lnTo>
                <a:lnTo>
                  <a:pt x="2007434" y="176208"/>
                </a:lnTo>
                <a:lnTo>
                  <a:pt x="2008894" y="187533"/>
                </a:lnTo>
                <a:lnTo>
                  <a:pt x="2009624" y="176613"/>
                </a:lnTo>
                <a:lnTo>
                  <a:pt x="2010354" y="173006"/>
                </a:lnTo>
                <a:lnTo>
                  <a:pt x="2011084" y="174747"/>
                </a:lnTo>
                <a:lnTo>
                  <a:pt x="2012544" y="184870"/>
                </a:lnTo>
                <a:lnTo>
                  <a:pt x="2013274" y="179105"/>
                </a:lnTo>
                <a:lnTo>
                  <a:pt x="2014004" y="175762"/>
                </a:lnTo>
                <a:lnTo>
                  <a:pt x="2014734" y="180169"/>
                </a:lnTo>
                <a:lnTo>
                  <a:pt x="2018384" y="187747"/>
                </a:lnTo>
                <a:lnTo>
                  <a:pt x="2019114" y="179086"/>
                </a:lnTo>
                <a:lnTo>
                  <a:pt x="2020574" y="181536"/>
                </a:lnTo>
                <a:lnTo>
                  <a:pt x="2021304" y="186711"/>
                </a:lnTo>
                <a:lnTo>
                  <a:pt x="2022034" y="179044"/>
                </a:lnTo>
                <a:lnTo>
                  <a:pt x="2022764" y="176168"/>
                </a:lnTo>
                <a:lnTo>
                  <a:pt x="2024954" y="186966"/>
                </a:lnTo>
                <a:lnTo>
                  <a:pt x="2025684" y="179748"/>
                </a:lnTo>
                <a:lnTo>
                  <a:pt x="2026414" y="177906"/>
                </a:lnTo>
                <a:lnTo>
                  <a:pt x="2027144" y="187575"/>
                </a:lnTo>
                <a:lnTo>
                  <a:pt x="2029333" y="183254"/>
                </a:lnTo>
                <a:lnTo>
                  <a:pt x="2031523" y="178321"/>
                </a:lnTo>
                <a:lnTo>
                  <a:pt x="2032253" y="188070"/>
                </a:lnTo>
                <a:lnTo>
                  <a:pt x="2033713" y="177278"/>
                </a:lnTo>
                <a:lnTo>
                  <a:pt x="2034443" y="187472"/>
                </a:lnTo>
                <a:lnTo>
                  <a:pt x="2037363" y="181992"/>
                </a:lnTo>
                <a:lnTo>
                  <a:pt x="2039553" y="185828"/>
                </a:lnTo>
                <a:lnTo>
                  <a:pt x="2040283" y="181683"/>
                </a:lnTo>
                <a:lnTo>
                  <a:pt x="2041013" y="188385"/>
                </a:lnTo>
                <a:lnTo>
                  <a:pt x="2041743" y="183301"/>
                </a:lnTo>
                <a:lnTo>
                  <a:pt x="2042473" y="189481"/>
                </a:lnTo>
                <a:lnTo>
                  <a:pt x="2043933" y="185275"/>
                </a:lnTo>
                <a:lnTo>
                  <a:pt x="2044663" y="182947"/>
                </a:lnTo>
              </a:path>
            </a:pathLst>
          </a:custGeom>
          <a:noFill/>
          <a:ln w="2013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Editable path 128"/>
          <p:cNvSpPr/>
          <p:nvPr/>
        </p:nvSpPr>
        <p:spPr>
          <a:xfrm>
            <a:off x="3822290" y="4302013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Editable path 129"/>
          <p:cNvSpPr/>
          <p:nvPr/>
        </p:nvSpPr>
        <p:spPr>
          <a:xfrm>
            <a:off x="6071419" y="4302013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Editable path 130"/>
          <p:cNvSpPr/>
          <p:nvPr/>
        </p:nvSpPr>
        <p:spPr>
          <a:xfrm>
            <a:off x="3822290" y="5477021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Editable path 131"/>
          <p:cNvSpPr/>
          <p:nvPr/>
        </p:nvSpPr>
        <p:spPr>
          <a:xfrm>
            <a:off x="3822290" y="4302013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Editable path 132"/>
          <p:cNvSpPr/>
          <p:nvPr/>
        </p:nvSpPr>
        <p:spPr>
          <a:xfrm>
            <a:off x="6791140" y="2526184"/>
            <a:ext cx="2249129" cy="1175008"/>
          </a:xfrm>
          <a:custGeom>
            <a:avLst/>
            <a:gdLst/>
            <a:ahLst/>
            <a:cxnLst/>
            <a:rect l="l" t="t" r="r" b="b"/>
            <a:pathLst>
              <a:path w="2249129" h="1175008">
                <a:moveTo>
                  <a:pt x="0" y="0"/>
                </a:moveTo>
                <a:lnTo>
                  <a:pt x="2249129" y="0"/>
                </a:lnTo>
                <a:lnTo>
                  <a:pt x="2249129" y="1175008"/>
                </a:lnTo>
                <a:lnTo>
                  <a:pt x="0" y="11750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Editable path 133"/>
          <p:cNvSpPr/>
          <p:nvPr/>
        </p:nvSpPr>
        <p:spPr>
          <a:xfrm>
            <a:off x="6893373" y="2526184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Editable path 134"/>
          <p:cNvSpPr/>
          <p:nvPr/>
        </p:nvSpPr>
        <p:spPr>
          <a:xfrm>
            <a:off x="6893373" y="3701192"/>
            <a:ext cx="0" cy="82890"/>
          </a:xfrm>
          <a:custGeom>
            <a:avLst/>
            <a:gdLst/>
            <a:ahLst/>
            <a:cxnLst/>
            <a:rect l="l" t="t" r="r" b="b"/>
            <a:pathLst>
              <a:path w="0" h="82890">
                <a:moveTo>
                  <a:pt x="0" y="0"/>
                </a:moveTo>
                <a:lnTo>
                  <a:pt x="0" y="8289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6857848" y="3847592"/>
            <a:ext cx="106573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192" name="Editable path 135"/>
          <p:cNvSpPr/>
          <p:nvPr/>
        </p:nvSpPr>
        <p:spPr>
          <a:xfrm>
            <a:off x="7623349" y="2526184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Editable path 136"/>
          <p:cNvSpPr/>
          <p:nvPr/>
        </p:nvSpPr>
        <p:spPr>
          <a:xfrm>
            <a:off x="7623349" y="3701192"/>
            <a:ext cx="0" cy="82890"/>
          </a:xfrm>
          <a:custGeom>
            <a:avLst/>
            <a:gdLst/>
            <a:ahLst/>
            <a:cxnLst/>
            <a:rect l="l" t="t" r="r" b="b"/>
            <a:pathLst>
              <a:path w="0" h="82890">
                <a:moveTo>
                  <a:pt x="0" y="0"/>
                </a:moveTo>
                <a:lnTo>
                  <a:pt x="0" y="8289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7552300" y="3847592"/>
            <a:ext cx="177622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195" name="Editable path 137"/>
          <p:cNvSpPr/>
          <p:nvPr/>
        </p:nvSpPr>
        <p:spPr>
          <a:xfrm>
            <a:off x="8353325" y="2526184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Editable path 138"/>
          <p:cNvSpPr/>
          <p:nvPr/>
        </p:nvSpPr>
        <p:spPr>
          <a:xfrm>
            <a:off x="8353325" y="3701192"/>
            <a:ext cx="0" cy="82890"/>
          </a:xfrm>
          <a:custGeom>
            <a:avLst/>
            <a:gdLst/>
            <a:ahLst/>
            <a:cxnLst/>
            <a:rect l="l" t="t" r="r" b="b"/>
            <a:pathLst>
              <a:path w="0" h="82890">
                <a:moveTo>
                  <a:pt x="0" y="0"/>
                </a:moveTo>
                <a:lnTo>
                  <a:pt x="0" y="8289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8282275" y="3847592"/>
            <a:ext cx="177622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198" name="Editable path 139"/>
          <p:cNvSpPr/>
          <p:nvPr/>
        </p:nvSpPr>
        <p:spPr>
          <a:xfrm>
            <a:off x="6791140" y="3382467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Editable path 140"/>
          <p:cNvSpPr/>
          <p:nvPr/>
        </p:nvSpPr>
        <p:spPr>
          <a:xfrm>
            <a:off x="6708250" y="3382467"/>
            <a:ext cx="82890" cy="0"/>
          </a:xfrm>
          <a:custGeom>
            <a:avLst/>
            <a:gdLst/>
            <a:ahLst/>
            <a:cxnLst/>
            <a:rect l="l" t="t" r="r" b="b"/>
            <a:pathLst>
              <a:path w="82890" h="0">
                <a:moveTo>
                  <a:pt x="8289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6554310" y="3314611"/>
            <a:ext cx="106573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201" name="Editable path 141"/>
          <p:cNvSpPr/>
          <p:nvPr/>
        </p:nvSpPr>
        <p:spPr>
          <a:xfrm>
            <a:off x="6791140" y="2881777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Editable path 142"/>
          <p:cNvSpPr/>
          <p:nvPr/>
        </p:nvSpPr>
        <p:spPr>
          <a:xfrm>
            <a:off x="6708250" y="2881777"/>
            <a:ext cx="82890" cy="0"/>
          </a:xfrm>
          <a:custGeom>
            <a:avLst/>
            <a:gdLst/>
            <a:ahLst/>
            <a:cxnLst/>
            <a:rect l="l" t="t" r="r" b="b"/>
            <a:pathLst>
              <a:path w="82890" h="0">
                <a:moveTo>
                  <a:pt x="8289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6412212" y="2813920"/>
            <a:ext cx="248671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200</a:t>
            </a:r>
          </a:p>
        </p:txBody>
      </p:sp>
      <p:sp>
        <p:nvSpPr>
          <p:cNvPr id="204" name="Editable path 143"/>
          <p:cNvSpPr/>
          <p:nvPr/>
        </p:nvSpPr>
        <p:spPr>
          <a:xfrm>
            <a:off x="6893373" y="2579593"/>
            <a:ext cx="2044663" cy="945983"/>
          </a:xfrm>
          <a:custGeom>
            <a:avLst/>
            <a:gdLst/>
            <a:ahLst/>
            <a:cxnLst/>
            <a:rect l="l" t="t" r="r" b="b"/>
            <a:pathLst>
              <a:path w="2044663" h="945983">
                <a:moveTo>
                  <a:pt x="0" y="800528"/>
                </a:moveTo>
                <a:lnTo>
                  <a:pt x="2190" y="802664"/>
                </a:lnTo>
                <a:lnTo>
                  <a:pt x="2920" y="798595"/>
                </a:lnTo>
                <a:lnTo>
                  <a:pt x="3650" y="803167"/>
                </a:lnTo>
                <a:lnTo>
                  <a:pt x="4380" y="801117"/>
                </a:lnTo>
                <a:lnTo>
                  <a:pt x="5840" y="823424"/>
                </a:lnTo>
                <a:lnTo>
                  <a:pt x="6570" y="793201"/>
                </a:lnTo>
                <a:lnTo>
                  <a:pt x="8760" y="803430"/>
                </a:lnTo>
                <a:lnTo>
                  <a:pt x="11680" y="808638"/>
                </a:lnTo>
                <a:lnTo>
                  <a:pt x="15330" y="802034"/>
                </a:lnTo>
                <a:lnTo>
                  <a:pt x="16790" y="813371"/>
                </a:lnTo>
                <a:lnTo>
                  <a:pt x="18250" y="809177"/>
                </a:lnTo>
                <a:lnTo>
                  <a:pt x="20440" y="800931"/>
                </a:lnTo>
                <a:lnTo>
                  <a:pt x="23359" y="813668"/>
                </a:lnTo>
                <a:lnTo>
                  <a:pt x="25549" y="805285"/>
                </a:lnTo>
                <a:lnTo>
                  <a:pt x="26279" y="807789"/>
                </a:lnTo>
                <a:lnTo>
                  <a:pt x="27009" y="805949"/>
                </a:lnTo>
                <a:lnTo>
                  <a:pt x="28469" y="804239"/>
                </a:lnTo>
                <a:lnTo>
                  <a:pt x="29199" y="817185"/>
                </a:lnTo>
                <a:lnTo>
                  <a:pt x="31389" y="799474"/>
                </a:lnTo>
                <a:lnTo>
                  <a:pt x="32119" y="803367"/>
                </a:lnTo>
                <a:lnTo>
                  <a:pt x="34309" y="828315"/>
                </a:lnTo>
                <a:lnTo>
                  <a:pt x="35769" y="816581"/>
                </a:lnTo>
                <a:lnTo>
                  <a:pt x="36499" y="807122"/>
                </a:lnTo>
                <a:lnTo>
                  <a:pt x="37959" y="819496"/>
                </a:lnTo>
                <a:lnTo>
                  <a:pt x="38689" y="823793"/>
                </a:lnTo>
                <a:lnTo>
                  <a:pt x="39419" y="804410"/>
                </a:lnTo>
                <a:lnTo>
                  <a:pt x="41609" y="808796"/>
                </a:lnTo>
                <a:lnTo>
                  <a:pt x="43069" y="816590"/>
                </a:lnTo>
                <a:lnTo>
                  <a:pt x="44529" y="813254"/>
                </a:lnTo>
                <a:lnTo>
                  <a:pt x="45259" y="814360"/>
                </a:lnTo>
                <a:lnTo>
                  <a:pt x="46719" y="832729"/>
                </a:lnTo>
                <a:lnTo>
                  <a:pt x="47449" y="824337"/>
                </a:lnTo>
                <a:lnTo>
                  <a:pt x="49639" y="825396"/>
                </a:lnTo>
                <a:lnTo>
                  <a:pt x="50369" y="809184"/>
                </a:lnTo>
                <a:lnTo>
                  <a:pt x="52558" y="820843"/>
                </a:lnTo>
                <a:lnTo>
                  <a:pt x="54018" y="818399"/>
                </a:lnTo>
                <a:lnTo>
                  <a:pt x="54748" y="817476"/>
                </a:lnTo>
                <a:lnTo>
                  <a:pt x="55478" y="799391"/>
                </a:lnTo>
                <a:lnTo>
                  <a:pt x="56938" y="815324"/>
                </a:lnTo>
                <a:lnTo>
                  <a:pt x="57668" y="814270"/>
                </a:lnTo>
                <a:lnTo>
                  <a:pt x="59128" y="845997"/>
                </a:lnTo>
                <a:lnTo>
                  <a:pt x="60588" y="825981"/>
                </a:lnTo>
                <a:lnTo>
                  <a:pt x="61318" y="826147"/>
                </a:lnTo>
                <a:lnTo>
                  <a:pt x="62778" y="813551"/>
                </a:lnTo>
                <a:lnTo>
                  <a:pt x="64238" y="818248"/>
                </a:lnTo>
                <a:lnTo>
                  <a:pt x="67888" y="830679"/>
                </a:lnTo>
                <a:lnTo>
                  <a:pt x="69348" y="831830"/>
                </a:lnTo>
                <a:lnTo>
                  <a:pt x="70808" y="817950"/>
                </a:lnTo>
                <a:lnTo>
                  <a:pt x="72998" y="811402"/>
                </a:lnTo>
                <a:lnTo>
                  <a:pt x="73728" y="842582"/>
                </a:lnTo>
                <a:lnTo>
                  <a:pt x="75188" y="821438"/>
                </a:lnTo>
                <a:lnTo>
                  <a:pt x="76648" y="827964"/>
                </a:lnTo>
                <a:lnTo>
                  <a:pt x="78838" y="814859"/>
                </a:lnTo>
                <a:lnTo>
                  <a:pt x="79567" y="820788"/>
                </a:lnTo>
                <a:lnTo>
                  <a:pt x="81027" y="839109"/>
                </a:lnTo>
                <a:lnTo>
                  <a:pt x="81757" y="835661"/>
                </a:lnTo>
                <a:lnTo>
                  <a:pt x="85407" y="801193"/>
                </a:lnTo>
                <a:lnTo>
                  <a:pt x="87597" y="849740"/>
                </a:lnTo>
                <a:lnTo>
                  <a:pt x="89057" y="832872"/>
                </a:lnTo>
                <a:lnTo>
                  <a:pt x="92707" y="810517"/>
                </a:lnTo>
                <a:lnTo>
                  <a:pt x="94897" y="832499"/>
                </a:lnTo>
                <a:lnTo>
                  <a:pt x="95627" y="826053"/>
                </a:lnTo>
                <a:lnTo>
                  <a:pt x="96357" y="821522"/>
                </a:lnTo>
                <a:lnTo>
                  <a:pt x="97087" y="826579"/>
                </a:lnTo>
                <a:lnTo>
                  <a:pt x="98547" y="816732"/>
                </a:lnTo>
                <a:lnTo>
                  <a:pt x="100007" y="837369"/>
                </a:lnTo>
                <a:lnTo>
                  <a:pt x="101467" y="820237"/>
                </a:lnTo>
                <a:lnTo>
                  <a:pt x="102927" y="820383"/>
                </a:lnTo>
                <a:lnTo>
                  <a:pt x="103657" y="824721"/>
                </a:lnTo>
                <a:lnTo>
                  <a:pt x="104387" y="815277"/>
                </a:lnTo>
                <a:lnTo>
                  <a:pt x="105117" y="820791"/>
                </a:lnTo>
                <a:lnTo>
                  <a:pt x="106577" y="817176"/>
                </a:lnTo>
                <a:lnTo>
                  <a:pt x="107307" y="838720"/>
                </a:lnTo>
                <a:lnTo>
                  <a:pt x="109496" y="830474"/>
                </a:lnTo>
                <a:lnTo>
                  <a:pt x="111686" y="810643"/>
                </a:lnTo>
                <a:lnTo>
                  <a:pt x="112416" y="823233"/>
                </a:lnTo>
                <a:lnTo>
                  <a:pt x="115336" y="829531"/>
                </a:lnTo>
                <a:lnTo>
                  <a:pt x="116796" y="830404"/>
                </a:lnTo>
                <a:lnTo>
                  <a:pt x="118256" y="812544"/>
                </a:lnTo>
                <a:lnTo>
                  <a:pt x="120446" y="838890"/>
                </a:lnTo>
                <a:lnTo>
                  <a:pt x="121906" y="831088"/>
                </a:lnTo>
                <a:lnTo>
                  <a:pt x="122636" y="823440"/>
                </a:lnTo>
                <a:lnTo>
                  <a:pt x="124096" y="833085"/>
                </a:lnTo>
                <a:lnTo>
                  <a:pt x="124826" y="825703"/>
                </a:lnTo>
                <a:lnTo>
                  <a:pt x="125556" y="830551"/>
                </a:lnTo>
                <a:lnTo>
                  <a:pt x="126286" y="812222"/>
                </a:lnTo>
                <a:lnTo>
                  <a:pt x="127746" y="831415"/>
                </a:lnTo>
                <a:lnTo>
                  <a:pt x="128476" y="827671"/>
                </a:lnTo>
                <a:lnTo>
                  <a:pt x="130666" y="829861"/>
                </a:lnTo>
                <a:lnTo>
                  <a:pt x="134316" y="819804"/>
                </a:lnTo>
                <a:lnTo>
                  <a:pt x="135046" y="846088"/>
                </a:lnTo>
                <a:lnTo>
                  <a:pt x="136506" y="824746"/>
                </a:lnTo>
                <a:lnTo>
                  <a:pt x="137965" y="827880"/>
                </a:lnTo>
                <a:lnTo>
                  <a:pt x="138695" y="824464"/>
                </a:lnTo>
                <a:lnTo>
                  <a:pt x="140885" y="798149"/>
                </a:lnTo>
                <a:lnTo>
                  <a:pt x="141615" y="807246"/>
                </a:lnTo>
                <a:lnTo>
                  <a:pt x="145265" y="847747"/>
                </a:lnTo>
                <a:lnTo>
                  <a:pt x="149645" y="818800"/>
                </a:lnTo>
                <a:lnTo>
                  <a:pt x="154755" y="828774"/>
                </a:lnTo>
                <a:lnTo>
                  <a:pt x="155485" y="822001"/>
                </a:lnTo>
                <a:lnTo>
                  <a:pt x="156945" y="807349"/>
                </a:lnTo>
                <a:lnTo>
                  <a:pt x="158405" y="820500"/>
                </a:lnTo>
                <a:lnTo>
                  <a:pt x="160595" y="837429"/>
                </a:lnTo>
                <a:lnTo>
                  <a:pt x="162055" y="802344"/>
                </a:lnTo>
                <a:lnTo>
                  <a:pt x="162785" y="820813"/>
                </a:lnTo>
                <a:lnTo>
                  <a:pt x="166434" y="852019"/>
                </a:lnTo>
                <a:lnTo>
                  <a:pt x="170815" y="815353"/>
                </a:lnTo>
                <a:lnTo>
                  <a:pt x="171544" y="817040"/>
                </a:lnTo>
                <a:lnTo>
                  <a:pt x="173005" y="828353"/>
                </a:lnTo>
                <a:lnTo>
                  <a:pt x="173735" y="822812"/>
                </a:lnTo>
                <a:lnTo>
                  <a:pt x="174465" y="816452"/>
                </a:lnTo>
                <a:lnTo>
                  <a:pt x="175925" y="821001"/>
                </a:lnTo>
                <a:lnTo>
                  <a:pt x="177385" y="828693"/>
                </a:lnTo>
                <a:lnTo>
                  <a:pt x="178115" y="818819"/>
                </a:lnTo>
                <a:lnTo>
                  <a:pt x="179575" y="826205"/>
                </a:lnTo>
                <a:lnTo>
                  <a:pt x="181035" y="838964"/>
                </a:lnTo>
                <a:lnTo>
                  <a:pt x="182495" y="831779"/>
                </a:lnTo>
                <a:lnTo>
                  <a:pt x="186874" y="804687"/>
                </a:lnTo>
                <a:lnTo>
                  <a:pt x="187604" y="807884"/>
                </a:lnTo>
                <a:lnTo>
                  <a:pt x="191254" y="848107"/>
                </a:lnTo>
                <a:lnTo>
                  <a:pt x="193444" y="818349"/>
                </a:lnTo>
                <a:lnTo>
                  <a:pt x="194174" y="822749"/>
                </a:lnTo>
                <a:lnTo>
                  <a:pt x="194904" y="833370"/>
                </a:lnTo>
                <a:lnTo>
                  <a:pt x="197094" y="830693"/>
                </a:lnTo>
                <a:lnTo>
                  <a:pt x="197824" y="826187"/>
                </a:lnTo>
                <a:lnTo>
                  <a:pt x="199284" y="830386"/>
                </a:lnTo>
                <a:lnTo>
                  <a:pt x="200014" y="831180"/>
                </a:lnTo>
                <a:lnTo>
                  <a:pt x="202934" y="813502"/>
                </a:lnTo>
                <a:lnTo>
                  <a:pt x="203664" y="814251"/>
                </a:lnTo>
                <a:lnTo>
                  <a:pt x="207314" y="843326"/>
                </a:lnTo>
                <a:lnTo>
                  <a:pt x="211694" y="797465"/>
                </a:lnTo>
                <a:lnTo>
                  <a:pt x="214614" y="852297"/>
                </a:lnTo>
                <a:lnTo>
                  <a:pt x="215344" y="842190"/>
                </a:lnTo>
                <a:lnTo>
                  <a:pt x="216803" y="820438"/>
                </a:lnTo>
                <a:lnTo>
                  <a:pt x="218263" y="825560"/>
                </a:lnTo>
                <a:lnTo>
                  <a:pt x="221913" y="830254"/>
                </a:lnTo>
                <a:lnTo>
                  <a:pt x="222643" y="828090"/>
                </a:lnTo>
                <a:lnTo>
                  <a:pt x="224103" y="831599"/>
                </a:lnTo>
                <a:lnTo>
                  <a:pt x="225563" y="830342"/>
                </a:lnTo>
                <a:lnTo>
                  <a:pt x="226293" y="834050"/>
                </a:lnTo>
                <a:lnTo>
                  <a:pt x="228483" y="858019"/>
                </a:lnTo>
                <a:lnTo>
                  <a:pt x="229213" y="817582"/>
                </a:lnTo>
                <a:lnTo>
                  <a:pt x="229943" y="866190"/>
                </a:lnTo>
                <a:lnTo>
                  <a:pt x="230673" y="887002"/>
                </a:lnTo>
                <a:lnTo>
                  <a:pt x="231403" y="871699"/>
                </a:lnTo>
                <a:lnTo>
                  <a:pt x="232863" y="824122"/>
                </a:lnTo>
                <a:lnTo>
                  <a:pt x="235053" y="832794"/>
                </a:lnTo>
                <a:lnTo>
                  <a:pt x="235783" y="834127"/>
                </a:lnTo>
                <a:lnTo>
                  <a:pt x="236513" y="804693"/>
                </a:lnTo>
                <a:lnTo>
                  <a:pt x="237243" y="875488"/>
                </a:lnTo>
                <a:lnTo>
                  <a:pt x="237973" y="877328"/>
                </a:lnTo>
                <a:lnTo>
                  <a:pt x="238703" y="873331"/>
                </a:lnTo>
                <a:lnTo>
                  <a:pt x="239433" y="854330"/>
                </a:lnTo>
                <a:lnTo>
                  <a:pt x="241623" y="857460"/>
                </a:lnTo>
                <a:lnTo>
                  <a:pt x="243083" y="824979"/>
                </a:lnTo>
                <a:lnTo>
                  <a:pt x="243813" y="847158"/>
                </a:lnTo>
                <a:lnTo>
                  <a:pt x="245272" y="865787"/>
                </a:lnTo>
                <a:lnTo>
                  <a:pt x="246002" y="855324"/>
                </a:lnTo>
                <a:lnTo>
                  <a:pt x="246732" y="846107"/>
                </a:lnTo>
                <a:lnTo>
                  <a:pt x="248192" y="860373"/>
                </a:lnTo>
                <a:lnTo>
                  <a:pt x="248922" y="859417"/>
                </a:lnTo>
                <a:lnTo>
                  <a:pt x="250382" y="850194"/>
                </a:lnTo>
                <a:lnTo>
                  <a:pt x="251112" y="858041"/>
                </a:lnTo>
                <a:lnTo>
                  <a:pt x="251842" y="857500"/>
                </a:lnTo>
                <a:lnTo>
                  <a:pt x="252572" y="844063"/>
                </a:lnTo>
                <a:lnTo>
                  <a:pt x="254032" y="858110"/>
                </a:lnTo>
                <a:lnTo>
                  <a:pt x="255492" y="851459"/>
                </a:lnTo>
                <a:lnTo>
                  <a:pt x="256222" y="854514"/>
                </a:lnTo>
                <a:lnTo>
                  <a:pt x="257682" y="869878"/>
                </a:lnTo>
                <a:lnTo>
                  <a:pt x="259142" y="865974"/>
                </a:lnTo>
                <a:lnTo>
                  <a:pt x="259872" y="859819"/>
                </a:lnTo>
                <a:lnTo>
                  <a:pt x="260602" y="872540"/>
                </a:lnTo>
                <a:lnTo>
                  <a:pt x="261332" y="868755"/>
                </a:lnTo>
                <a:lnTo>
                  <a:pt x="262062" y="874150"/>
                </a:lnTo>
                <a:lnTo>
                  <a:pt x="262792" y="873512"/>
                </a:lnTo>
                <a:lnTo>
                  <a:pt x="263522" y="850112"/>
                </a:lnTo>
                <a:lnTo>
                  <a:pt x="265712" y="862162"/>
                </a:lnTo>
                <a:lnTo>
                  <a:pt x="267902" y="891939"/>
                </a:lnTo>
                <a:lnTo>
                  <a:pt x="268632" y="881176"/>
                </a:lnTo>
                <a:lnTo>
                  <a:pt x="270822" y="889667"/>
                </a:lnTo>
                <a:lnTo>
                  <a:pt x="271552" y="885215"/>
                </a:lnTo>
                <a:lnTo>
                  <a:pt x="273012" y="872276"/>
                </a:lnTo>
                <a:lnTo>
                  <a:pt x="273741" y="879498"/>
                </a:lnTo>
                <a:lnTo>
                  <a:pt x="277391" y="891400"/>
                </a:lnTo>
                <a:lnTo>
                  <a:pt x="278851" y="887703"/>
                </a:lnTo>
                <a:lnTo>
                  <a:pt x="280311" y="867107"/>
                </a:lnTo>
                <a:lnTo>
                  <a:pt x="281041" y="877958"/>
                </a:lnTo>
                <a:lnTo>
                  <a:pt x="283231" y="888886"/>
                </a:lnTo>
                <a:lnTo>
                  <a:pt x="283961" y="884203"/>
                </a:lnTo>
                <a:lnTo>
                  <a:pt x="284691" y="884087"/>
                </a:lnTo>
                <a:lnTo>
                  <a:pt x="285421" y="889750"/>
                </a:lnTo>
                <a:lnTo>
                  <a:pt x="286881" y="889084"/>
                </a:lnTo>
                <a:lnTo>
                  <a:pt x="288341" y="880443"/>
                </a:lnTo>
                <a:lnTo>
                  <a:pt x="289801" y="884868"/>
                </a:lnTo>
                <a:lnTo>
                  <a:pt x="291991" y="875065"/>
                </a:lnTo>
                <a:lnTo>
                  <a:pt x="292721" y="879407"/>
                </a:lnTo>
                <a:lnTo>
                  <a:pt x="293451" y="883986"/>
                </a:lnTo>
                <a:lnTo>
                  <a:pt x="294181" y="878314"/>
                </a:lnTo>
                <a:lnTo>
                  <a:pt x="294911" y="857806"/>
                </a:lnTo>
                <a:lnTo>
                  <a:pt x="296371" y="877978"/>
                </a:lnTo>
                <a:lnTo>
                  <a:pt x="297101" y="885339"/>
                </a:lnTo>
                <a:lnTo>
                  <a:pt x="298561" y="885120"/>
                </a:lnTo>
                <a:lnTo>
                  <a:pt x="299291" y="873239"/>
                </a:lnTo>
                <a:lnTo>
                  <a:pt x="301481" y="876088"/>
                </a:lnTo>
                <a:lnTo>
                  <a:pt x="302940" y="882419"/>
                </a:lnTo>
                <a:lnTo>
                  <a:pt x="303670" y="880049"/>
                </a:lnTo>
                <a:lnTo>
                  <a:pt x="305130" y="867258"/>
                </a:lnTo>
                <a:lnTo>
                  <a:pt x="306590" y="873249"/>
                </a:lnTo>
                <a:lnTo>
                  <a:pt x="310240" y="893409"/>
                </a:lnTo>
                <a:lnTo>
                  <a:pt x="311700" y="882732"/>
                </a:lnTo>
                <a:lnTo>
                  <a:pt x="312430" y="881740"/>
                </a:lnTo>
                <a:lnTo>
                  <a:pt x="313890" y="856068"/>
                </a:lnTo>
                <a:lnTo>
                  <a:pt x="314620" y="878538"/>
                </a:lnTo>
                <a:lnTo>
                  <a:pt x="315350" y="893885"/>
                </a:lnTo>
                <a:lnTo>
                  <a:pt x="316810" y="873516"/>
                </a:lnTo>
                <a:lnTo>
                  <a:pt x="317540" y="885410"/>
                </a:lnTo>
                <a:lnTo>
                  <a:pt x="319000" y="859399"/>
                </a:lnTo>
                <a:lnTo>
                  <a:pt x="320460" y="875600"/>
                </a:lnTo>
                <a:lnTo>
                  <a:pt x="322650" y="909050"/>
                </a:lnTo>
                <a:lnTo>
                  <a:pt x="323380" y="870022"/>
                </a:lnTo>
                <a:lnTo>
                  <a:pt x="325570" y="870162"/>
                </a:lnTo>
                <a:lnTo>
                  <a:pt x="326300" y="861091"/>
                </a:lnTo>
                <a:lnTo>
                  <a:pt x="327030" y="883687"/>
                </a:lnTo>
                <a:lnTo>
                  <a:pt x="328490" y="913532"/>
                </a:lnTo>
                <a:lnTo>
                  <a:pt x="330680" y="904374"/>
                </a:lnTo>
                <a:lnTo>
                  <a:pt x="332869" y="888559"/>
                </a:lnTo>
                <a:lnTo>
                  <a:pt x="334329" y="891471"/>
                </a:lnTo>
                <a:lnTo>
                  <a:pt x="337249" y="891351"/>
                </a:lnTo>
                <a:lnTo>
                  <a:pt x="339439" y="907064"/>
                </a:lnTo>
                <a:lnTo>
                  <a:pt x="341629" y="897141"/>
                </a:lnTo>
                <a:lnTo>
                  <a:pt x="343819" y="893845"/>
                </a:lnTo>
                <a:lnTo>
                  <a:pt x="345279" y="897658"/>
                </a:lnTo>
                <a:lnTo>
                  <a:pt x="346009" y="891350"/>
                </a:lnTo>
                <a:lnTo>
                  <a:pt x="347469" y="899367"/>
                </a:lnTo>
                <a:lnTo>
                  <a:pt x="348199" y="894161"/>
                </a:lnTo>
                <a:lnTo>
                  <a:pt x="349659" y="891991"/>
                </a:lnTo>
                <a:lnTo>
                  <a:pt x="351119" y="903755"/>
                </a:lnTo>
                <a:lnTo>
                  <a:pt x="352579" y="901259"/>
                </a:lnTo>
                <a:lnTo>
                  <a:pt x="354769" y="905251"/>
                </a:lnTo>
                <a:lnTo>
                  <a:pt x="355499" y="903318"/>
                </a:lnTo>
                <a:lnTo>
                  <a:pt x="357689" y="881610"/>
                </a:lnTo>
                <a:lnTo>
                  <a:pt x="359149" y="885625"/>
                </a:lnTo>
                <a:lnTo>
                  <a:pt x="360608" y="899362"/>
                </a:lnTo>
                <a:lnTo>
                  <a:pt x="361338" y="889036"/>
                </a:lnTo>
                <a:lnTo>
                  <a:pt x="362068" y="880112"/>
                </a:lnTo>
                <a:lnTo>
                  <a:pt x="362798" y="893054"/>
                </a:lnTo>
                <a:lnTo>
                  <a:pt x="363528" y="900129"/>
                </a:lnTo>
                <a:lnTo>
                  <a:pt x="365718" y="896936"/>
                </a:lnTo>
                <a:lnTo>
                  <a:pt x="366448" y="896841"/>
                </a:lnTo>
                <a:lnTo>
                  <a:pt x="367178" y="889833"/>
                </a:lnTo>
                <a:lnTo>
                  <a:pt x="369368" y="892435"/>
                </a:lnTo>
                <a:lnTo>
                  <a:pt x="373018" y="887962"/>
                </a:lnTo>
                <a:lnTo>
                  <a:pt x="373748" y="889615"/>
                </a:lnTo>
                <a:lnTo>
                  <a:pt x="375208" y="903023"/>
                </a:lnTo>
                <a:lnTo>
                  <a:pt x="376668" y="893975"/>
                </a:lnTo>
                <a:lnTo>
                  <a:pt x="378128" y="886421"/>
                </a:lnTo>
                <a:lnTo>
                  <a:pt x="378858" y="878800"/>
                </a:lnTo>
                <a:lnTo>
                  <a:pt x="379588" y="895582"/>
                </a:lnTo>
                <a:lnTo>
                  <a:pt x="380318" y="885590"/>
                </a:lnTo>
                <a:lnTo>
                  <a:pt x="383968" y="882713"/>
                </a:lnTo>
                <a:lnTo>
                  <a:pt x="386888" y="892222"/>
                </a:lnTo>
                <a:lnTo>
                  <a:pt x="388348" y="883505"/>
                </a:lnTo>
                <a:lnTo>
                  <a:pt x="389807" y="887748"/>
                </a:lnTo>
                <a:lnTo>
                  <a:pt x="391267" y="879512"/>
                </a:lnTo>
                <a:lnTo>
                  <a:pt x="392727" y="885954"/>
                </a:lnTo>
                <a:lnTo>
                  <a:pt x="394187" y="889341"/>
                </a:lnTo>
                <a:lnTo>
                  <a:pt x="395647" y="875806"/>
                </a:lnTo>
                <a:lnTo>
                  <a:pt x="397107" y="886627"/>
                </a:lnTo>
                <a:lnTo>
                  <a:pt x="401487" y="878622"/>
                </a:lnTo>
                <a:lnTo>
                  <a:pt x="402947" y="888191"/>
                </a:lnTo>
                <a:lnTo>
                  <a:pt x="405867" y="867410"/>
                </a:lnTo>
                <a:lnTo>
                  <a:pt x="408787" y="890277"/>
                </a:lnTo>
                <a:lnTo>
                  <a:pt x="412437" y="887611"/>
                </a:lnTo>
                <a:lnTo>
                  <a:pt x="413167" y="887524"/>
                </a:lnTo>
                <a:lnTo>
                  <a:pt x="417546" y="874633"/>
                </a:lnTo>
                <a:lnTo>
                  <a:pt x="418276" y="884354"/>
                </a:lnTo>
                <a:lnTo>
                  <a:pt x="419736" y="883278"/>
                </a:lnTo>
                <a:lnTo>
                  <a:pt x="422656" y="855919"/>
                </a:lnTo>
                <a:lnTo>
                  <a:pt x="423386" y="856951"/>
                </a:lnTo>
                <a:lnTo>
                  <a:pt x="427036" y="884767"/>
                </a:lnTo>
                <a:lnTo>
                  <a:pt x="429226" y="880450"/>
                </a:lnTo>
                <a:lnTo>
                  <a:pt x="432876" y="849876"/>
                </a:lnTo>
                <a:lnTo>
                  <a:pt x="435796" y="879038"/>
                </a:lnTo>
                <a:lnTo>
                  <a:pt x="437986" y="875086"/>
                </a:lnTo>
                <a:lnTo>
                  <a:pt x="438716" y="876119"/>
                </a:lnTo>
                <a:lnTo>
                  <a:pt x="439446" y="861227"/>
                </a:lnTo>
                <a:lnTo>
                  <a:pt x="440906" y="880798"/>
                </a:lnTo>
                <a:lnTo>
                  <a:pt x="441636" y="869637"/>
                </a:lnTo>
                <a:lnTo>
                  <a:pt x="442366" y="863762"/>
                </a:lnTo>
                <a:lnTo>
                  <a:pt x="443096" y="866688"/>
                </a:lnTo>
                <a:lnTo>
                  <a:pt x="443826" y="881427"/>
                </a:lnTo>
                <a:lnTo>
                  <a:pt x="446016" y="880794"/>
                </a:lnTo>
                <a:lnTo>
                  <a:pt x="448935" y="857149"/>
                </a:lnTo>
                <a:lnTo>
                  <a:pt x="449665" y="863253"/>
                </a:lnTo>
                <a:lnTo>
                  <a:pt x="450395" y="877967"/>
                </a:lnTo>
                <a:lnTo>
                  <a:pt x="451855" y="859862"/>
                </a:lnTo>
                <a:lnTo>
                  <a:pt x="452585" y="870908"/>
                </a:lnTo>
                <a:lnTo>
                  <a:pt x="453315" y="868573"/>
                </a:lnTo>
                <a:lnTo>
                  <a:pt x="454045" y="869650"/>
                </a:lnTo>
                <a:lnTo>
                  <a:pt x="454775" y="853378"/>
                </a:lnTo>
                <a:lnTo>
                  <a:pt x="456965" y="861221"/>
                </a:lnTo>
                <a:lnTo>
                  <a:pt x="458425" y="846816"/>
                </a:lnTo>
                <a:lnTo>
                  <a:pt x="459155" y="853413"/>
                </a:lnTo>
                <a:lnTo>
                  <a:pt x="461345" y="877882"/>
                </a:lnTo>
                <a:lnTo>
                  <a:pt x="462075" y="876713"/>
                </a:lnTo>
                <a:lnTo>
                  <a:pt x="463535" y="854002"/>
                </a:lnTo>
                <a:lnTo>
                  <a:pt x="464995" y="855824"/>
                </a:lnTo>
                <a:lnTo>
                  <a:pt x="465725" y="862016"/>
                </a:lnTo>
                <a:lnTo>
                  <a:pt x="467915" y="858406"/>
                </a:lnTo>
                <a:lnTo>
                  <a:pt x="470105" y="848912"/>
                </a:lnTo>
                <a:lnTo>
                  <a:pt x="470835" y="857258"/>
                </a:lnTo>
                <a:lnTo>
                  <a:pt x="473755" y="863117"/>
                </a:lnTo>
                <a:lnTo>
                  <a:pt x="474485" y="852328"/>
                </a:lnTo>
                <a:lnTo>
                  <a:pt x="475944" y="860537"/>
                </a:lnTo>
                <a:lnTo>
                  <a:pt x="476674" y="860132"/>
                </a:lnTo>
                <a:lnTo>
                  <a:pt x="478134" y="872227"/>
                </a:lnTo>
                <a:lnTo>
                  <a:pt x="478864" y="860033"/>
                </a:lnTo>
                <a:lnTo>
                  <a:pt x="479594" y="856275"/>
                </a:lnTo>
                <a:lnTo>
                  <a:pt x="480324" y="859104"/>
                </a:lnTo>
                <a:lnTo>
                  <a:pt x="481054" y="869764"/>
                </a:lnTo>
                <a:lnTo>
                  <a:pt x="482514" y="861838"/>
                </a:lnTo>
                <a:lnTo>
                  <a:pt x="483244" y="851305"/>
                </a:lnTo>
                <a:lnTo>
                  <a:pt x="485434" y="854166"/>
                </a:lnTo>
                <a:lnTo>
                  <a:pt x="486894" y="863707"/>
                </a:lnTo>
                <a:lnTo>
                  <a:pt x="487624" y="854417"/>
                </a:lnTo>
                <a:lnTo>
                  <a:pt x="488354" y="851720"/>
                </a:lnTo>
                <a:lnTo>
                  <a:pt x="492004" y="870190"/>
                </a:lnTo>
                <a:lnTo>
                  <a:pt x="492734" y="866251"/>
                </a:lnTo>
                <a:lnTo>
                  <a:pt x="493464" y="872527"/>
                </a:lnTo>
                <a:lnTo>
                  <a:pt x="494194" y="878339"/>
                </a:lnTo>
                <a:lnTo>
                  <a:pt x="494924" y="874969"/>
                </a:lnTo>
                <a:lnTo>
                  <a:pt x="495654" y="862858"/>
                </a:lnTo>
                <a:lnTo>
                  <a:pt x="497114" y="869663"/>
                </a:lnTo>
                <a:lnTo>
                  <a:pt x="497844" y="877481"/>
                </a:lnTo>
                <a:lnTo>
                  <a:pt x="498574" y="866324"/>
                </a:lnTo>
                <a:lnTo>
                  <a:pt x="499304" y="870447"/>
                </a:lnTo>
                <a:lnTo>
                  <a:pt x="500034" y="852658"/>
                </a:lnTo>
                <a:lnTo>
                  <a:pt x="501494" y="863756"/>
                </a:lnTo>
                <a:lnTo>
                  <a:pt x="502954" y="867912"/>
                </a:lnTo>
                <a:lnTo>
                  <a:pt x="503684" y="861155"/>
                </a:lnTo>
                <a:lnTo>
                  <a:pt x="505143" y="854987"/>
                </a:lnTo>
                <a:lnTo>
                  <a:pt x="505873" y="860851"/>
                </a:lnTo>
                <a:lnTo>
                  <a:pt x="508063" y="879368"/>
                </a:lnTo>
                <a:lnTo>
                  <a:pt x="509523" y="854620"/>
                </a:lnTo>
                <a:lnTo>
                  <a:pt x="510983" y="855844"/>
                </a:lnTo>
                <a:lnTo>
                  <a:pt x="511713" y="853512"/>
                </a:lnTo>
                <a:lnTo>
                  <a:pt x="512443" y="840806"/>
                </a:lnTo>
                <a:lnTo>
                  <a:pt x="513903" y="852744"/>
                </a:lnTo>
                <a:lnTo>
                  <a:pt x="515363" y="852345"/>
                </a:lnTo>
                <a:lnTo>
                  <a:pt x="516823" y="860567"/>
                </a:lnTo>
                <a:lnTo>
                  <a:pt x="519743" y="852122"/>
                </a:lnTo>
                <a:lnTo>
                  <a:pt x="523393" y="870367"/>
                </a:lnTo>
                <a:lnTo>
                  <a:pt x="524853" y="873455"/>
                </a:lnTo>
                <a:lnTo>
                  <a:pt x="525583" y="868126"/>
                </a:lnTo>
                <a:lnTo>
                  <a:pt x="527043" y="877021"/>
                </a:lnTo>
                <a:lnTo>
                  <a:pt x="529233" y="853336"/>
                </a:lnTo>
                <a:lnTo>
                  <a:pt x="531423" y="875033"/>
                </a:lnTo>
                <a:lnTo>
                  <a:pt x="532153" y="865455"/>
                </a:lnTo>
                <a:lnTo>
                  <a:pt x="532882" y="869410"/>
                </a:lnTo>
                <a:lnTo>
                  <a:pt x="533612" y="859333"/>
                </a:lnTo>
                <a:lnTo>
                  <a:pt x="535072" y="864469"/>
                </a:lnTo>
                <a:lnTo>
                  <a:pt x="535802" y="854028"/>
                </a:lnTo>
                <a:lnTo>
                  <a:pt x="537992" y="858256"/>
                </a:lnTo>
                <a:lnTo>
                  <a:pt x="538722" y="852428"/>
                </a:lnTo>
                <a:lnTo>
                  <a:pt x="539452" y="857525"/>
                </a:lnTo>
                <a:lnTo>
                  <a:pt x="540182" y="863604"/>
                </a:lnTo>
                <a:lnTo>
                  <a:pt x="542372" y="862172"/>
                </a:lnTo>
                <a:lnTo>
                  <a:pt x="543832" y="869928"/>
                </a:lnTo>
                <a:lnTo>
                  <a:pt x="544562" y="859970"/>
                </a:lnTo>
                <a:lnTo>
                  <a:pt x="545292" y="874717"/>
                </a:lnTo>
                <a:lnTo>
                  <a:pt x="546022" y="877694"/>
                </a:lnTo>
                <a:lnTo>
                  <a:pt x="546752" y="858051"/>
                </a:lnTo>
                <a:lnTo>
                  <a:pt x="548942" y="864617"/>
                </a:lnTo>
                <a:lnTo>
                  <a:pt x="553322" y="877348"/>
                </a:lnTo>
                <a:lnTo>
                  <a:pt x="556242" y="852518"/>
                </a:lnTo>
                <a:lnTo>
                  <a:pt x="555512" y="879131"/>
                </a:lnTo>
                <a:lnTo>
                  <a:pt x="557702" y="857981"/>
                </a:lnTo>
                <a:lnTo>
                  <a:pt x="561352" y="880559"/>
                </a:lnTo>
                <a:lnTo>
                  <a:pt x="563541" y="865392"/>
                </a:lnTo>
                <a:lnTo>
                  <a:pt x="564271" y="876595"/>
                </a:lnTo>
                <a:lnTo>
                  <a:pt x="565731" y="859960"/>
                </a:lnTo>
                <a:lnTo>
                  <a:pt x="568651" y="881240"/>
                </a:lnTo>
                <a:lnTo>
                  <a:pt x="567921" y="856580"/>
                </a:lnTo>
                <a:lnTo>
                  <a:pt x="569381" y="868672"/>
                </a:lnTo>
                <a:lnTo>
                  <a:pt x="571571" y="877824"/>
                </a:lnTo>
                <a:lnTo>
                  <a:pt x="572301" y="870395"/>
                </a:lnTo>
                <a:lnTo>
                  <a:pt x="573031" y="859142"/>
                </a:lnTo>
                <a:lnTo>
                  <a:pt x="574491" y="867440"/>
                </a:lnTo>
                <a:lnTo>
                  <a:pt x="576681" y="867180"/>
                </a:lnTo>
                <a:lnTo>
                  <a:pt x="578141" y="879690"/>
                </a:lnTo>
                <a:lnTo>
                  <a:pt x="579601" y="872032"/>
                </a:lnTo>
                <a:lnTo>
                  <a:pt x="580331" y="872365"/>
                </a:lnTo>
                <a:lnTo>
                  <a:pt x="582521" y="886015"/>
                </a:lnTo>
                <a:lnTo>
                  <a:pt x="583251" y="877897"/>
                </a:lnTo>
                <a:lnTo>
                  <a:pt x="586901" y="866239"/>
                </a:lnTo>
                <a:lnTo>
                  <a:pt x="587631" y="854227"/>
                </a:lnTo>
                <a:lnTo>
                  <a:pt x="588361" y="864495"/>
                </a:lnTo>
                <a:lnTo>
                  <a:pt x="589821" y="895407"/>
                </a:lnTo>
                <a:lnTo>
                  <a:pt x="590550" y="871841"/>
                </a:lnTo>
                <a:lnTo>
                  <a:pt x="592010" y="871948"/>
                </a:lnTo>
                <a:lnTo>
                  <a:pt x="592740" y="874178"/>
                </a:lnTo>
                <a:lnTo>
                  <a:pt x="593470" y="864032"/>
                </a:lnTo>
                <a:lnTo>
                  <a:pt x="594930" y="865872"/>
                </a:lnTo>
                <a:lnTo>
                  <a:pt x="595660" y="873527"/>
                </a:lnTo>
                <a:lnTo>
                  <a:pt x="596390" y="862289"/>
                </a:lnTo>
                <a:lnTo>
                  <a:pt x="597850" y="853489"/>
                </a:lnTo>
                <a:lnTo>
                  <a:pt x="598580" y="855834"/>
                </a:lnTo>
                <a:lnTo>
                  <a:pt x="602960" y="881175"/>
                </a:lnTo>
                <a:lnTo>
                  <a:pt x="605880" y="864656"/>
                </a:lnTo>
                <a:lnTo>
                  <a:pt x="604420" y="882482"/>
                </a:lnTo>
                <a:lnTo>
                  <a:pt x="608801" y="867532"/>
                </a:lnTo>
                <a:lnTo>
                  <a:pt x="609530" y="874824"/>
                </a:lnTo>
                <a:lnTo>
                  <a:pt x="610260" y="858641"/>
                </a:lnTo>
                <a:lnTo>
                  <a:pt x="610991" y="860232"/>
                </a:lnTo>
                <a:lnTo>
                  <a:pt x="614640" y="881290"/>
                </a:lnTo>
                <a:lnTo>
                  <a:pt x="615370" y="882264"/>
                </a:lnTo>
                <a:lnTo>
                  <a:pt x="616830" y="866962"/>
                </a:lnTo>
                <a:lnTo>
                  <a:pt x="618290" y="872655"/>
                </a:lnTo>
                <a:lnTo>
                  <a:pt x="621210" y="856786"/>
                </a:lnTo>
                <a:lnTo>
                  <a:pt x="621940" y="851403"/>
                </a:lnTo>
                <a:lnTo>
                  <a:pt x="623400" y="857590"/>
                </a:lnTo>
                <a:lnTo>
                  <a:pt x="624130" y="868051"/>
                </a:lnTo>
                <a:lnTo>
                  <a:pt x="625590" y="855591"/>
                </a:lnTo>
                <a:lnTo>
                  <a:pt x="626320" y="852492"/>
                </a:lnTo>
                <a:lnTo>
                  <a:pt x="627050" y="853201"/>
                </a:lnTo>
                <a:lnTo>
                  <a:pt x="631430" y="875398"/>
                </a:lnTo>
                <a:lnTo>
                  <a:pt x="629240" y="852838"/>
                </a:lnTo>
                <a:lnTo>
                  <a:pt x="632160" y="875293"/>
                </a:lnTo>
                <a:lnTo>
                  <a:pt x="636540" y="849015"/>
                </a:lnTo>
                <a:lnTo>
                  <a:pt x="637270" y="852362"/>
                </a:lnTo>
                <a:lnTo>
                  <a:pt x="638730" y="857423"/>
                </a:lnTo>
                <a:lnTo>
                  <a:pt x="639460" y="851739"/>
                </a:lnTo>
                <a:lnTo>
                  <a:pt x="640189" y="853776"/>
                </a:lnTo>
                <a:lnTo>
                  <a:pt x="640919" y="851302"/>
                </a:lnTo>
                <a:lnTo>
                  <a:pt x="642379" y="844640"/>
                </a:lnTo>
                <a:lnTo>
                  <a:pt x="643839" y="847766"/>
                </a:lnTo>
                <a:lnTo>
                  <a:pt x="644569" y="847914"/>
                </a:lnTo>
                <a:lnTo>
                  <a:pt x="646029" y="859433"/>
                </a:lnTo>
                <a:lnTo>
                  <a:pt x="646759" y="852129"/>
                </a:lnTo>
                <a:lnTo>
                  <a:pt x="648219" y="839338"/>
                </a:lnTo>
                <a:lnTo>
                  <a:pt x="649679" y="845447"/>
                </a:lnTo>
                <a:lnTo>
                  <a:pt x="651139" y="846714"/>
                </a:lnTo>
                <a:lnTo>
                  <a:pt x="652599" y="848094"/>
                </a:lnTo>
                <a:lnTo>
                  <a:pt x="653329" y="841350"/>
                </a:lnTo>
                <a:lnTo>
                  <a:pt x="656249" y="851124"/>
                </a:lnTo>
                <a:lnTo>
                  <a:pt x="656979" y="833998"/>
                </a:lnTo>
                <a:lnTo>
                  <a:pt x="657709" y="840242"/>
                </a:lnTo>
                <a:lnTo>
                  <a:pt x="658439" y="868557"/>
                </a:lnTo>
                <a:lnTo>
                  <a:pt x="659899" y="848727"/>
                </a:lnTo>
                <a:lnTo>
                  <a:pt x="663549" y="833093"/>
                </a:lnTo>
                <a:lnTo>
                  <a:pt x="664279" y="834004"/>
                </a:lnTo>
                <a:lnTo>
                  <a:pt x="665739" y="843032"/>
                </a:lnTo>
                <a:lnTo>
                  <a:pt x="666469" y="837949"/>
                </a:lnTo>
                <a:lnTo>
                  <a:pt x="669388" y="828990"/>
                </a:lnTo>
                <a:lnTo>
                  <a:pt x="672308" y="836805"/>
                </a:lnTo>
                <a:lnTo>
                  <a:pt x="674498" y="826376"/>
                </a:lnTo>
                <a:lnTo>
                  <a:pt x="675228" y="827410"/>
                </a:lnTo>
                <a:lnTo>
                  <a:pt x="676688" y="832707"/>
                </a:lnTo>
                <a:lnTo>
                  <a:pt x="677418" y="829101"/>
                </a:lnTo>
                <a:lnTo>
                  <a:pt x="678148" y="828584"/>
                </a:lnTo>
                <a:lnTo>
                  <a:pt x="681798" y="836646"/>
                </a:lnTo>
                <a:lnTo>
                  <a:pt x="689098" y="826627"/>
                </a:lnTo>
                <a:lnTo>
                  <a:pt x="691288" y="829170"/>
                </a:lnTo>
                <a:lnTo>
                  <a:pt x="692018" y="827386"/>
                </a:lnTo>
                <a:lnTo>
                  <a:pt x="694208" y="828706"/>
                </a:lnTo>
                <a:lnTo>
                  <a:pt x="694938" y="822674"/>
                </a:lnTo>
                <a:lnTo>
                  <a:pt x="696398" y="831842"/>
                </a:lnTo>
                <a:lnTo>
                  <a:pt x="697857" y="827210"/>
                </a:lnTo>
                <a:lnTo>
                  <a:pt x="699317" y="815850"/>
                </a:lnTo>
                <a:lnTo>
                  <a:pt x="700047" y="821954"/>
                </a:lnTo>
                <a:lnTo>
                  <a:pt x="702237" y="836207"/>
                </a:lnTo>
                <a:lnTo>
                  <a:pt x="702967" y="829976"/>
                </a:lnTo>
                <a:lnTo>
                  <a:pt x="705887" y="811426"/>
                </a:lnTo>
                <a:lnTo>
                  <a:pt x="707347" y="816081"/>
                </a:lnTo>
                <a:lnTo>
                  <a:pt x="708807" y="833438"/>
                </a:lnTo>
                <a:lnTo>
                  <a:pt x="709537" y="827347"/>
                </a:lnTo>
                <a:lnTo>
                  <a:pt x="713187" y="798887"/>
                </a:lnTo>
                <a:lnTo>
                  <a:pt x="715377" y="812001"/>
                </a:lnTo>
                <a:lnTo>
                  <a:pt x="717567" y="809492"/>
                </a:lnTo>
                <a:lnTo>
                  <a:pt x="719027" y="807686"/>
                </a:lnTo>
                <a:lnTo>
                  <a:pt x="719757" y="812476"/>
                </a:lnTo>
                <a:lnTo>
                  <a:pt x="721947" y="811675"/>
                </a:lnTo>
                <a:lnTo>
                  <a:pt x="723407" y="815407"/>
                </a:lnTo>
                <a:lnTo>
                  <a:pt x="724867" y="806121"/>
                </a:lnTo>
                <a:lnTo>
                  <a:pt x="726327" y="808316"/>
                </a:lnTo>
                <a:lnTo>
                  <a:pt x="727056" y="806551"/>
                </a:lnTo>
                <a:lnTo>
                  <a:pt x="728516" y="807928"/>
                </a:lnTo>
                <a:lnTo>
                  <a:pt x="730706" y="818679"/>
                </a:lnTo>
                <a:lnTo>
                  <a:pt x="731436" y="818004"/>
                </a:lnTo>
                <a:lnTo>
                  <a:pt x="732166" y="805908"/>
                </a:lnTo>
                <a:lnTo>
                  <a:pt x="734356" y="808782"/>
                </a:lnTo>
                <a:lnTo>
                  <a:pt x="735816" y="815933"/>
                </a:lnTo>
                <a:lnTo>
                  <a:pt x="736546" y="813666"/>
                </a:lnTo>
                <a:lnTo>
                  <a:pt x="738006" y="807236"/>
                </a:lnTo>
                <a:lnTo>
                  <a:pt x="738736" y="810427"/>
                </a:lnTo>
                <a:lnTo>
                  <a:pt x="741656" y="813122"/>
                </a:lnTo>
                <a:lnTo>
                  <a:pt x="743846" y="811850"/>
                </a:lnTo>
                <a:lnTo>
                  <a:pt x="744576" y="812759"/>
                </a:lnTo>
                <a:lnTo>
                  <a:pt x="746766" y="815263"/>
                </a:lnTo>
                <a:lnTo>
                  <a:pt x="748226" y="809433"/>
                </a:lnTo>
                <a:lnTo>
                  <a:pt x="748956" y="813356"/>
                </a:lnTo>
                <a:lnTo>
                  <a:pt x="750416" y="818008"/>
                </a:lnTo>
                <a:lnTo>
                  <a:pt x="751146" y="811181"/>
                </a:lnTo>
                <a:lnTo>
                  <a:pt x="753336" y="796189"/>
                </a:lnTo>
                <a:lnTo>
                  <a:pt x="754066" y="800957"/>
                </a:lnTo>
                <a:lnTo>
                  <a:pt x="754796" y="814173"/>
                </a:lnTo>
                <a:lnTo>
                  <a:pt x="756985" y="806387"/>
                </a:lnTo>
                <a:lnTo>
                  <a:pt x="759175" y="799952"/>
                </a:lnTo>
                <a:lnTo>
                  <a:pt x="759905" y="802319"/>
                </a:lnTo>
                <a:lnTo>
                  <a:pt x="762825" y="816514"/>
                </a:lnTo>
                <a:lnTo>
                  <a:pt x="764285" y="798881"/>
                </a:lnTo>
                <a:lnTo>
                  <a:pt x="765745" y="802765"/>
                </a:lnTo>
                <a:lnTo>
                  <a:pt x="766475" y="807568"/>
                </a:lnTo>
                <a:lnTo>
                  <a:pt x="767205" y="802391"/>
                </a:lnTo>
                <a:lnTo>
                  <a:pt x="767935" y="806796"/>
                </a:lnTo>
                <a:lnTo>
                  <a:pt x="768665" y="799299"/>
                </a:lnTo>
                <a:lnTo>
                  <a:pt x="770125" y="807912"/>
                </a:lnTo>
                <a:lnTo>
                  <a:pt x="770855" y="813466"/>
                </a:lnTo>
                <a:lnTo>
                  <a:pt x="771585" y="795930"/>
                </a:lnTo>
                <a:lnTo>
                  <a:pt x="773045" y="818814"/>
                </a:lnTo>
                <a:lnTo>
                  <a:pt x="775235" y="798809"/>
                </a:lnTo>
                <a:lnTo>
                  <a:pt x="776695" y="806708"/>
                </a:lnTo>
                <a:lnTo>
                  <a:pt x="778155" y="807202"/>
                </a:lnTo>
                <a:lnTo>
                  <a:pt x="778885" y="802128"/>
                </a:lnTo>
                <a:lnTo>
                  <a:pt x="780345" y="812763"/>
                </a:lnTo>
                <a:lnTo>
                  <a:pt x="781075" y="792247"/>
                </a:lnTo>
                <a:lnTo>
                  <a:pt x="782535" y="802237"/>
                </a:lnTo>
                <a:lnTo>
                  <a:pt x="783995" y="820401"/>
                </a:lnTo>
                <a:lnTo>
                  <a:pt x="784724" y="817845"/>
                </a:lnTo>
                <a:lnTo>
                  <a:pt x="785454" y="803853"/>
                </a:lnTo>
                <a:lnTo>
                  <a:pt x="787644" y="805360"/>
                </a:lnTo>
                <a:lnTo>
                  <a:pt x="788374" y="803337"/>
                </a:lnTo>
                <a:lnTo>
                  <a:pt x="789834" y="801861"/>
                </a:lnTo>
                <a:lnTo>
                  <a:pt x="792024" y="813257"/>
                </a:lnTo>
                <a:lnTo>
                  <a:pt x="793484" y="799355"/>
                </a:lnTo>
                <a:lnTo>
                  <a:pt x="795674" y="801068"/>
                </a:lnTo>
                <a:lnTo>
                  <a:pt x="797864" y="807934"/>
                </a:lnTo>
                <a:lnTo>
                  <a:pt x="798594" y="804983"/>
                </a:lnTo>
                <a:lnTo>
                  <a:pt x="801514" y="780724"/>
                </a:lnTo>
                <a:lnTo>
                  <a:pt x="802974" y="819229"/>
                </a:lnTo>
                <a:lnTo>
                  <a:pt x="804434" y="793585"/>
                </a:lnTo>
                <a:lnTo>
                  <a:pt x="806624" y="811958"/>
                </a:lnTo>
                <a:lnTo>
                  <a:pt x="807354" y="800271"/>
                </a:lnTo>
                <a:lnTo>
                  <a:pt x="808814" y="797535"/>
                </a:lnTo>
                <a:lnTo>
                  <a:pt x="809544" y="801241"/>
                </a:lnTo>
                <a:lnTo>
                  <a:pt x="812464" y="829313"/>
                </a:lnTo>
                <a:lnTo>
                  <a:pt x="814653" y="803104"/>
                </a:lnTo>
                <a:lnTo>
                  <a:pt x="815383" y="805065"/>
                </a:lnTo>
                <a:lnTo>
                  <a:pt x="817573" y="823293"/>
                </a:lnTo>
                <a:lnTo>
                  <a:pt x="818303" y="822133"/>
                </a:lnTo>
                <a:lnTo>
                  <a:pt x="820493" y="811770"/>
                </a:lnTo>
                <a:lnTo>
                  <a:pt x="821223" y="815374"/>
                </a:lnTo>
                <a:lnTo>
                  <a:pt x="822683" y="810201"/>
                </a:lnTo>
                <a:lnTo>
                  <a:pt x="823413" y="802623"/>
                </a:lnTo>
                <a:lnTo>
                  <a:pt x="824143" y="810496"/>
                </a:lnTo>
                <a:lnTo>
                  <a:pt x="824873" y="825754"/>
                </a:lnTo>
                <a:lnTo>
                  <a:pt x="825603" y="814222"/>
                </a:lnTo>
                <a:lnTo>
                  <a:pt x="826333" y="795347"/>
                </a:lnTo>
                <a:lnTo>
                  <a:pt x="827063" y="809465"/>
                </a:lnTo>
                <a:lnTo>
                  <a:pt x="827793" y="834563"/>
                </a:lnTo>
                <a:lnTo>
                  <a:pt x="829253" y="822764"/>
                </a:lnTo>
                <a:lnTo>
                  <a:pt x="832903" y="783267"/>
                </a:lnTo>
                <a:lnTo>
                  <a:pt x="836553" y="805337"/>
                </a:lnTo>
                <a:lnTo>
                  <a:pt x="838013" y="798280"/>
                </a:lnTo>
                <a:lnTo>
                  <a:pt x="840203" y="770894"/>
                </a:lnTo>
                <a:lnTo>
                  <a:pt x="841663" y="791111"/>
                </a:lnTo>
                <a:lnTo>
                  <a:pt x="843122" y="806849"/>
                </a:lnTo>
                <a:lnTo>
                  <a:pt x="844582" y="802310"/>
                </a:lnTo>
                <a:lnTo>
                  <a:pt x="847502" y="788067"/>
                </a:lnTo>
                <a:lnTo>
                  <a:pt x="848232" y="792075"/>
                </a:lnTo>
                <a:lnTo>
                  <a:pt x="851882" y="804812"/>
                </a:lnTo>
                <a:lnTo>
                  <a:pt x="854072" y="794983"/>
                </a:lnTo>
                <a:lnTo>
                  <a:pt x="854802" y="800978"/>
                </a:lnTo>
                <a:lnTo>
                  <a:pt x="855532" y="800868"/>
                </a:lnTo>
                <a:lnTo>
                  <a:pt x="856992" y="806981"/>
                </a:lnTo>
                <a:lnTo>
                  <a:pt x="858452" y="803780"/>
                </a:lnTo>
                <a:lnTo>
                  <a:pt x="859912" y="799930"/>
                </a:lnTo>
                <a:lnTo>
                  <a:pt x="860642" y="803390"/>
                </a:lnTo>
                <a:lnTo>
                  <a:pt x="861372" y="807313"/>
                </a:lnTo>
                <a:lnTo>
                  <a:pt x="862832" y="805431"/>
                </a:lnTo>
                <a:lnTo>
                  <a:pt x="865022" y="800845"/>
                </a:lnTo>
                <a:lnTo>
                  <a:pt x="868672" y="815471"/>
                </a:lnTo>
                <a:lnTo>
                  <a:pt x="870132" y="805938"/>
                </a:lnTo>
                <a:lnTo>
                  <a:pt x="870861" y="808862"/>
                </a:lnTo>
                <a:lnTo>
                  <a:pt x="873051" y="830301"/>
                </a:lnTo>
                <a:lnTo>
                  <a:pt x="873781" y="825038"/>
                </a:lnTo>
                <a:lnTo>
                  <a:pt x="874511" y="815047"/>
                </a:lnTo>
                <a:lnTo>
                  <a:pt x="876701" y="820384"/>
                </a:lnTo>
                <a:lnTo>
                  <a:pt x="879621" y="825662"/>
                </a:lnTo>
                <a:lnTo>
                  <a:pt x="883271" y="810990"/>
                </a:lnTo>
                <a:lnTo>
                  <a:pt x="884001" y="813240"/>
                </a:lnTo>
                <a:lnTo>
                  <a:pt x="886921" y="834301"/>
                </a:lnTo>
                <a:lnTo>
                  <a:pt x="887651" y="822739"/>
                </a:lnTo>
                <a:lnTo>
                  <a:pt x="889111" y="835880"/>
                </a:lnTo>
                <a:lnTo>
                  <a:pt x="889841" y="838503"/>
                </a:lnTo>
                <a:lnTo>
                  <a:pt x="892761" y="825834"/>
                </a:lnTo>
                <a:lnTo>
                  <a:pt x="896411" y="839012"/>
                </a:lnTo>
                <a:lnTo>
                  <a:pt x="897871" y="836629"/>
                </a:lnTo>
                <a:lnTo>
                  <a:pt x="900060" y="851713"/>
                </a:lnTo>
                <a:lnTo>
                  <a:pt x="901520" y="837489"/>
                </a:lnTo>
                <a:lnTo>
                  <a:pt x="902250" y="838630"/>
                </a:lnTo>
                <a:lnTo>
                  <a:pt x="903710" y="861213"/>
                </a:lnTo>
                <a:lnTo>
                  <a:pt x="904440" y="853120"/>
                </a:lnTo>
                <a:lnTo>
                  <a:pt x="905170" y="842864"/>
                </a:lnTo>
                <a:lnTo>
                  <a:pt x="907360" y="846008"/>
                </a:lnTo>
                <a:lnTo>
                  <a:pt x="908820" y="861111"/>
                </a:lnTo>
                <a:lnTo>
                  <a:pt x="909550" y="855476"/>
                </a:lnTo>
                <a:lnTo>
                  <a:pt x="910280" y="848423"/>
                </a:lnTo>
                <a:lnTo>
                  <a:pt x="911740" y="850561"/>
                </a:lnTo>
                <a:lnTo>
                  <a:pt x="914660" y="857384"/>
                </a:lnTo>
                <a:lnTo>
                  <a:pt x="915390" y="851850"/>
                </a:lnTo>
                <a:lnTo>
                  <a:pt x="916850" y="856412"/>
                </a:lnTo>
                <a:lnTo>
                  <a:pt x="917580" y="858033"/>
                </a:lnTo>
                <a:lnTo>
                  <a:pt x="919040" y="855634"/>
                </a:lnTo>
                <a:lnTo>
                  <a:pt x="919770" y="856099"/>
                </a:lnTo>
                <a:lnTo>
                  <a:pt x="920500" y="854104"/>
                </a:lnTo>
                <a:lnTo>
                  <a:pt x="921230" y="852905"/>
                </a:lnTo>
                <a:lnTo>
                  <a:pt x="922690" y="859107"/>
                </a:lnTo>
                <a:lnTo>
                  <a:pt x="923420" y="852662"/>
                </a:lnTo>
                <a:lnTo>
                  <a:pt x="924150" y="848478"/>
                </a:lnTo>
                <a:lnTo>
                  <a:pt x="925610" y="851731"/>
                </a:lnTo>
                <a:lnTo>
                  <a:pt x="926340" y="851707"/>
                </a:lnTo>
                <a:lnTo>
                  <a:pt x="929989" y="872732"/>
                </a:lnTo>
                <a:lnTo>
                  <a:pt x="931449" y="861614"/>
                </a:lnTo>
                <a:lnTo>
                  <a:pt x="932179" y="872399"/>
                </a:lnTo>
                <a:lnTo>
                  <a:pt x="933639" y="887383"/>
                </a:lnTo>
                <a:lnTo>
                  <a:pt x="934369" y="872856"/>
                </a:lnTo>
                <a:lnTo>
                  <a:pt x="935099" y="866562"/>
                </a:lnTo>
                <a:lnTo>
                  <a:pt x="935829" y="875524"/>
                </a:lnTo>
                <a:lnTo>
                  <a:pt x="938019" y="883446"/>
                </a:lnTo>
                <a:lnTo>
                  <a:pt x="938749" y="878963"/>
                </a:lnTo>
                <a:lnTo>
                  <a:pt x="939479" y="878841"/>
                </a:lnTo>
                <a:lnTo>
                  <a:pt x="940209" y="883499"/>
                </a:lnTo>
                <a:lnTo>
                  <a:pt x="942399" y="883034"/>
                </a:lnTo>
                <a:lnTo>
                  <a:pt x="943129" y="883897"/>
                </a:lnTo>
                <a:lnTo>
                  <a:pt x="946779" y="900284"/>
                </a:lnTo>
                <a:lnTo>
                  <a:pt x="947509" y="897512"/>
                </a:lnTo>
                <a:lnTo>
                  <a:pt x="948239" y="895107"/>
                </a:lnTo>
                <a:lnTo>
                  <a:pt x="949699" y="899020"/>
                </a:lnTo>
                <a:lnTo>
                  <a:pt x="956269" y="912379"/>
                </a:lnTo>
                <a:lnTo>
                  <a:pt x="956999" y="911627"/>
                </a:lnTo>
                <a:lnTo>
                  <a:pt x="957728" y="907161"/>
                </a:lnTo>
                <a:lnTo>
                  <a:pt x="958458" y="916704"/>
                </a:lnTo>
                <a:lnTo>
                  <a:pt x="959918" y="925763"/>
                </a:lnTo>
                <a:lnTo>
                  <a:pt x="961378" y="921854"/>
                </a:lnTo>
                <a:lnTo>
                  <a:pt x="965028" y="942831"/>
                </a:lnTo>
                <a:lnTo>
                  <a:pt x="965758" y="936483"/>
                </a:lnTo>
                <a:lnTo>
                  <a:pt x="966488" y="930214"/>
                </a:lnTo>
                <a:lnTo>
                  <a:pt x="967218" y="945983"/>
                </a:lnTo>
                <a:lnTo>
                  <a:pt x="969408" y="945166"/>
                </a:lnTo>
                <a:lnTo>
                  <a:pt x="970138" y="935042"/>
                </a:lnTo>
                <a:lnTo>
                  <a:pt x="971598" y="945747"/>
                </a:lnTo>
                <a:lnTo>
                  <a:pt x="972328" y="944314"/>
                </a:lnTo>
                <a:lnTo>
                  <a:pt x="973058" y="931913"/>
                </a:lnTo>
                <a:lnTo>
                  <a:pt x="974518" y="937166"/>
                </a:lnTo>
                <a:lnTo>
                  <a:pt x="975248" y="941196"/>
                </a:lnTo>
                <a:lnTo>
                  <a:pt x="976708" y="937059"/>
                </a:lnTo>
                <a:lnTo>
                  <a:pt x="978898" y="941980"/>
                </a:lnTo>
                <a:lnTo>
                  <a:pt x="979628" y="935319"/>
                </a:lnTo>
                <a:lnTo>
                  <a:pt x="981818" y="939038"/>
                </a:lnTo>
                <a:lnTo>
                  <a:pt x="982548" y="942519"/>
                </a:lnTo>
                <a:lnTo>
                  <a:pt x="983278" y="937845"/>
                </a:lnTo>
                <a:lnTo>
                  <a:pt x="984008" y="935254"/>
                </a:lnTo>
                <a:lnTo>
                  <a:pt x="984738" y="942289"/>
                </a:lnTo>
                <a:lnTo>
                  <a:pt x="985468" y="942005"/>
                </a:lnTo>
                <a:lnTo>
                  <a:pt x="986197" y="930826"/>
                </a:lnTo>
                <a:lnTo>
                  <a:pt x="988387" y="935083"/>
                </a:lnTo>
                <a:lnTo>
                  <a:pt x="989117" y="937138"/>
                </a:lnTo>
                <a:lnTo>
                  <a:pt x="989847" y="929877"/>
                </a:lnTo>
                <a:lnTo>
                  <a:pt x="992037" y="933376"/>
                </a:lnTo>
                <a:lnTo>
                  <a:pt x="992767" y="934982"/>
                </a:lnTo>
                <a:lnTo>
                  <a:pt x="995687" y="928854"/>
                </a:lnTo>
                <a:lnTo>
                  <a:pt x="1000797" y="920968"/>
                </a:lnTo>
                <a:lnTo>
                  <a:pt x="1001527" y="904965"/>
                </a:lnTo>
                <a:lnTo>
                  <a:pt x="1003717" y="912706"/>
                </a:lnTo>
                <a:lnTo>
                  <a:pt x="1008097" y="895310"/>
                </a:lnTo>
                <a:lnTo>
                  <a:pt x="1009557" y="914393"/>
                </a:lnTo>
                <a:lnTo>
                  <a:pt x="1011017" y="905203"/>
                </a:lnTo>
                <a:lnTo>
                  <a:pt x="1014667" y="869019"/>
                </a:lnTo>
                <a:lnTo>
                  <a:pt x="1015396" y="870400"/>
                </a:lnTo>
                <a:lnTo>
                  <a:pt x="1017586" y="886622"/>
                </a:lnTo>
                <a:lnTo>
                  <a:pt x="1021966" y="843928"/>
                </a:lnTo>
                <a:lnTo>
                  <a:pt x="1026346" y="817591"/>
                </a:lnTo>
                <a:lnTo>
                  <a:pt x="1027806" y="835896"/>
                </a:lnTo>
                <a:lnTo>
                  <a:pt x="1029266" y="832149"/>
                </a:lnTo>
                <a:lnTo>
                  <a:pt x="1031456" y="810711"/>
                </a:lnTo>
                <a:lnTo>
                  <a:pt x="1032186" y="815735"/>
                </a:lnTo>
                <a:lnTo>
                  <a:pt x="1032916" y="837866"/>
                </a:lnTo>
                <a:lnTo>
                  <a:pt x="1034376" y="836928"/>
                </a:lnTo>
                <a:lnTo>
                  <a:pt x="1036566" y="814494"/>
                </a:lnTo>
                <a:lnTo>
                  <a:pt x="1037296" y="826388"/>
                </a:lnTo>
                <a:lnTo>
                  <a:pt x="1038756" y="820288"/>
                </a:lnTo>
                <a:lnTo>
                  <a:pt x="1039486" y="825711"/>
                </a:lnTo>
                <a:lnTo>
                  <a:pt x="1040216" y="824753"/>
                </a:lnTo>
                <a:lnTo>
                  <a:pt x="1042406" y="825910"/>
                </a:lnTo>
                <a:lnTo>
                  <a:pt x="1043866" y="810962"/>
                </a:lnTo>
                <a:lnTo>
                  <a:pt x="1048246" y="835500"/>
                </a:lnTo>
                <a:lnTo>
                  <a:pt x="1048976" y="815243"/>
                </a:lnTo>
                <a:lnTo>
                  <a:pt x="1051166" y="818305"/>
                </a:lnTo>
                <a:lnTo>
                  <a:pt x="1054816" y="769005"/>
                </a:lnTo>
                <a:lnTo>
                  <a:pt x="1055546" y="779558"/>
                </a:lnTo>
                <a:lnTo>
                  <a:pt x="1056276" y="806276"/>
                </a:lnTo>
                <a:lnTo>
                  <a:pt x="1058466" y="793255"/>
                </a:lnTo>
                <a:lnTo>
                  <a:pt x="1059926" y="789856"/>
                </a:lnTo>
                <a:lnTo>
                  <a:pt x="1060656" y="829243"/>
                </a:lnTo>
                <a:lnTo>
                  <a:pt x="1062116" y="773945"/>
                </a:lnTo>
                <a:lnTo>
                  <a:pt x="1064306" y="799223"/>
                </a:lnTo>
                <a:lnTo>
                  <a:pt x="1065035" y="779952"/>
                </a:lnTo>
                <a:lnTo>
                  <a:pt x="1067225" y="783771"/>
                </a:lnTo>
                <a:lnTo>
                  <a:pt x="1070145" y="843998"/>
                </a:lnTo>
                <a:lnTo>
                  <a:pt x="1071605" y="768354"/>
                </a:lnTo>
                <a:lnTo>
                  <a:pt x="1073065" y="803209"/>
                </a:lnTo>
                <a:lnTo>
                  <a:pt x="1073795" y="800037"/>
                </a:lnTo>
                <a:lnTo>
                  <a:pt x="1075255" y="819314"/>
                </a:lnTo>
                <a:lnTo>
                  <a:pt x="1076715" y="772905"/>
                </a:lnTo>
                <a:lnTo>
                  <a:pt x="1078175" y="793731"/>
                </a:lnTo>
                <a:lnTo>
                  <a:pt x="1081095" y="765139"/>
                </a:lnTo>
                <a:lnTo>
                  <a:pt x="1081825" y="768133"/>
                </a:lnTo>
                <a:lnTo>
                  <a:pt x="1082555" y="796023"/>
                </a:lnTo>
                <a:lnTo>
                  <a:pt x="1084015" y="778610"/>
                </a:lnTo>
                <a:lnTo>
                  <a:pt x="1084745" y="755532"/>
                </a:lnTo>
                <a:lnTo>
                  <a:pt x="1086935" y="765622"/>
                </a:lnTo>
                <a:lnTo>
                  <a:pt x="1087665" y="764768"/>
                </a:lnTo>
                <a:lnTo>
                  <a:pt x="1088395" y="771113"/>
                </a:lnTo>
                <a:lnTo>
                  <a:pt x="1089855" y="744685"/>
                </a:lnTo>
                <a:lnTo>
                  <a:pt x="1091315" y="748042"/>
                </a:lnTo>
                <a:lnTo>
                  <a:pt x="1092775" y="749986"/>
                </a:lnTo>
                <a:lnTo>
                  <a:pt x="1094234" y="728673"/>
                </a:lnTo>
                <a:lnTo>
                  <a:pt x="1094964" y="733013"/>
                </a:lnTo>
                <a:lnTo>
                  <a:pt x="1097884" y="772369"/>
                </a:lnTo>
                <a:lnTo>
                  <a:pt x="1098614" y="731269"/>
                </a:lnTo>
                <a:lnTo>
                  <a:pt x="1100074" y="758958"/>
                </a:lnTo>
                <a:lnTo>
                  <a:pt x="1102264" y="793539"/>
                </a:lnTo>
                <a:lnTo>
                  <a:pt x="1102994" y="777419"/>
                </a:lnTo>
                <a:lnTo>
                  <a:pt x="1105184" y="736681"/>
                </a:lnTo>
                <a:lnTo>
                  <a:pt x="1107374" y="803538"/>
                </a:lnTo>
                <a:lnTo>
                  <a:pt x="1108104" y="802933"/>
                </a:lnTo>
                <a:lnTo>
                  <a:pt x="1109564" y="740277"/>
                </a:lnTo>
                <a:lnTo>
                  <a:pt x="1110294" y="762480"/>
                </a:lnTo>
                <a:lnTo>
                  <a:pt x="1112484" y="828622"/>
                </a:lnTo>
                <a:lnTo>
                  <a:pt x="1113214" y="781493"/>
                </a:lnTo>
                <a:lnTo>
                  <a:pt x="1113944" y="789961"/>
                </a:lnTo>
                <a:lnTo>
                  <a:pt x="1115404" y="747693"/>
                </a:lnTo>
                <a:lnTo>
                  <a:pt x="1116134" y="787878"/>
                </a:lnTo>
                <a:lnTo>
                  <a:pt x="1118324" y="813307"/>
                </a:lnTo>
                <a:lnTo>
                  <a:pt x="1121974" y="745575"/>
                </a:lnTo>
                <a:lnTo>
                  <a:pt x="1122703" y="739488"/>
                </a:lnTo>
                <a:lnTo>
                  <a:pt x="1124163" y="813274"/>
                </a:lnTo>
                <a:lnTo>
                  <a:pt x="1124893" y="747568"/>
                </a:lnTo>
                <a:lnTo>
                  <a:pt x="1126353" y="744866"/>
                </a:lnTo>
                <a:lnTo>
                  <a:pt x="1127083" y="733701"/>
                </a:lnTo>
                <a:lnTo>
                  <a:pt x="1130003" y="835211"/>
                </a:lnTo>
                <a:lnTo>
                  <a:pt x="1130733" y="817045"/>
                </a:lnTo>
                <a:lnTo>
                  <a:pt x="1134383" y="728433"/>
                </a:lnTo>
                <a:lnTo>
                  <a:pt x="1136573" y="803196"/>
                </a:lnTo>
                <a:lnTo>
                  <a:pt x="1137303" y="755502"/>
                </a:lnTo>
                <a:lnTo>
                  <a:pt x="1139493" y="683554"/>
                </a:lnTo>
                <a:lnTo>
                  <a:pt x="1140223" y="683790"/>
                </a:lnTo>
                <a:lnTo>
                  <a:pt x="1143873" y="873081"/>
                </a:lnTo>
                <a:lnTo>
                  <a:pt x="1144603" y="826640"/>
                </a:lnTo>
                <a:lnTo>
                  <a:pt x="1146063" y="736326"/>
                </a:lnTo>
                <a:lnTo>
                  <a:pt x="1146793" y="752793"/>
                </a:lnTo>
                <a:lnTo>
                  <a:pt x="1147523" y="812145"/>
                </a:lnTo>
                <a:lnTo>
                  <a:pt x="1148983" y="779226"/>
                </a:lnTo>
                <a:lnTo>
                  <a:pt x="1150443" y="749548"/>
                </a:lnTo>
                <a:lnTo>
                  <a:pt x="1153362" y="809110"/>
                </a:lnTo>
                <a:lnTo>
                  <a:pt x="1156282" y="736846"/>
                </a:lnTo>
                <a:lnTo>
                  <a:pt x="1157012" y="796523"/>
                </a:lnTo>
                <a:lnTo>
                  <a:pt x="1159202" y="784865"/>
                </a:lnTo>
                <a:lnTo>
                  <a:pt x="1159932" y="756301"/>
                </a:lnTo>
                <a:lnTo>
                  <a:pt x="1161392" y="787123"/>
                </a:lnTo>
                <a:lnTo>
                  <a:pt x="1162122" y="771488"/>
                </a:lnTo>
                <a:lnTo>
                  <a:pt x="1163582" y="830156"/>
                </a:lnTo>
                <a:lnTo>
                  <a:pt x="1164312" y="815895"/>
                </a:lnTo>
                <a:lnTo>
                  <a:pt x="1165772" y="756031"/>
                </a:lnTo>
                <a:lnTo>
                  <a:pt x="1167232" y="757908"/>
                </a:lnTo>
                <a:lnTo>
                  <a:pt x="1167962" y="734681"/>
                </a:lnTo>
                <a:lnTo>
                  <a:pt x="1168692" y="783906"/>
                </a:lnTo>
                <a:lnTo>
                  <a:pt x="1170882" y="869642"/>
                </a:lnTo>
                <a:lnTo>
                  <a:pt x="1171612" y="727738"/>
                </a:lnTo>
                <a:lnTo>
                  <a:pt x="1173802" y="742940"/>
                </a:lnTo>
                <a:lnTo>
                  <a:pt x="1176722" y="818647"/>
                </a:lnTo>
                <a:lnTo>
                  <a:pt x="1177452" y="797450"/>
                </a:lnTo>
                <a:lnTo>
                  <a:pt x="1179642" y="750972"/>
                </a:lnTo>
                <a:lnTo>
                  <a:pt x="1180371" y="762068"/>
                </a:lnTo>
                <a:lnTo>
                  <a:pt x="1181831" y="761644"/>
                </a:lnTo>
                <a:lnTo>
                  <a:pt x="1184751" y="857704"/>
                </a:lnTo>
                <a:lnTo>
                  <a:pt x="1188401" y="727578"/>
                </a:lnTo>
                <a:lnTo>
                  <a:pt x="1189131" y="735057"/>
                </a:lnTo>
                <a:lnTo>
                  <a:pt x="1190591" y="831342"/>
                </a:lnTo>
                <a:lnTo>
                  <a:pt x="1192051" y="820118"/>
                </a:lnTo>
                <a:lnTo>
                  <a:pt x="1194241" y="749225"/>
                </a:lnTo>
                <a:lnTo>
                  <a:pt x="1194971" y="775947"/>
                </a:lnTo>
                <a:lnTo>
                  <a:pt x="1195701" y="820370"/>
                </a:lnTo>
                <a:lnTo>
                  <a:pt x="1197891" y="816579"/>
                </a:lnTo>
                <a:lnTo>
                  <a:pt x="1199351" y="762480"/>
                </a:lnTo>
                <a:lnTo>
                  <a:pt x="1200081" y="785377"/>
                </a:lnTo>
                <a:lnTo>
                  <a:pt x="1200811" y="809963"/>
                </a:lnTo>
                <a:lnTo>
                  <a:pt x="1201541" y="771377"/>
                </a:lnTo>
                <a:lnTo>
                  <a:pt x="1202271" y="773188"/>
                </a:lnTo>
                <a:lnTo>
                  <a:pt x="1203731" y="749090"/>
                </a:lnTo>
                <a:lnTo>
                  <a:pt x="1205191" y="801032"/>
                </a:lnTo>
                <a:lnTo>
                  <a:pt x="1206651" y="790421"/>
                </a:lnTo>
                <a:lnTo>
                  <a:pt x="1207381" y="756887"/>
                </a:lnTo>
                <a:lnTo>
                  <a:pt x="1208840" y="786030"/>
                </a:lnTo>
                <a:lnTo>
                  <a:pt x="1209570" y="784872"/>
                </a:lnTo>
                <a:lnTo>
                  <a:pt x="1210300" y="735900"/>
                </a:lnTo>
                <a:lnTo>
                  <a:pt x="1211760" y="767437"/>
                </a:lnTo>
                <a:lnTo>
                  <a:pt x="1213950" y="789194"/>
                </a:lnTo>
                <a:lnTo>
                  <a:pt x="1214680" y="775045"/>
                </a:lnTo>
                <a:lnTo>
                  <a:pt x="1216870" y="706704"/>
                </a:lnTo>
                <a:lnTo>
                  <a:pt x="1217600" y="760445"/>
                </a:lnTo>
                <a:lnTo>
                  <a:pt x="1218330" y="761844"/>
                </a:lnTo>
                <a:lnTo>
                  <a:pt x="1219060" y="778890"/>
                </a:lnTo>
                <a:lnTo>
                  <a:pt x="1220520" y="712518"/>
                </a:lnTo>
                <a:lnTo>
                  <a:pt x="1221250" y="782909"/>
                </a:lnTo>
                <a:lnTo>
                  <a:pt x="1221980" y="744657"/>
                </a:lnTo>
                <a:lnTo>
                  <a:pt x="1223440" y="696785"/>
                </a:lnTo>
                <a:lnTo>
                  <a:pt x="1224170" y="697578"/>
                </a:lnTo>
                <a:lnTo>
                  <a:pt x="1226360" y="791614"/>
                </a:lnTo>
                <a:lnTo>
                  <a:pt x="1227090" y="787232"/>
                </a:lnTo>
                <a:lnTo>
                  <a:pt x="1227820" y="696247"/>
                </a:lnTo>
                <a:lnTo>
                  <a:pt x="1230010" y="718559"/>
                </a:lnTo>
                <a:lnTo>
                  <a:pt x="1230740" y="723834"/>
                </a:lnTo>
                <a:lnTo>
                  <a:pt x="1232200" y="755056"/>
                </a:lnTo>
                <a:lnTo>
                  <a:pt x="1233660" y="753383"/>
                </a:lnTo>
                <a:lnTo>
                  <a:pt x="1234390" y="756049"/>
                </a:lnTo>
                <a:lnTo>
                  <a:pt x="1236580" y="658777"/>
                </a:lnTo>
                <a:lnTo>
                  <a:pt x="1237310" y="666296"/>
                </a:lnTo>
                <a:lnTo>
                  <a:pt x="1238769" y="768557"/>
                </a:lnTo>
                <a:lnTo>
                  <a:pt x="1240229" y="706521"/>
                </a:lnTo>
                <a:lnTo>
                  <a:pt x="1240959" y="668952"/>
                </a:lnTo>
                <a:lnTo>
                  <a:pt x="1241689" y="696556"/>
                </a:lnTo>
                <a:lnTo>
                  <a:pt x="1242419" y="754271"/>
                </a:lnTo>
                <a:lnTo>
                  <a:pt x="1243879" y="726872"/>
                </a:lnTo>
                <a:lnTo>
                  <a:pt x="1245339" y="728256"/>
                </a:lnTo>
                <a:lnTo>
                  <a:pt x="1247529" y="685818"/>
                </a:lnTo>
                <a:lnTo>
                  <a:pt x="1248989" y="721826"/>
                </a:lnTo>
                <a:lnTo>
                  <a:pt x="1250449" y="702313"/>
                </a:lnTo>
                <a:lnTo>
                  <a:pt x="1252639" y="677598"/>
                </a:lnTo>
                <a:lnTo>
                  <a:pt x="1253369" y="724004"/>
                </a:lnTo>
                <a:lnTo>
                  <a:pt x="1254829" y="681714"/>
                </a:lnTo>
                <a:lnTo>
                  <a:pt x="1255559" y="672191"/>
                </a:lnTo>
                <a:lnTo>
                  <a:pt x="1256289" y="691090"/>
                </a:lnTo>
                <a:lnTo>
                  <a:pt x="1257019" y="690725"/>
                </a:lnTo>
                <a:lnTo>
                  <a:pt x="1258479" y="695195"/>
                </a:lnTo>
                <a:lnTo>
                  <a:pt x="1259939" y="668278"/>
                </a:lnTo>
                <a:lnTo>
                  <a:pt x="1260669" y="687085"/>
                </a:lnTo>
                <a:lnTo>
                  <a:pt x="1262129" y="668093"/>
                </a:lnTo>
                <a:lnTo>
                  <a:pt x="1263589" y="700965"/>
                </a:lnTo>
                <a:lnTo>
                  <a:pt x="1265779" y="649777"/>
                </a:lnTo>
                <a:lnTo>
                  <a:pt x="1267238" y="671027"/>
                </a:lnTo>
                <a:lnTo>
                  <a:pt x="1267968" y="665086"/>
                </a:lnTo>
                <a:lnTo>
                  <a:pt x="1268698" y="673983"/>
                </a:lnTo>
                <a:lnTo>
                  <a:pt x="1269428" y="667954"/>
                </a:lnTo>
                <a:lnTo>
                  <a:pt x="1270158" y="688915"/>
                </a:lnTo>
                <a:lnTo>
                  <a:pt x="1270888" y="648983"/>
                </a:lnTo>
                <a:lnTo>
                  <a:pt x="1272348" y="590082"/>
                </a:lnTo>
                <a:lnTo>
                  <a:pt x="1274538" y="615662"/>
                </a:lnTo>
                <a:lnTo>
                  <a:pt x="1275998" y="668281"/>
                </a:lnTo>
                <a:lnTo>
                  <a:pt x="1277458" y="640376"/>
                </a:lnTo>
                <a:lnTo>
                  <a:pt x="1278918" y="593597"/>
                </a:lnTo>
                <a:lnTo>
                  <a:pt x="1280378" y="619097"/>
                </a:lnTo>
                <a:lnTo>
                  <a:pt x="1282568" y="640535"/>
                </a:lnTo>
                <a:lnTo>
                  <a:pt x="1284028" y="605606"/>
                </a:lnTo>
                <a:lnTo>
                  <a:pt x="1285488" y="619194"/>
                </a:lnTo>
                <a:lnTo>
                  <a:pt x="1287678" y="659558"/>
                </a:lnTo>
                <a:lnTo>
                  <a:pt x="1289138" y="599210"/>
                </a:lnTo>
                <a:lnTo>
                  <a:pt x="1290598" y="607135"/>
                </a:lnTo>
                <a:lnTo>
                  <a:pt x="1293518" y="634149"/>
                </a:lnTo>
                <a:lnTo>
                  <a:pt x="1296437" y="522536"/>
                </a:lnTo>
                <a:lnTo>
                  <a:pt x="1297167" y="583920"/>
                </a:lnTo>
                <a:lnTo>
                  <a:pt x="1298627" y="554537"/>
                </a:lnTo>
                <a:lnTo>
                  <a:pt x="1300087" y="578068"/>
                </a:lnTo>
                <a:lnTo>
                  <a:pt x="1301547" y="537215"/>
                </a:lnTo>
                <a:lnTo>
                  <a:pt x="1307387" y="634778"/>
                </a:lnTo>
                <a:lnTo>
                  <a:pt x="1303737" y="533078"/>
                </a:lnTo>
                <a:lnTo>
                  <a:pt x="1308117" y="617079"/>
                </a:lnTo>
                <a:lnTo>
                  <a:pt x="1309577" y="516481"/>
                </a:lnTo>
                <a:lnTo>
                  <a:pt x="1310307" y="537750"/>
                </a:lnTo>
                <a:lnTo>
                  <a:pt x="1311767" y="612110"/>
                </a:lnTo>
                <a:lnTo>
                  <a:pt x="1312497" y="569782"/>
                </a:lnTo>
                <a:lnTo>
                  <a:pt x="1314687" y="478598"/>
                </a:lnTo>
                <a:lnTo>
                  <a:pt x="1315417" y="531819"/>
                </a:lnTo>
                <a:lnTo>
                  <a:pt x="1318337" y="673898"/>
                </a:lnTo>
                <a:lnTo>
                  <a:pt x="1319067" y="627142"/>
                </a:lnTo>
                <a:lnTo>
                  <a:pt x="1321257" y="564688"/>
                </a:lnTo>
                <a:lnTo>
                  <a:pt x="1321987" y="663779"/>
                </a:lnTo>
                <a:lnTo>
                  <a:pt x="1323447" y="599401"/>
                </a:lnTo>
                <a:lnTo>
                  <a:pt x="1324176" y="601786"/>
                </a:lnTo>
                <a:lnTo>
                  <a:pt x="1326366" y="524260"/>
                </a:lnTo>
                <a:lnTo>
                  <a:pt x="1327096" y="525509"/>
                </a:lnTo>
                <a:lnTo>
                  <a:pt x="1330016" y="597421"/>
                </a:lnTo>
                <a:lnTo>
                  <a:pt x="1332206" y="545854"/>
                </a:lnTo>
                <a:lnTo>
                  <a:pt x="1333666" y="603377"/>
                </a:lnTo>
                <a:lnTo>
                  <a:pt x="1335126" y="593271"/>
                </a:lnTo>
                <a:lnTo>
                  <a:pt x="1336586" y="525229"/>
                </a:lnTo>
                <a:lnTo>
                  <a:pt x="1337316" y="555663"/>
                </a:lnTo>
                <a:lnTo>
                  <a:pt x="1338776" y="553633"/>
                </a:lnTo>
                <a:lnTo>
                  <a:pt x="1340236" y="638833"/>
                </a:lnTo>
                <a:lnTo>
                  <a:pt x="1341696" y="646001"/>
                </a:lnTo>
                <a:lnTo>
                  <a:pt x="1343156" y="564100"/>
                </a:lnTo>
                <a:lnTo>
                  <a:pt x="1343886" y="626225"/>
                </a:lnTo>
                <a:lnTo>
                  <a:pt x="1345346" y="614856"/>
                </a:lnTo>
                <a:lnTo>
                  <a:pt x="1348266" y="571448"/>
                </a:lnTo>
                <a:lnTo>
                  <a:pt x="1348996" y="580726"/>
                </a:lnTo>
                <a:lnTo>
                  <a:pt x="1349726" y="576898"/>
                </a:lnTo>
                <a:lnTo>
                  <a:pt x="1351186" y="554501"/>
                </a:lnTo>
                <a:lnTo>
                  <a:pt x="1352646" y="625940"/>
                </a:lnTo>
                <a:lnTo>
                  <a:pt x="1353375" y="576735"/>
                </a:lnTo>
                <a:lnTo>
                  <a:pt x="1354105" y="504601"/>
                </a:lnTo>
                <a:lnTo>
                  <a:pt x="1355565" y="599924"/>
                </a:lnTo>
                <a:lnTo>
                  <a:pt x="1356295" y="511253"/>
                </a:lnTo>
                <a:lnTo>
                  <a:pt x="1357755" y="533994"/>
                </a:lnTo>
                <a:lnTo>
                  <a:pt x="1359215" y="484106"/>
                </a:lnTo>
                <a:lnTo>
                  <a:pt x="1361405" y="632927"/>
                </a:lnTo>
                <a:lnTo>
                  <a:pt x="1362865" y="582571"/>
                </a:lnTo>
                <a:lnTo>
                  <a:pt x="1363595" y="475777"/>
                </a:lnTo>
                <a:lnTo>
                  <a:pt x="1365785" y="536083"/>
                </a:lnTo>
                <a:lnTo>
                  <a:pt x="1367245" y="567998"/>
                </a:lnTo>
                <a:lnTo>
                  <a:pt x="1367975" y="556555"/>
                </a:lnTo>
                <a:lnTo>
                  <a:pt x="1369435" y="470669"/>
                </a:lnTo>
                <a:lnTo>
                  <a:pt x="1370895" y="535008"/>
                </a:lnTo>
                <a:lnTo>
                  <a:pt x="1372355" y="553242"/>
                </a:lnTo>
                <a:lnTo>
                  <a:pt x="1373085" y="546864"/>
                </a:lnTo>
                <a:lnTo>
                  <a:pt x="1373815" y="503763"/>
                </a:lnTo>
                <a:lnTo>
                  <a:pt x="1374545" y="530234"/>
                </a:lnTo>
                <a:lnTo>
                  <a:pt x="1375275" y="586969"/>
                </a:lnTo>
                <a:lnTo>
                  <a:pt x="1376005" y="470692"/>
                </a:lnTo>
                <a:lnTo>
                  <a:pt x="1376735" y="508148"/>
                </a:lnTo>
                <a:lnTo>
                  <a:pt x="1378195" y="522574"/>
                </a:lnTo>
                <a:lnTo>
                  <a:pt x="1379655" y="488562"/>
                </a:lnTo>
                <a:lnTo>
                  <a:pt x="1380385" y="536367"/>
                </a:lnTo>
                <a:lnTo>
                  <a:pt x="1381115" y="448531"/>
                </a:lnTo>
                <a:lnTo>
                  <a:pt x="1381844" y="417702"/>
                </a:lnTo>
                <a:lnTo>
                  <a:pt x="1382574" y="460074"/>
                </a:lnTo>
                <a:lnTo>
                  <a:pt x="1385494" y="552527"/>
                </a:lnTo>
                <a:lnTo>
                  <a:pt x="1386954" y="430151"/>
                </a:lnTo>
                <a:lnTo>
                  <a:pt x="1387684" y="456317"/>
                </a:lnTo>
                <a:lnTo>
                  <a:pt x="1390604" y="665308"/>
                </a:lnTo>
                <a:lnTo>
                  <a:pt x="1393524" y="490033"/>
                </a:lnTo>
                <a:lnTo>
                  <a:pt x="1397174" y="630831"/>
                </a:lnTo>
                <a:lnTo>
                  <a:pt x="1400824" y="440000"/>
                </a:lnTo>
                <a:lnTo>
                  <a:pt x="1402284" y="537696"/>
                </a:lnTo>
                <a:lnTo>
                  <a:pt x="1403744" y="522095"/>
                </a:lnTo>
                <a:lnTo>
                  <a:pt x="1404474" y="635372"/>
                </a:lnTo>
                <a:lnTo>
                  <a:pt x="1405934" y="499270"/>
                </a:lnTo>
                <a:lnTo>
                  <a:pt x="1410314" y="610696"/>
                </a:lnTo>
                <a:lnTo>
                  <a:pt x="1411043" y="607942"/>
                </a:lnTo>
                <a:lnTo>
                  <a:pt x="1411773" y="546924"/>
                </a:lnTo>
                <a:lnTo>
                  <a:pt x="1413233" y="555323"/>
                </a:lnTo>
                <a:lnTo>
                  <a:pt x="1413963" y="633515"/>
                </a:lnTo>
                <a:lnTo>
                  <a:pt x="1415423" y="587775"/>
                </a:lnTo>
                <a:lnTo>
                  <a:pt x="1416883" y="496581"/>
                </a:lnTo>
                <a:lnTo>
                  <a:pt x="1417613" y="580124"/>
                </a:lnTo>
                <a:lnTo>
                  <a:pt x="1418343" y="586540"/>
                </a:lnTo>
                <a:lnTo>
                  <a:pt x="1419803" y="673559"/>
                </a:lnTo>
                <a:lnTo>
                  <a:pt x="1421993" y="637707"/>
                </a:lnTo>
                <a:lnTo>
                  <a:pt x="1423453" y="541623"/>
                </a:lnTo>
                <a:lnTo>
                  <a:pt x="1424183" y="544679"/>
                </a:lnTo>
                <a:lnTo>
                  <a:pt x="1425643" y="662760"/>
                </a:lnTo>
                <a:lnTo>
                  <a:pt x="1427103" y="647298"/>
                </a:lnTo>
                <a:lnTo>
                  <a:pt x="1432213" y="555139"/>
                </a:lnTo>
                <a:lnTo>
                  <a:pt x="1434403" y="630275"/>
                </a:lnTo>
                <a:lnTo>
                  <a:pt x="1435133" y="599580"/>
                </a:lnTo>
                <a:lnTo>
                  <a:pt x="1437323" y="550093"/>
                </a:lnTo>
                <a:lnTo>
                  <a:pt x="1438053" y="461763"/>
                </a:lnTo>
                <a:lnTo>
                  <a:pt x="1439512" y="574219"/>
                </a:lnTo>
                <a:lnTo>
                  <a:pt x="1440972" y="611526"/>
                </a:lnTo>
                <a:lnTo>
                  <a:pt x="1442432" y="640998"/>
                </a:lnTo>
                <a:lnTo>
                  <a:pt x="1443162" y="539790"/>
                </a:lnTo>
                <a:lnTo>
                  <a:pt x="1445352" y="597021"/>
                </a:lnTo>
                <a:lnTo>
                  <a:pt x="1446082" y="649112"/>
                </a:lnTo>
                <a:lnTo>
                  <a:pt x="1447542" y="571095"/>
                </a:lnTo>
                <a:lnTo>
                  <a:pt x="1449002" y="508223"/>
                </a:lnTo>
                <a:lnTo>
                  <a:pt x="1450462" y="532079"/>
                </a:lnTo>
                <a:lnTo>
                  <a:pt x="1453382" y="659751"/>
                </a:lnTo>
                <a:lnTo>
                  <a:pt x="1454842" y="514259"/>
                </a:lnTo>
                <a:lnTo>
                  <a:pt x="1456302" y="528256"/>
                </a:lnTo>
                <a:lnTo>
                  <a:pt x="1459222" y="725476"/>
                </a:lnTo>
                <a:lnTo>
                  <a:pt x="1459952" y="684957"/>
                </a:lnTo>
                <a:lnTo>
                  <a:pt x="1461412" y="550448"/>
                </a:lnTo>
                <a:lnTo>
                  <a:pt x="1462872" y="622856"/>
                </a:lnTo>
                <a:lnTo>
                  <a:pt x="1463602" y="617906"/>
                </a:lnTo>
                <a:lnTo>
                  <a:pt x="1465792" y="561511"/>
                </a:lnTo>
                <a:lnTo>
                  <a:pt x="1468711" y="686430"/>
                </a:lnTo>
                <a:lnTo>
                  <a:pt x="1470171" y="571772"/>
                </a:lnTo>
                <a:lnTo>
                  <a:pt x="1471631" y="607197"/>
                </a:lnTo>
                <a:lnTo>
                  <a:pt x="1472361" y="572092"/>
                </a:lnTo>
                <a:lnTo>
                  <a:pt x="1473091" y="611643"/>
                </a:lnTo>
                <a:lnTo>
                  <a:pt x="1473822" y="647459"/>
                </a:lnTo>
                <a:lnTo>
                  <a:pt x="1474552" y="599770"/>
                </a:lnTo>
                <a:lnTo>
                  <a:pt x="1475281" y="586157"/>
                </a:lnTo>
                <a:lnTo>
                  <a:pt x="1476011" y="638494"/>
                </a:lnTo>
                <a:lnTo>
                  <a:pt x="1477472" y="596866"/>
                </a:lnTo>
                <a:lnTo>
                  <a:pt x="1478202" y="581335"/>
                </a:lnTo>
                <a:lnTo>
                  <a:pt x="1478931" y="622295"/>
                </a:lnTo>
                <a:lnTo>
                  <a:pt x="1480392" y="588367"/>
                </a:lnTo>
                <a:lnTo>
                  <a:pt x="1481122" y="572939"/>
                </a:lnTo>
                <a:lnTo>
                  <a:pt x="1481852" y="605156"/>
                </a:lnTo>
                <a:lnTo>
                  <a:pt x="1482581" y="595634"/>
                </a:lnTo>
                <a:lnTo>
                  <a:pt x="1483312" y="591072"/>
                </a:lnTo>
                <a:lnTo>
                  <a:pt x="1484042" y="591763"/>
                </a:lnTo>
                <a:lnTo>
                  <a:pt x="1486962" y="562189"/>
                </a:lnTo>
                <a:lnTo>
                  <a:pt x="1487692" y="561777"/>
                </a:lnTo>
                <a:lnTo>
                  <a:pt x="1489151" y="659349"/>
                </a:lnTo>
                <a:lnTo>
                  <a:pt x="1490611" y="633018"/>
                </a:lnTo>
                <a:lnTo>
                  <a:pt x="1491341" y="644563"/>
                </a:lnTo>
                <a:lnTo>
                  <a:pt x="1492071" y="538379"/>
                </a:lnTo>
                <a:lnTo>
                  <a:pt x="1494261" y="564700"/>
                </a:lnTo>
                <a:lnTo>
                  <a:pt x="1495721" y="541244"/>
                </a:lnTo>
                <a:lnTo>
                  <a:pt x="1496451" y="567339"/>
                </a:lnTo>
                <a:lnTo>
                  <a:pt x="1498641" y="618871"/>
                </a:lnTo>
                <a:lnTo>
                  <a:pt x="1502291" y="502273"/>
                </a:lnTo>
                <a:lnTo>
                  <a:pt x="1505211" y="575579"/>
                </a:lnTo>
                <a:lnTo>
                  <a:pt x="1508131" y="406765"/>
                </a:lnTo>
                <a:lnTo>
                  <a:pt x="1508861" y="436828"/>
                </a:lnTo>
                <a:lnTo>
                  <a:pt x="1510321" y="581668"/>
                </a:lnTo>
                <a:lnTo>
                  <a:pt x="1511781" y="514518"/>
                </a:lnTo>
                <a:lnTo>
                  <a:pt x="1516891" y="375274"/>
                </a:lnTo>
                <a:lnTo>
                  <a:pt x="1519080" y="469936"/>
                </a:lnTo>
                <a:lnTo>
                  <a:pt x="1519810" y="421635"/>
                </a:lnTo>
                <a:lnTo>
                  <a:pt x="1523460" y="346027"/>
                </a:lnTo>
                <a:lnTo>
                  <a:pt x="1526380" y="391247"/>
                </a:lnTo>
                <a:lnTo>
                  <a:pt x="1527840" y="325355"/>
                </a:lnTo>
                <a:lnTo>
                  <a:pt x="1529300" y="367396"/>
                </a:lnTo>
                <a:lnTo>
                  <a:pt x="1530030" y="362155"/>
                </a:lnTo>
                <a:lnTo>
                  <a:pt x="1533680" y="283336"/>
                </a:lnTo>
                <a:lnTo>
                  <a:pt x="1534410" y="279672"/>
                </a:lnTo>
                <a:lnTo>
                  <a:pt x="1536600" y="340667"/>
                </a:lnTo>
                <a:lnTo>
                  <a:pt x="1537330" y="297694"/>
                </a:lnTo>
                <a:lnTo>
                  <a:pt x="1540250" y="238990"/>
                </a:lnTo>
                <a:lnTo>
                  <a:pt x="1540980" y="282413"/>
                </a:lnTo>
                <a:lnTo>
                  <a:pt x="1542440" y="276689"/>
                </a:lnTo>
                <a:lnTo>
                  <a:pt x="1545360" y="203218"/>
                </a:lnTo>
                <a:lnTo>
                  <a:pt x="1546090" y="222239"/>
                </a:lnTo>
                <a:lnTo>
                  <a:pt x="1546819" y="242822"/>
                </a:lnTo>
                <a:lnTo>
                  <a:pt x="1548279" y="219508"/>
                </a:lnTo>
                <a:lnTo>
                  <a:pt x="1549009" y="210901"/>
                </a:lnTo>
                <a:lnTo>
                  <a:pt x="1550469" y="145002"/>
                </a:lnTo>
                <a:lnTo>
                  <a:pt x="1551199" y="168578"/>
                </a:lnTo>
                <a:lnTo>
                  <a:pt x="1553389" y="222932"/>
                </a:lnTo>
                <a:lnTo>
                  <a:pt x="1552659" y="154303"/>
                </a:lnTo>
                <a:lnTo>
                  <a:pt x="1554119" y="189367"/>
                </a:lnTo>
                <a:lnTo>
                  <a:pt x="1555579" y="121590"/>
                </a:lnTo>
                <a:lnTo>
                  <a:pt x="1557039" y="141903"/>
                </a:lnTo>
                <a:lnTo>
                  <a:pt x="1558499" y="116552"/>
                </a:lnTo>
                <a:lnTo>
                  <a:pt x="1559959" y="0"/>
                </a:lnTo>
                <a:lnTo>
                  <a:pt x="1560689" y="78505"/>
                </a:lnTo>
                <a:lnTo>
                  <a:pt x="1561419" y="96340"/>
                </a:lnTo>
                <a:lnTo>
                  <a:pt x="1562149" y="33893"/>
                </a:lnTo>
                <a:lnTo>
                  <a:pt x="1562879" y="120752"/>
                </a:lnTo>
                <a:lnTo>
                  <a:pt x="1563609" y="99830"/>
                </a:lnTo>
                <a:lnTo>
                  <a:pt x="1564339" y="206874"/>
                </a:lnTo>
                <a:lnTo>
                  <a:pt x="1565069" y="98248"/>
                </a:lnTo>
                <a:lnTo>
                  <a:pt x="1565799" y="17654"/>
                </a:lnTo>
                <a:lnTo>
                  <a:pt x="1567259" y="80195"/>
                </a:lnTo>
                <a:lnTo>
                  <a:pt x="1570909" y="238437"/>
                </a:lnTo>
                <a:lnTo>
                  <a:pt x="1571639" y="175234"/>
                </a:lnTo>
                <a:lnTo>
                  <a:pt x="1572369" y="106164"/>
                </a:lnTo>
                <a:lnTo>
                  <a:pt x="1573829" y="170483"/>
                </a:lnTo>
                <a:lnTo>
                  <a:pt x="1576748" y="346361"/>
                </a:lnTo>
                <a:lnTo>
                  <a:pt x="1578208" y="144447"/>
                </a:lnTo>
                <a:lnTo>
                  <a:pt x="1578938" y="231975"/>
                </a:lnTo>
                <a:lnTo>
                  <a:pt x="1581128" y="522086"/>
                </a:lnTo>
                <a:lnTo>
                  <a:pt x="1582588" y="209650"/>
                </a:lnTo>
                <a:lnTo>
                  <a:pt x="1584048" y="305024"/>
                </a:lnTo>
                <a:lnTo>
                  <a:pt x="1585508" y="431186"/>
                </a:lnTo>
                <a:lnTo>
                  <a:pt x="1586238" y="331372"/>
                </a:lnTo>
                <a:lnTo>
                  <a:pt x="1587698" y="172383"/>
                </a:lnTo>
                <a:lnTo>
                  <a:pt x="1588428" y="294806"/>
                </a:lnTo>
                <a:lnTo>
                  <a:pt x="1589158" y="341333"/>
                </a:lnTo>
                <a:lnTo>
                  <a:pt x="1589888" y="207601"/>
                </a:lnTo>
                <a:lnTo>
                  <a:pt x="1591348" y="326447"/>
                </a:lnTo>
                <a:lnTo>
                  <a:pt x="1592808" y="579093"/>
                </a:lnTo>
                <a:lnTo>
                  <a:pt x="1593538" y="485479"/>
                </a:lnTo>
                <a:lnTo>
                  <a:pt x="1594998" y="320750"/>
                </a:lnTo>
                <a:lnTo>
                  <a:pt x="1597188" y="357390"/>
                </a:lnTo>
                <a:lnTo>
                  <a:pt x="1599378" y="356701"/>
                </a:lnTo>
                <a:lnTo>
                  <a:pt x="1600838" y="561311"/>
                </a:lnTo>
                <a:lnTo>
                  <a:pt x="1603758" y="482855"/>
                </a:lnTo>
                <a:lnTo>
                  <a:pt x="1604487" y="498928"/>
                </a:lnTo>
                <a:lnTo>
                  <a:pt x="1605217" y="489548"/>
                </a:lnTo>
                <a:lnTo>
                  <a:pt x="1605947" y="440313"/>
                </a:lnTo>
                <a:lnTo>
                  <a:pt x="1607407" y="481832"/>
                </a:lnTo>
                <a:lnTo>
                  <a:pt x="1608137" y="482806"/>
                </a:lnTo>
                <a:lnTo>
                  <a:pt x="1610327" y="494503"/>
                </a:lnTo>
                <a:lnTo>
                  <a:pt x="1611057" y="490047"/>
                </a:lnTo>
                <a:lnTo>
                  <a:pt x="1611787" y="482723"/>
                </a:lnTo>
                <a:lnTo>
                  <a:pt x="1612517" y="495913"/>
                </a:lnTo>
                <a:lnTo>
                  <a:pt x="1613247" y="496342"/>
                </a:lnTo>
                <a:lnTo>
                  <a:pt x="1613977" y="490908"/>
                </a:lnTo>
                <a:lnTo>
                  <a:pt x="1618357" y="603927"/>
                </a:lnTo>
                <a:lnTo>
                  <a:pt x="1619087" y="584130"/>
                </a:lnTo>
                <a:lnTo>
                  <a:pt x="1620547" y="589586"/>
                </a:lnTo>
                <a:lnTo>
                  <a:pt x="1622007" y="546803"/>
                </a:lnTo>
                <a:lnTo>
                  <a:pt x="1622737" y="573692"/>
                </a:lnTo>
                <a:lnTo>
                  <a:pt x="1624197" y="549914"/>
                </a:lnTo>
                <a:lnTo>
                  <a:pt x="1630767" y="495046"/>
                </a:lnTo>
                <a:lnTo>
                  <a:pt x="1631497" y="504626"/>
                </a:lnTo>
                <a:lnTo>
                  <a:pt x="1632227" y="516133"/>
                </a:lnTo>
                <a:lnTo>
                  <a:pt x="1632957" y="471441"/>
                </a:lnTo>
                <a:lnTo>
                  <a:pt x="1634416" y="490566"/>
                </a:lnTo>
                <a:lnTo>
                  <a:pt x="1635146" y="498691"/>
                </a:lnTo>
                <a:lnTo>
                  <a:pt x="1635876" y="484239"/>
                </a:lnTo>
                <a:lnTo>
                  <a:pt x="1636606" y="465065"/>
                </a:lnTo>
                <a:lnTo>
                  <a:pt x="1637336" y="498993"/>
                </a:lnTo>
                <a:lnTo>
                  <a:pt x="1638066" y="482068"/>
                </a:lnTo>
                <a:lnTo>
                  <a:pt x="1638796" y="488158"/>
                </a:lnTo>
                <a:lnTo>
                  <a:pt x="1639526" y="477662"/>
                </a:lnTo>
                <a:lnTo>
                  <a:pt x="1640986" y="426805"/>
                </a:lnTo>
                <a:lnTo>
                  <a:pt x="1642446" y="465690"/>
                </a:lnTo>
                <a:lnTo>
                  <a:pt x="1643906" y="495213"/>
                </a:lnTo>
                <a:lnTo>
                  <a:pt x="1645366" y="482515"/>
                </a:lnTo>
                <a:lnTo>
                  <a:pt x="1647556" y="403465"/>
                </a:lnTo>
                <a:lnTo>
                  <a:pt x="1648286" y="426967"/>
                </a:lnTo>
                <a:lnTo>
                  <a:pt x="1651206" y="500716"/>
                </a:lnTo>
                <a:lnTo>
                  <a:pt x="1653396" y="401316"/>
                </a:lnTo>
                <a:lnTo>
                  <a:pt x="1655586" y="429158"/>
                </a:lnTo>
                <a:lnTo>
                  <a:pt x="1656316" y="424125"/>
                </a:lnTo>
                <a:lnTo>
                  <a:pt x="1657046" y="431347"/>
                </a:lnTo>
                <a:lnTo>
                  <a:pt x="1658506" y="462006"/>
                </a:lnTo>
                <a:lnTo>
                  <a:pt x="1660696" y="404428"/>
                </a:lnTo>
                <a:lnTo>
                  <a:pt x="1661426" y="429169"/>
                </a:lnTo>
                <a:lnTo>
                  <a:pt x="1663615" y="486503"/>
                </a:lnTo>
                <a:lnTo>
                  <a:pt x="1664345" y="474992"/>
                </a:lnTo>
                <a:lnTo>
                  <a:pt x="1665805" y="385957"/>
                </a:lnTo>
                <a:lnTo>
                  <a:pt x="1666535" y="460729"/>
                </a:lnTo>
                <a:lnTo>
                  <a:pt x="1667265" y="469442"/>
                </a:lnTo>
                <a:lnTo>
                  <a:pt x="1667995" y="434851"/>
                </a:lnTo>
                <a:lnTo>
                  <a:pt x="1668725" y="447706"/>
                </a:lnTo>
                <a:lnTo>
                  <a:pt x="1669455" y="492170"/>
                </a:lnTo>
                <a:lnTo>
                  <a:pt x="1670915" y="431693"/>
                </a:lnTo>
                <a:lnTo>
                  <a:pt x="1672375" y="416984"/>
                </a:lnTo>
                <a:lnTo>
                  <a:pt x="1674565" y="464384"/>
                </a:lnTo>
                <a:lnTo>
                  <a:pt x="1675295" y="434973"/>
                </a:lnTo>
                <a:lnTo>
                  <a:pt x="1676025" y="425295"/>
                </a:lnTo>
                <a:lnTo>
                  <a:pt x="1676755" y="466161"/>
                </a:lnTo>
                <a:lnTo>
                  <a:pt x="1678215" y="437621"/>
                </a:lnTo>
                <a:lnTo>
                  <a:pt x="1679675" y="420168"/>
                </a:lnTo>
                <a:lnTo>
                  <a:pt x="1680405" y="436918"/>
                </a:lnTo>
                <a:lnTo>
                  <a:pt x="1681865" y="462237"/>
                </a:lnTo>
                <a:lnTo>
                  <a:pt x="1682595" y="415026"/>
                </a:lnTo>
                <a:lnTo>
                  <a:pt x="1683325" y="464775"/>
                </a:lnTo>
                <a:lnTo>
                  <a:pt x="1684055" y="441741"/>
                </a:lnTo>
                <a:lnTo>
                  <a:pt x="1685515" y="452167"/>
                </a:lnTo>
                <a:lnTo>
                  <a:pt x="1686245" y="420047"/>
                </a:lnTo>
                <a:lnTo>
                  <a:pt x="1687705" y="430535"/>
                </a:lnTo>
                <a:lnTo>
                  <a:pt x="1689165" y="477195"/>
                </a:lnTo>
                <a:lnTo>
                  <a:pt x="1692084" y="406263"/>
                </a:lnTo>
                <a:lnTo>
                  <a:pt x="1696464" y="483508"/>
                </a:lnTo>
                <a:lnTo>
                  <a:pt x="1697194" y="465596"/>
                </a:lnTo>
                <a:lnTo>
                  <a:pt x="1698654" y="429810"/>
                </a:lnTo>
                <a:lnTo>
                  <a:pt x="1700114" y="449116"/>
                </a:lnTo>
                <a:lnTo>
                  <a:pt x="1701574" y="472405"/>
                </a:lnTo>
                <a:lnTo>
                  <a:pt x="1702304" y="466617"/>
                </a:lnTo>
                <a:lnTo>
                  <a:pt x="1705954" y="436593"/>
                </a:lnTo>
                <a:lnTo>
                  <a:pt x="1708874" y="487880"/>
                </a:lnTo>
                <a:lnTo>
                  <a:pt x="1710334" y="408020"/>
                </a:lnTo>
                <a:lnTo>
                  <a:pt x="1711794" y="438428"/>
                </a:lnTo>
                <a:lnTo>
                  <a:pt x="1715444" y="486643"/>
                </a:lnTo>
                <a:lnTo>
                  <a:pt x="1716174" y="487943"/>
                </a:lnTo>
                <a:lnTo>
                  <a:pt x="1716904" y="454884"/>
                </a:lnTo>
                <a:lnTo>
                  <a:pt x="1718364" y="504798"/>
                </a:lnTo>
                <a:lnTo>
                  <a:pt x="1719094" y="462485"/>
                </a:lnTo>
                <a:lnTo>
                  <a:pt x="1719823" y="490488"/>
                </a:lnTo>
                <a:lnTo>
                  <a:pt x="1722013" y="475757"/>
                </a:lnTo>
                <a:lnTo>
                  <a:pt x="1722743" y="471296"/>
                </a:lnTo>
                <a:lnTo>
                  <a:pt x="1723473" y="501031"/>
                </a:lnTo>
                <a:lnTo>
                  <a:pt x="1724933" y="475839"/>
                </a:lnTo>
                <a:lnTo>
                  <a:pt x="1725663" y="448389"/>
                </a:lnTo>
                <a:lnTo>
                  <a:pt x="1727123" y="492196"/>
                </a:lnTo>
                <a:lnTo>
                  <a:pt x="1727853" y="502989"/>
                </a:lnTo>
                <a:lnTo>
                  <a:pt x="1728583" y="489935"/>
                </a:lnTo>
                <a:lnTo>
                  <a:pt x="1730773" y="475529"/>
                </a:lnTo>
                <a:lnTo>
                  <a:pt x="1735883" y="562849"/>
                </a:lnTo>
                <a:lnTo>
                  <a:pt x="1732963" y="467983"/>
                </a:lnTo>
                <a:lnTo>
                  <a:pt x="1736613" y="550228"/>
                </a:lnTo>
                <a:lnTo>
                  <a:pt x="1738803" y="492189"/>
                </a:lnTo>
                <a:lnTo>
                  <a:pt x="1739533" y="555380"/>
                </a:lnTo>
                <a:lnTo>
                  <a:pt x="1741723" y="527791"/>
                </a:lnTo>
                <a:lnTo>
                  <a:pt x="1745373" y="494668"/>
                </a:lnTo>
                <a:lnTo>
                  <a:pt x="1746833" y="563350"/>
                </a:lnTo>
                <a:lnTo>
                  <a:pt x="1748293" y="557052"/>
                </a:lnTo>
                <a:lnTo>
                  <a:pt x="1749752" y="525110"/>
                </a:lnTo>
                <a:lnTo>
                  <a:pt x="1752672" y="617516"/>
                </a:lnTo>
                <a:lnTo>
                  <a:pt x="1753402" y="539816"/>
                </a:lnTo>
                <a:lnTo>
                  <a:pt x="1754862" y="541556"/>
                </a:lnTo>
                <a:lnTo>
                  <a:pt x="1756322" y="539769"/>
                </a:lnTo>
                <a:lnTo>
                  <a:pt x="1757052" y="594003"/>
                </a:lnTo>
                <a:lnTo>
                  <a:pt x="1758512" y="548707"/>
                </a:lnTo>
                <a:lnTo>
                  <a:pt x="1759972" y="558863"/>
                </a:lnTo>
                <a:lnTo>
                  <a:pt x="1761432" y="549697"/>
                </a:lnTo>
                <a:lnTo>
                  <a:pt x="1764352" y="640662"/>
                </a:lnTo>
                <a:lnTo>
                  <a:pt x="1765812" y="559629"/>
                </a:lnTo>
                <a:lnTo>
                  <a:pt x="1767272" y="574914"/>
                </a:lnTo>
                <a:lnTo>
                  <a:pt x="1770922" y="556031"/>
                </a:lnTo>
                <a:lnTo>
                  <a:pt x="1774572" y="641813"/>
                </a:lnTo>
                <a:lnTo>
                  <a:pt x="1776032" y="584811"/>
                </a:lnTo>
                <a:lnTo>
                  <a:pt x="1776762" y="588890"/>
                </a:lnTo>
                <a:lnTo>
                  <a:pt x="1778221" y="644339"/>
                </a:lnTo>
                <a:lnTo>
                  <a:pt x="1779681" y="614480"/>
                </a:lnTo>
                <a:lnTo>
                  <a:pt x="1780411" y="544449"/>
                </a:lnTo>
                <a:lnTo>
                  <a:pt x="1781871" y="633596"/>
                </a:lnTo>
                <a:lnTo>
                  <a:pt x="1783331" y="647175"/>
                </a:lnTo>
                <a:lnTo>
                  <a:pt x="1785521" y="604990"/>
                </a:lnTo>
                <a:lnTo>
                  <a:pt x="1786251" y="623842"/>
                </a:lnTo>
                <a:lnTo>
                  <a:pt x="1786981" y="611780"/>
                </a:lnTo>
                <a:lnTo>
                  <a:pt x="1789901" y="549606"/>
                </a:lnTo>
                <a:lnTo>
                  <a:pt x="1792091" y="634035"/>
                </a:lnTo>
                <a:lnTo>
                  <a:pt x="1792821" y="575939"/>
                </a:lnTo>
                <a:lnTo>
                  <a:pt x="1793551" y="555687"/>
                </a:lnTo>
                <a:lnTo>
                  <a:pt x="1794281" y="605249"/>
                </a:lnTo>
                <a:lnTo>
                  <a:pt x="1795011" y="646069"/>
                </a:lnTo>
                <a:lnTo>
                  <a:pt x="1795741" y="596354"/>
                </a:lnTo>
                <a:lnTo>
                  <a:pt x="1796471" y="547731"/>
                </a:lnTo>
                <a:lnTo>
                  <a:pt x="1797931" y="613321"/>
                </a:lnTo>
                <a:lnTo>
                  <a:pt x="1799391" y="654717"/>
                </a:lnTo>
                <a:lnTo>
                  <a:pt x="1800121" y="621378"/>
                </a:lnTo>
                <a:lnTo>
                  <a:pt x="1800851" y="576914"/>
                </a:lnTo>
                <a:lnTo>
                  <a:pt x="1801581" y="646669"/>
                </a:lnTo>
                <a:lnTo>
                  <a:pt x="1802311" y="640159"/>
                </a:lnTo>
                <a:lnTo>
                  <a:pt x="1804501" y="581557"/>
                </a:lnTo>
                <a:lnTo>
                  <a:pt x="1805231" y="644271"/>
                </a:lnTo>
                <a:lnTo>
                  <a:pt x="1806690" y="579191"/>
                </a:lnTo>
                <a:lnTo>
                  <a:pt x="1807420" y="565595"/>
                </a:lnTo>
                <a:lnTo>
                  <a:pt x="1808150" y="648206"/>
                </a:lnTo>
                <a:lnTo>
                  <a:pt x="1809610" y="595811"/>
                </a:lnTo>
                <a:lnTo>
                  <a:pt x="1810340" y="556466"/>
                </a:lnTo>
                <a:lnTo>
                  <a:pt x="1811070" y="612217"/>
                </a:lnTo>
                <a:lnTo>
                  <a:pt x="1811800" y="631799"/>
                </a:lnTo>
                <a:lnTo>
                  <a:pt x="1812530" y="571204"/>
                </a:lnTo>
                <a:lnTo>
                  <a:pt x="1813990" y="628857"/>
                </a:lnTo>
                <a:lnTo>
                  <a:pt x="1814720" y="679076"/>
                </a:lnTo>
                <a:lnTo>
                  <a:pt x="1816180" y="616419"/>
                </a:lnTo>
                <a:lnTo>
                  <a:pt x="1816910" y="571345"/>
                </a:lnTo>
                <a:lnTo>
                  <a:pt x="1819100" y="580990"/>
                </a:lnTo>
                <a:lnTo>
                  <a:pt x="1819830" y="564492"/>
                </a:lnTo>
                <a:lnTo>
                  <a:pt x="1821290" y="589278"/>
                </a:lnTo>
                <a:lnTo>
                  <a:pt x="1822020" y="640404"/>
                </a:lnTo>
                <a:lnTo>
                  <a:pt x="1823480" y="574218"/>
                </a:lnTo>
                <a:lnTo>
                  <a:pt x="1824210" y="558951"/>
                </a:lnTo>
                <a:lnTo>
                  <a:pt x="1824940" y="569713"/>
                </a:lnTo>
                <a:lnTo>
                  <a:pt x="1827860" y="679706"/>
                </a:lnTo>
                <a:lnTo>
                  <a:pt x="1829320" y="551869"/>
                </a:lnTo>
                <a:lnTo>
                  <a:pt x="1830780" y="633405"/>
                </a:lnTo>
                <a:lnTo>
                  <a:pt x="1834430" y="568110"/>
                </a:lnTo>
                <a:lnTo>
                  <a:pt x="1835159" y="595278"/>
                </a:lnTo>
                <a:lnTo>
                  <a:pt x="1838809" y="673615"/>
                </a:lnTo>
                <a:lnTo>
                  <a:pt x="1840999" y="556163"/>
                </a:lnTo>
                <a:lnTo>
                  <a:pt x="1841729" y="672246"/>
                </a:lnTo>
                <a:lnTo>
                  <a:pt x="1843919" y="648056"/>
                </a:lnTo>
                <a:lnTo>
                  <a:pt x="1844649" y="681392"/>
                </a:lnTo>
                <a:lnTo>
                  <a:pt x="1845379" y="646752"/>
                </a:lnTo>
                <a:lnTo>
                  <a:pt x="1846839" y="525004"/>
                </a:lnTo>
                <a:lnTo>
                  <a:pt x="1848299" y="558471"/>
                </a:lnTo>
                <a:lnTo>
                  <a:pt x="1849029" y="635161"/>
                </a:lnTo>
                <a:lnTo>
                  <a:pt x="1850489" y="605931"/>
                </a:lnTo>
                <a:lnTo>
                  <a:pt x="1852679" y="563694"/>
                </a:lnTo>
                <a:lnTo>
                  <a:pt x="1855599" y="650927"/>
                </a:lnTo>
                <a:lnTo>
                  <a:pt x="1856329" y="558554"/>
                </a:lnTo>
                <a:lnTo>
                  <a:pt x="1858519" y="576395"/>
                </a:lnTo>
                <a:lnTo>
                  <a:pt x="1859249" y="639973"/>
                </a:lnTo>
                <a:lnTo>
                  <a:pt x="1860709" y="581938"/>
                </a:lnTo>
                <a:lnTo>
                  <a:pt x="1861439" y="560222"/>
                </a:lnTo>
                <a:lnTo>
                  <a:pt x="1862169" y="580272"/>
                </a:lnTo>
                <a:lnTo>
                  <a:pt x="1864358" y="667519"/>
                </a:lnTo>
                <a:lnTo>
                  <a:pt x="1865088" y="597839"/>
                </a:lnTo>
                <a:lnTo>
                  <a:pt x="1867278" y="581982"/>
                </a:lnTo>
                <a:lnTo>
                  <a:pt x="1870198" y="730250"/>
                </a:lnTo>
                <a:lnTo>
                  <a:pt x="1870928" y="593047"/>
                </a:lnTo>
                <a:lnTo>
                  <a:pt x="1873118" y="649798"/>
                </a:lnTo>
                <a:lnTo>
                  <a:pt x="1873848" y="597040"/>
                </a:lnTo>
                <a:lnTo>
                  <a:pt x="1875308" y="601268"/>
                </a:lnTo>
                <a:lnTo>
                  <a:pt x="1877498" y="835828"/>
                </a:lnTo>
                <a:lnTo>
                  <a:pt x="1878228" y="550790"/>
                </a:lnTo>
                <a:lnTo>
                  <a:pt x="1879688" y="796248"/>
                </a:lnTo>
                <a:lnTo>
                  <a:pt x="1881148" y="657745"/>
                </a:lnTo>
                <a:lnTo>
                  <a:pt x="1882608" y="745817"/>
                </a:lnTo>
                <a:lnTo>
                  <a:pt x="1883338" y="740630"/>
                </a:lnTo>
                <a:lnTo>
                  <a:pt x="1884068" y="647373"/>
                </a:lnTo>
                <a:lnTo>
                  <a:pt x="1885528" y="713281"/>
                </a:lnTo>
                <a:lnTo>
                  <a:pt x="1886258" y="716092"/>
                </a:lnTo>
                <a:lnTo>
                  <a:pt x="1886988" y="668184"/>
                </a:lnTo>
                <a:lnTo>
                  <a:pt x="1888448" y="696184"/>
                </a:lnTo>
                <a:lnTo>
                  <a:pt x="1889178" y="711932"/>
                </a:lnTo>
                <a:lnTo>
                  <a:pt x="1889908" y="686766"/>
                </a:lnTo>
                <a:lnTo>
                  <a:pt x="1890638" y="684471"/>
                </a:lnTo>
                <a:lnTo>
                  <a:pt x="1891368" y="668791"/>
                </a:lnTo>
                <a:lnTo>
                  <a:pt x="1892098" y="674155"/>
                </a:lnTo>
                <a:lnTo>
                  <a:pt x="1892827" y="695063"/>
                </a:lnTo>
                <a:lnTo>
                  <a:pt x="1894287" y="661584"/>
                </a:lnTo>
                <a:lnTo>
                  <a:pt x="1895017" y="658414"/>
                </a:lnTo>
                <a:lnTo>
                  <a:pt x="1895747" y="755959"/>
                </a:lnTo>
                <a:lnTo>
                  <a:pt x="1897207" y="686409"/>
                </a:lnTo>
                <a:lnTo>
                  <a:pt x="1900127" y="635481"/>
                </a:lnTo>
                <a:lnTo>
                  <a:pt x="1901587" y="749504"/>
                </a:lnTo>
                <a:lnTo>
                  <a:pt x="1903777" y="718558"/>
                </a:lnTo>
                <a:lnTo>
                  <a:pt x="1905968" y="624178"/>
                </a:lnTo>
                <a:lnTo>
                  <a:pt x="1906697" y="732703"/>
                </a:lnTo>
                <a:lnTo>
                  <a:pt x="1908157" y="677584"/>
                </a:lnTo>
                <a:lnTo>
                  <a:pt x="1908888" y="619863"/>
                </a:lnTo>
                <a:lnTo>
                  <a:pt x="1909618" y="679835"/>
                </a:lnTo>
                <a:lnTo>
                  <a:pt x="1910347" y="721091"/>
                </a:lnTo>
                <a:lnTo>
                  <a:pt x="1911077" y="666516"/>
                </a:lnTo>
                <a:lnTo>
                  <a:pt x="1911808" y="613249"/>
                </a:lnTo>
                <a:lnTo>
                  <a:pt x="1913997" y="621943"/>
                </a:lnTo>
                <a:lnTo>
                  <a:pt x="1916187" y="606802"/>
                </a:lnTo>
                <a:lnTo>
                  <a:pt x="1915457" y="625448"/>
                </a:lnTo>
                <a:lnTo>
                  <a:pt x="1916917" y="612785"/>
                </a:lnTo>
                <a:lnTo>
                  <a:pt x="1917647" y="616076"/>
                </a:lnTo>
                <a:lnTo>
                  <a:pt x="1919107" y="741202"/>
                </a:lnTo>
                <a:lnTo>
                  <a:pt x="1919837" y="658539"/>
                </a:lnTo>
                <a:lnTo>
                  <a:pt x="1921297" y="603588"/>
                </a:lnTo>
                <a:lnTo>
                  <a:pt x="1923487" y="688158"/>
                </a:lnTo>
                <a:lnTo>
                  <a:pt x="1924217" y="685750"/>
                </a:lnTo>
                <a:lnTo>
                  <a:pt x="1924947" y="630155"/>
                </a:lnTo>
                <a:lnTo>
                  <a:pt x="1926407" y="647827"/>
                </a:lnTo>
                <a:lnTo>
                  <a:pt x="1927137" y="666793"/>
                </a:lnTo>
                <a:lnTo>
                  <a:pt x="1927867" y="585228"/>
                </a:lnTo>
                <a:lnTo>
                  <a:pt x="1928597" y="681335"/>
                </a:lnTo>
                <a:lnTo>
                  <a:pt x="1929327" y="724055"/>
                </a:lnTo>
                <a:lnTo>
                  <a:pt x="1930057" y="674781"/>
                </a:lnTo>
                <a:lnTo>
                  <a:pt x="1933707" y="605089"/>
                </a:lnTo>
                <a:lnTo>
                  <a:pt x="1934437" y="582797"/>
                </a:lnTo>
                <a:lnTo>
                  <a:pt x="1935167" y="681445"/>
                </a:lnTo>
                <a:lnTo>
                  <a:pt x="1937357" y="662465"/>
                </a:lnTo>
                <a:lnTo>
                  <a:pt x="1938817" y="695027"/>
                </a:lnTo>
                <a:lnTo>
                  <a:pt x="1939547" y="662853"/>
                </a:lnTo>
                <a:lnTo>
                  <a:pt x="1940277" y="542621"/>
                </a:lnTo>
                <a:lnTo>
                  <a:pt x="1941737" y="701644"/>
                </a:lnTo>
                <a:lnTo>
                  <a:pt x="1943196" y="746506"/>
                </a:lnTo>
                <a:lnTo>
                  <a:pt x="1945386" y="533462"/>
                </a:lnTo>
                <a:lnTo>
                  <a:pt x="1947576" y="571766"/>
                </a:lnTo>
                <a:lnTo>
                  <a:pt x="1949036" y="565079"/>
                </a:lnTo>
                <a:lnTo>
                  <a:pt x="1951226" y="634702"/>
                </a:lnTo>
                <a:lnTo>
                  <a:pt x="1952686" y="536660"/>
                </a:lnTo>
                <a:lnTo>
                  <a:pt x="1953416" y="638405"/>
                </a:lnTo>
                <a:lnTo>
                  <a:pt x="1954146" y="654193"/>
                </a:lnTo>
                <a:lnTo>
                  <a:pt x="1954876" y="590151"/>
                </a:lnTo>
                <a:lnTo>
                  <a:pt x="1957066" y="601618"/>
                </a:lnTo>
                <a:lnTo>
                  <a:pt x="1957796" y="648396"/>
                </a:lnTo>
                <a:lnTo>
                  <a:pt x="1958526" y="580998"/>
                </a:lnTo>
                <a:lnTo>
                  <a:pt x="1959256" y="522637"/>
                </a:lnTo>
                <a:lnTo>
                  <a:pt x="1959986" y="628555"/>
                </a:lnTo>
                <a:lnTo>
                  <a:pt x="1960716" y="652049"/>
                </a:lnTo>
                <a:lnTo>
                  <a:pt x="1961446" y="631766"/>
                </a:lnTo>
                <a:lnTo>
                  <a:pt x="1963636" y="540782"/>
                </a:lnTo>
                <a:lnTo>
                  <a:pt x="1965096" y="636269"/>
                </a:lnTo>
                <a:lnTo>
                  <a:pt x="1966556" y="626466"/>
                </a:lnTo>
                <a:lnTo>
                  <a:pt x="1967286" y="622469"/>
                </a:lnTo>
                <a:lnTo>
                  <a:pt x="1968016" y="624321"/>
                </a:lnTo>
                <a:lnTo>
                  <a:pt x="1968746" y="572151"/>
                </a:lnTo>
                <a:lnTo>
                  <a:pt x="1970206" y="645298"/>
                </a:lnTo>
                <a:lnTo>
                  <a:pt x="1973855" y="564789"/>
                </a:lnTo>
                <a:lnTo>
                  <a:pt x="1974585" y="666136"/>
                </a:lnTo>
                <a:lnTo>
                  <a:pt x="1976775" y="635793"/>
                </a:lnTo>
                <a:lnTo>
                  <a:pt x="1977505" y="660093"/>
                </a:lnTo>
                <a:lnTo>
                  <a:pt x="1980425" y="565299"/>
                </a:lnTo>
                <a:lnTo>
                  <a:pt x="1981885" y="698495"/>
                </a:lnTo>
                <a:lnTo>
                  <a:pt x="1982615" y="644838"/>
                </a:lnTo>
                <a:lnTo>
                  <a:pt x="1983345" y="581780"/>
                </a:lnTo>
                <a:lnTo>
                  <a:pt x="1985535" y="603543"/>
                </a:lnTo>
                <a:lnTo>
                  <a:pt x="1986265" y="561383"/>
                </a:lnTo>
                <a:lnTo>
                  <a:pt x="1986995" y="596010"/>
                </a:lnTo>
                <a:lnTo>
                  <a:pt x="1988455" y="761138"/>
                </a:lnTo>
                <a:lnTo>
                  <a:pt x="1989185" y="656414"/>
                </a:lnTo>
                <a:lnTo>
                  <a:pt x="1991375" y="560294"/>
                </a:lnTo>
                <a:lnTo>
                  <a:pt x="1992105" y="671094"/>
                </a:lnTo>
                <a:lnTo>
                  <a:pt x="1993565" y="610597"/>
                </a:lnTo>
                <a:lnTo>
                  <a:pt x="1994295" y="576241"/>
                </a:lnTo>
                <a:lnTo>
                  <a:pt x="1997215" y="703732"/>
                </a:lnTo>
                <a:lnTo>
                  <a:pt x="1998675" y="563222"/>
                </a:lnTo>
                <a:lnTo>
                  <a:pt x="1999405" y="632013"/>
                </a:lnTo>
                <a:lnTo>
                  <a:pt x="2000134" y="685475"/>
                </a:lnTo>
                <a:lnTo>
                  <a:pt x="2000864" y="589832"/>
                </a:lnTo>
                <a:lnTo>
                  <a:pt x="2001594" y="650583"/>
                </a:lnTo>
                <a:lnTo>
                  <a:pt x="2002324" y="620555"/>
                </a:lnTo>
                <a:lnTo>
                  <a:pt x="2003054" y="669098"/>
                </a:lnTo>
                <a:lnTo>
                  <a:pt x="2003784" y="638775"/>
                </a:lnTo>
                <a:lnTo>
                  <a:pt x="2005244" y="686491"/>
                </a:lnTo>
                <a:lnTo>
                  <a:pt x="2005974" y="583065"/>
                </a:lnTo>
                <a:lnTo>
                  <a:pt x="2007434" y="688678"/>
                </a:lnTo>
                <a:lnTo>
                  <a:pt x="2008894" y="578378"/>
                </a:lnTo>
                <a:lnTo>
                  <a:pt x="2009624" y="665954"/>
                </a:lnTo>
                <a:lnTo>
                  <a:pt x="2010354" y="680617"/>
                </a:lnTo>
                <a:lnTo>
                  <a:pt x="2011084" y="657683"/>
                </a:lnTo>
                <a:lnTo>
                  <a:pt x="2011814" y="650052"/>
                </a:lnTo>
                <a:lnTo>
                  <a:pt x="2012544" y="612239"/>
                </a:lnTo>
                <a:lnTo>
                  <a:pt x="2014004" y="670894"/>
                </a:lnTo>
                <a:lnTo>
                  <a:pt x="2014734" y="627650"/>
                </a:lnTo>
                <a:lnTo>
                  <a:pt x="2015464" y="626054"/>
                </a:lnTo>
                <a:lnTo>
                  <a:pt x="2016194" y="651781"/>
                </a:lnTo>
                <a:lnTo>
                  <a:pt x="2016924" y="599051"/>
                </a:lnTo>
                <a:lnTo>
                  <a:pt x="2017654" y="605415"/>
                </a:lnTo>
                <a:lnTo>
                  <a:pt x="2018384" y="589957"/>
                </a:lnTo>
                <a:lnTo>
                  <a:pt x="2019114" y="685336"/>
                </a:lnTo>
                <a:lnTo>
                  <a:pt x="2021304" y="638964"/>
                </a:lnTo>
                <a:lnTo>
                  <a:pt x="2022764" y="693301"/>
                </a:lnTo>
                <a:lnTo>
                  <a:pt x="2023494" y="636188"/>
                </a:lnTo>
                <a:lnTo>
                  <a:pt x="2024224" y="672917"/>
                </a:lnTo>
                <a:lnTo>
                  <a:pt x="2024954" y="613931"/>
                </a:lnTo>
                <a:lnTo>
                  <a:pt x="2027144" y="614620"/>
                </a:lnTo>
                <a:lnTo>
                  <a:pt x="2028604" y="603734"/>
                </a:lnTo>
                <a:lnTo>
                  <a:pt x="2030793" y="713429"/>
                </a:lnTo>
                <a:lnTo>
                  <a:pt x="2032253" y="600710"/>
                </a:lnTo>
                <a:lnTo>
                  <a:pt x="2032983" y="671437"/>
                </a:lnTo>
                <a:lnTo>
                  <a:pt x="2033713" y="725432"/>
                </a:lnTo>
                <a:lnTo>
                  <a:pt x="2034443" y="631247"/>
                </a:lnTo>
                <a:lnTo>
                  <a:pt x="2035173" y="687055"/>
                </a:lnTo>
                <a:lnTo>
                  <a:pt x="2035903" y="679822"/>
                </a:lnTo>
                <a:lnTo>
                  <a:pt x="2036633" y="634458"/>
                </a:lnTo>
                <a:lnTo>
                  <a:pt x="2037363" y="690194"/>
                </a:lnTo>
                <a:lnTo>
                  <a:pt x="2038093" y="668878"/>
                </a:lnTo>
                <a:lnTo>
                  <a:pt x="2039553" y="653453"/>
                </a:lnTo>
                <a:lnTo>
                  <a:pt x="2040283" y="698633"/>
                </a:lnTo>
                <a:lnTo>
                  <a:pt x="2042473" y="621772"/>
                </a:lnTo>
                <a:lnTo>
                  <a:pt x="2043203" y="627337"/>
                </a:lnTo>
                <a:lnTo>
                  <a:pt x="2043933" y="635894"/>
                </a:lnTo>
                <a:lnTo>
                  <a:pt x="2044663" y="691469"/>
                </a:lnTo>
              </a:path>
            </a:pathLst>
          </a:custGeom>
          <a:noFill/>
          <a:ln w="2013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Editable path 144"/>
          <p:cNvSpPr/>
          <p:nvPr/>
        </p:nvSpPr>
        <p:spPr>
          <a:xfrm>
            <a:off x="6893373" y="3162518"/>
            <a:ext cx="2044663" cy="485264"/>
          </a:xfrm>
          <a:custGeom>
            <a:avLst/>
            <a:gdLst/>
            <a:ahLst/>
            <a:cxnLst/>
            <a:rect l="l" t="t" r="r" b="b"/>
            <a:pathLst>
              <a:path w="2044663" h="485264">
                <a:moveTo>
                  <a:pt x="0" y="240599"/>
                </a:moveTo>
                <a:lnTo>
                  <a:pt x="5110" y="240593"/>
                </a:lnTo>
                <a:lnTo>
                  <a:pt x="5840" y="236506"/>
                </a:lnTo>
                <a:lnTo>
                  <a:pt x="6570" y="243280"/>
                </a:lnTo>
                <a:lnTo>
                  <a:pt x="7300" y="239471"/>
                </a:lnTo>
                <a:lnTo>
                  <a:pt x="8760" y="242196"/>
                </a:lnTo>
                <a:lnTo>
                  <a:pt x="10220" y="241085"/>
                </a:lnTo>
                <a:lnTo>
                  <a:pt x="15330" y="243815"/>
                </a:lnTo>
                <a:lnTo>
                  <a:pt x="16060" y="240707"/>
                </a:lnTo>
                <a:lnTo>
                  <a:pt x="17520" y="245880"/>
                </a:lnTo>
                <a:lnTo>
                  <a:pt x="18980" y="246003"/>
                </a:lnTo>
                <a:lnTo>
                  <a:pt x="19710" y="247196"/>
                </a:lnTo>
                <a:lnTo>
                  <a:pt x="20440" y="248949"/>
                </a:lnTo>
                <a:lnTo>
                  <a:pt x="21170" y="246042"/>
                </a:lnTo>
                <a:lnTo>
                  <a:pt x="22629" y="247484"/>
                </a:lnTo>
                <a:lnTo>
                  <a:pt x="23359" y="245687"/>
                </a:lnTo>
                <a:lnTo>
                  <a:pt x="24089" y="248777"/>
                </a:lnTo>
                <a:lnTo>
                  <a:pt x="27009" y="249329"/>
                </a:lnTo>
                <a:lnTo>
                  <a:pt x="28469" y="251805"/>
                </a:lnTo>
                <a:lnTo>
                  <a:pt x="29199" y="247525"/>
                </a:lnTo>
                <a:lnTo>
                  <a:pt x="32119" y="252993"/>
                </a:lnTo>
                <a:lnTo>
                  <a:pt x="34309" y="247575"/>
                </a:lnTo>
                <a:lnTo>
                  <a:pt x="35769" y="251672"/>
                </a:lnTo>
                <a:lnTo>
                  <a:pt x="36499" y="259840"/>
                </a:lnTo>
                <a:lnTo>
                  <a:pt x="37959" y="250229"/>
                </a:lnTo>
                <a:lnTo>
                  <a:pt x="38689" y="250653"/>
                </a:lnTo>
                <a:lnTo>
                  <a:pt x="39419" y="256488"/>
                </a:lnTo>
                <a:lnTo>
                  <a:pt x="41609" y="253178"/>
                </a:lnTo>
                <a:lnTo>
                  <a:pt x="44529" y="254820"/>
                </a:lnTo>
                <a:lnTo>
                  <a:pt x="45989" y="253078"/>
                </a:lnTo>
                <a:lnTo>
                  <a:pt x="46719" y="250363"/>
                </a:lnTo>
                <a:lnTo>
                  <a:pt x="47449" y="254290"/>
                </a:lnTo>
                <a:lnTo>
                  <a:pt x="48909" y="252248"/>
                </a:lnTo>
                <a:lnTo>
                  <a:pt x="50369" y="257580"/>
                </a:lnTo>
                <a:lnTo>
                  <a:pt x="51828" y="254362"/>
                </a:lnTo>
                <a:lnTo>
                  <a:pt x="52558" y="255130"/>
                </a:lnTo>
                <a:lnTo>
                  <a:pt x="55478" y="263269"/>
                </a:lnTo>
                <a:lnTo>
                  <a:pt x="59128" y="253981"/>
                </a:lnTo>
                <a:lnTo>
                  <a:pt x="62778" y="260832"/>
                </a:lnTo>
                <a:lnTo>
                  <a:pt x="65698" y="256218"/>
                </a:lnTo>
                <a:lnTo>
                  <a:pt x="68618" y="263490"/>
                </a:lnTo>
                <a:lnTo>
                  <a:pt x="69348" y="260287"/>
                </a:lnTo>
                <a:lnTo>
                  <a:pt x="70808" y="261700"/>
                </a:lnTo>
                <a:lnTo>
                  <a:pt x="71538" y="257469"/>
                </a:lnTo>
                <a:lnTo>
                  <a:pt x="72268" y="262151"/>
                </a:lnTo>
                <a:lnTo>
                  <a:pt x="72998" y="264919"/>
                </a:lnTo>
                <a:lnTo>
                  <a:pt x="73728" y="257433"/>
                </a:lnTo>
                <a:lnTo>
                  <a:pt x="75188" y="263874"/>
                </a:lnTo>
                <a:lnTo>
                  <a:pt x="75918" y="260427"/>
                </a:lnTo>
                <a:lnTo>
                  <a:pt x="77378" y="264146"/>
                </a:lnTo>
                <a:lnTo>
                  <a:pt x="78108" y="266776"/>
                </a:lnTo>
                <a:lnTo>
                  <a:pt x="78838" y="264339"/>
                </a:lnTo>
                <a:lnTo>
                  <a:pt x="80297" y="261018"/>
                </a:lnTo>
                <a:lnTo>
                  <a:pt x="81757" y="261889"/>
                </a:lnTo>
                <a:lnTo>
                  <a:pt x="85407" y="271432"/>
                </a:lnTo>
                <a:lnTo>
                  <a:pt x="86867" y="258344"/>
                </a:lnTo>
                <a:lnTo>
                  <a:pt x="88327" y="266670"/>
                </a:lnTo>
                <a:lnTo>
                  <a:pt x="91247" y="264804"/>
                </a:lnTo>
                <a:lnTo>
                  <a:pt x="94167" y="269042"/>
                </a:lnTo>
                <a:lnTo>
                  <a:pt x="97817" y="260421"/>
                </a:lnTo>
                <a:lnTo>
                  <a:pt x="98547" y="268619"/>
                </a:lnTo>
                <a:lnTo>
                  <a:pt x="100737" y="263951"/>
                </a:lnTo>
                <a:lnTo>
                  <a:pt x="102927" y="268768"/>
                </a:lnTo>
                <a:lnTo>
                  <a:pt x="105847" y="264367"/>
                </a:lnTo>
                <a:lnTo>
                  <a:pt x="106577" y="266755"/>
                </a:lnTo>
                <a:lnTo>
                  <a:pt x="107307" y="262475"/>
                </a:lnTo>
                <a:lnTo>
                  <a:pt x="108766" y="265974"/>
                </a:lnTo>
                <a:lnTo>
                  <a:pt x="110956" y="268645"/>
                </a:lnTo>
                <a:lnTo>
                  <a:pt x="111686" y="270347"/>
                </a:lnTo>
                <a:lnTo>
                  <a:pt x="112416" y="265890"/>
                </a:lnTo>
                <a:lnTo>
                  <a:pt x="114606" y="267429"/>
                </a:lnTo>
                <a:lnTo>
                  <a:pt x="115336" y="263862"/>
                </a:lnTo>
                <a:lnTo>
                  <a:pt x="116066" y="271137"/>
                </a:lnTo>
                <a:lnTo>
                  <a:pt x="116796" y="265384"/>
                </a:lnTo>
                <a:lnTo>
                  <a:pt x="118256" y="274613"/>
                </a:lnTo>
                <a:lnTo>
                  <a:pt x="118986" y="269371"/>
                </a:lnTo>
                <a:lnTo>
                  <a:pt x="120446" y="265125"/>
                </a:lnTo>
                <a:lnTo>
                  <a:pt x="121176" y="271678"/>
                </a:lnTo>
                <a:lnTo>
                  <a:pt x="123366" y="267617"/>
                </a:lnTo>
                <a:lnTo>
                  <a:pt x="124096" y="269454"/>
                </a:lnTo>
                <a:lnTo>
                  <a:pt x="124826" y="270454"/>
                </a:lnTo>
                <a:lnTo>
                  <a:pt x="125556" y="265944"/>
                </a:lnTo>
                <a:lnTo>
                  <a:pt x="126286" y="271042"/>
                </a:lnTo>
                <a:lnTo>
                  <a:pt x="127746" y="268342"/>
                </a:lnTo>
                <a:lnTo>
                  <a:pt x="129206" y="270677"/>
                </a:lnTo>
                <a:lnTo>
                  <a:pt x="130666" y="269171"/>
                </a:lnTo>
                <a:lnTo>
                  <a:pt x="131396" y="268209"/>
                </a:lnTo>
                <a:lnTo>
                  <a:pt x="132856" y="270292"/>
                </a:lnTo>
                <a:lnTo>
                  <a:pt x="134316" y="275066"/>
                </a:lnTo>
                <a:lnTo>
                  <a:pt x="135046" y="267569"/>
                </a:lnTo>
                <a:lnTo>
                  <a:pt x="136506" y="273190"/>
                </a:lnTo>
                <a:lnTo>
                  <a:pt x="139425" y="272819"/>
                </a:lnTo>
                <a:lnTo>
                  <a:pt x="140885" y="279867"/>
                </a:lnTo>
                <a:lnTo>
                  <a:pt x="141615" y="275573"/>
                </a:lnTo>
                <a:lnTo>
                  <a:pt x="145265" y="269659"/>
                </a:lnTo>
                <a:lnTo>
                  <a:pt x="146725" y="275448"/>
                </a:lnTo>
                <a:lnTo>
                  <a:pt x="148185" y="273797"/>
                </a:lnTo>
                <a:lnTo>
                  <a:pt x="148915" y="273399"/>
                </a:lnTo>
                <a:lnTo>
                  <a:pt x="149645" y="275547"/>
                </a:lnTo>
                <a:lnTo>
                  <a:pt x="150375" y="276951"/>
                </a:lnTo>
                <a:lnTo>
                  <a:pt x="151105" y="275603"/>
                </a:lnTo>
                <a:lnTo>
                  <a:pt x="154755" y="272460"/>
                </a:lnTo>
                <a:lnTo>
                  <a:pt x="156945" y="279010"/>
                </a:lnTo>
                <a:lnTo>
                  <a:pt x="158405" y="276019"/>
                </a:lnTo>
                <a:lnTo>
                  <a:pt x="160595" y="273725"/>
                </a:lnTo>
                <a:lnTo>
                  <a:pt x="162055" y="280907"/>
                </a:lnTo>
                <a:lnTo>
                  <a:pt x="162785" y="272784"/>
                </a:lnTo>
                <a:lnTo>
                  <a:pt x="163515" y="272437"/>
                </a:lnTo>
                <a:lnTo>
                  <a:pt x="164245" y="276239"/>
                </a:lnTo>
                <a:lnTo>
                  <a:pt x="165705" y="273648"/>
                </a:lnTo>
                <a:lnTo>
                  <a:pt x="166434" y="273156"/>
                </a:lnTo>
                <a:lnTo>
                  <a:pt x="167164" y="275452"/>
                </a:lnTo>
                <a:lnTo>
                  <a:pt x="167894" y="278521"/>
                </a:lnTo>
                <a:lnTo>
                  <a:pt x="170085" y="277283"/>
                </a:lnTo>
                <a:lnTo>
                  <a:pt x="174465" y="280194"/>
                </a:lnTo>
                <a:lnTo>
                  <a:pt x="177385" y="275055"/>
                </a:lnTo>
                <a:lnTo>
                  <a:pt x="178115" y="278312"/>
                </a:lnTo>
                <a:lnTo>
                  <a:pt x="179575" y="277308"/>
                </a:lnTo>
                <a:lnTo>
                  <a:pt x="181035" y="275142"/>
                </a:lnTo>
                <a:lnTo>
                  <a:pt x="181765" y="278270"/>
                </a:lnTo>
                <a:lnTo>
                  <a:pt x="188334" y="278305"/>
                </a:lnTo>
                <a:lnTo>
                  <a:pt x="189794" y="279843"/>
                </a:lnTo>
                <a:lnTo>
                  <a:pt x="191254" y="275317"/>
                </a:lnTo>
                <a:lnTo>
                  <a:pt x="194174" y="280804"/>
                </a:lnTo>
                <a:lnTo>
                  <a:pt x="195634" y="278807"/>
                </a:lnTo>
                <a:lnTo>
                  <a:pt x="197094" y="280144"/>
                </a:lnTo>
                <a:lnTo>
                  <a:pt x="203664" y="284196"/>
                </a:lnTo>
                <a:lnTo>
                  <a:pt x="207314" y="281702"/>
                </a:lnTo>
                <a:lnTo>
                  <a:pt x="211694" y="290209"/>
                </a:lnTo>
                <a:lnTo>
                  <a:pt x="214614" y="278932"/>
                </a:lnTo>
                <a:lnTo>
                  <a:pt x="215344" y="281285"/>
                </a:lnTo>
                <a:lnTo>
                  <a:pt x="216803" y="286038"/>
                </a:lnTo>
                <a:lnTo>
                  <a:pt x="218263" y="284121"/>
                </a:lnTo>
                <a:lnTo>
                  <a:pt x="228483" y="278979"/>
                </a:lnTo>
                <a:lnTo>
                  <a:pt x="229213" y="286141"/>
                </a:lnTo>
                <a:lnTo>
                  <a:pt x="229943" y="276720"/>
                </a:lnTo>
                <a:lnTo>
                  <a:pt x="230673" y="272404"/>
                </a:lnTo>
                <a:lnTo>
                  <a:pt x="231403" y="276749"/>
                </a:lnTo>
                <a:lnTo>
                  <a:pt x="232863" y="288619"/>
                </a:lnTo>
                <a:lnTo>
                  <a:pt x="234323" y="281821"/>
                </a:lnTo>
                <a:lnTo>
                  <a:pt x="236513" y="288596"/>
                </a:lnTo>
                <a:lnTo>
                  <a:pt x="237243" y="276337"/>
                </a:lnTo>
                <a:lnTo>
                  <a:pt x="239433" y="279905"/>
                </a:lnTo>
                <a:lnTo>
                  <a:pt x="240893" y="276320"/>
                </a:lnTo>
                <a:lnTo>
                  <a:pt x="242353" y="278761"/>
                </a:lnTo>
                <a:lnTo>
                  <a:pt x="243083" y="284887"/>
                </a:lnTo>
                <a:lnTo>
                  <a:pt x="244542" y="280057"/>
                </a:lnTo>
                <a:lnTo>
                  <a:pt x="245272" y="277827"/>
                </a:lnTo>
                <a:lnTo>
                  <a:pt x="246002" y="279924"/>
                </a:lnTo>
                <a:lnTo>
                  <a:pt x="246732" y="282591"/>
                </a:lnTo>
                <a:lnTo>
                  <a:pt x="248192" y="279921"/>
                </a:lnTo>
                <a:lnTo>
                  <a:pt x="256222" y="283941"/>
                </a:lnTo>
                <a:lnTo>
                  <a:pt x="257682" y="280131"/>
                </a:lnTo>
                <a:lnTo>
                  <a:pt x="258412" y="282591"/>
                </a:lnTo>
                <a:lnTo>
                  <a:pt x="259872" y="284400"/>
                </a:lnTo>
                <a:lnTo>
                  <a:pt x="260602" y="280719"/>
                </a:lnTo>
                <a:lnTo>
                  <a:pt x="262792" y="282225"/>
                </a:lnTo>
                <a:lnTo>
                  <a:pt x="265712" y="284622"/>
                </a:lnTo>
                <a:lnTo>
                  <a:pt x="267902" y="279961"/>
                </a:lnTo>
                <a:lnTo>
                  <a:pt x="268632" y="281988"/>
                </a:lnTo>
                <a:lnTo>
                  <a:pt x="270822" y="281218"/>
                </a:lnTo>
                <a:lnTo>
                  <a:pt x="271552" y="282397"/>
                </a:lnTo>
                <a:lnTo>
                  <a:pt x="273012" y="283793"/>
                </a:lnTo>
                <a:lnTo>
                  <a:pt x="273741" y="281847"/>
                </a:lnTo>
                <a:lnTo>
                  <a:pt x="277391" y="280334"/>
                </a:lnTo>
                <a:lnTo>
                  <a:pt x="280311" y="285234"/>
                </a:lnTo>
                <a:lnTo>
                  <a:pt x="281041" y="282725"/>
                </a:lnTo>
                <a:lnTo>
                  <a:pt x="286151" y="283806"/>
                </a:lnTo>
                <a:lnTo>
                  <a:pt x="288341" y="286074"/>
                </a:lnTo>
                <a:lnTo>
                  <a:pt x="289071" y="284995"/>
                </a:lnTo>
                <a:lnTo>
                  <a:pt x="291261" y="284980"/>
                </a:lnTo>
                <a:lnTo>
                  <a:pt x="294911" y="289344"/>
                </a:lnTo>
                <a:lnTo>
                  <a:pt x="297101" y="283929"/>
                </a:lnTo>
                <a:lnTo>
                  <a:pt x="297831" y="285104"/>
                </a:lnTo>
                <a:lnTo>
                  <a:pt x="313160" y="286381"/>
                </a:lnTo>
                <a:lnTo>
                  <a:pt x="313890" y="288846"/>
                </a:lnTo>
                <a:lnTo>
                  <a:pt x="315350" y="284557"/>
                </a:lnTo>
                <a:lnTo>
                  <a:pt x="319000" y="289468"/>
                </a:lnTo>
                <a:lnTo>
                  <a:pt x="319730" y="287908"/>
                </a:lnTo>
                <a:lnTo>
                  <a:pt x="321920" y="281822"/>
                </a:lnTo>
                <a:lnTo>
                  <a:pt x="322650" y="282910"/>
                </a:lnTo>
                <a:lnTo>
                  <a:pt x="324840" y="289736"/>
                </a:lnTo>
                <a:lnTo>
                  <a:pt x="325570" y="289442"/>
                </a:lnTo>
                <a:lnTo>
                  <a:pt x="326300" y="289529"/>
                </a:lnTo>
                <a:lnTo>
                  <a:pt x="328490" y="278901"/>
                </a:lnTo>
                <a:lnTo>
                  <a:pt x="329950" y="281686"/>
                </a:lnTo>
                <a:lnTo>
                  <a:pt x="331409" y="282980"/>
                </a:lnTo>
                <a:lnTo>
                  <a:pt x="333599" y="289650"/>
                </a:lnTo>
                <a:lnTo>
                  <a:pt x="335059" y="287240"/>
                </a:lnTo>
                <a:lnTo>
                  <a:pt x="339439" y="283878"/>
                </a:lnTo>
                <a:lnTo>
                  <a:pt x="340169" y="285362"/>
                </a:lnTo>
                <a:lnTo>
                  <a:pt x="346009" y="288339"/>
                </a:lnTo>
                <a:lnTo>
                  <a:pt x="347469" y="286078"/>
                </a:lnTo>
                <a:lnTo>
                  <a:pt x="348929" y="288001"/>
                </a:lnTo>
                <a:lnTo>
                  <a:pt x="350389" y="285868"/>
                </a:lnTo>
                <a:lnTo>
                  <a:pt x="353309" y="286563"/>
                </a:lnTo>
                <a:lnTo>
                  <a:pt x="354039" y="287477"/>
                </a:lnTo>
                <a:lnTo>
                  <a:pt x="355499" y="285793"/>
                </a:lnTo>
                <a:lnTo>
                  <a:pt x="373748" y="288818"/>
                </a:lnTo>
                <a:lnTo>
                  <a:pt x="377398" y="287826"/>
                </a:lnTo>
                <a:lnTo>
                  <a:pt x="380318" y="291177"/>
                </a:lnTo>
                <a:lnTo>
                  <a:pt x="381048" y="290014"/>
                </a:lnTo>
                <a:lnTo>
                  <a:pt x="384698" y="288486"/>
                </a:lnTo>
                <a:lnTo>
                  <a:pt x="385428" y="290558"/>
                </a:lnTo>
                <a:lnTo>
                  <a:pt x="386888" y="287090"/>
                </a:lnTo>
                <a:lnTo>
                  <a:pt x="390537" y="289579"/>
                </a:lnTo>
                <a:lnTo>
                  <a:pt x="396377" y="289123"/>
                </a:lnTo>
                <a:lnTo>
                  <a:pt x="398567" y="289096"/>
                </a:lnTo>
                <a:lnTo>
                  <a:pt x="400757" y="290201"/>
                </a:lnTo>
                <a:lnTo>
                  <a:pt x="401487" y="289498"/>
                </a:lnTo>
                <a:lnTo>
                  <a:pt x="404407" y="287961"/>
                </a:lnTo>
                <a:lnTo>
                  <a:pt x="406597" y="291274"/>
                </a:lnTo>
                <a:lnTo>
                  <a:pt x="407327" y="289432"/>
                </a:lnTo>
                <a:lnTo>
                  <a:pt x="408057" y="287345"/>
                </a:lnTo>
                <a:lnTo>
                  <a:pt x="409517" y="289354"/>
                </a:lnTo>
                <a:lnTo>
                  <a:pt x="419736" y="288743"/>
                </a:lnTo>
                <a:lnTo>
                  <a:pt x="422656" y="292997"/>
                </a:lnTo>
                <a:lnTo>
                  <a:pt x="423386" y="292639"/>
                </a:lnTo>
                <a:lnTo>
                  <a:pt x="424846" y="289350"/>
                </a:lnTo>
                <a:lnTo>
                  <a:pt x="426306" y="289962"/>
                </a:lnTo>
                <a:lnTo>
                  <a:pt x="429226" y="289465"/>
                </a:lnTo>
                <a:lnTo>
                  <a:pt x="432876" y="293415"/>
                </a:lnTo>
                <a:lnTo>
                  <a:pt x="433606" y="292227"/>
                </a:lnTo>
                <a:lnTo>
                  <a:pt x="437256" y="289306"/>
                </a:lnTo>
                <a:lnTo>
                  <a:pt x="443826" y="288507"/>
                </a:lnTo>
                <a:lnTo>
                  <a:pt x="444556" y="292795"/>
                </a:lnTo>
                <a:lnTo>
                  <a:pt x="446745" y="292129"/>
                </a:lnTo>
                <a:lnTo>
                  <a:pt x="449665" y="289765"/>
                </a:lnTo>
                <a:lnTo>
                  <a:pt x="450395" y="288520"/>
                </a:lnTo>
                <a:lnTo>
                  <a:pt x="451125" y="290573"/>
                </a:lnTo>
                <a:lnTo>
                  <a:pt x="451855" y="292373"/>
                </a:lnTo>
                <a:lnTo>
                  <a:pt x="452585" y="289036"/>
                </a:lnTo>
                <a:lnTo>
                  <a:pt x="454045" y="289740"/>
                </a:lnTo>
                <a:lnTo>
                  <a:pt x="454775" y="294542"/>
                </a:lnTo>
                <a:lnTo>
                  <a:pt x="456235" y="291683"/>
                </a:lnTo>
                <a:lnTo>
                  <a:pt x="456965" y="290518"/>
                </a:lnTo>
                <a:lnTo>
                  <a:pt x="457695" y="292474"/>
                </a:lnTo>
                <a:lnTo>
                  <a:pt x="458425" y="293583"/>
                </a:lnTo>
                <a:lnTo>
                  <a:pt x="459155" y="290941"/>
                </a:lnTo>
                <a:lnTo>
                  <a:pt x="459885" y="291083"/>
                </a:lnTo>
                <a:lnTo>
                  <a:pt x="461345" y="287386"/>
                </a:lnTo>
                <a:lnTo>
                  <a:pt x="462805" y="290675"/>
                </a:lnTo>
                <a:lnTo>
                  <a:pt x="467915" y="291640"/>
                </a:lnTo>
                <a:lnTo>
                  <a:pt x="476674" y="292146"/>
                </a:lnTo>
                <a:lnTo>
                  <a:pt x="477404" y="290344"/>
                </a:lnTo>
                <a:lnTo>
                  <a:pt x="478864" y="292869"/>
                </a:lnTo>
                <a:lnTo>
                  <a:pt x="481784" y="291277"/>
                </a:lnTo>
                <a:lnTo>
                  <a:pt x="499304" y="292453"/>
                </a:lnTo>
                <a:lnTo>
                  <a:pt x="500034" y="294298"/>
                </a:lnTo>
                <a:lnTo>
                  <a:pt x="501494" y="291609"/>
                </a:lnTo>
                <a:lnTo>
                  <a:pt x="502954" y="290412"/>
                </a:lnTo>
                <a:lnTo>
                  <a:pt x="503684" y="292091"/>
                </a:lnTo>
                <a:lnTo>
                  <a:pt x="505873" y="292422"/>
                </a:lnTo>
                <a:lnTo>
                  <a:pt x="508063" y="289051"/>
                </a:lnTo>
                <a:lnTo>
                  <a:pt x="508793" y="291968"/>
                </a:lnTo>
                <a:lnTo>
                  <a:pt x="510983" y="291247"/>
                </a:lnTo>
                <a:lnTo>
                  <a:pt x="511713" y="291273"/>
                </a:lnTo>
                <a:lnTo>
                  <a:pt x="512443" y="294258"/>
                </a:lnTo>
                <a:lnTo>
                  <a:pt x="513903" y="292195"/>
                </a:lnTo>
                <a:lnTo>
                  <a:pt x="516823" y="291668"/>
                </a:lnTo>
                <a:lnTo>
                  <a:pt x="519013" y="293816"/>
                </a:lnTo>
                <a:lnTo>
                  <a:pt x="519743" y="292713"/>
                </a:lnTo>
                <a:lnTo>
                  <a:pt x="524853" y="290369"/>
                </a:lnTo>
                <a:lnTo>
                  <a:pt x="529233" y="295168"/>
                </a:lnTo>
                <a:lnTo>
                  <a:pt x="529963" y="291433"/>
                </a:lnTo>
                <a:lnTo>
                  <a:pt x="532153" y="293833"/>
                </a:lnTo>
                <a:lnTo>
                  <a:pt x="536532" y="292159"/>
                </a:lnTo>
                <a:lnTo>
                  <a:pt x="540912" y="292127"/>
                </a:lnTo>
                <a:lnTo>
                  <a:pt x="546752" y="289069"/>
                </a:lnTo>
                <a:lnTo>
                  <a:pt x="548942" y="288492"/>
                </a:lnTo>
                <a:lnTo>
                  <a:pt x="549672" y="286397"/>
                </a:lnTo>
                <a:lnTo>
                  <a:pt x="551862" y="287968"/>
                </a:lnTo>
                <a:lnTo>
                  <a:pt x="555512" y="286429"/>
                </a:lnTo>
                <a:lnTo>
                  <a:pt x="557702" y="286417"/>
                </a:lnTo>
                <a:lnTo>
                  <a:pt x="561352" y="284117"/>
                </a:lnTo>
                <a:lnTo>
                  <a:pt x="563541" y="284863"/>
                </a:lnTo>
                <a:lnTo>
                  <a:pt x="567191" y="282117"/>
                </a:lnTo>
                <a:lnTo>
                  <a:pt x="567921" y="285069"/>
                </a:lnTo>
                <a:lnTo>
                  <a:pt x="568651" y="281305"/>
                </a:lnTo>
                <a:lnTo>
                  <a:pt x="569381" y="282706"/>
                </a:lnTo>
                <a:lnTo>
                  <a:pt x="571571" y="281279"/>
                </a:lnTo>
                <a:lnTo>
                  <a:pt x="572301" y="282026"/>
                </a:lnTo>
                <a:lnTo>
                  <a:pt x="573031" y="283997"/>
                </a:lnTo>
                <a:lnTo>
                  <a:pt x="574491" y="282384"/>
                </a:lnTo>
                <a:lnTo>
                  <a:pt x="584711" y="280491"/>
                </a:lnTo>
                <a:lnTo>
                  <a:pt x="586901" y="281655"/>
                </a:lnTo>
                <a:lnTo>
                  <a:pt x="587631" y="282953"/>
                </a:lnTo>
                <a:lnTo>
                  <a:pt x="588361" y="279706"/>
                </a:lnTo>
                <a:lnTo>
                  <a:pt x="589821" y="278171"/>
                </a:lnTo>
                <a:lnTo>
                  <a:pt x="590550" y="281055"/>
                </a:lnTo>
                <a:lnTo>
                  <a:pt x="605151" y="278656"/>
                </a:lnTo>
                <a:lnTo>
                  <a:pt x="605880" y="280292"/>
                </a:lnTo>
                <a:lnTo>
                  <a:pt x="608071" y="278913"/>
                </a:lnTo>
                <a:lnTo>
                  <a:pt x="614640" y="276105"/>
                </a:lnTo>
                <a:lnTo>
                  <a:pt x="619020" y="280615"/>
                </a:lnTo>
                <a:lnTo>
                  <a:pt x="621940" y="283673"/>
                </a:lnTo>
                <a:lnTo>
                  <a:pt x="622670" y="281988"/>
                </a:lnTo>
                <a:lnTo>
                  <a:pt x="644569" y="296033"/>
                </a:lnTo>
                <a:lnTo>
                  <a:pt x="647489" y="294760"/>
                </a:lnTo>
                <a:lnTo>
                  <a:pt x="651869" y="297735"/>
                </a:lnTo>
                <a:lnTo>
                  <a:pt x="654059" y="295972"/>
                </a:lnTo>
                <a:lnTo>
                  <a:pt x="654789" y="297245"/>
                </a:lnTo>
                <a:lnTo>
                  <a:pt x="657709" y="297859"/>
                </a:lnTo>
                <a:lnTo>
                  <a:pt x="658439" y="291972"/>
                </a:lnTo>
                <a:lnTo>
                  <a:pt x="659899" y="297840"/>
                </a:lnTo>
                <a:lnTo>
                  <a:pt x="664279" y="299667"/>
                </a:lnTo>
                <a:lnTo>
                  <a:pt x="667929" y="298744"/>
                </a:lnTo>
                <a:lnTo>
                  <a:pt x="671578" y="297685"/>
                </a:lnTo>
                <a:lnTo>
                  <a:pt x="672308" y="295601"/>
                </a:lnTo>
                <a:lnTo>
                  <a:pt x="673768" y="297572"/>
                </a:lnTo>
                <a:lnTo>
                  <a:pt x="675228" y="298715"/>
                </a:lnTo>
                <a:lnTo>
                  <a:pt x="675958" y="297605"/>
                </a:lnTo>
                <a:lnTo>
                  <a:pt x="680338" y="296209"/>
                </a:lnTo>
                <a:lnTo>
                  <a:pt x="682528" y="297660"/>
                </a:lnTo>
                <a:lnTo>
                  <a:pt x="683258" y="296450"/>
                </a:lnTo>
                <a:lnTo>
                  <a:pt x="690558" y="296295"/>
                </a:lnTo>
                <a:lnTo>
                  <a:pt x="694938" y="297452"/>
                </a:lnTo>
                <a:lnTo>
                  <a:pt x="703697" y="308047"/>
                </a:lnTo>
                <a:lnTo>
                  <a:pt x="706617" y="307289"/>
                </a:lnTo>
                <a:lnTo>
                  <a:pt x="713917" y="302804"/>
                </a:lnTo>
                <a:lnTo>
                  <a:pt x="718297" y="299289"/>
                </a:lnTo>
                <a:lnTo>
                  <a:pt x="720487" y="298231"/>
                </a:lnTo>
                <a:lnTo>
                  <a:pt x="725597" y="295738"/>
                </a:lnTo>
                <a:lnTo>
                  <a:pt x="729976" y="297038"/>
                </a:lnTo>
                <a:lnTo>
                  <a:pt x="733626" y="295529"/>
                </a:lnTo>
                <a:lnTo>
                  <a:pt x="736546" y="294558"/>
                </a:lnTo>
                <a:lnTo>
                  <a:pt x="738736" y="292879"/>
                </a:lnTo>
                <a:lnTo>
                  <a:pt x="751876" y="288148"/>
                </a:lnTo>
                <a:lnTo>
                  <a:pt x="752606" y="289864"/>
                </a:lnTo>
                <a:lnTo>
                  <a:pt x="753336" y="288749"/>
                </a:lnTo>
                <a:lnTo>
                  <a:pt x="754796" y="284595"/>
                </a:lnTo>
                <a:lnTo>
                  <a:pt x="756255" y="285257"/>
                </a:lnTo>
                <a:lnTo>
                  <a:pt x="763555" y="275837"/>
                </a:lnTo>
                <a:lnTo>
                  <a:pt x="764285" y="278123"/>
                </a:lnTo>
                <a:lnTo>
                  <a:pt x="765745" y="276733"/>
                </a:lnTo>
                <a:lnTo>
                  <a:pt x="770855" y="273645"/>
                </a:lnTo>
                <a:lnTo>
                  <a:pt x="771585" y="277355"/>
                </a:lnTo>
                <a:lnTo>
                  <a:pt x="773045" y="271475"/>
                </a:lnTo>
                <a:lnTo>
                  <a:pt x="774505" y="274760"/>
                </a:lnTo>
                <a:lnTo>
                  <a:pt x="775965" y="272780"/>
                </a:lnTo>
                <a:lnTo>
                  <a:pt x="779615" y="273839"/>
                </a:lnTo>
                <a:lnTo>
                  <a:pt x="780345" y="273225"/>
                </a:lnTo>
                <a:lnTo>
                  <a:pt x="781075" y="276232"/>
                </a:lnTo>
                <a:lnTo>
                  <a:pt x="782535" y="273798"/>
                </a:lnTo>
                <a:lnTo>
                  <a:pt x="786914" y="269282"/>
                </a:lnTo>
                <a:lnTo>
                  <a:pt x="787644" y="269814"/>
                </a:lnTo>
                <a:lnTo>
                  <a:pt x="790564" y="267419"/>
                </a:lnTo>
                <a:lnTo>
                  <a:pt x="791294" y="263119"/>
                </a:lnTo>
                <a:lnTo>
                  <a:pt x="793484" y="265585"/>
                </a:lnTo>
                <a:lnTo>
                  <a:pt x="794214" y="263233"/>
                </a:lnTo>
                <a:lnTo>
                  <a:pt x="796404" y="264264"/>
                </a:lnTo>
                <a:lnTo>
                  <a:pt x="798594" y="260454"/>
                </a:lnTo>
                <a:lnTo>
                  <a:pt x="800054" y="262442"/>
                </a:lnTo>
                <a:lnTo>
                  <a:pt x="800784" y="263556"/>
                </a:lnTo>
                <a:lnTo>
                  <a:pt x="801514" y="259884"/>
                </a:lnTo>
                <a:lnTo>
                  <a:pt x="802244" y="250887"/>
                </a:lnTo>
                <a:lnTo>
                  <a:pt x="803704" y="258016"/>
                </a:lnTo>
                <a:lnTo>
                  <a:pt x="804434" y="260707"/>
                </a:lnTo>
                <a:lnTo>
                  <a:pt x="805164" y="257655"/>
                </a:lnTo>
                <a:lnTo>
                  <a:pt x="807354" y="249339"/>
                </a:lnTo>
                <a:lnTo>
                  <a:pt x="808084" y="252660"/>
                </a:lnTo>
                <a:lnTo>
                  <a:pt x="808814" y="252364"/>
                </a:lnTo>
                <a:lnTo>
                  <a:pt x="811734" y="243101"/>
                </a:lnTo>
                <a:lnTo>
                  <a:pt x="812464" y="243739"/>
                </a:lnTo>
                <a:lnTo>
                  <a:pt x="813193" y="249511"/>
                </a:lnTo>
                <a:lnTo>
                  <a:pt x="814653" y="245759"/>
                </a:lnTo>
                <a:lnTo>
                  <a:pt x="818303" y="232922"/>
                </a:lnTo>
                <a:lnTo>
                  <a:pt x="819033" y="236626"/>
                </a:lnTo>
                <a:lnTo>
                  <a:pt x="820493" y="233308"/>
                </a:lnTo>
                <a:lnTo>
                  <a:pt x="824143" y="230297"/>
                </a:lnTo>
                <a:lnTo>
                  <a:pt x="824873" y="226720"/>
                </a:lnTo>
                <a:lnTo>
                  <a:pt x="825603" y="229168"/>
                </a:lnTo>
                <a:lnTo>
                  <a:pt x="826333" y="233637"/>
                </a:lnTo>
                <a:lnTo>
                  <a:pt x="827063" y="230433"/>
                </a:lnTo>
                <a:lnTo>
                  <a:pt x="827793" y="222450"/>
                </a:lnTo>
                <a:lnTo>
                  <a:pt x="829983" y="227015"/>
                </a:lnTo>
                <a:lnTo>
                  <a:pt x="835823" y="225438"/>
                </a:lnTo>
                <a:lnTo>
                  <a:pt x="838743" y="225089"/>
                </a:lnTo>
                <a:lnTo>
                  <a:pt x="840203" y="226327"/>
                </a:lnTo>
                <a:lnTo>
                  <a:pt x="840933" y="224446"/>
                </a:lnTo>
                <a:lnTo>
                  <a:pt x="844582" y="221820"/>
                </a:lnTo>
                <a:lnTo>
                  <a:pt x="845312" y="222634"/>
                </a:lnTo>
                <a:lnTo>
                  <a:pt x="849692" y="220660"/>
                </a:lnTo>
                <a:lnTo>
                  <a:pt x="854802" y="215976"/>
                </a:lnTo>
                <a:lnTo>
                  <a:pt x="855532" y="216959"/>
                </a:lnTo>
                <a:lnTo>
                  <a:pt x="860642" y="216825"/>
                </a:lnTo>
                <a:lnTo>
                  <a:pt x="861372" y="214828"/>
                </a:lnTo>
                <a:lnTo>
                  <a:pt x="863562" y="216030"/>
                </a:lnTo>
                <a:lnTo>
                  <a:pt x="867212" y="215786"/>
                </a:lnTo>
                <a:lnTo>
                  <a:pt x="870861" y="213233"/>
                </a:lnTo>
                <a:lnTo>
                  <a:pt x="873781" y="211113"/>
                </a:lnTo>
                <a:lnTo>
                  <a:pt x="881081" y="207037"/>
                </a:lnTo>
                <a:lnTo>
                  <a:pt x="881811" y="205195"/>
                </a:lnTo>
                <a:lnTo>
                  <a:pt x="882541" y="209025"/>
                </a:lnTo>
                <a:lnTo>
                  <a:pt x="883271" y="207527"/>
                </a:lnTo>
                <a:lnTo>
                  <a:pt x="884731" y="209468"/>
                </a:lnTo>
                <a:lnTo>
                  <a:pt x="885461" y="207641"/>
                </a:lnTo>
                <a:lnTo>
                  <a:pt x="886921" y="205159"/>
                </a:lnTo>
                <a:lnTo>
                  <a:pt x="888381" y="206644"/>
                </a:lnTo>
                <a:lnTo>
                  <a:pt x="889111" y="208623"/>
                </a:lnTo>
                <a:lnTo>
                  <a:pt x="891301" y="207448"/>
                </a:lnTo>
                <a:lnTo>
                  <a:pt x="892761" y="205839"/>
                </a:lnTo>
                <a:lnTo>
                  <a:pt x="893491" y="207003"/>
                </a:lnTo>
                <a:lnTo>
                  <a:pt x="898601" y="207617"/>
                </a:lnTo>
                <a:lnTo>
                  <a:pt x="900060" y="205031"/>
                </a:lnTo>
                <a:lnTo>
                  <a:pt x="901520" y="206266"/>
                </a:lnTo>
                <a:lnTo>
                  <a:pt x="902250" y="207440"/>
                </a:lnTo>
                <a:lnTo>
                  <a:pt x="902980" y="205036"/>
                </a:lnTo>
                <a:lnTo>
                  <a:pt x="904440" y="203767"/>
                </a:lnTo>
                <a:lnTo>
                  <a:pt x="905900" y="204825"/>
                </a:lnTo>
                <a:lnTo>
                  <a:pt x="908820" y="203132"/>
                </a:lnTo>
                <a:lnTo>
                  <a:pt x="909550" y="204259"/>
                </a:lnTo>
                <a:lnTo>
                  <a:pt x="924150" y="211192"/>
                </a:lnTo>
                <a:lnTo>
                  <a:pt x="926340" y="212402"/>
                </a:lnTo>
                <a:lnTo>
                  <a:pt x="927070" y="211249"/>
                </a:lnTo>
                <a:lnTo>
                  <a:pt x="933639" y="208984"/>
                </a:lnTo>
                <a:lnTo>
                  <a:pt x="935099" y="211554"/>
                </a:lnTo>
                <a:lnTo>
                  <a:pt x="935829" y="210203"/>
                </a:lnTo>
                <a:lnTo>
                  <a:pt x="936559" y="206674"/>
                </a:lnTo>
                <a:lnTo>
                  <a:pt x="938749" y="208316"/>
                </a:lnTo>
                <a:lnTo>
                  <a:pt x="943129" y="206506"/>
                </a:lnTo>
                <a:lnTo>
                  <a:pt x="946779" y="203166"/>
                </a:lnTo>
                <a:lnTo>
                  <a:pt x="947509" y="204192"/>
                </a:lnTo>
                <a:lnTo>
                  <a:pt x="969408" y="212948"/>
                </a:lnTo>
                <a:lnTo>
                  <a:pt x="975248" y="220662"/>
                </a:lnTo>
                <a:lnTo>
                  <a:pt x="982548" y="228991"/>
                </a:lnTo>
                <a:lnTo>
                  <a:pt x="990577" y="239068"/>
                </a:lnTo>
                <a:lnTo>
                  <a:pt x="997877" y="246626"/>
                </a:lnTo>
                <a:lnTo>
                  <a:pt x="1011747" y="266359"/>
                </a:lnTo>
                <a:lnTo>
                  <a:pt x="1016126" y="275937"/>
                </a:lnTo>
                <a:lnTo>
                  <a:pt x="1031456" y="301030"/>
                </a:lnTo>
                <a:lnTo>
                  <a:pt x="1034376" y="296158"/>
                </a:lnTo>
                <a:lnTo>
                  <a:pt x="1035106" y="297717"/>
                </a:lnTo>
                <a:lnTo>
                  <a:pt x="1043136" y="297481"/>
                </a:lnTo>
                <a:lnTo>
                  <a:pt x="1043866" y="298404"/>
                </a:lnTo>
                <a:lnTo>
                  <a:pt x="1044595" y="296981"/>
                </a:lnTo>
                <a:lnTo>
                  <a:pt x="1045326" y="295759"/>
                </a:lnTo>
                <a:lnTo>
                  <a:pt x="1046786" y="297080"/>
                </a:lnTo>
                <a:lnTo>
                  <a:pt x="1048976" y="299362"/>
                </a:lnTo>
                <a:lnTo>
                  <a:pt x="1048246" y="295251"/>
                </a:lnTo>
                <a:lnTo>
                  <a:pt x="1049706" y="298060"/>
                </a:lnTo>
                <a:lnTo>
                  <a:pt x="1052626" y="296536"/>
                </a:lnTo>
                <a:lnTo>
                  <a:pt x="1054816" y="301129"/>
                </a:lnTo>
                <a:lnTo>
                  <a:pt x="1059196" y="291392"/>
                </a:lnTo>
                <a:lnTo>
                  <a:pt x="1059926" y="292759"/>
                </a:lnTo>
                <a:lnTo>
                  <a:pt x="1062846" y="286259"/>
                </a:lnTo>
                <a:lnTo>
                  <a:pt x="1070145" y="270945"/>
                </a:lnTo>
                <a:lnTo>
                  <a:pt x="1070875" y="274934"/>
                </a:lnTo>
                <a:lnTo>
                  <a:pt x="1071605" y="276494"/>
                </a:lnTo>
                <a:lnTo>
                  <a:pt x="1072335" y="273862"/>
                </a:lnTo>
                <a:lnTo>
                  <a:pt x="1075255" y="266688"/>
                </a:lnTo>
                <a:lnTo>
                  <a:pt x="1075985" y="269066"/>
                </a:lnTo>
                <a:lnTo>
                  <a:pt x="1076715" y="269155"/>
                </a:lnTo>
                <a:lnTo>
                  <a:pt x="1081095" y="260245"/>
                </a:lnTo>
                <a:lnTo>
                  <a:pt x="1092775" y="233657"/>
                </a:lnTo>
                <a:lnTo>
                  <a:pt x="1093504" y="234345"/>
                </a:lnTo>
                <a:lnTo>
                  <a:pt x="1102264" y="219554"/>
                </a:lnTo>
                <a:lnTo>
                  <a:pt x="1102994" y="217826"/>
                </a:lnTo>
                <a:lnTo>
                  <a:pt x="1105184" y="218978"/>
                </a:lnTo>
                <a:lnTo>
                  <a:pt x="1105914" y="219133"/>
                </a:lnTo>
                <a:lnTo>
                  <a:pt x="1107374" y="213014"/>
                </a:lnTo>
                <a:lnTo>
                  <a:pt x="1108834" y="216682"/>
                </a:lnTo>
                <a:lnTo>
                  <a:pt x="1109564" y="218574"/>
                </a:lnTo>
                <a:lnTo>
                  <a:pt x="1110294" y="215640"/>
                </a:lnTo>
                <a:lnTo>
                  <a:pt x="1112484" y="208454"/>
                </a:lnTo>
                <a:lnTo>
                  <a:pt x="1114674" y="211184"/>
                </a:lnTo>
                <a:lnTo>
                  <a:pt x="1115404" y="214384"/>
                </a:lnTo>
                <a:lnTo>
                  <a:pt x="1116134" y="210699"/>
                </a:lnTo>
                <a:lnTo>
                  <a:pt x="1116864" y="211612"/>
                </a:lnTo>
                <a:lnTo>
                  <a:pt x="1119784" y="206447"/>
                </a:lnTo>
                <a:lnTo>
                  <a:pt x="1121244" y="204862"/>
                </a:lnTo>
                <a:lnTo>
                  <a:pt x="1121974" y="210804"/>
                </a:lnTo>
                <a:lnTo>
                  <a:pt x="1123433" y="201268"/>
                </a:lnTo>
                <a:lnTo>
                  <a:pt x="1124893" y="204593"/>
                </a:lnTo>
                <a:lnTo>
                  <a:pt x="1126353" y="207169"/>
                </a:lnTo>
                <a:lnTo>
                  <a:pt x="1127083" y="204635"/>
                </a:lnTo>
                <a:lnTo>
                  <a:pt x="1131463" y="190788"/>
                </a:lnTo>
                <a:lnTo>
                  <a:pt x="1132923" y="198340"/>
                </a:lnTo>
                <a:lnTo>
                  <a:pt x="1134383" y="193194"/>
                </a:lnTo>
                <a:lnTo>
                  <a:pt x="1135113" y="186848"/>
                </a:lnTo>
                <a:lnTo>
                  <a:pt x="1137303" y="189890"/>
                </a:lnTo>
                <a:lnTo>
                  <a:pt x="1138763" y="193324"/>
                </a:lnTo>
                <a:lnTo>
                  <a:pt x="1139493" y="190123"/>
                </a:lnTo>
                <a:lnTo>
                  <a:pt x="1140223" y="189808"/>
                </a:lnTo>
                <a:lnTo>
                  <a:pt x="1142413" y="171684"/>
                </a:lnTo>
                <a:lnTo>
                  <a:pt x="1143873" y="175237"/>
                </a:lnTo>
                <a:lnTo>
                  <a:pt x="1150443" y="182490"/>
                </a:lnTo>
                <a:lnTo>
                  <a:pt x="1152632" y="178675"/>
                </a:lnTo>
                <a:lnTo>
                  <a:pt x="1153362" y="179342"/>
                </a:lnTo>
                <a:lnTo>
                  <a:pt x="1154822" y="183674"/>
                </a:lnTo>
                <a:lnTo>
                  <a:pt x="1156282" y="181099"/>
                </a:lnTo>
                <a:lnTo>
                  <a:pt x="1157012" y="174388"/>
                </a:lnTo>
                <a:lnTo>
                  <a:pt x="1157742" y="181821"/>
                </a:lnTo>
                <a:lnTo>
                  <a:pt x="1158472" y="181851"/>
                </a:lnTo>
                <a:lnTo>
                  <a:pt x="1162122" y="182737"/>
                </a:lnTo>
                <a:lnTo>
                  <a:pt x="1162852" y="178999"/>
                </a:lnTo>
                <a:lnTo>
                  <a:pt x="1164312" y="183806"/>
                </a:lnTo>
                <a:lnTo>
                  <a:pt x="1165042" y="188872"/>
                </a:lnTo>
                <a:lnTo>
                  <a:pt x="1166502" y="181525"/>
                </a:lnTo>
                <a:lnTo>
                  <a:pt x="1168692" y="189833"/>
                </a:lnTo>
                <a:lnTo>
                  <a:pt x="1172342" y="173806"/>
                </a:lnTo>
                <a:lnTo>
                  <a:pt x="1173072" y="172972"/>
                </a:lnTo>
                <a:lnTo>
                  <a:pt x="1173802" y="175098"/>
                </a:lnTo>
                <a:lnTo>
                  <a:pt x="1175262" y="183261"/>
                </a:lnTo>
                <a:lnTo>
                  <a:pt x="1175992" y="175556"/>
                </a:lnTo>
                <a:lnTo>
                  <a:pt x="1176722" y="171941"/>
                </a:lnTo>
                <a:lnTo>
                  <a:pt x="1178182" y="173691"/>
                </a:lnTo>
                <a:lnTo>
                  <a:pt x="1181831" y="181574"/>
                </a:lnTo>
                <a:lnTo>
                  <a:pt x="1183291" y="171501"/>
                </a:lnTo>
                <a:lnTo>
                  <a:pt x="1184021" y="172594"/>
                </a:lnTo>
                <a:lnTo>
                  <a:pt x="1184751" y="182365"/>
                </a:lnTo>
                <a:lnTo>
                  <a:pt x="1186211" y="171289"/>
                </a:lnTo>
                <a:lnTo>
                  <a:pt x="1189131" y="177895"/>
                </a:lnTo>
                <a:lnTo>
                  <a:pt x="1189861" y="175874"/>
                </a:lnTo>
                <a:lnTo>
                  <a:pt x="1191321" y="168912"/>
                </a:lnTo>
                <a:lnTo>
                  <a:pt x="1192781" y="169245"/>
                </a:lnTo>
                <a:lnTo>
                  <a:pt x="1196431" y="174082"/>
                </a:lnTo>
                <a:lnTo>
                  <a:pt x="1197161" y="171007"/>
                </a:lnTo>
                <a:lnTo>
                  <a:pt x="1199351" y="171696"/>
                </a:lnTo>
                <a:lnTo>
                  <a:pt x="1200081" y="170169"/>
                </a:lnTo>
                <a:lnTo>
                  <a:pt x="1200811" y="172725"/>
                </a:lnTo>
                <a:lnTo>
                  <a:pt x="1201541" y="177227"/>
                </a:lnTo>
                <a:lnTo>
                  <a:pt x="1203001" y="171197"/>
                </a:lnTo>
                <a:lnTo>
                  <a:pt x="1206651" y="156596"/>
                </a:lnTo>
                <a:lnTo>
                  <a:pt x="1208840" y="160606"/>
                </a:lnTo>
                <a:lnTo>
                  <a:pt x="1209570" y="158881"/>
                </a:lnTo>
                <a:lnTo>
                  <a:pt x="1213220" y="153783"/>
                </a:lnTo>
                <a:lnTo>
                  <a:pt x="1216140" y="151073"/>
                </a:lnTo>
                <a:lnTo>
                  <a:pt x="1217600" y="151321"/>
                </a:lnTo>
                <a:lnTo>
                  <a:pt x="1219790" y="139642"/>
                </a:lnTo>
                <a:lnTo>
                  <a:pt x="1220520" y="136550"/>
                </a:lnTo>
                <a:lnTo>
                  <a:pt x="1221250" y="140108"/>
                </a:lnTo>
                <a:lnTo>
                  <a:pt x="1221980" y="141876"/>
                </a:lnTo>
                <a:lnTo>
                  <a:pt x="1222710" y="139566"/>
                </a:lnTo>
                <a:lnTo>
                  <a:pt x="1225630" y="131161"/>
                </a:lnTo>
                <a:lnTo>
                  <a:pt x="1227090" y="145103"/>
                </a:lnTo>
                <a:lnTo>
                  <a:pt x="1229280" y="137242"/>
                </a:lnTo>
                <a:lnTo>
                  <a:pt x="1232930" y="132419"/>
                </a:lnTo>
                <a:lnTo>
                  <a:pt x="1233660" y="130616"/>
                </a:lnTo>
                <a:lnTo>
                  <a:pt x="1234390" y="133197"/>
                </a:lnTo>
                <a:lnTo>
                  <a:pt x="1235120" y="134147"/>
                </a:lnTo>
                <a:lnTo>
                  <a:pt x="1235850" y="130797"/>
                </a:lnTo>
                <a:lnTo>
                  <a:pt x="1238039" y="118014"/>
                </a:lnTo>
                <a:lnTo>
                  <a:pt x="1239499" y="123502"/>
                </a:lnTo>
                <a:lnTo>
                  <a:pt x="1240229" y="125924"/>
                </a:lnTo>
                <a:lnTo>
                  <a:pt x="1240959" y="123213"/>
                </a:lnTo>
                <a:lnTo>
                  <a:pt x="1241689" y="121083"/>
                </a:lnTo>
                <a:lnTo>
                  <a:pt x="1242419" y="122768"/>
                </a:lnTo>
                <a:lnTo>
                  <a:pt x="1243149" y="125955"/>
                </a:lnTo>
                <a:lnTo>
                  <a:pt x="1243879" y="122344"/>
                </a:lnTo>
                <a:lnTo>
                  <a:pt x="1247529" y="116134"/>
                </a:lnTo>
                <a:lnTo>
                  <a:pt x="1248259" y="116224"/>
                </a:lnTo>
                <a:lnTo>
                  <a:pt x="1249719" y="111079"/>
                </a:lnTo>
                <a:lnTo>
                  <a:pt x="1251179" y="114764"/>
                </a:lnTo>
                <a:lnTo>
                  <a:pt x="1265049" y="93305"/>
                </a:lnTo>
                <a:lnTo>
                  <a:pt x="1265779" y="94238"/>
                </a:lnTo>
                <a:lnTo>
                  <a:pt x="1269428" y="89611"/>
                </a:lnTo>
                <a:lnTo>
                  <a:pt x="1273078" y="82107"/>
                </a:lnTo>
                <a:lnTo>
                  <a:pt x="1292788" y="60170"/>
                </a:lnTo>
                <a:lnTo>
                  <a:pt x="1294248" y="66235"/>
                </a:lnTo>
                <a:lnTo>
                  <a:pt x="1294978" y="63085"/>
                </a:lnTo>
                <a:lnTo>
                  <a:pt x="1299357" y="32802"/>
                </a:lnTo>
                <a:lnTo>
                  <a:pt x="1300087" y="37890"/>
                </a:lnTo>
                <a:lnTo>
                  <a:pt x="1300817" y="37833"/>
                </a:lnTo>
                <a:lnTo>
                  <a:pt x="1303007" y="46888"/>
                </a:lnTo>
                <a:lnTo>
                  <a:pt x="1303737" y="43710"/>
                </a:lnTo>
                <a:lnTo>
                  <a:pt x="1305197" y="37660"/>
                </a:lnTo>
                <a:lnTo>
                  <a:pt x="1306657" y="41395"/>
                </a:lnTo>
                <a:lnTo>
                  <a:pt x="1308117" y="49725"/>
                </a:lnTo>
                <a:lnTo>
                  <a:pt x="1308847" y="43314"/>
                </a:lnTo>
                <a:lnTo>
                  <a:pt x="1312497" y="31432"/>
                </a:lnTo>
                <a:lnTo>
                  <a:pt x="1313957" y="32503"/>
                </a:lnTo>
                <a:lnTo>
                  <a:pt x="1315417" y="21595"/>
                </a:lnTo>
                <a:lnTo>
                  <a:pt x="1316877" y="24716"/>
                </a:lnTo>
                <a:lnTo>
                  <a:pt x="1318337" y="40461"/>
                </a:lnTo>
                <a:lnTo>
                  <a:pt x="1319067" y="52440"/>
                </a:lnTo>
                <a:lnTo>
                  <a:pt x="1320527" y="49296"/>
                </a:lnTo>
                <a:lnTo>
                  <a:pt x="1321257" y="44525"/>
                </a:lnTo>
                <a:lnTo>
                  <a:pt x="1321987" y="50952"/>
                </a:lnTo>
                <a:lnTo>
                  <a:pt x="1323447" y="46988"/>
                </a:lnTo>
                <a:lnTo>
                  <a:pt x="1329286" y="32014"/>
                </a:lnTo>
                <a:lnTo>
                  <a:pt x="1331476" y="41131"/>
                </a:lnTo>
                <a:lnTo>
                  <a:pt x="1332206" y="39014"/>
                </a:lnTo>
                <a:lnTo>
                  <a:pt x="1334396" y="36253"/>
                </a:lnTo>
                <a:lnTo>
                  <a:pt x="1335126" y="37372"/>
                </a:lnTo>
                <a:lnTo>
                  <a:pt x="1338776" y="47068"/>
                </a:lnTo>
                <a:lnTo>
                  <a:pt x="1339506" y="47525"/>
                </a:lnTo>
                <a:lnTo>
                  <a:pt x="1340236" y="51770"/>
                </a:lnTo>
                <a:lnTo>
                  <a:pt x="1341696" y="46818"/>
                </a:lnTo>
                <a:lnTo>
                  <a:pt x="1343156" y="42771"/>
                </a:lnTo>
                <a:lnTo>
                  <a:pt x="1343886" y="49051"/>
                </a:lnTo>
                <a:lnTo>
                  <a:pt x="1345346" y="53649"/>
                </a:lnTo>
                <a:lnTo>
                  <a:pt x="1346806" y="52661"/>
                </a:lnTo>
                <a:lnTo>
                  <a:pt x="1350456" y="45197"/>
                </a:lnTo>
                <a:lnTo>
                  <a:pt x="1351186" y="46355"/>
                </a:lnTo>
                <a:lnTo>
                  <a:pt x="1352646" y="49149"/>
                </a:lnTo>
                <a:lnTo>
                  <a:pt x="1353375" y="45205"/>
                </a:lnTo>
                <a:lnTo>
                  <a:pt x="1354835" y="35976"/>
                </a:lnTo>
                <a:lnTo>
                  <a:pt x="1356295" y="40535"/>
                </a:lnTo>
                <a:lnTo>
                  <a:pt x="1359215" y="25937"/>
                </a:lnTo>
                <a:lnTo>
                  <a:pt x="1360675" y="30962"/>
                </a:lnTo>
                <a:lnTo>
                  <a:pt x="1362865" y="51146"/>
                </a:lnTo>
                <a:lnTo>
                  <a:pt x="1364325" y="48577"/>
                </a:lnTo>
                <a:lnTo>
                  <a:pt x="1366515" y="38179"/>
                </a:lnTo>
                <a:lnTo>
                  <a:pt x="1367975" y="40977"/>
                </a:lnTo>
                <a:lnTo>
                  <a:pt x="1368705" y="43715"/>
                </a:lnTo>
                <a:lnTo>
                  <a:pt x="1370165" y="39784"/>
                </a:lnTo>
                <a:lnTo>
                  <a:pt x="1373085" y="37599"/>
                </a:lnTo>
                <a:lnTo>
                  <a:pt x="1375275" y="52404"/>
                </a:lnTo>
                <a:lnTo>
                  <a:pt x="1376005" y="43731"/>
                </a:lnTo>
                <a:lnTo>
                  <a:pt x="1376735" y="42998"/>
                </a:lnTo>
                <a:lnTo>
                  <a:pt x="1379655" y="33065"/>
                </a:lnTo>
                <a:lnTo>
                  <a:pt x="1380385" y="41473"/>
                </a:lnTo>
                <a:lnTo>
                  <a:pt x="1381844" y="33160"/>
                </a:lnTo>
                <a:lnTo>
                  <a:pt x="1384764" y="21968"/>
                </a:lnTo>
                <a:lnTo>
                  <a:pt x="1386224" y="27209"/>
                </a:lnTo>
                <a:lnTo>
                  <a:pt x="1388414" y="32130"/>
                </a:lnTo>
                <a:lnTo>
                  <a:pt x="1390604" y="48605"/>
                </a:lnTo>
                <a:lnTo>
                  <a:pt x="1391334" y="34121"/>
                </a:lnTo>
                <a:lnTo>
                  <a:pt x="1392794" y="41942"/>
                </a:lnTo>
                <a:lnTo>
                  <a:pt x="1395714" y="45606"/>
                </a:lnTo>
                <a:lnTo>
                  <a:pt x="1396444" y="42757"/>
                </a:lnTo>
                <a:lnTo>
                  <a:pt x="1397174" y="48562"/>
                </a:lnTo>
                <a:lnTo>
                  <a:pt x="1397904" y="48319"/>
                </a:lnTo>
                <a:lnTo>
                  <a:pt x="1398634" y="51120"/>
                </a:lnTo>
                <a:lnTo>
                  <a:pt x="1399364" y="50925"/>
                </a:lnTo>
                <a:lnTo>
                  <a:pt x="1402284" y="26046"/>
                </a:lnTo>
                <a:lnTo>
                  <a:pt x="1403744" y="27445"/>
                </a:lnTo>
                <a:lnTo>
                  <a:pt x="1405934" y="46395"/>
                </a:lnTo>
                <a:lnTo>
                  <a:pt x="1406664" y="41966"/>
                </a:lnTo>
                <a:lnTo>
                  <a:pt x="1409584" y="26304"/>
                </a:lnTo>
                <a:lnTo>
                  <a:pt x="1410314" y="31630"/>
                </a:lnTo>
                <a:lnTo>
                  <a:pt x="1414693" y="43603"/>
                </a:lnTo>
                <a:lnTo>
                  <a:pt x="1416883" y="28661"/>
                </a:lnTo>
                <a:lnTo>
                  <a:pt x="1419073" y="32346"/>
                </a:lnTo>
                <a:lnTo>
                  <a:pt x="1420533" y="34931"/>
                </a:lnTo>
                <a:lnTo>
                  <a:pt x="1421263" y="33714"/>
                </a:lnTo>
                <a:lnTo>
                  <a:pt x="1424183" y="29847"/>
                </a:lnTo>
                <a:lnTo>
                  <a:pt x="1425643" y="41165"/>
                </a:lnTo>
                <a:lnTo>
                  <a:pt x="1427103" y="38903"/>
                </a:lnTo>
                <a:lnTo>
                  <a:pt x="1430753" y="24313"/>
                </a:lnTo>
                <a:lnTo>
                  <a:pt x="1432943" y="27182"/>
                </a:lnTo>
                <a:lnTo>
                  <a:pt x="1435133" y="26237"/>
                </a:lnTo>
                <a:lnTo>
                  <a:pt x="1436593" y="25636"/>
                </a:lnTo>
                <a:lnTo>
                  <a:pt x="1437323" y="26631"/>
                </a:lnTo>
                <a:lnTo>
                  <a:pt x="1440242" y="8001"/>
                </a:lnTo>
                <a:lnTo>
                  <a:pt x="1442432" y="31777"/>
                </a:lnTo>
                <a:lnTo>
                  <a:pt x="1444622" y="27723"/>
                </a:lnTo>
                <a:lnTo>
                  <a:pt x="1447542" y="21896"/>
                </a:lnTo>
                <a:lnTo>
                  <a:pt x="1451192" y="2726"/>
                </a:lnTo>
                <a:lnTo>
                  <a:pt x="1451922" y="0"/>
                </a:lnTo>
                <a:lnTo>
                  <a:pt x="1452652" y="4890"/>
                </a:lnTo>
                <a:lnTo>
                  <a:pt x="1454842" y="13427"/>
                </a:lnTo>
                <a:lnTo>
                  <a:pt x="1455572" y="11741"/>
                </a:lnTo>
                <a:lnTo>
                  <a:pt x="1456302" y="3720"/>
                </a:lnTo>
                <a:lnTo>
                  <a:pt x="1457762" y="15642"/>
                </a:lnTo>
                <a:lnTo>
                  <a:pt x="1458492" y="15966"/>
                </a:lnTo>
                <a:lnTo>
                  <a:pt x="1459952" y="22716"/>
                </a:lnTo>
                <a:lnTo>
                  <a:pt x="1461412" y="18790"/>
                </a:lnTo>
                <a:lnTo>
                  <a:pt x="1463602" y="18309"/>
                </a:lnTo>
                <a:lnTo>
                  <a:pt x="1465062" y="14583"/>
                </a:lnTo>
                <a:lnTo>
                  <a:pt x="1465792" y="15964"/>
                </a:lnTo>
                <a:lnTo>
                  <a:pt x="1468711" y="31861"/>
                </a:lnTo>
                <a:lnTo>
                  <a:pt x="1469441" y="30095"/>
                </a:lnTo>
                <a:lnTo>
                  <a:pt x="1471631" y="23684"/>
                </a:lnTo>
                <a:lnTo>
                  <a:pt x="1472361" y="25473"/>
                </a:lnTo>
                <a:lnTo>
                  <a:pt x="1473822" y="33684"/>
                </a:lnTo>
                <a:lnTo>
                  <a:pt x="1476011" y="31300"/>
                </a:lnTo>
                <a:lnTo>
                  <a:pt x="1484042" y="22961"/>
                </a:lnTo>
                <a:lnTo>
                  <a:pt x="1486232" y="26535"/>
                </a:lnTo>
                <a:lnTo>
                  <a:pt x="1488422" y="34836"/>
                </a:lnTo>
                <a:lnTo>
                  <a:pt x="1489151" y="40218"/>
                </a:lnTo>
                <a:lnTo>
                  <a:pt x="1490611" y="31783"/>
                </a:lnTo>
                <a:lnTo>
                  <a:pt x="1491341" y="35491"/>
                </a:lnTo>
                <a:lnTo>
                  <a:pt x="1492801" y="31858"/>
                </a:lnTo>
                <a:lnTo>
                  <a:pt x="1494991" y="32565"/>
                </a:lnTo>
                <a:lnTo>
                  <a:pt x="1496451" y="26081"/>
                </a:lnTo>
                <a:lnTo>
                  <a:pt x="1497911" y="30912"/>
                </a:lnTo>
                <a:lnTo>
                  <a:pt x="1499371" y="35925"/>
                </a:lnTo>
                <a:lnTo>
                  <a:pt x="1500101" y="33690"/>
                </a:lnTo>
                <a:lnTo>
                  <a:pt x="1503751" y="24837"/>
                </a:lnTo>
                <a:lnTo>
                  <a:pt x="1505941" y="29988"/>
                </a:lnTo>
                <a:lnTo>
                  <a:pt x="1506671" y="28563"/>
                </a:lnTo>
                <a:lnTo>
                  <a:pt x="1512511" y="14706"/>
                </a:lnTo>
                <a:lnTo>
                  <a:pt x="1516161" y="13343"/>
                </a:lnTo>
                <a:lnTo>
                  <a:pt x="1518350" y="9470"/>
                </a:lnTo>
                <a:lnTo>
                  <a:pt x="1519080" y="11163"/>
                </a:lnTo>
                <a:lnTo>
                  <a:pt x="1520540" y="16151"/>
                </a:lnTo>
                <a:lnTo>
                  <a:pt x="1522000" y="13496"/>
                </a:lnTo>
                <a:lnTo>
                  <a:pt x="1528570" y="16691"/>
                </a:lnTo>
                <a:lnTo>
                  <a:pt x="1530030" y="20186"/>
                </a:lnTo>
                <a:lnTo>
                  <a:pt x="1530760" y="18214"/>
                </a:lnTo>
                <a:lnTo>
                  <a:pt x="1532950" y="13387"/>
                </a:lnTo>
                <a:lnTo>
                  <a:pt x="1533680" y="14019"/>
                </a:lnTo>
                <a:lnTo>
                  <a:pt x="1537330" y="15317"/>
                </a:lnTo>
                <a:lnTo>
                  <a:pt x="1538060" y="13946"/>
                </a:lnTo>
                <a:lnTo>
                  <a:pt x="1543900" y="1942"/>
                </a:lnTo>
                <a:lnTo>
                  <a:pt x="1545360" y="9644"/>
                </a:lnTo>
                <a:lnTo>
                  <a:pt x="1546090" y="5593"/>
                </a:lnTo>
                <a:lnTo>
                  <a:pt x="1549739" y="308"/>
                </a:lnTo>
                <a:lnTo>
                  <a:pt x="1550469" y="46"/>
                </a:lnTo>
                <a:lnTo>
                  <a:pt x="1551199" y="2384"/>
                </a:lnTo>
                <a:lnTo>
                  <a:pt x="1554119" y="16279"/>
                </a:lnTo>
                <a:lnTo>
                  <a:pt x="1555579" y="14628"/>
                </a:lnTo>
                <a:lnTo>
                  <a:pt x="1556309" y="14028"/>
                </a:lnTo>
                <a:lnTo>
                  <a:pt x="1557039" y="15677"/>
                </a:lnTo>
                <a:lnTo>
                  <a:pt x="1560689" y="19994"/>
                </a:lnTo>
                <a:lnTo>
                  <a:pt x="1562149" y="15906"/>
                </a:lnTo>
                <a:lnTo>
                  <a:pt x="1565799" y="105253"/>
                </a:lnTo>
                <a:lnTo>
                  <a:pt x="1577478" y="471304"/>
                </a:lnTo>
                <a:lnTo>
                  <a:pt x="1578938" y="465079"/>
                </a:lnTo>
                <a:lnTo>
                  <a:pt x="1579668" y="466746"/>
                </a:lnTo>
                <a:lnTo>
                  <a:pt x="1581128" y="485264"/>
                </a:lnTo>
                <a:lnTo>
                  <a:pt x="1583318" y="484008"/>
                </a:lnTo>
                <a:lnTo>
                  <a:pt x="1584048" y="476456"/>
                </a:lnTo>
                <a:lnTo>
                  <a:pt x="1586238" y="481007"/>
                </a:lnTo>
                <a:lnTo>
                  <a:pt x="1588428" y="468974"/>
                </a:lnTo>
                <a:lnTo>
                  <a:pt x="1589888" y="470029"/>
                </a:lnTo>
                <a:lnTo>
                  <a:pt x="1590618" y="468353"/>
                </a:lnTo>
                <a:lnTo>
                  <a:pt x="1592808" y="477780"/>
                </a:lnTo>
                <a:lnTo>
                  <a:pt x="1598648" y="430753"/>
                </a:lnTo>
                <a:lnTo>
                  <a:pt x="1613247" y="338164"/>
                </a:lnTo>
                <a:lnTo>
                  <a:pt x="1616167" y="326643"/>
                </a:lnTo>
                <a:lnTo>
                  <a:pt x="1620547" y="309321"/>
                </a:lnTo>
                <a:lnTo>
                  <a:pt x="1643176" y="222119"/>
                </a:lnTo>
                <a:lnTo>
                  <a:pt x="1643906" y="223941"/>
                </a:lnTo>
                <a:lnTo>
                  <a:pt x="1645366" y="231384"/>
                </a:lnTo>
                <a:lnTo>
                  <a:pt x="1646096" y="229057"/>
                </a:lnTo>
                <a:lnTo>
                  <a:pt x="1649746" y="205595"/>
                </a:lnTo>
                <a:lnTo>
                  <a:pt x="1651206" y="212399"/>
                </a:lnTo>
                <a:lnTo>
                  <a:pt x="1651936" y="212320"/>
                </a:lnTo>
                <a:lnTo>
                  <a:pt x="1653396" y="204448"/>
                </a:lnTo>
                <a:lnTo>
                  <a:pt x="1654856" y="206899"/>
                </a:lnTo>
                <a:lnTo>
                  <a:pt x="1655586" y="207702"/>
                </a:lnTo>
                <a:lnTo>
                  <a:pt x="1657046" y="199592"/>
                </a:lnTo>
                <a:lnTo>
                  <a:pt x="1658506" y="204477"/>
                </a:lnTo>
                <a:lnTo>
                  <a:pt x="1660696" y="200130"/>
                </a:lnTo>
                <a:lnTo>
                  <a:pt x="1661426" y="193830"/>
                </a:lnTo>
                <a:lnTo>
                  <a:pt x="1662885" y="197073"/>
                </a:lnTo>
                <a:lnTo>
                  <a:pt x="1663615" y="201506"/>
                </a:lnTo>
                <a:lnTo>
                  <a:pt x="1665075" y="194189"/>
                </a:lnTo>
                <a:lnTo>
                  <a:pt x="1665805" y="189427"/>
                </a:lnTo>
                <a:lnTo>
                  <a:pt x="1666535" y="193093"/>
                </a:lnTo>
                <a:lnTo>
                  <a:pt x="1669455" y="205139"/>
                </a:lnTo>
                <a:lnTo>
                  <a:pt x="1670185" y="202302"/>
                </a:lnTo>
                <a:lnTo>
                  <a:pt x="1673105" y="198264"/>
                </a:lnTo>
                <a:lnTo>
                  <a:pt x="1673835" y="196162"/>
                </a:lnTo>
                <a:lnTo>
                  <a:pt x="1676025" y="197495"/>
                </a:lnTo>
                <a:lnTo>
                  <a:pt x="1677485" y="200268"/>
                </a:lnTo>
                <a:lnTo>
                  <a:pt x="1678945" y="198087"/>
                </a:lnTo>
                <a:lnTo>
                  <a:pt x="1680405" y="194908"/>
                </a:lnTo>
                <a:lnTo>
                  <a:pt x="1681135" y="196354"/>
                </a:lnTo>
                <a:lnTo>
                  <a:pt x="1683325" y="199143"/>
                </a:lnTo>
                <a:lnTo>
                  <a:pt x="1684055" y="198898"/>
                </a:lnTo>
                <a:lnTo>
                  <a:pt x="1688435" y="194005"/>
                </a:lnTo>
                <a:lnTo>
                  <a:pt x="1691354" y="201614"/>
                </a:lnTo>
                <a:lnTo>
                  <a:pt x="1694274" y="190131"/>
                </a:lnTo>
                <a:lnTo>
                  <a:pt x="1695004" y="194370"/>
                </a:lnTo>
                <a:lnTo>
                  <a:pt x="1697194" y="200251"/>
                </a:lnTo>
                <a:lnTo>
                  <a:pt x="1697924" y="196110"/>
                </a:lnTo>
                <a:lnTo>
                  <a:pt x="1700114" y="188738"/>
                </a:lnTo>
                <a:lnTo>
                  <a:pt x="1700844" y="191966"/>
                </a:lnTo>
                <a:lnTo>
                  <a:pt x="1703034" y="191158"/>
                </a:lnTo>
                <a:lnTo>
                  <a:pt x="1708144" y="181274"/>
                </a:lnTo>
                <a:lnTo>
                  <a:pt x="1708874" y="185068"/>
                </a:lnTo>
                <a:lnTo>
                  <a:pt x="1710334" y="182188"/>
                </a:lnTo>
                <a:lnTo>
                  <a:pt x="1712524" y="172661"/>
                </a:lnTo>
                <a:lnTo>
                  <a:pt x="1714714" y="174506"/>
                </a:lnTo>
                <a:lnTo>
                  <a:pt x="1717634" y="176446"/>
                </a:lnTo>
                <a:lnTo>
                  <a:pt x="1719823" y="177322"/>
                </a:lnTo>
                <a:lnTo>
                  <a:pt x="1722013" y="169551"/>
                </a:lnTo>
                <a:lnTo>
                  <a:pt x="1723473" y="170609"/>
                </a:lnTo>
                <a:lnTo>
                  <a:pt x="1724933" y="175382"/>
                </a:lnTo>
                <a:lnTo>
                  <a:pt x="1725663" y="172467"/>
                </a:lnTo>
                <a:lnTo>
                  <a:pt x="1727123" y="165776"/>
                </a:lnTo>
                <a:lnTo>
                  <a:pt x="1728583" y="168589"/>
                </a:lnTo>
                <a:lnTo>
                  <a:pt x="1730773" y="162461"/>
                </a:lnTo>
                <a:lnTo>
                  <a:pt x="1732233" y="164263"/>
                </a:lnTo>
                <a:lnTo>
                  <a:pt x="1735153" y="168402"/>
                </a:lnTo>
                <a:lnTo>
                  <a:pt x="1736613" y="172420"/>
                </a:lnTo>
                <a:lnTo>
                  <a:pt x="1738073" y="171338"/>
                </a:lnTo>
                <a:lnTo>
                  <a:pt x="1741723" y="167659"/>
                </a:lnTo>
                <a:lnTo>
                  <a:pt x="1746103" y="162603"/>
                </a:lnTo>
                <a:lnTo>
                  <a:pt x="1746833" y="166434"/>
                </a:lnTo>
                <a:lnTo>
                  <a:pt x="1747563" y="170968"/>
                </a:lnTo>
                <a:lnTo>
                  <a:pt x="1749022" y="167778"/>
                </a:lnTo>
                <a:lnTo>
                  <a:pt x="1751942" y="166328"/>
                </a:lnTo>
                <a:lnTo>
                  <a:pt x="1752672" y="170450"/>
                </a:lnTo>
                <a:lnTo>
                  <a:pt x="1754862" y="168330"/>
                </a:lnTo>
                <a:lnTo>
                  <a:pt x="1757782" y="169337"/>
                </a:lnTo>
                <a:lnTo>
                  <a:pt x="1762892" y="163903"/>
                </a:lnTo>
                <a:lnTo>
                  <a:pt x="1764352" y="170938"/>
                </a:lnTo>
                <a:lnTo>
                  <a:pt x="1766542" y="166791"/>
                </a:lnTo>
                <a:lnTo>
                  <a:pt x="1771652" y="160225"/>
                </a:lnTo>
                <a:lnTo>
                  <a:pt x="1772382" y="161921"/>
                </a:lnTo>
                <a:lnTo>
                  <a:pt x="1773842" y="168637"/>
                </a:lnTo>
                <a:lnTo>
                  <a:pt x="1775302" y="166812"/>
                </a:lnTo>
                <a:lnTo>
                  <a:pt x="1777491" y="164711"/>
                </a:lnTo>
                <a:lnTo>
                  <a:pt x="1778951" y="171280"/>
                </a:lnTo>
                <a:lnTo>
                  <a:pt x="1779681" y="168789"/>
                </a:lnTo>
                <a:lnTo>
                  <a:pt x="1781141" y="158492"/>
                </a:lnTo>
                <a:lnTo>
                  <a:pt x="1782601" y="163124"/>
                </a:lnTo>
                <a:lnTo>
                  <a:pt x="1784061" y="173969"/>
                </a:lnTo>
                <a:lnTo>
                  <a:pt x="1785521" y="170372"/>
                </a:lnTo>
                <a:lnTo>
                  <a:pt x="1786251" y="170302"/>
                </a:lnTo>
                <a:lnTo>
                  <a:pt x="1789901" y="156663"/>
                </a:lnTo>
                <a:lnTo>
                  <a:pt x="1790631" y="158834"/>
                </a:lnTo>
                <a:lnTo>
                  <a:pt x="1792091" y="162228"/>
                </a:lnTo>
                <a:lnTo>
                  <a:pt x="1792821" y="160098"/>
                </a:lnTo>
                <a:lnTo>
                  <a:pt x="1793551" y="158716"/>
                </a:lnTo>
                <a:lnTo>
                  <a:pt x="1794281" y="161526"/>
                </a:lnTo>
                <a:lnTo>
                  <a:pt x="1795011" y="164675"/>
                </a:lnTo>
                <a:lnTo>
                  <a:pt x="1795741" y="160365"/>
                </a:lnTo>
                <a:lnTo>
                  <a:pt x="1797201" y="157053"/>
                </a:lnTo>
                <a:lnTo>
                  <a:pt x="1797931" y="159010"/>
                </a:lnTo>
                <a:lnTo>
                  <a:pt x="1799391" y="177062"/>
                </a:lnTo>
                <a:lnTo>
                  <a:pt x="1801581" y="168205"/>
                </a:lnTo>
                <a:lnTo>
                  <a:pt x="1803041" y="164232"/>
                </a:lnTo>
                <a:lnTo>
                  <a:pt x="1804501" y="166905"/>
                </a:lnTo>
                <a:lnTo>
                  <a:pt x="1805231" y="167939"/>
                </a:lnTo>
                <a:lnTo>
                  <a:pt x="1805961" y="166810"/>
                </a:lnTo>
                <a:lnTo>
                  <a:pt x="1807420" y="162513"/>
                </a:lnTo>
                <a:lnTo>
                  <a:pt x="1808150" y="167355"/>
                </a:lnTo>
                <a:lnTo>
                  <a:pt x="1808880" y="168256"/>
                </a:lnTo>
                <a:lnTo>
                  <a:pt x="1809610" y="166633"/>
                </a:lnTo>
                <a:lnTo>
                  <a:pt x="1812530" y="163472"/>
                </a:lnTo>
                <a:lnTo>
                  <a:pt x="1813990" y="165713"/>
                </a:lnTo>
                <a:lnTo>
                  <a:pt x="1816180" y="173930"/>
                </a:lnTo>
                <a:lnTo>
                  <a:pt x="1819830" y="159522"/>
                </a:lnTo>
                <a:lnTo>
                  <a:pt x="1820560" y="159230"/>
                </a:lnTo>
                <a:lnTo>
                  <a:pt x="1822020" y="170252"/>
                </a:lnTo>
                <a:lnTo>
                  <a:pt x="1823480" y="166254"/>
                </a:lnTo>
                <a:lnTo>
                  <a:pt x="1824940" y="157608"/>
                </a:lnTo>
                <a:lnTo>
                  <a:pt x="1825670" y="162295"/>
                </a:lnTo>
                <a:lnTo>
                  <a:pt x="1827130" y="175778"/>
                </a:lnTo>
                <a:lnTo>
                  <a:pt x="1828590" y="167171"/>
                </a:lnTo>
                <a:lnTo>
                  <a:pt x="1829320" y="158783"/>
                </a:lnTo>
                <a:lnTo>
                  <a:pt x="1830780" y="166183"/>
                </a:lnTo>
                <a:lnTo>
                  <a:pt x="1832970" y="171383"/>
                </a:lnTo>
                <a:lnTo>
                  <a:pt x="1833700" y="170414"/>
                </a:lnTo>
                <a:lnTo>
                  <a:pt x="1835159" y="164163"/>
                </a:lnTo>
                <a:lnTo>
                  <a:pt x="1836619" y="167834"/>
                </a:lnTo>
                <a:lnTo>
                  <a:pt x="1837349" y="166739"/>
                </a:lnTo>
                <a:lnTo>
                  <a:pt x="1838809" y="179683"/>
                </a:lnTo>
                <a:lnTo>
                  <a:pt x="1839539" y="168340"/>
                </a:lnTo>
                <a:lnTo>
                  <a:pt x="1840999" y="164266"/>
                </a:lnTo>
                <a:lnTo>
                  <a:pt x="1842459" y="176105"/>
                </a:lnTo>
                <a:lnTo>
                  <a:pt x="1843919" y="173586"/>
                </a:lnTo>
                <a:lnTo>
                  <a:pt x="1844649" y="176608"/>
                </a:lnTo>
                <a:lnTo>
                  <a:pt x="1845379" y="173165"/>
                </a:lnTo>
                <a:lnTo>
                  <a:pt x="1846839" y="157213"/>
                </a:lnTo>
                <a:lnTo>
                  <a:pt x="1848299" y="162372"/>
                </a:lnTo>
                <a:lnTo>
                  <a:pt x="1849759" y="173871"/>
                </a:lnTo>
                <a:lnTo>
                  <a:pt x="1851219" y="172612"/>
                </a:lnTo>
                <a:lnTo>
                  <a:pt x="1853409" y="161980"/>
                </a:lnTo>
                <a:lnTo>
                  <a:pt x="1854139" y="167147"/>
                </a:lnTo>
                <a:lnTo>
                  <a:pt x="1855599" y="176818"/>
                </a:lnTo>
                <a:lnTo>
                  <a:pt x="1856329" y="168330"/>
                </a:lnTo>
                <a:lnTo>
                  <a:pt x="1857059" y="165021"/>
                </a:lnTo>
                <a:lnTo>
                  <a:pt x="1857789" y="171160"/>
                </a:lnTo>
                <a:lnTo>
                  <a:pt x="1858519" y="169682"/>
                </a:lnTo>
                <a:lnTo>
                  <a:pt x="1860709" y="173839"/>
                </a:lnTo>
                <a:lnTo>
                  <a:pt x="1862169" y="162552"/>
                </a:lnTo>
                <a:lnTo>
                  <a:pt x="1862899" y="164814"/>
                </a:lnTo>
                <a:lnTo>
                  <a:pt x="1864358" y="176960"/>
                </a:lnTo>
                <a:lnTo>
                  <a:pt x="1865818" y="173842"/>
                </a:lnTo>
                <a:lnTo>
                  <a:pt x="1868738" y="172615"/>
                </a:lnTo>
                <a:lnTo>
                  <a:pt x="1869468" y="175056"/>
                </a:lnTo>
                <a:lnTo>
                  <a:pt x="1870198" y="180613"/>
                </a:lnTo>
                <a:lnTo>
                  <a:pt x="1870928" y="174452"/>
                </a:lnTo>
                <a:lnTo>
                  <a:pt x="1871658" y="176158"/>
                </a:lnTo>
                <a:lnTo>
                  <a:pt x="1875308" y="167324"/>
                </a:lnTo>
                <a:lnTo>
                  <a:pt x="1877498" y="186434"/>
                </a:lnTo>
                <a:lnTo>
                  <a:pt x="1878228" y="175633"/>
                </a:lnTo>
                <a:lnTo>
                  <a:pt x="1878958" y="172369"/>
                </a:lnTo>
                <a:lnTo>
                  <a:pt x="1879688" y="175351"/>
                </a:lnTo>
                <a:lnTo>
                  <a:pt x="1880418" y="178258"/>
                </a:lnTo>
                <a:lnTo>
                  <a:pt x="1881148" y="171917"/>
                </a:lnTo>
                <a:lnTo>
                  <a:pt x="1881878" y="171563"/>
                </a:lnTo>
                <a:lnTo>
                  <a:pt x="1882608" y="173222"/>
                </a:lnTo>
                <a:lnTo>
                  <a:pt x="1883338" y="174671"/>
                </a:lnTo>
                <a:lnTo>
                  <a:pt x="1884068" y="167499"/>
                </a:lnTo>
                <a:lnTo>
                  <a:pt x="1886258" y="170827"/>
                </a:lnTo>
                <a:lnTo>
                  <a:pt x="1889908" y="164492"/>
                </a:lnTo>
                <a:lnTo>
                  <a:pt x="1895017" y="157336"/>
                </a:lnTo>
                <a:lnTo>
                  <a:pt x="1896477" y="164648"/>
                </a:lnTo>
                <a:lnTo>
                  <a:pt x="1897207" y="161107"/>
                </a:lnTo>
                <a:lnTo>
                  <a:pt x="1900857" y="149881"/>
                </a:lnTo>
                <a:lnTo>
                  <a:pt x="1902317" y="158127"/>
                </a:lnTo>
                <a:lnTo>
                  <a:pt x="1903777" y="154828"/>
                </a:lnTo>
                <a:lnTo>
                  <a:pt x="1905968" y="145566"/>
                </a:lnTo>
                <a:lnTo>
                  <a:pt x="1906697" y="149526"/>
                </a:lnTo>
                <a:lnTo>
                  <a:pt x="1907427" y="151248"/>
                </a:lnTo>
                <a:lnTo>
                  <a:pt x="1908157" y="149416"/>
                </a:lnTo>
                <a:lnTo>
                  <a:pt x="1909618" y="145931"/>
                </a:lnTo>
                <a:lnTo>
                  <a:pt x="1910347" y="153439"/>
                </a:lnTo>
                <a:lnTo>
                  <a:pt x="1911808" y="143252"/>
                </a:lnTo>
                <a:lnTo>
                  <a:pt x="1915457" y="137362"/>
                </a:lnTo>
                <a:lnTo>
                  <a:pt x="1916187" y="137675"/>
                </a:lnTo>
                <a:lnTo>
                  <a:pt x="1917647" y="133094"/>
                </a:lnTo>
                <a:lnTo>
                  <a:pt x="1918377" y="139197"/>
                </a:lnTo>
                <a:lnTo>
                  <a:pt x="1919107" y="144942"/>
                </a:lnTo>
                <a:lnTo>
                  <a:pt x="1920567" y="140888"/>
                </a:lnTo>
                <a:lnTo>
                  <a:pt x="1922757" y="135626"/>
                </a:lnTo>
                <a:lnTo>
                  <a:pt x="1923487" y="138647"/>
                </a:lnTo>
                <a:lnTo>
                  <a:pt x="1924217" y="143201"/>
                </a:lnTo>
                <a:lnTo>
                  <a:pt x="1925677" y="137454"/>
                </a:lnTo>
                <a:lnTo>
                  <a:pt x="1926407" y="133455"/>
                </a:lnTo>
                <a:lnTo>
                  <a:pt x="1927867" y="134679"/>
                </a:lnTo>
                <a:lnTo>
                  <a:pt x="1928597" y="136126"/>
                </a:lnTo>
                <a:lnTo>
                  <a:pt x="1929327" y="133619"/>
                </a:lnTo>
                <a:lnTo>
                  <a:pt x="1930057" y="129757"/>
                </a:lnTo>
                <a:lnTo>
                  <a:pt x="1931517" y="132507"/>
                </a:lnTo>
                <a:lnTo>
                  <a:pt x="1932247" y="132491"/>
                </a:lnTo>
                <a:lnTo>
                  <a:pt x="1934437" y="126765"/>
                </a:lnTo>
                <a:lnTo>
                  <a:pt x="1936627" y="134671"/>
                </a:lnTo>
                <a:lnTo>
                  <a:pt x="1937357" y="131871"/>
                </a:lnTo>
                <a:lnTo>
                  <a:pt x="1938087" y="129438"/>
                </a:lnTo>
                <a:lnTo>
                  <a:pt x="1938817" y="133480"/>
                </a:lnTo>
                <a:lnTo>
                  <a:pt x="1939547" y="136227"/>
                </a:lnTo>
                <a:lnTo>
                  <a:pt x="1941737" y="125441"/>
                </a:lnTo>
                <a:lnTo>
                  <a:pt x="1942466" y="127999"/>
                </a:lnTo>
                <a:lnTo>
                  <a:pt x="1943196" y="132567"/>
                </a:lnTo>
                <a:lnTo>
                  <a:pt x="1943926" y="129240"/>
                </a:lnTo>
                <a:lnTo>
                  <a:pt x="1947576" y="120327"/>
                </a:lnTo>
                <a:lnTo>
                  <a:pt x="1949766" y="117263"/>
                </a:lnTo>
                <a:lnTo>
                  <a:pt x="1950496" y="118471"/>
                </a:lnTo>
                <a:lnTo>
                  <a:pt x="1951226" y="119636"/>
                </a:lnTo>
                <a:lnTo>
                  <a:pt x="1951956" y="116934"/>
                </a:lnTo>
                <a:lnTo>
                  <a:pt x="1952686" y="114794"/>
                </a:lnTo>
                <a:lnTo>
                  <a:pt x="1953416" y="118462"/>
                </a:lnTo>
                <a:lnTo>
                  <a:pt x="1955606" y="123557"/>
                </a:lnTo>
                <a:lnTo>
                  <a:pt x="1956336" y="121881"/>
                </a:lnTo>
                <a:lnTo>
                  <a:pt x="1959256" y="114155"/>
                </a:lnTo>
                <a:lnTo>
                  <a:pt x="1961446" y="120993"/>
                </a:lnTo>
                <a:lnTo>
                  <a:pt x="1962176" y="120498"/>
                </a:lnTo>
                <a:lnTo>
                  <a:pt x="1963636" y="115979"/>
                </a:lnTo>
                <a:lnTo>
                  <a:pt x="1964366" y="119465"/>
                </a:lnTo>
                <a:lnTo>
                  <a:pt x="1966556" y="120978"/>
                </a:lnTo>
                <a:lnTo>
                  <a:pt x="1965826" y="118674"/>
                </a:lnTo>
                <a:lnTo>
                  <a:pt x="1967286" y="120200"/>
                </a:lnTo>
                <a:lnTo>
                  <a:pt x="1969476" y="121731"/>
                </a:lnTo>
                <a:lnTo>
                  <a:pt x="1970206" y="119947"/>
                </a:lnTo>
                <a:lnTo>
                  <a:pt x="1971665" y="122336"/>
                </a:lnTo>
                <a:lnTo>
                  <a:pt x="1973125" y="123147"/>
                </a:lnTo>
                <a:lnTo>
                  <a:pt x="1976045" y="120368"/>
                </a:lnTo>
                <a:lnTo>
                  <a:pt x="1977505" y="123231"/>
                </a:lnTo>
                <a:lnTo>
                  <a:pt x="1978235" y="119054"/>
                </a:lnTo>
                <a:lnTo>
                  <a:pt x="1978965" y="121335"/>
                </a:lnTo>
                <a:lnTo>
                  <a:pt x="1980425" y="120302"/>
                </a:lnTo>
                <a:lnTo>
                  <a:pt x="1982615" y="123143"/>
                </a:lnTo>
                <a:lnTo>
                  <a:pt x="1984075" y="117996"/>
                </a:lnTo>
                <a:lnTo>
                  <a:pt x="1984805" y="120807"/>
                </a:lnTo>
                <a:lnTo>
                  <a:pt x="1985535" y="122024"/>
                </a:lnTo>
                <a:lnTo>
                  <a:pt x="1986265" y="121308"/>
                </a:lnTo>
                <a:lnTo>
                  <a:pt x="1986995" y="118662"/>
                </a:lnTo>
                <a:lnTo>
                  <a:pt x="1987725" y="120009"/>
                </a:lnTo>
                <a:lnTo>
                  <a:pt x="1988455" y="124274"/>
                </a:lnTo>
                <a:lnTo>
                  <a:pt x="1990645" y="122797"/>
                </a:lnTo>
                <a:lnTo>
                  <a:pt x="1991375" y="118492"/>
                </a:lnTo>
                <a:lnTo>
                  <a:pt x="1993565" y="121099"/>
                </a:lnTo>
                <a:lnTo>
                  <a:pt x="1995755" y="120031"/>
                </a:lnTo>
                <a:lnTo>
                  <a:pt x="1995025" y="122959"/>
                </a:lnTo>
                <a:lnTo>
                  <a:pt x="1996485" y="121333"/>
                </a:lnTo>
                <a:lnTo>
                  <a:pt x="1997215" y="124183"/>
                </a:lnTo>
                <a:lnTo>
                  <a:pt x="1997945" y="123059"/>
                </a:lnTo>
                <a:lnTo>
                  <a:pt x="1998675" y="119264"/>
                </a:lnTo>
                <a:lnTo>
                  <a:pt x="2000864" y="120635"/>
                </a:lnTo>
                <a:lnTo>
                  <a:pt x="2002324" y="126273"/>
                </a:lnTo>
                <a:lnTo>
                  <a:pt x="2003054" y="124942"/>
                </a:lnTo>
                <a:lnTo>
                  <a:pt x="2003784" y="119275"/>
                </a:lnTo>
                <a:lnTo>
                  <a:pt x="2005244" y="126874"/>
                </a:lnTo>
                <a:lnTo>
                  <a:pt x="2008894" y="121150"/>
                </a:lnTo>
                <a:lnTo>
                  <a:pt x="2011814" y="123726"/>
                </a:lnTo>
                <a:lnTo>
                  <a:pt x="2014734" y="119924"/>
                </a:lnTo>
                <a:lnTo>
                  <a:pt x="2015464" y="121504"/>
                </a:lnTo>
                <a:lnTo>
                  <a:pt x="2016194" y="123075"/>
                </a:lnTo>
                <a:lnTo>
                  <a:pt x="2016924" y="119356"/>
                </a:lnTo>
                <a:lnTo>
                  <a:pt x="2017654" y="117778"/>
                </a:lnTo>
                <a:lnTo>
                  <a:pt x="2018384" y="119217"/>
                </a:lnTo>
                <a:lnTo>
                  <a:pt x="2021304" y="127579"/>
                </a:lnTo>
                <a:lnTo>
                  <a:pt x="2022034" y="126760"/>
                </a:lnTo>
                <a:lnTo>
                  <a:pt x="2024954" y="123721"/>
                </a:lnTo>
                <a:lnTo>
                  <a:pt x="2026414" y="120508"/>
                </a:lnTo>
                <a:lnTo>
                  <a:pt x="2027144" y="122260"/>
                </a:lnTo>
                <a:lnTo>
                  <a:pt x="2027874" y="124298"/>
                </a:lnTo>
                <a:lnTo>
                  <a:pt x="2028604" y="120586"/>
                </a:lnTo>
                <a:lnTo>
                  <a:pt x="2029333" y="120336"/>
                </a:lnTo>
                <a:lnTo>
                  <a:pt x="2030063" y="122834"/>
                </a:lnTo>
                <a:lnTo>
                  <a:pt x="2030793" y="126665"/>
                </a:lnTo>
                <a:lnTo>
                  <a:pt x="2032253" y="123012"/>
                </a:lnTo>
                <a:lnTo>
                  <a:pt x="2038093" y="129123"/>
                </a:lnTo>
                <a:lnTo>
                  <a:pt x="2038823" y="128568"/>
                </a:lnTo>
                <a:lnTo>
                  <a:pt x="2043933" y="124160"/>
                </a:lnTo>
                <a:lnTo>
                  <a:pt x="2044663" y="126440"/>
                </a:lnTo>
              </a:path>
            </a:pathLst>
          </a:custGeom>
          <a:noFill/>
          <a:ln w="20130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Editable path 145"/>
          <p:cNvSpPr/>
          <p:nvPr/>
        </p:nvSpPr>
        <p:spPr>
          <a:xfrm>
            <a:off x="6893373" y="2966412"/>
            <a:ext cx="2044663" cy="579866"/>
          </a:xfrm>
          <a:custGeom>
            <a:avLst/>
            <a:gdLst/>
            <a:ahLst/>
            <a:cxnLst/>
            <a:rect l="l" t="t" r="r" b="b"/>
            <a:pathLst>
              <a:path w="2044663" h="579866">
                <a:moveTo>
                  <a:pt x="0" y="408624"/>
                </a:moveTo>
                <a:lnTo>
                  <a:pt x="8030" y="412167"/>
                </a:lnTo>
                <a:lnTo>
                  <a:pt x="10950" y="411586"/>
                </a:lnTo>
                <a:lnTo>
                  <a:pt x="14600" y="411736"/>
                </a:lnTo>
                <a:lnTo>
                  <a:pt x="16060" y="411018"/>
                </a:lnTo>
                <a:lnTo>
                  <a:pt x="16790" y="412479"/>
                </a:lnTo>
                <a:lnTo>
                  <a:pt x="17520" y="413220"/>
                </a:lnTo>
                <a:lnTo>
                  <a:pt x="18250" y="411519"/>
                </a:lnTo>
                <a:lnTo>
                  <a:pt x="18980" y="409272"/>
                </a:lnTo>
                <a:lnTo>
                  <a:pt x="20440" y="410553"/>
                </a:lnTo>
                <a:lnTo>
                  <a:pt x="24089" y="411750"/>
                </a:lnTo>
                <a:lnTo>
                  <a:pt x="27009" y="410770"/>
                </a:lnTo>
                <a:lnTo>
                  <a:pt x="29929" y="412552"/>
                </a:lnTo>
                <a:lnTo>
                  <a:pt x="33579" y="410013"/>
                </a:lnTo>
                <a:lnTo>
                  <a:pt x="35769" y="414869"/>
                </a:lnTo>
                <a:lnTo>
                  <a:pt x="36499" y="412841"/>
                </a:lnTo>
                <a:lnTo>
                  <a:pt x="37229" y="411859"/>
                </a:lnTo>
                <a:lnTo>
                  <a:pt x="37959" y="413572"/>
                </a:lnTo>
                <a:lnTo>
                  <a:pt x="38689" y="417417"/>
                </a:lnTo>
                <a:lnTo>
                  <a:pt x="40879" y="415402"/>
                </a:lnTo>
                <a:lnTo>
                  <a:pt x="54748" y="417163"/>
                </a:lnTo>
                <a:lnTo>
                  <a:pt x="56208" y="412319"/>
                </a:lnTo>
                <a:lnTo>
                  <a:pt x="57668" y="414897"/>
                </a:lnTo>
                <a:lnTo>
                  <a:pt x="59858" y="422868"/>
                </a:lnTo>
                <a:lnTo>
                  <a:pt x="62048" y="419604"/>
                </a:lnTo>
                <a:lnTo>
                  <a:pt x="64968" y="417736"/>
                </a:lnTo>
                <a:lnTo>
                  <a:pt x="68618" y="424129"/>
                </a:lnTo>
                <a:lnTo>
                  <a:pt x="69348" y="422967"/>
                </a:lnTo>
                <a:lnTo>
                  <a:pt x="70808" y="419290"/>
                </a:lnTo>
                <a:lnTo>
                  <a:pt x="72998" y="420618"/>
                </a:lnTo>
                <a:lnTo>
                  <a:pt x="74458" y="423706"/>
                </a:lnTo>
                <a:lnTo>
                  <a:pt x="75918" y="421906"/>
                </a:lnTo>
                <a:lnTo>
                  <a:pt x="76648" y="422965"/>
                </a:lnTo>
                <a:lnTo>
                  <a:pt x="77378" y="422177"/>
                </a:lnTo>
                <a:lnTo>
                  <a:pt x="78838" y="417634"/>
                </a:lnTo>
                <a:lnTo>
                  <a:pt x="80297" y="420857"/>
                </a:lnTo>
                <a:lnTo>
                  <a:pt x="81757" y="427152"/>
                </a:lnTo>
                <a:lnTo>
                  <a:pt x="83217" y="422178"/>
                </a:lnTo>
                <a:lnTo>
                  <a:pt x="86137" y="417365"/>
                </a:lnTo>
                <a:lnTo>
                  <a:pt x="87597" y="426218"/>
                </a:lnTo>
                <a:lnTo>
                  <a:pt x="89057" y="421284"/>
                </a:lnTo>
                <a:lnTo>
                  <a:pt x="92707" y="416132"/>
                </a:lnTo>
                <a:lnTo>
                  <a:pt x="96357" y="426250"/>
                </a:lnTo>
                <a:lnTo>
                  <a:pt x="97817" y="423274"/>
                </a:lnTo>
                <a:lnTo>
                  <a:pt x="100007" y="421738"/>
                </a:lnTo>
                <a:lnTo>
                  <a:pt x="102197" y="419508"/>
                </a:lnTo>
                <a:lnTo>
                  <a:pt x="103657" y="417837"/>
                </a:lnTo>
                <a:lnTo>
                  <a:pt x="105117" y="418958"/>
                </a:lnTo>
                <a:lnTo>
                  <a:pt x="107307" y="423259"/>
                </a:lnTo>
                <a:lnTo>
                  <a:pt x="108766" y="429423"/>
                </a:lnTo>
                <a:lnTo>
                  <a:pt x="109496" y="426683"/>
                </a:lnTo>
                <a:lnTo>
                  <a:pt x="111686" y="417922"/>
                </a:lnTo>
                <a:lnTo>
                  <a:pt x="113146" y="421022"/>
                </a:lnTo>
                <a:lnTo>
                  <a:pt x="114606" y="420394"/>
                </a:lnTo>
                <a:lnTo>
                  <a:pt x="115336" y="422113"/>
                </a:lnTo>
                <a:lnTo>
                  <a:pt x="117526" y="423453"/>
                </a:lnTo>
                <a:lnTo>
                  <a:pt x="118986" y="417702"/>
                </a:lnTo>
                <a:lnTo>
                  <a:pt x="119716" y="420162"/>
                </a:lnTo>
                <a:lnTo>
                  <a:pt x="120446" y="426735"/>
                </a:lnTo>
                <a:lnTo>
                  <a:pt x="121906" y="424165"/>
                </a:lnTo>
                <a:lnTo>
                  <a:pt x="124826" y="422276"/>
                </a:lnTo>
                <a:lnTo>
                  <a:pt x="135046" y="423093"/>
                </a:lnTo>
                <a:lnTo>
                  <a:pt x="135776" y="424340"/>
                </a:lnTo>
                <a:lnTo>
                  <a:pt x="137235" y="423133"/>
                </a:lnTo>
                <a:lnTo>
                  <a:pt x="141615" y="415927"/>
                </a:lnTo>
                <a:lnTo>
                  <a:pt x="142345" y="416750"/>
                </a:lnTo>
                <a:lnTo>
                  <a:pt x="149645" y="421962"/>
                </a:lnTo>
                <a:lnTo>
                  <a:pt x="151835" y="420146"/>
                </a:lnTo>
                <a:lnTo>
                  <a:pt x="152565" y="421313"/>
                </a:lnTo>
                <a:lnTo>
                  <a:pt x="156215" y="422566"/>
                </a:lnTo>
                <a:lnTo>
                  <a:pt x="158405" y="418017"/>
                </a:lnTo>
                <a:lnTo>
                  <a:pt x="159135" y="419231"/>
                </a:lnTo>
                <a:lnTo>
                  <a:pt x="160595" y="422525"/>
                </a:lnTo>
                <a:lnTo>
                  <a:pt x="161325" y="419512"/>
                </a:lnTo>
                <a:lnTo>
                  <a:pt x="162055" y="416273"/>
                </a:lnTo>
                <a:lnTo>
                  <a:pt x="162785" y="418762"/>
                </a:lnTo>
                <a:lnTo>
                  <a:pt x="163515" y="426016"/>
                </a:lnTo>
                <a:lnTo>
                  <a:pt x="165705" y="424693"/>
                </a:lnTo>
                <a:lnTo>
                  <a:pt x="170815" y="422572"/>
                </a:lnTo>
                <a:lnTo>
                  <a:pt x="175925" y="422617"/>
                </a:lnTo>
                <a:lnTo>
                  <a:pt x="181035" y="427563"/>
                </a:lnTo>
                <a:lnTo>
                  <a:pt x="182495" y="425461"/>
                </a:lnTo>
                <a:lnTo>
                  <a:pt x="186874" y="422243"/>
                </a:lnTo>
                <a:lnTo>
                  <a:pt x="188334" y="419286"/>
                </a:lnTo>
                <a:lnTo>
                  <a:pt x="189064" y="424082"/>
                </a:lnTo>
                <a:lnTo>
                  <a:pt x="191984" y="435335"/>
                </a:lnTo>
                <a:lnTo>
                  <a:pt x="192714" y="432402"/>
                </a:lnTo>
                <a:lnTo>
                  <a:pt x="194904" y="425568"/>
                </a:lnTo>
                <a:lnTo>
                  <a:pt x="195634" y="426638"/>
                </a:lnTo>
                <a:lnTo>
                  <a:pt x="199284" y="427514"/>
                </a:lnTo>
                <a:lnTo>
                  <a:pt x="202204" y="428425"/>
                </a:lnTo>
                <a:lnTo>
                  <a:pt x="202934" y="426734"/>
                </a:lnTo>
                <a:lnTo>
                  <a:pt x="204394" y="424349"/>
                </a:lnTo>
                <a:lnTo>
                  <a:pt x="205124" y="426078"/>
                </a:lnTo>
                <a:lnTo>
                  <a:pt x="207314" y="430018"/>
                </a:lnTo>
                <a:lnTo>
                  <a:pt x="208774" y="428228"/>
                </a:lnTo>
                <a:lnTo>
                  <a:pt x="212424" y="420005"/>
                </a:lnTo>
                <a:lnTo>
                  <a:pt x="213154" y="422358"/>
                </a:lnTo>
                <a:lnTo>
                  <a:pt x="215344" y="437709"/>
                </a:lnTo>
                <a:lnTo>
                  <a:pt x="216803" y="430618"/>
                </a:lnTo>
                <a:lnTo>
                  <a:pt x="218263" y="429953"/>
                </a:lnTo>
                <a:lnTo>
                  <a:pt x="218993" y="430543"/>
                </a:lnTo>
                <a:lnTo>
                  <a:pt x="222643" y="431044"/>
                </a:lnTo>
                <a:lnTo>
                  <a:pt x="227023" y="433417"/>
                </a:lnTo>
                <a:lnTo>
                  <a:pt x="231403" y="456878"/>
                </a:lnTo>
                <a:lnTo>
                  <a:pt x="235053" y="440189"/>
                </a:lnTo>
                <a:lnTo>
                  <a:pt x="236513" y="432994"/>
                </a:lnTo>
                <a:lnTo>
                  <a:pt x="237243" y="440907"/>
                </a:lnTo>
                <a:lnTo>
                  <a:pt x="241623" y="455653"/>
                </a:lnTo>
                <a:lnTo>
                  <a:pt x="242353" y="454787"/>
                </a:lnTo>
                <a:lnTo>
                  <a:pt x="243813" y="444660"/>
                </a:lnTo>
                <a:lnTo>
                  <a:pt x="245272" y="446747"/>
                </a:lnTo>
                <a:lnTo>
                  <a:pt x="246002" y="448762"/>
                </a:lnTo>
                <a:lnTo>
                  <a:pt x="247462" y="445664"/>
                </a:lnTo>
                <a:lnTo>
                  <a:pt x="248922" y="448041"/>
                </a:lnTo>
                <a:lnTo>
                  <a:pt x="249652" y="447274"/>
                </a:lnTo>
                <a:lnTo>
                  <a:pt x="252572" y="443319"/>
                </a:lnTo>
                <a:lnTo>
                  <a:pt x="253302" y="444046"/>
                </a:lnTo>
                <a:lnTo>
                  <a:pt x="257682" y="451559"/>
                </a:lnTo>
                <a:lnTo>
                  <a:pt x="258412" y="451261"/>
                </a:lnTo>
                <a:lnTo>
                  <a:pt x="259872" y="449072"/>
                </a:lnTo>
                <a:lnTo>
                  <a:pt x="260602" y="450687"/>
                </a:lnTo>
                <a:lnTo>
                  <a:pt x="264982" y="454977"/>
                </a:lnTo>
                <a:lnTo>
                  <a:pt x="265712" y="451748"/>
                </a:lnTo>
                <a:lnTo>
                  <a:pt x="266442" y="456298"/>
                </a:lnTo>
                <a:lnTo>
                  <a:pt x="268632" y="463480"/>
                </a:lnTo>
                <a:lnTo>
                  <a:pt x="270092" y="462556"/>
                </a:lnTo>
                <a:lnTo>
                  <a:pt x="270822" y="463242"/>
                </a:lnTo>
                <a:lnTo>
                  <a:pt x="272282" y="461392"/>
                </a:lnTo>
                <a:lnTo>
                  <a:pt x="273741" y="463276"/>
                </a:lnTo>
                <a:lnTo>
                  <a:pt x="275201" y="466496"/>
                </a:lnTo>
                <a:lnTo>
                  <a:pt x="275931" y="464395"/>
                </a:lnTo>
                <a:lnTo>
                  <a:pt x="280311" y="460097"/>
                </a:lnTo>
                <a:lnTo>
                  <a:pt x="281771" y="462593"/>
                </a:lnTo>
                <a:lnTo>
                  <a:pt x="283231" y="461479"/>
                </a:lnTo>
                <a:lnTo>
                  <a:pt x="284691" y="461618"/>
                </a:lnTo>
                <a:lnTo>
                  <a:pt x="286151" y="463320"/>
                </a:lnTo>
                <a:lnTo>
                  <a:pt x="286881" y="462629"/>
                </a:lnTo>
                <a:lnTo>
                  <a:pt x="291261" y="460155"/>
                </a:lnTo>
                <a:lnTo>
                  <a:pt x="295641" y="452842"/>
                </a:lnTo>
                <a:lnTo>
                  <a:pt x="297101" y="455373"/>
                </a:lnTo>
                <a:lnTo>
                  <a:pt x="300021" y="455646"/>
                </a:lnTo>
                <a:lnTo>
                  <a:pt x="304400" y="453921"/>
                </a:lnTo>
                <a:lnTo>
                  <a:pt x="305130" y="452435"/>
                </a:lnTo>
                <a:lnTo>
                  <a:pt x="306590" y="454500"/>
                </a:lnTo>
                <a:lnTo>
                  <a:pt x="311700" y="458261"/>
                </a:lnTo>
                <a:lnTo>
                  <a:pt x="312430" y="459366"/>
                </a:lnTo>
                <a:lnTo>
                  <a:pt x="313160" y="457608"/>
                </a:lnTo>
                <a:lnTo>
                  <a:pt x="314620" y="451661"/>
                </a:lnTo>
                <a:lnTo>
                  <a:pt x="316080" y="456074"/>
                </a:lnTo>
                <a:lnTo>
                  <a:pt x="319730" y="450511"/>
                </a:lnTo>
                <a:lnTo>
                  <a:pt x="320460" y="452468"/>
                </a:lnTo>
                <a:lnTo>
                  <a:pt x="322650" y="462352"/>
                </a:lnTo>
                <a:lnTo>
                  <a:pt x="323380" y="456089"/>
                </a:lnTo>
                <a:lnTo>
                  <a:pt x="326300" y="447410"/>
                </a:lnTo>
                <a:lnTo>
                  <a:pt x="327030" y="452401"/>
                </a:lnTo>
                <a:lnTo>
                  <a:pt x="328490" y="467635"/>
                </a:lnTo>
                <a:lnTo>
                  <a:pt x="330680" y="463499"/>
                </a:lnTo>
                <a:lnTo>
                  <a:pt x="334329" y="454366"/>
                </a:lnTo>
                <a:lnTo>
                  <a:pt x="335059" y="455917"/>
                </a:lnTo>
                <a:lnTo>
                  <a:pt x="340169" y="462635"/>
                </a:lnTo>
                <a:lnTo>
                  <a:pt x="340899" y="461018"/>
                </a:lnTo>
                <a:lnTo>
                  <a:pt x="344549" y="457305"/>
                </a:lnTo>
                <a:lnTo>
                  <a:pt x="348929" y="456678"/>
                </a:lnTo>
                <a:lnTo>
                  <a:pt x="349659" y="455258"/>
                </a:lnTo>
                <a:lnTo>
                  <a:pt x="351119" y="457761"/>
                </a:lnTo>
                <a:lnTo>
                  <a:pt x="356959" y="456128"/>
                </a:lnTo>
                <a:lnTo>
                  <a:pt x="359878" y="452371"/>
                </a:lnTo>
                <a:lnTo>
                  <a:pt x="360608" y="452941"/>
                </a:lnTo>
                <a:lnTo>
                  <a:pt x="362068" y="452018"/>
                </a:lnTo>
                <a:lnTo>
                  <a:pt x="362798" y="450190"/>
                </a:lnTo>
                <a:lnTo>
                  <a:pt x="364988" y="451796"/>
                </a:lnTo>
                <a:lnTo>
                  <a:pt x="366448" y="451609"/>
                </a:lnTo>
                <a:lnTo>
                  <a:pt x="367178" y="448629"/>
                </a:lnTo>
                <a:lnTo>
                  <a:pt x="368638" y="451160"/>
                </a:lnTo>
                <a:lnTo>
                  <a:pt x="369368" y="452174"/>
                </a:lnTo>
                <a:lnTo>
                  <a:pt x="370828" y="450020"/>
                </a:lnTo>
                <a:lnTo>
                  <a:pt x="374478" y="451564"/>
                </a:lnTo>
                <a:lnTo>
                  <a:pt x="375208" y="453795"/>
                </a:lnTo>
                <a:lnTo>
                  <a:pt x="377398" y="452172"/>
                </a:lnTo>
                <a:lnTo>
                  <a:pt x="383968" y="441700"/>
                </a:lnTo>
                <a:lnTo>
                  <a:pt x="387618" y="443921"/>
                </a:lnTo>
                <a:lnTo>
                  <a:pt x="391267" y="442808"/>
                </a:lnTo>
                <a:lnTo>
                  <a:pt x="405867" y="437456"/>
                </a:lnTo>
                <a:lnTo>
                  <a:pt x="406597" y="436600"/>
                </a:lnTo>
                <a:lnTo>
                  <a:pt x="407327" y="437675"/>
                </a:lnTo>
                <a:lnTo>
                  <a:pt x="408787" y="441841"/>
                </a:lnTo>
                <a:lnTo>
                  <a:pt x="410247" y="439879"/>
                </a:lnTo>
                <a:lnTo>
                  <a:pt x="416087" y="438196"/>
                </a:lnTo>
                <a:lnTo>
                  <a:pt x="422656" y="429466"/>
                </a:lnTo>
                <a:lnTo>
                  <a:pt x="425576" y="426643"/>
                </a:lnTo>
                <a:lnTo>
                  <a:pt x="428496" y="430651"/>
                </a:lnTo>
                <a:lnTo>
                  <a:pt x="429956" y="429226"/>
                </a:lnTo>
                <a:lnTo>
                  <a:pt x="433606" y="423404"/>
                </a:lnTo>
                <a:lnTo>
                  <a:pt x="434336" y="425395"/>
                </a:lnTo>
                <a:lnTo>
                  <a:pt x="438716" y="430304"/>
                </a:lnTo>
                <a:lnTo>
                  <a:pt x="440176" y="426953"/>
                </a:lnTo>
                <a:lnTo>
                  <a:pt x="440906" y="431052"/>
                </a:lnTo>
                <a:lnTo>
                  <a:pt x="444556" y="431004"/>
                </a:lnTo>
                <a:lnTo>
                  <a:pt x="446016" y="431434"/>
                </a:lnTo>
                <a:lnTo>
                  <a:pt x="447475" y="425395"/>
                </a:lnTo>
                <a:lnTo>
                  <a:pt x="451855" y="422746"/>
                </a:lnTo>
                <a:lnTo>
                  <a:pt x="452585" y="424075"/>
                </a:lnTo>
                <a:lnTo>
                  <a:pt x="454045" y="427626"/>
                </a:lnTo>
                <a:lnTo>
                  <a:pt x="454775" y="424842"/>
                </a:lnTo>
                <a:lnTo>
                  <a:pt x="458425" y="415210"/>
                </a:lnTo>
                <a:lnTo>
                  <a:pt x="461345" y="420889"/>
                </a:lnTo>
                <a:lnTo>
                  <a:pt x="462805" y="424789"/>
                </a:lnTo>
                <a:lnTo>
                  <a:pt x="464265" y="423225"/>
                </a:lnTo>
                <a:lnTo>
                  <a:pt x="470835" y="417649"/>
                </a:lnTo>
                <a:lnTo>
                  <a:pt x="471565" y="420436"/>
                </a:lnTo>
                <a:lnTo>
                  <a:pt x="473755" y="422600"/>
                </a:lnTo>
                <a:lnTo>
                  <a:pt x="475214" y="419406"/>
                </a:lnTo>
                <a:lnTo>
                  <a:pt x="475944" y="420238"/>
                </a:lnTo>
                <a:lnTo>
                  <a:pt x="478134" y="427372"/>
                </a:lnTo>
                <a:lnTo>
                  <a:pt x="479594" y="425021"/>
                </a:lnTo>
                <a:lnTo>
                  <a:pt x="480324" y="421493"/>
                </a:lnTo>
                <a:lnTo>
                  <a:pt x="482514" y="423634"/>
                </a:lnTo>
                <a:lnTo>
                  <a:pt x="483244" y="424538"/>
                </a:lnTo>
                <a:lnTo>
                  <a:pt x="483974" y="423771"/>
                </a:lnTo>
                <a:lnTo>
                  <a:pt x="486164" y="420204"/>
                </a:lnTo>
                <a:lnTo>
                  <a:pt x="486894" y="420769"/>
                </a:lnTo>
                <a:lnTo>
                  <a:pt x="489814" y="421881"/>
                </a:lnTo>
                <a:lnTo>
                  <a:pt x="490544" y="420442"/>
                </a:lnTo>
                <a:lnTo>
                  <a:pt x="491274" y="422460"/>
                </a:lnTo>
                <a:lnTo>
                  <a:pt x="498574" y="432128"/>
                </a:lnTo>
                <a:lnTo>
                  <a:pt x="501494" y="424951"/>
                </a:lnTo>
                <a:lnTo>
                  <a:pt x="502224" y="426936"/>
                </a:lnTo>
                <a:lnTo>
                  <a:pt x="502954" y="428038"/>
                </a:lnTo>
                <a:lnTo>
                  <a:pt x="504413" y="426239"/>
                </a:lnTo>
                <a:lnTo>
                  <a:pt x="505873" y="426724"/>
                </a:lnTo>
                <a:lnTo>
                  <a:pt x="508063" y="433825"/>
                </a:lnTo>
                <a:lnTo>
                  <a:pt x="508793" y="432112"/>
                </a:lnTo>
                <a:lnTo>
                  <a:pt x="513173" y="421222"/>
                </a:lnTo>
                <a:lnTo>
                  <a:pt x="518283" y="424272"/>
                </a:lnTo>
                <a:lnTo>
                  <a:pt x="519743" y="421520"/>
                </a:lnTo>
                <a:lnTo>
                  <a:pt x="520473" y="423442"/>
                </a:lnTo>
                <a:lnTo>
                  <a:pt x="527043" y="436955"/>
                </a:lnTo>
                <a:lnTo>
                  <a:pt x="529233" y="428776"/>
                </a:lnTo>
                <a:lnTo>
                  <a:pt x="529963" y="429816"/>
                </a:lnTo>
                <a:lnTo>
                  <a:pt x="531423" y="434791"/>
                </a:lnTo>
                <a:lnTo>
                  <a:pt x="532882" y="432681"/>
                </a:lnTo>
                <a:lnTo>
                  <a:pt x="536532" y="431369"/>
                </a:lnTo>
                <a:lnTo>
                  <a:pt x="541642" y="430245"/>
                </a:lnTo>
                <a:lnTo>
                  <a:pt x="546022" y="439364"/>
                </a:lnTo>
                <a:lnTo>
                  <a:pt x="546752" y="438016"/>
                </a:lnTo>
                <a:lnTo>
                  <a:pt x="551862" y="438599"/>
                </a:lnTo>
                <a:lnTo>
                  <a:pt x="553322" y="440047"/>
                </a:lnTo>
                <a:lnTo>
                  <a:pt x="554052" y="438973"/>
                </a:lnTo>
                <a:lnTo>
                  <a:pt x="554782" y="437547"/>
                </a:lnTo>
                <a:lnTo>
                  <a:pt x="556242" y="440197"/>
                </a:lnTo>
                <a:lnTo>
                  <a:pt x="556972" y="441069"/>
                </a:lnTo>
                <a:lnTo>
                  <a:pt x="558432" y="439441"/>
                </a:lnTo>
                <a:lnTo>
                  <a:pt x="560622" y="437878"/>
                </a:lnTo>
                <a:lnTo>
                  <a:pt x="565001" y="447894"/>
                </a:lnTo>
                <a:lnTo>
                  <a:pt x="567921" y="444278"/>
                </a:lnTo>
                <a:lnTo>
                  <a:pt x="571571" y="450732"/>
                </a:lnTo>
                <a:lnTo>
                  <a:pt x="573761" y="442668"/>
                </a:lnTo>
                <a:lnTo>
                  <a:pt x="575221" y="447166"/>
                </a:lnTo>
                <a:lnTo>
                  <a:pt x="578141" y="451075"/>
                </a:lnTo>
                <a:lnTo>
                  <a:pt x="578871" y="450460"/>
                </a:lnTo>
                <a:lnTo>
                  <a:pt x="580331" y="447489"/>
                </a:lnTo>
                <a:lnTo>
                  <a:pt x="581061" y="450817"/>
                </a:lnTo>
                <a:lnTo>
                  <a:pt x="583251" y="454258"/>
                </a:lnTo>
                <a:lnTo>
                  <a:pt x="583981" y="453143"/>
                </a:lnTo>
                <a:lnTo>
                  <a:pt x="587631" y="449046"/>
                </a:lnTo>
                <a:lnTo>
                  <a:pt x="588361" y="451513"/>
                </a:lnTo>
                <a:lnTo>
                  <a:pt x="589821" y="459514"/>
                </a:lnTo>
                <a:lnTo>
                  <a:pt x="591280" y="455625"/>
                </a:lnTo>
                <a:lnTo>
                  <a:pt x="594930" y="450069"/>
                </a:lnTo>
                <a:lnTo>
                  <a:pt x="595660" y="450546"/>
                </a:lnTo>
                <a:lnTo>
                  <a:pt x="597120" y="448870"/>
                </a:lnTo>
                <a:lnTo>
                  <a:pt x="597850" y="450600"/>
                </a:lnTo>
                <a:lnTo>
                  <a:pt x="602230" y="456853"/>
                </a:lnTo>
                <a:lnTo>
                  <a:pt x="605151" y="460909"/>
                </a:lnTo>
                <a:lnTo>
                  <a:pt x="605880" y="458565"/>
                </a:lnTo>
                <a:lnTo>
                  <a:pt x="608071" y="459873"/>
                </a:lnTo>
                <a:lnTo>
                  <a:pt x="608801" y="459661"/>
                </a:lnTo>
                <a:lnTo>
                  <a:pt x="609530" y="462283"/>
                </a:lnTo>
                <a:lnTo>
                  <a:pt x="610260" y="457085"/>
                </a:lnTo>
                <a:lnTo>
                  <a:pt x="610991" y="456615"/>
                </a:lnTo>
                <a:lnTo>
                  <a:pt x="613180" y="465159"/>
                </a:lnTo>
                <a:lnTo>
                  <a:pt x="614640" y="462380"/>
                </a:lnTo>
                <a:lnTo>
                  <a:pt x="615370" y="463628"/>
                </a:lnTo>
                <a:lnTo>
                  <a:pt x="616100" y="461574"/>
                </a:lnTo>
                <a:lnTo>
                  <a:pt x="621940" y="448856"/>
                </a:lnTo>
                <a:lnTo>
                  <a:pt x="623400" y="449019"/>
                </a:lnTo>
                <a:lnTo>
                  <a:pt x="624860" y="453562"/>
                </a:lnTo>
                <a:lnTo>
                  <a:pt x="626320" y="452936"/>
                </a:lnTo>
                <a:lnTo>
                  <a:pt x="629240" y="447698"/>
                </a:lnTo>
                <a:lnTo>
                  <a:pt x="629970" y="448714"/>
                </a:lnTo>
                <a:lnTo>
                  <a:pt x="635080" y="452214"/>
                </a:lnTo>
                <a:lnTo>
                  <a:pt x="643839" y="446450"/>
                </a:lnTo>
                <a:lnTo>
                  <a:pt x="646029" y="446440"/>
                </a:lnTo>
                <a:lnTo>
                  <a:pt x="648219" y="441158"/>
                </a:lnTo>
                <a:lnTo>
                  <a:pt x="648949" y="442464"/>
                </a:lnTo>
                <a:lnTo>
                  <a:pt x="651869" y="443389"/>
                </a:lnTo>
                <a:lnTo>
                  <a:pt x="655519" y="442125"/>
                </a:lnTo>
                <a:lnTo>
                  <a:pt x="656249" y="443011"/>
                </a:lnTo>
                <a:lnTo>
                  <a:pt x="656979" y="440053"/>
                </a:lnTo>
                <a:lnTo>
                  <a:pt x="657709" y="439611"/>
                </a:lnTo>
                <a:lnTo>
                  <a:pt x="658439" y="442175"/>
                </a:lnTo>
                <a:lnTo>
                  <a:pt x="659899" y="443809"/>
                </a:lnTo>
                <a:lnTo>
                  <a:pt x="660629" y="442895"/>
                </a:lnTo>
                <a:lnTo>
                  <a:pt x="663549" y="436734"/>
                </a:lnTo>
                <a:lnTo>
                  <a:pt x="665739" y="439202"/>
                </a:lnTo>
                <a:lnTo>
                  <a:pt x="666469" y="436331"/>
                </a:lnTo>
                <a:lnTo>
                  <a:pt x="667199" y="432312"/>
                </a:lnTo>
                <a:lnTo>
                  <a:pt x="669388" y="433940"/>
                </a:lnTo>
                <a:lnTo>
                  <a:pt x="670848" y="435790"/>
                </a:lnTo>
                <a:lnTo>
                  <a:pt x="671578" y="434611"/>
                </a:lnTo>
                <a:lnTo>
                  <a:pt x="675958" y="433773"/>
                </a:lnTo>
                <a:lnTo>
                  <a:pt x="690558" y="428542"/>
                </a:lnTo>
                <a:lnTo>
                  <a:pt x="692018" y="430161"/>
                </a:lnTo>
                <a:lnTo>
                  <a:pt x="692748" y="428932"/>
                </a:lnTo>
                <a:lnTo>
                  <a:pt x="694938" y="425259"/>
                </a:lnTo>
                <a:lnTo>
                  <a:pt x="695668" y="428472"/>
                </a:lnTo>
                <a:lnTo>
                  <a:pt x="697857" y="433686"/>
                </a:lnTo>
                <a:lnTo>
                  <a:pt x="698587" y="432270"/>
                </a:lnTo>
                <a:lnTo>
                  <a:pt x="699317" y="430585"/>
                </a:lnTo>
                <a:lnTo>
                  <a:pt x="700047" y="432386"/>
                </a:lnTo>
                <a:lnTo>
                  <a:pt x="702967" y="443122"/>
                </a:lnTo>
                <a:lnTo>
                  <a:pt x="703697" y="442085"/>
                </a:lnTo>
                <a:lnTo>
                  <a:pt x="705887" y="434035"/>
                </a:lnTo>
                <a:lnTo>
                  <a:pt x="706617" y="435376"/>
                </a:lnTo>
                <a:lnTo>
                  <a:pt x="708807" y="445601"/>
                </a:lnTo>
                <a:lnTo>
                  <a:pt x="710267" y="442411"/>
                </a:lnTo>
                <a:lnTo>
                  <a:pt x="713917" y="430269"/>
                </a:lnTo>
                <a:lnTo>
                  <a:pt x="715377" y="433141"/>
                </a:lnTo>
                <a:lnTo>
                  <a:pt x="721217" y="431962"/>
                </a:lnTo>
                <a:lnTo>
                  <a:pt x="725597" y="429406"/>
                </a:lnTo>
                <a:lnTo>
                  <a:pt x="726327" y="430924"/>
                </a:lnTo>
                <a:lnTo>
                  <a:pt x="729246" y="436135"/>
                </a:lnTo>
                <a:lnTo>
                  <a:pt x="732896" y="432348"/>
                </a:lnTo>
                <a:lnTo>
                  <a:pt x="736546" y="435649"/>
                </a:lnTo>
                <a:lnTo>
                  <a:pt x="737276" y="434750"/>
                </a:lnTo>
                <a:lnTo>
                  <a:pt x="740926" y="434800"/>
                </a:lnTo>
                <a:lnTo>
                  <a:pt x="751146" y="434947"/>
                </a:lnTo>
                <a:lnTo>
                  <a:pt x="754066" y="426142"/>
                </a:lnTo>
                <a:lnTo>
                  <a:pt x="756255" y="427285"/>
                </a:lnTo>
                <a:lnTo>
                  <a:pt x="760635" y="424420"/>
                </a:lnTo>
                <a:lnTo>
                  <a:pt x="761365" y="426214"/>
                </a:lnTo>
                <a:lnTo>
                  <a:pt x="762825" y="424254"/>
                </a:lnTo>
                <a:lnTo>
                  <a:pt x="767935" y="422967"/>
                </a:lnTo>
                <a:lnTo>
                  <a:pt x="769395" y="420016"/>
                </a:lnTo>
                <a:lnTo>
                  <a:pt x="770855" y="423005"/>
                </a:lnTo>
                <a:lnTo>
                  <a:pt x="771585" y="424607"/>
                </a:lnTo>
                <a:lnTo>
                  <a:pt x="772315" y="421519"/>
                </a:lnTo>
                <a:lnTo>
                  <a:pt x="773045" y="421249"/>
                </a:lnTo>
                <a:lnTo>
                  <a:pt x="773775" y="423389"/>
                </a:lnTo>
                <a:lnTo>
                  <a:pt x="774505" y="424674"/>
                </a:lnTo>
                <a:lnTo>
                  <a:pt x="775235" y="422916"/>
                </a:lnTo>
                <a:lnTo>
                  <a:pt x="775965" y="420424"/>
                </a:lnTo>
                <a:lnTo>
                  <a:pt x="777425" y="424319"/>
                </a:lnTo>
                <a:lnTo>
                  <a:pt x="781805" y="419844"/>
                </a:lnTo>
                <a:lnTo>
                  <a:pt x="785454" y="425324"/>
                </a:lnTo>
                <a:lnTo>
                  <a:pt x="788374" y="419844"/>
                </a:lnTo>
                <a:lnTo>
                  <a:pt x="789104" y="420607"/>
                </a:lnTo>
                <a:lnTo>
                  <a:pt x="792024" y="421987"/>
                </a:lnTo>
                <a:lnTo>
                  <a:pt x="794214" y="417879"/>
                </a:lnTo>
                <a:lnTo>
                  <a:pt x="794944" y="419301"/>
                </a:lnTo>
                <a:lnTo>
                  <a:pt x="797134" y="421757"/>
                </a:lnTo>
                <a:lnTo>
                  <a:pt x="797864" y="420649"/>
                </a:lnTo>
                <a:lnTo>
                  <a:pt x="801514" y="414828"/>
                </a:lnTo>
                <a:lnTo>
                  <a:pt x="802244" y="415299"/>
                </a:lnTo>
                <a:lnTo>
                  <a:pt x="803704" y="417699"/>
                </a:lnTo>
                <a:lnTo>
                  <a:pt x="805164" y="416098"/>
                </a:lnTo>
                <a:lnTo>
                  <a:pt x="811734" y="413370"/>
                </a:lnTo>
                <a:lnTo>
                  <a:pt x="814653" y="413404"/>
                </a:lnTo>
                <a:lnTo>
                  <a:pt x="816113" y="412320"/>
                </a:lnTo>
                <a:lnTo>
                  <a:pt x="816843" y="413129"/>
                </a:lnTo>
                <a:lnTo>
                  <a:pt x="821223" y="417108"/>
                </a:lnTo>
                <a:lnTo>
                  <a:pt x="826333" y="415804"/>
                </a:lnTo>
                <a:lnTo>
                  <a:pt x="833633" y="401102"/>
                </a:lnTo>
                <a:lnTo>
                  <a:pt x="834363" y="402935"/>
                </a:lnTo>
                <a:lnTo>
                  <a:pt x="836553" y="403121"/>
                </a:lnTo>
                <a:lnTo>
                  <a:pt x="840203" y="397475"/>
                </a:lnTo>
                <a:lnTo>
                  <a:pt x="840933" y="397099"/>
                </a:lnTo>
                <a:lnTo>
                  <a:pt x="843122" y="399796"/>
                </a:lnTo>
                <a:lnTo>
                  <a:pt x="843852" y="399192"/>
                </a:lnTo>
                <a:lnTo>
                  <a:pt x="848232" y="400428"/>
                </a:lnTo>
                <a:lnTo>
                  <a:pt x="850422" y="402411"/>
                </a:lnTo>
                <a:lnTo>
                  <a:pt x="851152" y="400369"/>
                </a:lnTo>
                <a:lnTo>
                  <a:pt x="857722" y="404693"/>
                </a:lnTo>
                <a:lnTo>
                  <a:pt x="867942" y="410142"/>
                </a:lnTo>
                <a:lnTo>
                  <a:pt x="870132" y="409049"/>
                </a:lnTo>
                <a:lnTo>
                  <a:pt x="870861" y="410447"/>
                </a:lnTo>
                <a:lnTo>
                  <a:pt x="874511" y="413550"/>
                </a:lnTo>
                <a:lnTo>
                  <a:pt x="879621" y="411739"/>
                </a:lnTo>
                <a:lnTo>
                  <a:pt x="882541" y="413958"/>
                </a:lnTo>
                <a:lnTo>
                  <a:pt x="883271" y="412119"/>
                </a:lnTo>
                <a:lnTo>
                  <a:pt x="884731" y="414059"/>
                </a:lnTo>
                <a:lnTo>
                  <a:pt x="888381" y="415858"/>
                </a:lnTo>
                <a:lnTo>
                  <a:pt x="892031" y="423506"/>
                </a:lnTo>
                <a:lnTo>
                  <a:pt x="892761" y="422595"/>
                </a:lnTo>
                <a:lnTo>
                  <a:pt x="900060" y="427328"/>
                </a:lnTo>
                <a:lnTo>
                  <a:pt x="911010" y="433478"/>
                </a:lnTo>
                <a:lnTo>
                  <a:pt x="919040" y="434551"/>
                </a:lnTo>
                <a:lnTo>
                  <a:pt x="922690" y="431687"/>
                </a:lnTo>
                <a:lnTo>
                  <a:pt x="926340" y="429235"/>
                </a:lnTo>
                <a:lnTo>
                  <a:pt x="935829" y="441439"/>
                </a:lnTo>
                <a:lnTo>
                  <a:pt x="936559" y="449033"/>
                </a:lnTo>
                <a:lnTo>
                  <a:pt x="938749" y="447377"/>
                </a:lnTo>
                <a:lnTo>
                  <a:pt x="944589" y="456846"/>
                </a:lnTo>
                <a:lnTo>
                  <a:pt x="948239" y="466437"/>
                </a:lnTo>
                <a:lnTo>
                  <a:pt x="951159" y="474103"/>
                </a:lnTo>
                <a:lnTo>
                  <a:pt x="970138" y="520052"/>
                </a:lnTo>
                <a:lnTo>
                  <a:pt x="971598" y="519065"/>
                </a:lnTo>
                <a:lnTo>
                  <a:pt x="976708" y="515128"/>
                </a:lnTo>
                <a:lnTo>
                  <a:pt x="987657" y="503573"/>
                </a:lnTo>
                <a:lnTo>
                  <a:pt x="992767" y="495513"/>
                </a:lnTo>
                <a:lnTo>
                  <a:pt x="1000797" y="483903"/>
                </a:lnTo>
                <a:lnTo>
                  <a:pt x="1005177" y="477834"/>
                </a:lnTo>
                <a:lnTo>
                  <a:pt x="1011017" y="471704"/>
                </a:lnTo>
                <a:lnTo>
                  <a:pt x="1018316" y="463081"/>
                </a:lnTo>
                <a:lnTo>
                  <a:pt x="1019776" y="462015"/>
                </a:lnTo>
                <a:lnTo>
                  <a:pt x="1022696" y="460019"/>
                </a:lnTo>
                <a:lnTo>
                  <a:pt x="1030726" y="459007"/>
                </a:lnTo>
                <a:lnTo>
                  <a:pt x="1053356" y="483133"/>
                </a:lnTo>
                <a:lnTo>
                  <a:pt x="1054086" y="481806"/>
                </a:lnTo>
                <a:lnTo>
                  <a:pt x="1055546" y="483051"/>
                </a:lnTo>
                <a:lnTo>
                  <a:pt x="1065035" y="484289"/>
                </a:lnTo>
                <a:lnTo>
                  <a:pt x="1070145" y="477514"/>
                </a:lnTo>
                <a:lnTo>
                  <a:pt x="1071605" y="480960"/>
                </a:lnTo>
                <a:lnTo>
                  <a:pt x="1072335" y="478880"/>
                </a:lnTo>
                <a:lnTo>
                  <a:pt x="1081825" y="464017"/>
                </a:lnTo>
                <a:lnTo>
                  <a:pt x="1082555" y="464609"/>
                </a:lnTo>
                <a:lnTo>
                  <a:pt x="1083285" y="465104"/>
                </a:lnTo>
                <a:lnTo>
                  <a:pt x="1089855" y="442090"/>
                </a:lnTo>
                <a:lnTo>
                  <a:pt x="1090585" y="442806"/>
                </a:lnTo>
                <a:lnTo>
                  <a:pt x="1094234" y="432449"/>
                </a:lnTo>
                <a:lnTo>
                  <a:pt x="1094964" y="434428"/>
                </a:lnTo>
                <a:lnTo>
                  <a:pt x="1095694" y="431715"/>
                </a:lnTo>
                <a:lnTo>
                  <a:pt x="1096424" y="431922"/>
                </a:lnTo>
                <a:lnTo>
                  <a:pt x="1100804" y="423693"/>
                </a:lnTo>
                <a:lnTo>
                  <a:pt x="1104454" y="418044"/>
                </a:lnTo>
                <a:lnTo>
                  <a:pt x="1105914" y="419988"/>
                </a:lnTo>
                <a:lnTo>
                  <a:pt x="1106644" y="419487"/>
                </a:lnTo>
                <a:lnTo>
                  <a:pt x="1108834" y="414461"/>
                </a:lnTo>
                <a:lnTo>
                  <a:pt x="1109564" y="415841"/>
                </a:lnTo>
                <a:lnTo>
                  <a:pt x="1112484" y="413003"/>
                </a:lnTo>
                <a:lnTo>
                  <a:pt x="1113214" y="413730"/>
                </a:lnTo>
                <a:lnTo>
                  <a:pt x="1113944" y="411269"/>
                </a:lnTo>
                <a:lnTo>
                  <a:pt x="1116134" y="408076"/>
                </a:lnTo>
                <a:lnTo>
                  <a:pt x="1116864" y="409067"/>
                </a:lnTo>
                <a:lnTo>
                  <a:pt x="1117594" y="408384"/>
                </a:lnTo>
                <a:lnTo>
                  <a:pt x="1118324" y="409612"/>
                </a:lnTo>
                <a:lnTo>
                  <a:pt x="1119054" y="411832"/>
                </a:lnTo>
                <a:lnTo>
                  <a:pt x="1119784" y="405645"/>
                </a:lnTo>
                <a:lnTo>
                  <a:pt x="1120514" y="407655"/>
                </a:lnTo>
                <a:lnTo>
                  <a:pt x="1121244" y="403565"/>
                </a:lnTo>
                <a:lnTo>
                  <a:pt x="1122703" y="406269"/>
                </a:lnTo>
                <a:lnTo>
                  <a:pt x="1125623" y="402000"/>
                </a:lnTo>
                <a:lnTo>
                  <a:pt x="1126353" y="402664"/>
                </a:lnTo>
                <a:lnTo>
                  <a:pt x="1130003" y="395896"/>
                </a:lnTo>
                <a:lnTo>
                  <a:pt x="1131463" y="394378"/>
                </a:lnTo>
                <a:lnTo>
                  <a:pt x="1132193" y="395480"/>
                </a:lnTo>
                <a:lnTo>
                  <a:pt x="1133653" y="391413"/>
                </a:lnTo>
                <a:lnTo>
                  <a:pt x="1135113" y="393218"/>
                </a:lnTo>
                <a:lnTo>
                  <a:pt x="1135843" y="394817"/>
                </a:lnTo>
                <a:lnTo>
                  <a:pt x="1136573" y="388933"/>
                </a:lnTo>
                <a:lnTo>
                  <a:pt x="1137303" y="396388"/>
                </a:lnTo>
                <a:lnTo>
                  <a:pt x="1138033" y="395656"/>
                </a:lnTo>
                <a:lnTo>
                  <a:pt x="1139493" y="393477"/>
                </a:lnTo>
                <a:lnTo>
                  <a:pt x="1140223" y="398941"/>
                </a:lnTo>
                <a:lnTo>
                  <a:pt x="1141683" y="395212"/>
                </a:lnTo>
                <a:lnTo>
                  <a:pt x="1143143" y="397366"/>
                </a:lnTo>
                <a:lnTo>
                  <a:pt x="1144603" y="393980"/>
                </a:lnTo>
                <a:lnTo>
                  <a:pt x="1145333" y="398136"/>
                </a:lnTo>
                <a:lnTo>
                  <a:pt x="1146793" y="394570"/>
                </a:lnTo>
                <a:lnTo>
                  <a:pt x="1147523" y="389063"/>
                </a:lnTo>
                <a:lnTo>
                  <a:pt x="1148983" y="393083"/>
                </a:lnTo>
                <a:lnTo>
                  <a:pt x="1150443" y="393612"/>
                </a:lnTo>
                <a:lnTo>
                  <a:pt x="1153362" y="389613"/>
                </a:lnTo>
                <a:lnTo>
                  <a:pt x="1156282" y="395678"/>
                </a:lnTo>
                <a:lnTo>
                  <a:pt x="1157012" y="387276"/>
                </a:lnTo>
                <a:lnTo>
                  <a:pt x="1158472" y="397670"/>
                </a:lnTo>
                <a:lnTo>
                  <a:pt x="1161392" y="389351"/>
                </a:lnTo>
                <a:lnTo>
                  <a:pt x="1165042" y="397158"/>
                </a:lnTo>
                <a:lnTo>
                  <a:pt x="1165772" y="394939"/>
                </a:lnTo>
                <a:lnTo>
                  <a:pt x="1166502" y="392917"/>
                </a:lnTo>
                <a:lnTo>
                  <a:pt x="1167232" y="395043"/>
                </a:lnTo>
                <a:lnTo>
                  <a:pt x="1167962" y="397085"/>
                </a:lnTo>
                <a:lnTo>
                  <a:pt x="1168692" y="394020"/>
                </a:lnTo>
                <a:lnTo>
                  <a:pt x="1170152" y="388917"/>
                </a:lnTo>
                <a:lnTo>
                  <a:pt x="1170882" y="390000"/>
                </a:lnTo>
                <a:lnTo>
                  <a:pt x="1171612" y="398943"/>
                </a:lnTo>
                <a:lnTo>
                  <a:pt x="1173802" y="393846"/>
                </a:lnTo>
                <a:lnTo>
                  <a:pt x="1175262" y="396071"/>
                </a:lnTo>
                <a:lnTo>
                  <a:pt x="1175992" y="392819"/>
                </a:lnTo>
                <a:lnTo>
                  <a:pt x="1177452" y="395194"/>
                </a:lnTo>
                <a:lnTo>
                  <a:pt x="1178912" y="393563"/>
                </a:lnTo>
                <a:lnTo>
                  <a:pt x="1180371" y="396526"/>
                </a:lnTo>
                <a:lnTo>
                  <a:pt x="1181831" y="398097"/>
                </a:lnTo>
                <a:lnTo>
                  <a:pt x="1184751" y="390958"/>
                </a:lnTo>
                <a:lnTo>
                  <a:pt x="1185481" y="398927"/>
                </a:lnTo>
                <a:lnTo>
                  <a:pt x="1187671" y="395680"/>
                </a:lnTo>
                <a:lnTo>
                  <a:pt x="1189131" y="399375"/>
                </a:lnTo>
                <a:lnTo>
                  <a:pt x="1189861" y="397730"/>
                </a:lnTo>
                <a:lnTo>
                  <a:pt x="1192781" y="392716"/>
                </a:lnTo>
                <a:lnTo>
                  <a:pt x="1194971" y="394642"/>
                </a:lnTo>
                <a:lnTo>
                  <a:pt x="1195701" y="391845"/>
                </a:lnTo>
                <a:lnTo>
                  <a:pt x="1197891" y="393061"/>
                </a:lnTo>
                <a:lnTo>
                  <a:pt x="1199351" y="395634"/>
                </a:lnTo>
                <a:lnTo>
                  <a:pt x="1200081" y="393243"/>
                </a:lnTo>
                <a:lnTo>
                  <a:pt x="1200811" y="392393"/>
                </a:lnTo>
                <a:lnTo>
                  <a:pt x="1203001" y="396795"/>
                </a:lnTo>
                <a:lnTo>
                  <a:pt x="1203731" y="395397"/>
                </a:lnTo>
                <a:lnTo>
                  <a:pt x="1205191" y="391210"/>
                </a:lnTo>
                <a:lnTo>
                  <a:pt x="1206651" y="392628"/>
                </a:lnTo>
                <a:lnTo>
                  <a:pt x="1208840" y="390841"/>
                </a:lnTo>
                <a:lnTo>
                  <a:pt x="1209570" y="390546"/>
                </a:lnTo>
                <a:lnTo>
                  <a:pt x="1210300" y="395735"/>
                </a:lnTo>
                <a:lnTo>
                  <a:pt x="1211760" y="391512"/>
                </a:lnTo>
                <a:lnTo>
                  <a:pt x="1213950" y="388793"/>
                </a:lnTo>
                <a:lnTo>
                  <a:pt x="1214680" y="390386"/>
                </a:lnTo>
                <a:lnTo>
                  <a:pt x="1216870" y="393273"/>
                </a:lnTo>
                <a:lnTo>
                  <a:pt x="1218330" y="386477"/>
                </a:lnTo>
                <a:lnTo>
                  <a:pt x="1219060" y="386759"/>
                </a:lnTo>
                <a:lnTo>
                  <a:pt x="1219790" y="392793"/>
                </a:lnTo>
                <a:lnTo>
                  <a:pt x="1221250" y="386168"/>
                </a:lnTo>
                <a:lnTo>
                  <a:pt x="1224170" y="389511"/>
                </a:lnTo>
                <a:lnTo>
                  <a:pt x="1227090" y="383003"/>
                </a:lnTo>
                <a:lnTo>
                  <a:pt x="1227820" y="391401"/>
                </a:lnTo>
                <a:lnTo>
                  <a:pt x="1230010" y="387915"/>
                </a:lnTo>
                <a:lnTo>
                  <a:pt x="1234390" y="381542"/>
                </a:lnTo>
                <a:lnTo>
                  <a:pt x="1236580" y="387741"/>
                </a:lnTo>
                <a:lnTo>
                  <a:pt x="1237310" y="386560"/>
                </a:lnTo>
                <a:lnTo>
                  <a:pt x="1238769" y="379298"/>
                </a:lnTo>
                <a:lnTo>
                  <a:pt x="1240229" y="384055"/>
                </a:lnTo>
                <a:lnTo>
                  <a:pt x="1240959" y="384626"/>
                </a:lnTo>
                <a:lnTo>
                  <a:pt x="1242419" y="378554"/>
                </a:lnTo>
                <a:lnTo>
                  <a:pt x="1243879" y="382745"/>
                </a:lnTo>
                <a:lnTo>
                  <a:pt x="1247529" y="384464"/>
                </a:lnTo>
                <a:lnTo>
                  <a:pt x="1250449" y="383058"/>
                </a:lnTo>
                <a:lnTo>
                  <a:pt x="1253369" y="380450"/>
                </a:lnTo>
                <a:lnTo>
                  <a:pt x="1254099" y="381860"/>
                </a:lnTo>
                <a:lnTo>
                  <a:pt x="1254829" y="383770"/>
                </a:lnTo>
                <a:lnTo>
                  <a:pt x="1256289" y="382355"/>
                </a:lnTo>
                <a:lnTo>
                  <a:pt x="1258479" y="379929"/>
                </a:lnTo>
                <a:lnTo>
                  <a:pt x="1259209" y="381984"/>
                </a:lnTo>
                <a:lnTo>
                  <a:pt x="1261399" y="380727"/>
                </a:lnTo>
                <a:lnTo>
                  <a:pt x="1262129" y="382349"/>
                </a:lnTo>
                <a:lnTo>
                  <a:pt x="1263589" y="379371"/>
                </a:lnTo>
                <a:lnTo>
                  <a:pt x="1265049" y="381367"/>
                </a:lnTo>
                <a:lnTo>
                  <a:pt x="1267238" y="380612"/>
                </a:lnTo>
                <a:lnTo>
                  <a:pt x="1270158" y="379595"/>
                </a:lnTo>
                <a:lnTo>
                  <a:pt x="1272348" y="382224"/>
                </a:lnTo>
                <a:lnTo>
                  <a:pt x="1275998" y="378260"/>
                </a:lnTo>
                <a:lnTo>
                  <a:pt x="1289868" y="376670"/>
                </a:lnTo>
                <a:lnTo>
                  <a:pt x="1290598" y="378357"/>
                </a:lnTo>
                <a:lnTo>
                  <a:pt x="1292058" y="377149"/>
                </a:lnTo>
                <a:lnTo>
                  <a:pt x="1293518" y="375970"/>
                </a:lnTo>
                <a:lnTo>
                  <a:pt x="1294248" y="377430"/>
                </a:lnTo>
                <a:lnTo>
                  <a:pt x="1296437" y="380295"/>
                </a:lnTo>
                <a:lnTo>
                  <a:pt x="1297167" y="376763"/>
                </a:lnTo>
                <a:lnTo>
                  <a:pt x="1298627" y="380247"/>
                </a:lnTo>
                <a:lnTo>
                  <a:pt x="1299357" y="380622"/>
                </a:lnTo>
                <a:lnTo>
                  <a:pt x="1302277" y="373439"/>
                </a:lnTo>
                <a:lnTo>
                  <a:pt x="1303737" y="374869"/>
                </a:lnTo>
                <a:lnTo>
                  <a:pt x="1304467" y="372258"/>
                </a:lnTo>
                <a:lnTo>
                  <a:pt x="1308117" y="368531"/>
                </a:lnTo>
                <a:lnTo>
                  <a:pt x="1309577" y="377807"/>
                </a:lnTo>
                <a:lnTo>
                  <a:pt x="1311037" y="372575"/>
                </a:lnTo>
                <a:lnTo>
                  <a:pt x="1311767" y="370961"/>
                </a:lnTo>
                <a:lnTo>
                  <a:pt x="1312497" y="373473"/>
                </a:lnTo>
                <a:lnTo>
                  <a:pt x="1314687" y="376721"/>
                </a:lnTo>
                <a:lnTo>
                  <a:pt x="1315417" y="373870"/>
                </a:lnTo>
                <a:lnTo>
                  <a:pt x="1318337" y="367594"/>
                </a:lnTo>
                <a:lnTo>
                  <a:pt x="1321257" y="374863"/>
                </a:lnTo>
                <a:lnTo>
                  <a:pt x="1321987" y="368714"/>
                </a:lnTo>
                <a:lnTo>
                  <a:pt x="1323447" y="372672"/>
                </a:lnTo>
                <a:lnTo>
                  <a:pt x="1324906" y="378661"/>
                </a:lnTo>
                <a:lnTo>
                  <a:pt x="1326366" y="376045"/>
                </a:lnTo>
                <a:lnTo>
                  <a:pt x="1330016" y="371721"/>
                </a:lnTo>
                <a:lnTo>
                  <a:pt x="1332936" y="373681"/>
                </a:lnTo>
                <a:lnTo>
                  <a:pt x="1333666" y="371680"/>
                </a:lnTo>
                <a:lnTo>
                  <a:pt x="1335126" y="373067"/>
                </a:lnTo>
                <a:lnTo>
                  <a:pt x="1336586" y="375525"/>
                </a:lnTo>
                <a:lnTo>
                  <a:pt x="1337316" y="374143"/>
                </a:lnTo>
                <a:lnTo>
                  <a:pt x="1340236" y="371269"/>
                </a:lnTo>
                <a:lnTo>
                  <a:pt x="1340966" y="376507"/>
                </a:lnTo>
                <a:lnTo>
                  <a:pt x="1343156" y="373572"/>
                </a:lnTo>
                <a:lnTo>
                  <a:pt x="1343886" y="370878"/>
                </a:lnTo>
                <a:lnTo>
                  <a:pt x="1344616" y="374027"/>
                </a:lnTo>
                <a:lnTo>
                  <a:pt x="1345346" y="371378"/>
                </a:lnTo>
                <a:lnTo>
                  <a:pt x="1348266" y="374828"/>
                </a:lnTo>
                <a:lnTo>
                  <a:pt x="1352646" y="371841"/>
                </a:lnTo>
                <a:lnTo>
                  <a:pt x="1353375" y="373894"/>
                </a:lnTo>
                <a:lnTo>
                  <a:pt x="1354105" y="377968"/>
                </a:lnTo>
                <a:lnTo>
                  <a:pt x="1355565" y="373212"/>
                </a:lnTo>
                <a:lnTo>
                  <a:pt x="1356295" y="376167"/>
                </a:lnTo>
                <a:lnTo>
                  <a:pt x="1359215" y="377824"/>
                </a:lnTo>
                <a:lnTo>
                  <a:pt x="1359945" y="374888"/>
                </a:lnTo>
                <a:lnTo>
                  <a:pt x="1361405" y="372202"/>
                </a:lnTo>
                <a:lnTo>
                  <a:pt x="1362865" y="374264"/>
                </a:lnTo>
                <a:lnTo>
                  <a:pt x="1365785" y="379946"/>
                </a:lnTo>
                <a:lnTo>
                  <a:pt x="1366515" y="378031"/>
                </a:lnTo>
                <a:lnTo>
                  <a:pt x="1368705" y="378953"/>
                </a:lnTo>
                <a:lnTo>
                  <a:pt x="1369435" y="380915"/>
                </a:lnTo>
                <a:lnTo>
                  <a:pt x="1370895" y="379315"/>
                </a:lnTo>
                <a:lnTo>
                  <a:pt x="1372355" y="378462"/>
                </a:lnTo>
                <a:lnTo>
                  <a:pt x="1373815" y="382171"/>
                </a:lnTo>
                <a:lnTo>
                  <a:pt x="1374545" y="379551"/>
                </a:lnTo>
                <a:lnTo>
                  <a:pt x="1375275" y="378324"/>
                </a:lnTo>
                <a:lnTo>
                  <a:pt x="1376005" y="383332"/>
                </a:lnTo>
                <a:lnTo>
                  <a:pt x="1378195" y="380329"/>
                </a:lnTo>
                <a:lnTo>
                  <a:pt x="1381844" y="385822"/>
                </a:lnTo>
                <a:lnTo>
                  <a:pt x="1385494" y="376571"/>
                </a:lnTo>
                <a:lnTo>
                  <a:pt x="1386224" y="377587"/>
                </a:lnTo>
                <a:lnTo>
                  <a:pt x="1387684" y="372390"/>
                </a:lnTo>
                <a:lnTo>
                  <a:pt x="1390604" y="340106"/>
                </a:lnTo>
                <a:lnTo>
                  <a:pt x="1392794" y="347645"/>
                </a:lnTo>
                <a:lnTo>
                  <a:pt x="1412503" y="279433"/>
                </a:lnTo>
                <a:lnTo>
                  <a:pt x="1413233" y="279908"/>
                </a:lnTo>
                <a:lnTo>
                  <a:pt x="1414693" y="269262"/>
                </a:lnTo>
                <a:lnTo>
                  <a:pt x="1416153" y="269520"/>
                </a:lnTo>
                <a:lnTo>
                  <a:pt x="1416883" y="274419"/>
                </a:lnTo>
                <a:lnTo>
                  <a:pt x="1417613" y="264979"/>
                </a:lnTo>
                <a:lnTo>
                  <a:pt x="1418343" y="265172"/>
                </a:lnTo>
                <a:lnTo>
                  <a:pt x="1421993" y="250666"/>
                </a:lnTo>
                <a:lnTo>
                  <a:pt x="1422723" y="250942"/>
                </a:lnTo>
                <a:lnTo>
                  <a:pt x="1424183" y="248984"/>
                </a:lnTo>
                <a:lnTo>
                  <a:pt x="1427833" y="229307"/>
                </a:lnTo>
                <a:lnTo>
                  <a:pt x="1431483" y="224279"/>
                </a:lnTo>
                <a:lnTo>
                  <a:pt x="1441702" y="184900"/>
                </a:lnTo>
                <a:lnTo>
                  <a:pt x="1446812" y="165732"/>
                </a:lnTo>
                <a:lnTo>
                  <a:pt x="1448272" y="171446"/>
                </a:lnTo>
                <a:lnTo>
                  <a:pt x="1449002" y="169996"/>
                </a:lnTo>
                <a:lnTo>
                  <a:pt x="1454112" y="149750"/>
                </a:lnTo>
                <a:lnTo>
                  <a:pt x="1456302" y="147635"/>
                </a:lnTo>
                <a:lnTo>
                  <a:pt x="1459222" y="125548"/>
                </a:lnTo>
                <a:lnTo>
                  <a:pt x="1459952" y="125735"/>
                </a:lnTo>
                <a:lnTo>
                  <a:pt x="1461412" y="129576"/>
                </a:lnTo>
                <a:lnTo>
                  <a:pt x="1462142" y="125267"/>
                </a:lnTo>
                <a:lnTo>
                  <a:pt x="1468711" y="100569"/>
                </a:lnTo>
                <a:lnTo>
                  <a:pt x="1469441" y="103189"/>
                </a:lnTo>
                <a:lnTo>
                  <a:pt x="1471631" y="98224"/>
                </a:lnTo>
                <a:lnTo>
                  <a:pt x="1487692" y="54322"/>
                </a:lnTo>
                <a:lnTo>
                  <a:pt x="1491341" y="39670"/>
                </a:lnTo>
                <a:lnTo>
                  <a:pt x="1492071" y="43133"/>
                </a:lnTo>
                <a:lnTo>
                  <a:pt x="1493531" y="40087"/>
                </a:lnTo>
                <a:lnTo>
                  <a:pt x="1496451" y="34703"/>
                </a:lnTo>
                <a:lnTo>
                  <a:pt x="1498641" y="26289"/>
                </a:lnTo>
                <a:lnTo>
                  <a:pt x="1500101" y="28151"/>
                </a:lnTo>
                <a:lnTo>
                  <a:pt x="1502291" y="26611"/>
                </a:lnTo>
                <a:lnTo>
                  <a:pt x="1507401" y="19615"/>
                </a:lnTo>
                <a:lnTo>
                  <a:pt x="1508131" y="20613"/>
                </a:lnTo>
                <a:lnTo>
                  <a:pt x="1508861" y="17599"/>
                </a:lnTo>
                <a:lnTo>
                  <a:pt x="1511781" y="9790"/>
                </a:lnTo>
                <a:lnTo>
                  <a:pt x="1514701" y="12646"/>
                </a:lnTo>
                <a:lnTo>
                  <a:pt x="1519080" y="5819"/>
                </a:lnTo>
                <a:lnTo>
                  <a:pt x="1519810" y="7269"/>
                </a:lnTo>
                <a:lnTo>
                  <a:pt x="1523460" y="8266"/>
                </a:lnTo>
                <a:lnTo>
                  <a:pt x="1526380" y="3517"/>
                </a:lnTo>
                <a:lnTo>
                  <a:pt x="1527110" y="6278"/>
                </a:lnTo>
                <a:lnTo>
                  <a:pt x="1528570" y="4094"/>
                </a:lnTo>
                <a:lnTo>
                  <a:pt x="1531490" y="2807"/>
                </a:lnTo>
                <a:lnTo>
                  <a:pt x="1534410" y="4557"/>
                </a:lnTo>
                <a:lnTo>
                  <a:pt x="1535140" y="3020"/>
                </a:lnTo>
                <a:lnTo>
                  <a:pt x="1536600" y="0"/>
                </a:lnTo>
                <a:lnTo>
                  <a:pt x="1538790" y="3130"/>
                </a:lnTo>
                <a:lnTo>
                  <a:pt x="1551929" y="17130"/>
                </a:lnTo>
                <a:lnTo>
                  <a:pt x="1555579" y="29035"/>
                </a:lnTo>
                <a:lnTo>
                  <a:pt x="1557769" y="32019"/>
                </a:lnTo>
                <a:lnTo>
                  <a:pt x="1562879" y="65191"/>
                </a:lnTo>
                <a:lnTo>
                  <a:pt x="1567259" y="215839"/>
                </a:lnTo>
                <a:lnTo>
                  <a:pt x="1573099" y="442155"/>
                </a:lnTo>
                <a:lnTo>
                  <a:pt x="1578208" y="498581"/>
                </a:lnTo>
                <a:lnTo>
                  <a:pt x="1581128" y="502478"/>
                </a:lnTo>
                <a:lnTo>
                  <a:pt x="1581858" y="521604"/>
                </a:lnTo>
                <a:lnTo>
                  <a:pt x="1584048" y="521126"/>
                </a:lnTo>
                <a:lnTo>
                  <a:pt x="1585508" y="515904"/>
                </a:lnTo>
                <a:lnTo>
                  <a:pt x="1587698" y="536220"/>
                </a:lnTo>
                <a:lnTo>
                  <a:pt x="1588428" y="527562"/>
                </a:lnTo>
                <a:lnTo>
                  <a:pt x="1589158" y="529006"/>
                </a:lnTo>
                <a:lnTo>
                  <a:pt x="1589888" y="537922"/>
                </a:lnTo>
                <a:lnTo>
                  <a:pt x="1591348" y="535730"/>
                </a:lnTo>
                <a:lnTo>
                  <a:pt x="1592078" y="525578"/>
                </a:lnTo>
                <a:lnTo>
                  <a:pt x="1593538" y="539682"/>
                </a:lnTo>
                <a:lnTo>
                  <a:pt x="1594268" y="547343"/>
                </a:lnTo>
                <a:lnTo>
                  <a:pt x="1596458" y="542948"/>
                </a:lnTo>
                <a:lnTo>
                  <a:pt x="1597918" y="541948"/>
                </a:lnTo>
                <a:lnTo>
                  <a:pt x="1599378" y="550477"/>
                </a:lnTo>
                <a:lnTo>
                  <a:pt x="1600108" y="541512"/>
                </a:lnTo>
                <a:lnTo>
                  <a:pt x="1601568" y="551399"/>
                </a:lnTo>
                <a:lnTo>
                  <a:pt x="1608867" y="556116"/>
                </a:lnTo>
                <a:lnTo>
                  <a:pt x="1615437" y="554817"/>
                </a:lnTo>
                <a:lnTo>
                  <a:pt x="1616897" y="554918"/>
                </a:lnTo>
                <a:lnTo>
                  <a:pt x="1620547" y="542763"/>
                </a:lnTo>
                <a:lnTo>
                  <a:pt x="1622007" y="541358"/>
                </a:lnTo>
                <a:lnTo>
                  <a:pt x="1625657" y="532451"/>
                </a:lnTo>
                <a:lnTo>
                  <a:pt x="1629307" y="527245"/>
                </a:lnTo>
                <a:lnTo>
                  <a:pt x="1630037" y="529628"/>
                </a:lnTo>
                <a:lnTo>
                  <a:pt x="1631497" y="526601"/>
                </a:lnTo>
                <a:lnTo>
                  <a:pt x="1632227" y="524552"/>
                </a:lnTo>
                <a:lnTo>
                  <a:pt x="1632957" y="527706"/>
                </a:lnTo>
                <a:lnTo>
                  <a:pt x="1633686" y="525329"/>
                </a:lnTo>
                <a:lnTo>
                  <a:pt x="1634416" y="526599"/>
                </a:lnTo>
                <a:lnTo>
                  <a:pt x="1635146" y="524617"/>
                </a:lnTo>
                <a:lnTo>
                  <a:pt x="1638796" y="522022"/>
                </a:lnTo>
                <a:lnTo>
                  <a:pt x="1639526" y="523294"/>
                </a:lnTo>
                <a:lnTo>
                  <a:pt x="1640986" y="527006"/>
                </a:lnTo>
                <a:lnTo>
                  <a:pt x="1641716" y="523795"/>
                </a:lnTo>
                <a:lnTo>
                  <a:pt x="1643906" y="519581"/>
                </a:lnTo>
                <a:lnTo>
                  <a:pt x="1644636" y="520802"/>
                </a:lnTo>
                <a:lnTo>
                  <a:pt x="1646096" y="530193"/>
                </a:lnTo>
                <a:lnTo>
                  <a:pt x="1648286" y="527600"/>
                </a:lnTo>
                <a:lnTo>
                  <a:pt x="1650476" y="519723"/>
                </a:lnTo>
                <a:lnTo>
                  <a:pt x="1651206" y="520471"/>
                </a:lnTo>
                <a:lnTo>
                  <a:pt x="1655586" y="528956"/>
                </a:lnTo>
                <a:lnTo>
                  <a:pt x="1657776" y="523149"/>
                </a:lnTo>
                <a:lnTo>
                  <a:pt x="1658506" y="525219"/>
                </a:lnTo>
                <a:lnTo>
                  <a:pt x="1660696" y="531515"/>
                </a:lnTo>
                <a:lnTo>
                  <a:pt x="1661426" y="526869"/>
                </a:lnTo>
                <a:lnTo>
                  <a:pt x="1662155" y="522852"/>
                </a:lnTo>
                <a:lnTo>
                  <a:pt x="1663615" y="524258"/>
                </a:lnTo>
                <a:lnTo>
                  <a:pt x="1672375" y="539226"/>
                </a:lnTo>
                <a:lnTo>
                  <a:pt x="1674565" y="531792"/>
                </a:lnTo>
                <a:lnTo>
                  <a:pt x="1675295" y="535501"/>
                </a:lnTo>
                <a:lnTo>
                  <a:pt x="1679675" y="540516"/>
                </a:lnTo>
                <a:lnTo>
                  <a:pt x="1680405" y="538801"/>
                </a:lnTo>
                <a:lnTo>
                  <a:pt x="1681135" y="537522"/>
                </a:lnTo>
                <a:lnTo>
                  <a:pt x="1681865" y="540371"/>
                </a:lnTo>
                <a:lnTo>
                  <a:pt x="1684055" y="544322"/>
                </a:lnTo>
                <a:lnTo>
                  <a:pt x="1684785" y="541979"/>
                </a:lnTo>
                <a:lnTo>
                  <a:pt x="1685515" y="541955"/>
                </a:lnTo>
                <a:lnTo>
                  <a:pt x="1686245" y="544810"/>
                </a:lnTo>
                <a:lnTo>
                  <a:pt x="1687705" y="544211"/>
                </a:lnTo>
                <a:lnTo>
                  <a:pt x="1688435" y="541703"/>
                </a:lnTo>
                <a:lnTo>
                  <a:pt x="1689165" y="542533"/>
                </a:lnTo>
                <a:lnTo>
                  <a:pt x="1692084" y="552377"/>
                </a:lnTo>
                <a:lnTo>
                  <a:pt x="1694274" y="542548"/>
                </a:lnTo>
                <a:lnTo>
                  <a:pt x="1695734" y="544196"/>
                </a:lnTo>
                <a:lnTo>
                  <a:pt x="1696464" y="542564"/>
                </a:lnTo>
                <a:lnTo>
                  <a:pt x="1697194" y="545470"/>
                </a:lnTo>
                <a:lnTo>
                  <a:pt x="1697924" y="546541"/>
                </a:lnTo>
                <a:lnTo>
                  <a:pt x="1698654" y="544955"/>
                </a:lnTo>
                <a:lnTo>
                  <a:pt x="1702304" y="538433"/>
                </a:lnTo>
                <a:lnTo>
                  <a:pt x="1703764" y="538957"/>
                </a:lnTo>
                <a:lnTo>
                  <a:pt x="1708874" y="527925"/>
                </a:lnTo>
                <a:lnTo>
                  <a:pt x="1710334" y="533097"/>
                </a:lnTo>
                <a:lnTo>
                  <a:pt x="1711064" y="529420"/>
                </a:lnTo>
                <a:lnTo>
                  <a:pt x="1716174" y="517090"/>
                </a:lnTo>
                <a:lnTo>
                  <a:pt x="1716904" y="517716"/>
                </a:lnTo>
                <a:lnTo>
                  <a:pt x="1717634" y="513722"/>
                </a:lnTo>
                <a:lnTo>
                  <a:pt x="1719094" y="520237"/>
                </a:lnTo>
                <a:lnTo>
                  <a:pt x="1721283" y="517572"/>
                </a:lnTo>
                <a:lnTo>
                  <a:pt x="1722013" y="518098"/>
                </a:lnTo>
                <a:lnTo>
                  <a:pt x="1725663" y="523680"/>
                </a:lnTo>
                <a:lnTo>
                  <a:pt x="1723473" y="515455"/>
                </a:lnTo>
                <a:lnTo>
                  <a:pt x="1726393" y="520672"/>
                </a:lnTo>
                <a:lnTo>
                  <a:pt x="1730043" y="519459"/>
                </a:lnTo>
                <a:lnTo>
                  <a:pt x="1732963" y="524130"/>
                </a:lnTo>
                <a:lnTo>
                  <a:pt x="1735883" y="516186"/>
                </a:lnTo>
                <a:lnTo>
                  <a:pt x="1736613" y="519462"/>
                </a:lnTo>
                <a:lnTo>
                  <a:pt x="1740263" y="527818"/>
                </a:lnTo>
                <a:lnTo>
                  <a:pt x="1743913" y="528208"/>
                </a:lnTo>
                <a:lnTo>
                  <a:pt x="1745373" y="531815"/>
                </a:lnTo>
                <a:lnTo>
                  <a:pt x="1746103" y="528376"/>
                </a:lnTo>
                <a:lnTo>
                  <a:pt x="1746833" y="527225"/>
                </a:lnTo>
                <a:lnTo>
                  <a:pt x="1747563" y="530150"/>
                </a:lnTo>
                <a:lnTo>
                  <a:pt x="1749752" y="532941"/>
                </a:lnTo>
                <a:lnTo>
                  <a:pt x="1751212" y="533673"/>
                </a:lnTo>
                <a:lnTo>
                  <a:pt x="1752672" y="526786"/>
                </a:lnTo>
                <a:lnTo>
                  <a:pt x="1753402" y="533908"/>
                </a:lnTo>
                <a:lnTo>
                  <a:pt x="1755592" y="531071"/>
                </a:lnTo>
                <a:lnTo>
                  <a:pt x="1758512" y="536539"/>
                </a:lnTo>
                <a:lnTo>
                  <a:pt x="1759242" y="534406"/>
                </a:lnTo>
                <a:lnTo>
                  <a:pt x="1760702" y="535185"/>
                </a:lnTo>
                <a:lnTo>
                  <a:pt x="1762162" y="537986"/>
                </a:lnTo>
                <a:lnTo>
                  <a:pt x="1762892" y="536893"/>
                </a:lnTo>
                <a:lnTo>
                  <a:pt x="1764352" y="534270"/>
                </a:lnTo>
                <a:lnTo>
                  <a:pt x="1765812" y="540316"/>
                </a:lnTo>
                <a:lnTo>
                  <a:pt x="1767272" y="538624"/>
                </a:lnTo>
                <a:lnTo>
                  <a:pt x="1770922" y="543850"/>
                </a:lnTo>
                <a:lnTo>
                  <a:pt x="1772382" y="539768"/>
                </a:lnTo>
                <a:lnTo>
                  <a:pt x="1773842" y="541864"/>
                </a:lnTo>
                <a:lnTo>
                  <a:pt x="1774572" y="539400"/>
                </a:lnTo>
                <a:lnTo>
                  <a:pt x="1776762" y="543168"/>
                </a:lnTo>
                <a:lnTo>
                  <a:pt x="1777491" y="541606"/>
                </a:lnTo>
                <a:lnTo>
                  <a:pt x="1778221" y="540558"/>
                </a:lnTo>
                <a:lnTo>
                  <a:pt x="1778951" y="542852"/>
                </a:lnTo>
                <a:lnTo>
                  <a:pt x="1779681" y="541911"/>
                </a:lnTo>
                <a:lnTo>
                  <a:pt x="1780411" y="545404"/>
                </a:lnTo>
                <a:lnTo>
                  <a:pt x="1781871" y="540584"/>
                </a:lnTo>
                <a:lnTo>
                  <a:pt x="1782601" y="543484"/>
                </a:lnTo>
                <a:lnTo>
                  <a:pt x="1786251" y="541145"/>
                </a:lnTo>
                <a:lnTo>
                  <a:pt x="1789901" y="546158"/>
                </a:lnTo>
                <a:lnTo>
                  <a:pt x="1792091" y="541620"/>
                </a:lnTo>
                <a:lnTo>
                  <a:pt x="1793551" y="546185"/>
                </a:lnTo>
                <a:lnTo>
                  <a:pt x="1794281" y="543095"/>
                </a:lnTo>
                <a:lnTo>
                  <a:pt x="1795011" y="541799"/>
                </a:lnTo>
                <a:lnTo>
                  <a:pt x="1795741" y="545368"/>
                </a:lnTo>
                <a:lnTo>
                  <a:pt x="1796471" y="547396"/>
                </a:lnTo>
                <a:lnTo>
                  <a:pt x="1797201" y="545838"/>
                </a:lnTo>
                <a:lnTo>
                  <a:pt x="1798661" y="541486"/>
                </a:lnTo>
                <a:lnTo>
                  <a:pt x="1799391" y="543580"/>
                </a:lnTo>
                <a:lnTo>
                  <a:pt x="1800851" y="548674"/>
                </a:lnTo>
                <a:lnTo>
                  <a:pt x="1801581" y="543999"/>
                </a:lnTo>
                <a:lnTo>
                  <a:pt x="1803771" y="544054"/>
                </a:lnTo>
                <a:lnTo>
                  <a:pt x="1805231" y="542625"/>
                </a:lnTo>
                <a:lnTo>
                  <a:pt x="1807420" y="547500"/>
                </a:lnTo>
                <a:lnTo>
                  <a:pt x="1808150" y="542657"/>
                </a:lnTo>
                <a:lnTo>
                  <a:pt x="1809610" y="546933"/>
                </a:lnTo>
                <a:lnTo>
                  <a:pt x="1811070" y="545143"/>
                </a:lnTo>
                <a:lnTo>
                  <a:pt x="1812530" y="549845"/>
                </a:lnTo>
                <a:lnTo>
                  <a:pt x="1814720" y="542602"/>
                </a:lnTo>
                <a:lnTo>
                  <a:pt x="1815450" y="546740"/>
                </a:lnTo>
                <a:lnTo>
                  <a:pt x="1819830" y="548725"/>
                </a:lnTo>
                <a:lnTo>
                  <a:pt x="1822020" y="545227"/>
                </a:lnTo>
                <a:lnTo>
                  <a:pt x="1824210" y="551402"/>
                </a:lnTo>
                <a:lnTo>
                  <a:pt x="1824940" y="550072"/>
                </a:lnTo>
                <a:lnTo>
                  <a:pt x="1827860" y="545753"/>
                </a:lnTo>
                <a:lnTo>
                  <a:pt x="1829320" y="550096"/>
                </a:lnTo>
                <a:lnTo>
                  <a:pt x="1830050" y="547979"/>
                </a:lnTo>
                <a:lnTo>
                  <a:pt x="1830780" y="544881"/>
                </a:lnTo>
                <a:lnTo>
                  <a:pt x="1831510" y="549201"/>
                </a:lnTo>
                <a:lnTo>
                  <a:pt x="1834430" y="555613"/>
                </a:lnTo>
                <a:lnTo>
                  <a:pt x="1835889" y="551708"/>
                </a:lnTo>
                <a:lnTo>
                  <a:pt x="1836619" y="552692"/>
                </a:lnTo>
                <a:lnTo>
                  <a:pt x="1839539" y="560540"/>
                </a:lnTo>
                <a:lnTo>
                  <a:pt x="1838079" y="551266"/>
                </a:lnTo>
                <a:lnTo>
                  <a:pt x="1840999" y="559036"/>
                </a:lnTo>
                <a:lnTo>
                  <a:pt x="1841729" y="552242"/>
                </a:lnTo>
                <a:lnTo>
                  <a:pt x="1842459" y="559765"/>
                </a:lnTo>
                <a:lnTo>
                  <a:pt x="1843919" y="556151"/>
                </a:lnTo>
                <a:lnTo>
                  <a:pt x="1844649" y="553132"/>
                </a:lnTo>
                <a:lnTo>
                  <a:pt x="1845379" y="556535"/>
                </a:lnTo>
                <a:lnTo>
                  <a:pt x="1846109" y="559782"/>
                </a:lnTo>
                <a:lnTo>
                  <a:pt x="1846839" y="559574"/>
                </a:lnTo>
                <a:lnTo>
                  <a:pt x="1847569" y="553273"/>
                </a:lnTo>
                <a:lnTo>
                  <a:pt x="1849029" y="553887"/>
                </a:lnTo>
                <a:lnTo>
                  <a:pt x="1852679" y="564596"/>
                </a:lnTo>
                <a:lnTo>
                  <a:pt x="1854869" y="557935"/>
                </a:lnTo>
                <a:lnTo>
                  <a:pt x="1855599" y="558501"/>
                </a:lnTo>
                <a:lnTo>
                  <a:pt x="1856329" y="564245"/>
                </a:lnTo>
                <a:lnTo>
                  <a:pt x="1858519" y="562766"/>
                </a:lnTo>
                <a:lnTo>
                  <a:pt x="1859249" y="558859"/>
                </a:lnTo>
                <a:lnTo>
                  <a:pt x="1860709" y="563654"/>
                </a:lnTo>
                <a:lnTo>
                  <a:pt x="1861439" y="564845"/>
                </a:lnTo>
                <a:lnTo>
                  <a:pt x="1862169" y="561729"/>
                </a:lnTo>
                <a:lnTo>
                  <a:pt x="1863629" y="557801"/>
                </a:lnTo>
                <a:lnTo>
                  <a:pt x="1864358" y="558667"/>
                </a:lnTo>
                <a:lnTo>
                  <a:pt x="1865088" y="564308"/>
                </a:lnTo>
                <a:lnTo>
                  <a:pt x="1867278" y="563597"/>
                </a:lnTo>
                <a:lnTo>
                  <a:pt x="1869468" y="555919"/>
                </a:lnTo>
                <a:lnTo>
                  <a:pt x="1870198" y="558047"/>
                </a:lnTo>
                <a:lnTo>
                  <a:pt x="1870928" y="564025"/>
                </a:lnTo>
                <a:lnTo>
                  <a:pt x="1873118" y="561523"/>
                </a:lnTo>
                <a:lnTo>
                  <a:pt x="1875308" y="567019"/>
                </a:lnTo>
                <a:lnTo>
                  <a:pt x="1876038" y="562024"/>
                </a:lnTo>
                <a:lnTo>
                  <a:pt x="1877498" y="561170"/>
                </a:lnTo>
                <a:lnTo>
                  <a:pt x="1878228" y="576776"/>
                </a:lnTo>
                <a:lnTo>
                  <a:pt x="1879688" y="560816"/>
                </a:lnTo>
                <a:lnTo>
                  <a:pt x="1881148" y="567810"/>
                </a:lnTo>
                <a:lnTo>
                  <a:pt x="1882608" y="562441"/>
                </a:lnTo>
                <a:lnTo>
                  <a:pt x="1886988" y="565409"/>
                </a:lnTo>
                <a:lnTo>
                  <a:pt x="1887718" y="564709"/>
                </a:lnTo>
                <a:lnTo>
                  <a:pt x="1892827" y="563244"/>
                </a:lnTo>
                <a:lnTo>
                  <a:pt x="1895017" y="564492"/>
                </a:lnTo>
                <a:lnTo>
                  <a:pt x="1895747" y="559331"/>
                </a:lnTo>
                <a:lnTo>
                  <a:pt x="1897207" y="565063"/>
                </a:lnTo>
                <a:lnTo>
                  <a:pt x="1900127" y="566795"/>
                </a:lnTo>
                <a:lnTo>
                  <a:pt x="1901587" y="561277"/>
                </a:lnTo>
                <a:lnTo>
                  <a:pt x="1903777" y="564317"/>
                </a:lnTo>
                <a:lnTo>
                  <a:pt x="1905237" y="568819"/>
                </a:lnTo>
                <a:lnTo>
                  <a:pt x="1905968" y="568307"/>
                </a:lnTo>
                <a:lnTo>
                  <a:pt x="1906697" y="562527"/>
                </a:lnTo>
                <a:lnTo>
                  <a:pt x="1908157" y="566260"/>
                </a:lnTo>
                <a:lnTo>
                  <a:pt x="1911808" y="571746"/>
                </a:lnTo>
                <a:lnTo>
                  <a:pt x="1919107" y="567251"/>
                </a:lnTo>
                <a:lnTo>
                  <a:pt x="1921297" y="572683"/>
                </a:lnTo>
                <a:lnTo>
                  <a:pt x="1923487" y="567466"/>
                </a:lnTo>
                <a:lnTo>
                  <a:pt x="1924217" y="568759"/>
                </a:lnTo>
                <a:lnTo>
                  <a:pt x="1924947" y="571527"/>
                </a:lnTo>
                <a:lnTo>
                  <a:pt x="1926407" y="570230"/>
                </a:lnTo>
                <a:lnTo>
                  <a:pt x="1927137" y="568988"/>
                </a:lnTo>
                <a:lnTo>
                  <a:pt x="1927867" y="573099"/>
                </a:lnTo>
                <a:lnTo>
                  <a:pt x="1929327" y="567450"/>
                </a:lnTo>
                <a:lnTo>
                  <a:pt x="1934437" y="573037"/>
                </a:lnTo>
                <a:lnTo>
                  <a:pt x="1935167" y="568300"/>
                </a:lnTo>
                <a:lnTo>
                  <a:pt x="1936627" y="574477"/>
                </a:lnTo>
                <a:lnTo>
                  <a:pt x="1938817" y="571853"/>
                </a:lnTo>
                <a:lnTo>
                  <a:pt x="1939547" y="574685"/>
                </a:lnTo>
                <a:lnTo>
                  <a:pt x="1940277" y="579866"/>
                </a:lnTo>
                <a:lnTo>
                  <a:pt x="1941007" y="573595"/>
                </a:lnTo>
                <a:lnTo>
                  <a:pt x="1943196" y="568008"/>
                </a:lnTo>
                <a:lnTo>
                  <a:pt x="1943926" y="572874"/>
                </a:lnTo>
                <a:lnTo>
                  <a:pt x="1945386" y="577069"/>
                </a:lnTo>
                <a:lnTo>
                  <a:pt x="1946116" y="569008"/>
                </a:lnTo>
                <a:lnTo>
                  <a:pt x="1948306" y="573121"/>
                </a:lnTo>
                <a:lnTo>
                  <a:pt x="1949036" y="575271"/>
                </a:lnTo>
                <a:lnTo>
                  <a:pt x="1950496" y="572706"/>
                </a:lnTo>
                <a:lnTo>
                  <a:pt x="1951226" y="572077"/>
                </a:lnTo>
                <a:lnTo>
                  <a:pt x="1952686" y="576566"/>
                </a:lnTo>
                <a:lnTo>
                  <a:pt x="1953416" y="571274"/>
                </a:lnTo>
                <a:lnTo>
                  <a:pt x="1956336" y="576975"/>
                </a:lnTo>
                <a:lnTo>
                  <a:pt x="1957066" y="575008"/>
                </a:lnTo>
                <a:lnTo>
                  <a:pt x="1959256" y="576397"/>
                </a:lnTo>
                <a:lnTo>
                  <a:pt x="1959986" y="570705"/>
                </a:lnTo>
                <a:lnTo>
                  <a:pt x="1963636" y="575535"/>
                </a:lnTo>
                <a:lnTo>
                  <a:pt x="1964366" y="571269"/>
                </a:lnTo>
                <a:lnTo>
                  <a:pt x="1965826" y="577511"/>
                </a:lnTo>
                <a:lnTo>
                  <a:pt x="1969476" y="574571"/>
                </a:lnTo>
                <a:lnTo>
                  <a:pt x="1973125" y="573944"/>
                </a:lnTo>
                <a:lnTo>
                  <a:pt x="1973855" y="577734"/>
                </a:lnTo>
                <a:lnTo>
                  <a:pt x="1974585" y="572102"/>
                </a:lnTo>
                <a:lnTo>
                  <a:pt x="1975315" y="572884"/>
                </a:lnTo>
                <a:lnTo>
                  <a:pt x="1978235" y="576118"/>
                </a:lnTo>
                <a:lnTo>
                  <a:pt x="1981885" y="569594"/>
                </a:lnTo>
                <a:lnTo>
                  <a:pt x="1983345" y="574279"/>
                </a:lnTo>
                <a:lnTo>
                  <a:pt x="1984805" y="571875"/>
                </a:lnTo>
                <a:lnTo>
                  <a:pt x="1986265" y="575614"/>
                </a:lnTo>
                <a:lnTo>
                  <a:pt x="1986995" y="573257"/>
                </a:lnTo>
                <a:lnTo>
                  <a:pt x="1988455" y="564364"/>
                </a:lnTo>
                <a:lnTo>
                  <a:pt x="1990645" y="569363"/>
                </a:lnTo>
                <a:lnTo>
                  <a:pt x="1991375" y="573288"/>
                </a:lnTo>
                <a:lnTo>
                  <a:pt x="1992105" y="567566"/>
                </a:lnTo>
                <a:lnTo>
                  <a:pt x="1993565" y="571707"/>
                </a:lnTo>
                <a:lnTo>
                  <a:pt x="1994295" y="572505"/>
                </a:lnTo>
                <a:lnTo>
                  <a:pt x="1997215" y="562196"/>
                </a:lnTo>
                <a:lnTo>
                  <a:pt x="1998675" y="568874"/>
                </a:lnTo>
                <a:lnTo>
                  <a:pt x="1999405" y="563356"/>
                </a:lnTo>
                <a:lnTo>
                  <a:pt x="2000134" y="562510"/>
                </a:lnTo>
                <a:lnTo>
                  <a:pt x="2002324" y="567648"/>
                </a:lnTo>
                <a:lnTo>
                  <a:pt x="2003054" y="564914"/>
                </a:lnTo>
                <a:lnTo>
                  <a:pt x="2003784" y="565337"/>
                </a:lnTo>
                <a:lnTo>
                  <a:pt x="2004514" y="562030"/>
                </a:lnTo>
                <a:lnTo>
                  <a:pt x="2005974" y="567237"/>
                </a:lnTo>
                <a:lnTo>
                  <a:pt x="2006704" y="563989"/>
                </a:lnTo>
                <a:lnTo>
                  <a:pt x="2007434" y="563619"/>
                </a:lnTo>
                <a:lnTo>
                  <a:pt x="2008164" y="565458"/>
                </a:lnTo>
                <a:lnTo>
                  <a:pt x="2008894" y="567969"/>
                </a:lnTo>
                <a:lnTo>
                  <a:pt x="2009624" y="562609"/>
                </a:lnTo>
                <a:lnTo>
                  <a:pt x="2010354" y="561560"/>
                </a:lnTo>
                <a:lnTo>
                  <a:pt x="2011814" y="563245"/>
                </a:lnTo>
                <a:lnTo>
                  <a:pt x="2012544" y="565297"/>
                </a:lnTo>
                <a:lnTo>
                  <a:pt x="2013274" y="562575"/>
                </a:lnTo>
                <a:lnTo>
                  <a:pt x="2014734" y="563915"/>
                </a:lnTo>
                <a:lnTo>
                  <a:pt x="2019114" y="560708"/>
                </a:lnTo>
                <a:lnTo>
                  <a:pt x="2019844" y="562662"/>
                </a:lnTo>
                <a:lnTo>
                  <a:pt x="2024224" y="562695"/>
                </a:lnTo>
                <a:lnTo>
                  <a:pt x="2024954" y="566436"/>
                </a:lnTo>
                <a:lnTo>
                  <a:pt x="2027144" y="564792"/>
                </a:lnTo>
                <a:lnTo>
                  <a:pt x="2028604" y="565415"/>
                </a:lnTo>
                <a:lnTo>
                  <a:pt x="2030793" y="559773"/>
                </a:lnTo>
                <a:lnTo>
                  <a:pt x="2032253" y="567108"/>
                </a:lnTo>
                <a:lnTo>
                  <a:pt x="2032983" y="562168"/>
                </a:lnTo>
                <a:lnTo>
                  <a:pt x="2033713" y="560478"/>
                </a:lnTo>
                <a:lnTo>
                  <a:pt x="2034443" y="564971"/>
                </a:lnTo>
                <a:lnTo>
                  <a:pt x="2035173" y="562520"/>
                </a:lnTo>
                <a:lnTo>
                  <a:pt x="2039553" y="563759"/>
                </a:lnTo>
                <a:lnTo>
                  <a:pt x="2041743" y="560959"/>
                </a:lnTo>
                <a:lnTo>
                  <a:pt x="2042473" y="563980"/>
                </a:lnTo>
                <a:lnTo>
                  <a:pt x="2043933" y="562654"/>
                </a:lnTo>
                <a:lnTo>
                  <a:pt x="2044663" y="559761"/>
                </a:lnTo>
              </a:path>
            </a:pathLst>
          </a:custGeom>
          <a:noFill/>
          <a:ln w="2013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Editable path 146"/>
          <p:cNvSpPr/>
          <p:nvPr/>
        </p:nvSpPr>
        <p:spPr>
          <a:xfrm>
            <a:off x="6791140" y="2526184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Editable path 147"/>
          <p:cNvSpPr/>
          <p:nvPr/>
        </p:nvSpPr>
        <p:spPr>
          <a:xfrm>
            <a:off x="9040269" y="2526184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Editable path 148"/>
          <p:cNvSpPr/>
          <p:nvPr/>
        </p:nvSpPr>
        <p:spPr>
          <a:xfrm>
            <a:off x="6791140" y="3701192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Editable path 149"/>
          <p:cNvSpPr/>
          <p:nvPr/>
        </p:nvSpPr>
        <p:spPr>
          <a:xfrm>
            <a:off x="6791140" y="2526184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7431868" y="2238670"/>
            <a:ext cx="1011559" cy="2131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98" b="0" i="0">
                <a:solidFill>
                  <a:srgbClr val="3A9A94"/>
                </a:solidFill>
                <a:latin typeface="Times New Roman"/>
              </a:rPr>
              <a:t>Robot B · left</a:t>
            </a:r>
          </a:p>
        </p:txBody>
      </p:sp>
      <p:sp>
        <p:nvSpPr>
          <p:cNvPr id="212" name="Editable path 150"/>
          <p:cNvSpPr/>
          <p:nvPr/>
        </p:nvSpPr>
        <p:spPr>
          <a:xfrm>
            <a:off x="6791140" y="4302013"/>
            <a:ext cx="2249129" cy="1175008"/>
          </a:xfrm>
          <a:custGeom>
            <a:avLst/>
            <a:gdLst/>
            <a:ahLst/>
            <a:cxnLst/>
            <a:rect l="l" t="t" r="r" b="b"/>
            <a:pathLst>
              <a:path w="2249129" h="1175008">
                <a:moveTo>
                  <a:pt x="0" y="0"/>
                </a:moveTo>
                <a:lnTo>
                  <a:pt x="2249129" y="0"/>
                </a:lnTo>
                <a:lnTo>
                  <a:pt x="2249129" y="1175008"/>
                </a:lnTo>
                <a:lnTo>
                  <a:pt x="0" y="11750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Editable path 151"/>
          <p:cNvSpPr/>
          <p:nvPr/>
        </p:nvSpPr>
        <p:spPr>
          <a:xfrm>
            <a:off x="6893373" y="4302013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Editable path 152"/>
          <p:cNvSpPr/>
          <p:nvPr/>
        </p:nvSpPr>
        <p:spPr>
          <a:xfrm>
            <a:off x="6893373" y="5477021"/>
            <a:ext cx="0" cy="82890"/>
          </a:xfrm>
          <a:custGeom>
            <a:avLst/>
            <a:gdLst/>
            <a:ahLst/>
            <a:cxnLst/>
            <a:rect l="l" t="t" r="r" b="b"/>
            <a:pathLst>
              <a:path w="0" h="82890">
                <a:moveTo>
                  <a:pt x="0" y="0"/>
                </a:moveTo>
                <a:lnTo>
                  <a:pt x="0" y="8289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6857848" y="5623421"/>
            <a:ext cx="106573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216" name="Editable path 153"/>
          <p:cNvSpPr/>
          <p:nvPr/>
        </p:nvSpPr>
        <p:spPr>
          <a:xfrm>
            <a:off x="7623349" y="4302013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Editable path 154"/>
          <p:cNvSpPr/>
          <p:nvPr/>
        </p:nvSpPr>
        <p:spPr>
          <a:xfrm>
            <a:off x="7623349" y="5477021"/>
            <a:ext cx="0" cy="82890"/>
          </a:xfrm>
          <a:custGeom>
            <a:avLst/>
            <a:gdLst/>
            <a:ahLst/>
            <a:cxnLst/>
            <a:rect l="l" t="t" r="r" b="b"/>
            <a:pathLst>
              <a:path w="0" h="82890">
                <a:moveTo>
                  <a:pt x="0" y="0"/>
                </a:moveTo>
                <a:lnTo>
                  <a:pt x="0" y="8289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7552300" y="5623421"/>
            <a:ext cx="177622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219" name="Editable path 155"/>
          <p:cNvSpPr/>
          <p:nvPr/>
        </p:nvSpPr>
        <p:spPr>
          <a:xfrm>
            <a:off x="8353325" y="4302013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Editable path 156"/>
          <p:cNvSpPr/>
          <p:nvPr/>
        </p:nvSpPr>
        <p:spPr>
          <a:xfrm>
            <a:off x="8353325" y="5477021"/>
            <a:ext cx="0" cy="82890"/>
          </a:xfrm>
          <a:custGeom>
            <a:avLst/>
            <a:gdLst/>
            <a:ahLst/>
            <a:cxnLst/>
            <a:rect l="l" t="t" r="r" b="b"/>
            <a:pathLst>
              <a:path w="0" h="82890">
                <a:moveTo>
                  <a:pt x="0" y="0"/>
                </a:moveTo>
                <a:lnTo>
                  <a:pt x="0" y="8289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8282275" y="5623421"/>
            <a:ext cx="177622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7346202" y="5852407"/>
            <a:ext cx="1175481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Reference time (s)</a:t>
            </a:r>
          </a:p>
        </p:txBody>
      </p:sp>
      <p:sp>
        <p:nvSpPr>
          <p:cNvPr id="223" name="Editable path 157"/>
          <p:cNvSpPr/>
          <p:nvPr/>
        </p:nvSpPr>
        <p:spPr>
          <a:xfrm>
            <a:off x="6791140" y="5176918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Editable path 158"/>
          <p:cNvSpPr/>
          <p:nvPr/>
        </p:nvSpPr>
        <p:spPr>
          <a:xfrm>
            <a:off x="6708250" y="5176918"/>
            <a:ext cx="82890" cy="0"/>
          </a:xfrm>
          <a:custGeom>
            <a:avLst/>
            <a:gdLst/>
            <a:ahLst/>
            <a:cxnLst/>
            <a:rect l="l" t="t" r="r" b="b"/>
            <a:pathLst>
              <a:path w="82890" h="0">
                <a:moveTo>
                  <a:pt x="8289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6385938" y="5109061"/>
            <a:ext cx="274959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−50</a:t>
            </a:r>
          </a:p>
        </p:txBody>
      </p:sp>
      <p:sp>
        <p:nvSpPr>
          <p:cNvPr id="226" name="Editable path 159"/>
          <p:cNvSpPr/>
          <p:nvPr/>
        </p:nvSpPr>
        <p:spPr>
          <a:xfrm>
            <a:off x="6791140" y="4658417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Editable path 160"/>
          <p:cNvSpPr/>
          <p:nvPr/>
        </p:nvSpPr>
        <p:spPr>
          <a:xfrm>
            <a:off x="6708250" y="4658417"/>
            <a:ext cx="82890" cy="0"/>
          </a:xfrm>
          <a:custGeom>
            <a:avLst/>
            <a:gdLst/>
            <a:ahLst/>
            <a:cxnLst/>
            <a:rect l="l" t="t" r="r" b="b"/>
            <a:pathLst>
              <a:path w="82890" h="0">
                <a:moveTo>
                  <a:pt x="8289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6554310" y="4590560"/>
            <a:ext cx="106573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229" name="Editable path 161"/>
          <p:cNvSpPr/>
          <p:nvPr/>
        </p:nvSpPr>
        <p:spPr>
          <a:xfrm>
            <a:off x="6893373" y="4506756"/>
            <a:ext cx="2044663" cy="330578"/>
          </a:xfrm>
          <a:custGeom>
            <a:avLst/>
            <a:gdLst/>
            <a:ahLst/>
            <a:cxnLst/>
            <a:rect l="l" t="t" r="r" b="b"/>
            <a:pathLst>
              <a:path w="2044663" h="330578">
                <a:moveTo>
                  <a:pt x="0" y="243642"/>
                </a:moveTo>
                <a:lnTo>
                  <a:pt x="730" y="242043"/>
                </a:lnTo>
                <a:lnTo>
                  <a:pt x="1460" y="244505"/>
                </a:lnTo>
                <a:lnTo>
                  <a:pt x="2190" y="244414"/>
                </a:lnTo>
                <a:lnTo>
                  <a:pt x="13140" y="255938"/>
                </a:lnTo>
                <a:lnTo>
                  <a:pt x="21899" y="258379"/>
                </a:lnTo>
                <a:lnTo>
                  <a:pt x="24089" y="257938"/>
                </a:lnTo>
                <a:lnTo>
                  <a:pt x="26279" y="259343"/>
                </a:lnTo>
                <a:lnTo>
                  <a:pt x="27009" y="258655"/>
                </a:lnTo>
                <a:lnTo>
                  <a:pt x="31389" y="260177"/>
                </a:lnTo>
                <a:lnTo>
                  <a:pt x="33579" y="259685"/>
                </a:lnTo>
                <a:lnTo>
                  <a:pt x="35769" y="254013"/>
                </a:lnTo>
                <a:lnTo>
                  <a:pt x="36499" y="257381"/>
                </a:lnTo>
                <a:lnTo>
                  <a:pt x="37229" y="258631"/>
                </a:lnTo>
                <a:lnTo>
                  <a:pt x="37959" y="257964"/>
                </a:lnTo>
                <a:lnTo>
                  <a:pt x="38689" y="254155"/>
                </a:lnTo>
                <a:lnTo>
                  <a:pt x="40149" y="256620"/>
                </a:lnTo>
                <a:lnTo>
                  <a:pt x="40879" y="260571"/>
                </a:lnTo>
                <a:lnTo>
                  <a:pt x="43069" y="260071"/>
                </a:lnTo>
                <a:lnTo>
                  <a:pt x="45989" y="260568"/>
                </a:lnTo>
                <a:lnTo>
                  <a:pt x="48909" y="259171"/>
                </a:lnTo>
                <a:lnTo>
                  <a:pt x="51828" y="260882"/>
                </a:lnTo>
                <a:lnTo>
                  <a:pt x="52558" y="258918"/>
                </a:lnTo>
                <a:lnTo>
                  <a:pt x="53288" y="261536"/>
                </a:lnTo>
                <a:lnTo>
                  <a:pt x="54018" y="261209"/>
                </a:lnTo>
                <a:lnTo>
                  <a:pt x="58398" y="257874"/>
                </a:lnTo>
                <a:lnTo>
                  <a:pt x="59128" y="253052"/>
                </a:lnTo>
                <a:lnTo>
                  <a:pt x="60588" y="256001"/>
                </a:lnTo>
                <a:lnTo>
                  <a:pt x="62778" y="259035"/>
                </a:lnTo>
                <a:lnTo>
                  <a:pt x="63508" y="253930"/>
                </a:lnTo>
                <a:lnTo>
                  <a:pt x="64238" y="259685"/>
                </a:lnTo>
                <a:lnTo>
                  <a:pt x="65698" y="255565"/>
                </a:lnTo>
                <a:lnTo>
                  <a:pt x="66428" y="258738"/>
                </a:lnTo>
                <a:lnTo>
                  <a:pt x="67158" y="256199"/>
                </a:lnTo>
                <a:lnTo>
                  <a:pt x="67888" y="251489"/>
                </a:lnTo>
                <a:lnTo>
                  <a:pt x="69348" y="256449"/>
                </a:lnTo>
                <a:lnTo>
                  <a:pt x="70078" y="258891"/>
                </a:lnTo>
                <a:lnTo>
                  <a:pt x="71538" y="256282"/>
                </a:lnTo>
                <a:lnTo>
                  <a:pt x="81757" y="249923"/>
                </a:lnTo>
                <a:lnTo>
                  <a:pt x="82487" y="253045"/>
                </a:lnTo>
                <a:lnTo>
                  <a:pt x="83947" y="250910"/>
                </a:lnTo>
                <a:lnTo>
                  <a:pt x="86137" y="255350"/>
                </a:lnTo>
                <a:lnTo>
                  <a:pt x="87597" y="250595"/>
                </a:lnTo>
                <a:lnTo>
                  <a:pt x="89057" y="251881"/>
                </a:lnTo>
                <a:lnTo>
                  <a:pt x="91977" y="257402"/>
                </a:lnTo>
                <a:lnTo>
                  <a:pt x="95627" y="250686"/>
                </a:lnTo>
                <a:lnTo>
                  <a:pt x="103657" y="259898"/>
                </a:lnTo>
                <a:lnTo>
                  <a:pt x="105117" y="257611"/>
                </a:lnTo>
                <a:lnTo>
                  <a:pt x="108766" y="250735"/>
                </a:lnTo>
                <a:lnTo>
                  <a:pt x="109496" y="253320"/>
                </a:lnTo>
                <a:lnTo>
                  <a:pt x="112416" y="259310"/>
                </a:lnTo>
                <a:lnTo>
                  <a:pt x="113146" y="257376"/>
                </a:lnTo>
                <a:lnTo>
                  <a:pt x="114606" y="259539"/>
                </a:lnTo>
                <a:lnTo>
                  <a:pt x="115336" y="254548"/>
                </a:lnTo>
                <a:lnTo>
                  <a:pt x="117526" y="255981"/>
                </a:lnTo>
                <a:lnTo>
                  <a:pt x="118256" y="260903"/>
                </a:lnTo>
                <a:lnTo>
                  <a:pt x="119716" y="255228"/>
                </a:lnTo>
                <a:lnTo>
                  <a:pt x="120446" y="252561"/>
                </a:lnTo>
                <a:lnTo>
                  <a:pt x="121176" y="257394"/>
                </a:lnTo>
                <a:lnTo>
                  <a:pt x="121906" y="256140"/>
                </a:lnTo>
                <a:lnTo>
                  <a:pt x="124826" y="261388"/>
                </a:lnTo>
                <a:lnTo>
                  <a:pt x="126286" y="262947"/>
                </a:lnTo>
                <a:lnTo>
                  <a:pt x="127746" y="259339"/>
                </a:lnTo>
                <a:lnTo>
                  <a:pt x="129936" y="260629"/>
                </a:lnTo>
                <a:lnTo>
                  <a:pt x="130666" y="260155"/>
                </a:lnTo>
                <a:lnTo>
                  <a:pt x="133586" y="256066"/>
                </a:lnTo>
                <a:lnTo>
                  <a:pt x="135046" y="253323"/>
                </a:lnTo>
                <a:lnTo>
                  <a:pt x="136506" y="256133"/>
                </a:lnTo>
                <a:lnTo>
                  <a:pt x="142345" y="261332"/>
                </a:lnTo>
                <a:lnTo>
                  <a:pt x="143805" y="265363"/>
                </a:lnTo>
                <a:lnTo>
                  <a:pt x="144535" y="260159"/>
                </a:lnTo>
                <a:lnTo>
                  <a:pt x="145995" y="255882"/>
                </a:lnTo>
                <a:lnTo>
                  <a:pt x="147455" y="257746"/>
                </a:lnTo>
                <a:lnTo>
                  <a:pt x="160595" y="259321"/>
                </a:lnTo>
                <a:lnTo>
                  <a:pt x="161325" y="267511"/>
                </a:lnTo>
                <a:lnTo>
                  <a:pt x="162785" y="259739"/>
                </a:lnTo>
                <a:lnTo>
                  <a:pt x="163515" y="255857"/>
                </a:lnTo>
                <a:lnTo>
                  <a:pt x="164245" y="260224"/>
                </a:lnTo>
                <a:lnTo>
                  <a:pt x="165705" y="257887"/>
                </a:lnTo>
                <a:lnTo>
                  <a:pt x="169354" y="261150"/>
                </a:lnTo>
                <a:lnTo>
                  <a:pt x="173735" y="261769"/>
                </a:lnTo>
                <a:lnTo>
                  <a:pt x="174465" y="264012"/>
                </a:lnTo>
                <a:lnTo>
                  <a:pt x="175925" y="261536"/>
                </a:lnTo>
                <a:lnTo>
                  <a:pt x="177385" y="256512"/>
                </a:lnTo>
                <a:lnTo>
                  <a:pt x="179575" y="260034"/>
                </a:lnTo>
                <a:lnTo>
                  <a:pt x="182495" y="262510"/>
                </a:lnTo>
                <a:lnTo>
                  <a:pt x="183955" y="259258"/>
                </a:lnTo>
                <a:lnTo>
                  <a:pt x="185415" y="260162"/>
                </a:lnTo>
                <a:lnTo>
                  <a:pt x="187604" y="263736"/>
                </a:lnTo>
                <a:lnTo>
                  <a:pt x="188334" y="265606"/>
                </a:lnTo>
                <a:lnTo>
                  <a:pt x="191254" y="250374"/>
                </a:lnTo>
                <a:lnTo>
                  <a:pt x="191984" y="255204"/>
                </a:lnTo>
                <a:lnTo>
                  <a:pt x="193444" y="261737"/>
                </a:lnTo>
                <a:lnTo>
                  <a:pt x="195634" y="260045"/>
                </a:lnTo>
                <a:lnTo>
                  <a:pt x="203664" y="261939"/>
                </a:lnTo>
                <a:lnTo>
                  <a:pt x="205854" y="263871"/>
                </a:lnTo>
                <a:lnTo>
                  <a:pt x="206584" y="263200"/>
                </a:lnTo>
                <a:lnTo>
                  <a:pt x="208774" y="260235"/>
                </a:lnTo>
                <a:lnTo>
                  <a:pt x="209504" y="261485"/>
                </a:lnTo>
                <a:lnTo>
                  <a:pt x="212424" y="266199"/>
                </a:lnTo>
                <a:lnTo>
                  <a:pt x="214614" y="252905"/>
                </a:lnTo>
                <a:lnTo>
                  <a:pt x="216073" y="261949"/>
                </a:lnTo>
                <a:lnTo>
                  <a:pt x="218993" y="263162"/>
                </a:lnTo>
                <a:lnTo>
                  <a:pt x="219723" y="262184"/>
                </a:lnTo>
                <a:lnTo>
                  <a:pt x="221183" y="263721"/>
                </a:lnTo>
                <a:lnTo>
                  <a:pt x="226293" y="264901"/>
                </a:lnTo>
                <a:lnTo>
                  <a:pt x="230673" y="239178"/>
                </a:lnTo>
                <a:lnTo>
                  <a:pt x="231403" y="246830"/>
                </a:lnTo>
                <a:lnTo>
                  <a:pt x="232863" y="263323"/>
                </a:lnTo>
                <a:lnTo>
                  <a:pt x="234323" y="254669"/>
                </a:lnTo>
                <a:lnTo>
                  <a:pt x="235783" y="254265"/>
                </a:lnTo>
                <a:lnTo>
                  <a:pt x="236513" y="259257"/>
                </a:lnTo>
                <a:lnTo>
                  <a:pt x="237243" y="249381"/>
                </a:lnTo>
                <a:lnTo>
                  <a:pt x="239433" y="250926"/>
                </a:lnTo>
                <a:lnTo>
                  <a:pt x="240893" y="243363"/>
                </a:lnTo>
                <a:lnTo>
                  <a:pt x="242353" y="247803"/>
                </a:lnTo>
                <a:lnTo>
                  <a:pt x="243813" y="259266"/>
                </a:lnTo>
                <a:lnTo>
                  <a:pt x="244542" y="256307"/>
                </a:lnTo>
                <a:lnTo>
                  <a:pt x="246002" y="249556"/>
                </a:lnTo>
                <a:lnTo>
                  <a:pt x="246732" y="256663"/>
                </a:lnTo>
                <a:lnTo>
                  <a:pt x="248192" y="250930"/>
                </a:lnTo>
                <a:lnTo>
                  <a:pt x="248922" y="251420"/>
                </a:lnTo>
                <a:lnTo>
                  <a:pt x="251112" y="259374"/>
                </a:lnTo>
                <a:lnTo>
                  <a:pt x="251842" y="257695"/>
                </a:lnTo>
                <a:lnTo>
                  <a:pt x="252572" y="257231"/>
                </a:lnTo>
                <a:lnTo>
                  <a:pt x="253302" y="253205"/>
                </a:lnTo>
                <a:lnTo>
                  <a:pt x="254762" y="256181"/>
                </a:lnTo>
                <a:lnTo>
                  <a:pt x="255492" y="259298"/>
                </a:lnTo>
                <a:lnTo>
                  <a:pt x="256222" y="258584"/>
                </a:lnTo>
                <a:lnTo>
                  <a:pt x="257682" y="248439"/>
                </a:lnTo>
                <a:lnTo>
                  <a:pt x="259142" y="254751"/>
                </a:lnTo>
                <a:lnTo>
                  <a:pt x="259872" y="255080"/>
                </a:lnTo>
                <a:lnTo>
                  <a:pt x="260602" y="249667"/>
                </a:lnTo>
                <a:lnTo>
                  <a:pt x="262792" y="252709"/>
                </a:lnTo>
                <a:lnTo>
                  <a:pt x="264252" y="251379"/>
                </a:lnTo>
                <a:lnTo>
                  <a:pt x="265712" y="256538"/>
                </a:lnTo>
                <a:lnTo>
                  <a:pt x="267902" y="242700"/>
                </a:lnTo>
                <a:lnTo>
                  <a:pt x="268632" y="246484"/>
                </a:lnTo>
                <a:lnTo>
                  <a:pt x="273741" y="240122"/>
                </a:lnTo>
                <a:lnTo>
                  <a:pt x="274471" y="243495"/>
                </a:lnTo>
                <a:lnTo>
                  <a:pt x="276661" y="242561"/>
                </a:lnTo>
                <a:lnTo>
                  <a:pt x="281041" y="234808"/>
                </a:lnTo>
                <a:lnTo>
                  <a:pt x="281771" y="237047"/>
                </a:lnTo>
                <a:lnTo>
                  <a:pt x="282501" y="237023"/>
                </a:lnTo>
                <a:lnTo>
                  <a:pt x="285421" y="230366"/>
                </a:lnTo>
                <a:lnTo>
                  <a:pt x="286151" y="231291"/>
                </a:lnTo>
                <a:lnTo>
                  <a:pt x="288341" y="232044"/>
                </a:lnTo>
                <a:lnTo>
                  <a:pt x="294181" y="235884"/>
                </a:lnTo>
                <a:lnTo>
                  <a:pt x="294911" y="241000"/>
                </a:lnTo>
                <a:lnTo>
                  <a:pt x="296371" y="238199"/>
                </a:lnTo>
                <a:lnTo>
                  <a:pt x="297831" y="237023"/>
                </a:lnTo>
                <a:lnTo>
                  <a:pt x="298561" y="238955"/>
                </a:lnTo>
                <a:lnTo>
                  <a:pt x="302210" y="238089"/>
                </a:lnTo>
                <a:lnTo>
                  <a:pt x="304400" y="240272"/>
                </a:lnTo>
                <a:lnTo>
                  <a:pt x="305130" y="241111"/>
                </a:lnTo>
                <a:lnTo>
                  <a:pt x="306590" y="239460"/>
                </a:lnTo>
                <a:lnTo>
                  <a:pt x="312430" y="234265"/>
                </a:lnTo>
                <a:lnTo>
                  <a:pt x="313890" y="243900"/>
                </a:lnTo>
                <a:lnTo>
                  <a:pt x="315350" y="236693"/>
                </a:lnTo>
                <a:lnTo>
                  <a:pt x="319000" y="244552"/>
                </a:lnTo>
                <a:lnTo>
                  <a:pt x="317540" y="235347"/>
                </a:lnTo>
                <a:lnTo>
                  <a:pt x="320460" y="241071"/>
                </a:lnTo>
                <a:lnTo>
                  <a:pt x="322650" y="235100"/>
                </a:lnTo>
                <a:lnTo>
                  <a:pt x="324840" y="247635"/>
                </a:lnTo>
                <a:lnTo>
                  <a:pt x="326300" y="246845"/>
                </a:lnTo>
                <a:lnTo>
                  <a:pt x="328490" y="225411"/>
                </a:lnTo>
                <a:lnTo>
                  <a:pt x="329950" y="236479"/>
                </a:lnTo>
                <a:lnTo>
                  <a:pt x="330680" y="236936"/>
                </a:lnTo>
                <a:lnTo>
                  <a:pt x="331409" y="241236"/>
                </a:lnTo>
                <a:lnTo>
                  <a:pt x="332139" y="234926"/>
                </a:lnTo>
                <a:lnTo>
                  <a:pt x="333599" y="238735"/>
                </a:lnTo>
                <a:lnTo>
                  <a:pt x="334329" y="239449"/>
                </a:lnTo>
                <a:lnTo>
                  <a:pt x="335789" y="235364"/>
                </a:lnTo>
                <a:lnTo>
                  <a:pt x="336519" y="237123"/>
                </a:lnTo>
                <a:lnTo>
                  <a:pt x="337249" y="238230"/>
                </a:lnTo>
                <a:lnTo>
                  <a:pt x="338709" y="235697"/>
                </a:lnTo>
                <a:lnTo>
                  <a:pt x="339439" y="232624"/>
                </a:lnTo>
                <a:lnTo>
                  <a:pt x="340169" y="238474"/>
                </a:lnTo>
                <a:lnTo>
                  <a:pt x="341629" y="242406"/>
                </a:lnTo>
                <a:lnTo>
                  <a:pt x="342359" y="240284"/>
                </a:lnTo>
                <a:lnTo>
                  <a:pt x="345279" y="236982"/>
                </a:lnTo>
                <a:lnTo>
                  <a:pt x="346009" y="239590"/>
                </a:lnTo>
                <a:lnTo>
                  <a:pt x="346739" y="235274"/>
                </a:lnTo>
                <a:lnTo>
                  <a:pt x="347469" y="236170"/>
                </a:lnTo>
                <a:lnTo>
                  <a:pt x="354039" y="245334"/>
                </a:lnTo>
                <a:lnTo>
                  <a:pt x="354769" y="242312"/>
                </a:lnTo>
                <a:lnTo>
                  <a:pt x="355499" y="241243"/>
                </a:lnTo>
                <a:lnTo>
                  <a:pt x="356229" y="245967"/>
                </a:lnTo>
                <a:lnTo>
                  <a:pt x="357689" y="240995"/>
                </a:lnTo>
                <a:lnTo>
                  <a:pt x="358419" y="236456"/>
                </a:lnTo>
                <a:lnTo>
                  <a:pt x="359149" y="242489"/>
                </a:lnTo>
                <a:lnTo>
                  <a:pt x="359878" y="249531"/>
                </a:lnTo>
                <a:lnTo>
                  <a:pt x="361338" y="242968"/>
                </a:lnTo>
                <a:lnTo>
                  <a:pt x="362068" y="242086"/>
                </a:lnTo>
                <a:lnTo>
                  <a:pt x="362798" y="250602"/>
                </a:lnTo>
                <a:lnTo>
                  <a:pt x="364258" y="242374"/>
                </a:lnTo>
                <a:lnTo>
                  <a:pt x="364988" y="241208"/>
                </a:lnTo>
                <a:lnTo>
                  <a:pt x="365718" y="241915"/>
                </a:lnTo>
                <a:lnTo>
                  <a:pt x="367178" y="253708"/>
                </a:lnTo>
                <a:lnTo>
                  <a:pt x="367908" y="244792"/>
                </a:lnTo>
                <a:lnTo>
                  <a:pt x="369368" y="240318"/>
                </a:lnTo>
                <a:lnTo>
                  <a:pt x="370098" y="245509"/>
                </a:lnTo>
                <a:lnTo>
                  <a:pt x="370828" y="246336"/>
                </a:lnTo>
                <a:lnTo>
                  <a:pt x="371558" y="244977"/>
                </a:lnTo>
                <a:lnTo>
                  <a:pt x="375208" y="239883"/>
                </a:lnTo>
                <a:lnTo>
                  <a:pt x="378858" y="249829"/>
                </a:lnTo>
                <a:lnTo>
                  <a:pt x="379588" y="246697"/>
                </a:lnTo>
                <a:lnTo>
                  <a:pt x="382508" y="262522"/>
                </a:lnTo>
                <a:lnTo>
                  <a:pt x="384698" y="256516"/>
                </a:lnTo>
                <a:lnTo>
                  <a:pt x="385428" y="266093"/>
                </a:lnTo>
                <a:lnTo>
                  <a:pt x="386888" y="256158"/>
                </a:lnTo>
                <a:lnTo>
                  <a:pt x="392727" y="263281"/>
                </a:lnTo>
                <a:lnTo>
                  <a:pt x="394917" y="264262"/>
                </a:lnTo>
                <a:lnTo>
                  <a:pt x="397837" y="265520"/>
                </a:lnTo>
                <a:lnTo>
                  <a:pt x="398567" y="263364"/>
                </a:lnTo>
                <a:lnTo>
                  <a:pt x="399297" y="266163"/>
                </a:lnTo>
                <a:lnTo>
                  <a:pt x="400027" y="266151"/>
                </a:lnTo>
                <a:lnTo>
                  <a:pt x="400757" y="266543"/>
                </a:lnTo>
                <a:lnTo>
                  <a:pt x="401487" y="270694"/>
                </a:lnTo>
                <a:lnTo>
                  <a:pt x="402947" y="264757"/>
                </a:lnTo>
                <a:lnTo>
                  <a:pt x="403677" y="269672"/>
                </a:lnTo>
                <a:lnTo>
                  <a:pt x="404407" y="265971"/>
                </a:lnTo>
                <a:lnTo>
                  <a:pt x="405867" y="266862"/>
                </a:lnTo>
                <a:lnTo>
                  <a:pt x="407327" y="268751"/>
                </a:lnTo>
                <a:lnTo>
                  <a:pt x="408057" y="262547"/>
                </a:lnTo>
                <a:lnTo>
                  <a:pt x="409517" y="271512"/>
                </a:lnTo>
                <a:lnTo>
                  <a:pt x="411707" y="267381"/>
                </a:lnTo>
                <a:lnTo>
                  <a:pt x="413167" y="269005"/>
                </a:lnTo>
                <a:lnTo>
                  <a:pt x="418276" y="272939"/>
                </a:lnTo>
                <a:lnTo>
                  <a:pt x="419006" y="271966"/>
                </a:lnTo>
                <a:lnTo>
                  <a:pt x="419736" y="267450"/>
                </a:lnTo>
                <a:lnTo>
                  <a:pt x="420466" y="278931"/>
                </a:lnTo>
                <a:lnTo>
                  <a:pt x="421196" y="269923"/>
                </a:lnTo>
                <a:lnTo>
                  <a:pt x="422656" y="276536"/>
                </a:lnTo>
                <a:lnTo>
                  <a:pt x="423386" y="280235"/>
                </a:lnTo>
                <a:lnTo>
                  <a:pt x="425576" y="278708"/>
                </a:lnTo>
                <a:lnTo>
                  <a:pt x="427036" y="275954"/>
                </a:lnTo>
                <a:lnTo>
                  <a:pt x="428496" y="277913"/>
                </a:lnTo>
                <a:lnTo>
                  <a:pt x="429226" y="279689"/>
                </a:lnTo>
                <a:lnTo>
                  <a:pt x="429956" y="276108"/>
                </a:lnTo>
                <a:lnTo>
                  <a:pt x="430686" y="278427"/>
                </a:lnTo>
                <a:lnTo>
                  <a:pt x="431416" y="277233"/>
                </a:lnTo>
                <a:lnTo>
                  <a:pt x="432146" y="278317"/>
                </a:lnTo>
                <a:lnTo>
                  <a:pt x="435796" y="284245"/>
                </a:lnTo>
                <a:lnTo>
                  <a:pt x="436526" y="284172"/>
                </a:lnTo>
                <a:lnTo>
                  <a:pt x="437256" y="279765"/>
                </a:lnTo>
                <a:lnTo>
                  <a:pt x="438716" y="280755"/>
                </a:lnTo>
                <a:lnTo>
                  <a:pt x="439446" y="285669"/>
                </a:lnTo>
                <a:lnTo>
                  <a:pt x="440176" y="283957"/>
                </a:lnTo>
                <a:lnTo>
                  <a:pt x="440906" y="276337"/>
                </a:lnTo>
                <a:lnTo>
                  <a:pt x="442366" y="283746"/>
                </a:lnTo>
                <a:lnTo>
                  <a:pt x="443826" y="278235"/>
                </a:lnTo>
                <a:lnTo>
                  <a:pt x="446016" y="275202"/>
                </a:lnTo>
                <a:lnTo>
                  <a:pt x="446745" y="290634"/>
                </a:lnTo>
                <a:lnTo>
                  <a:pt x="449665" y="282564"/>
                </a:lnTo>
                <a:lnTo>
                  <a:pt x="451125" y="286083"/>
                </a:lnTo>
                <a:lnTo>
                  <a:pt x="451855" y="289714"/>
                </a:lnTo>
                <a:lnTo>
                  <a:pt x="453315" y="284300"/>
                </a:lnTo>
                <a:lnTo>
                  <a:pt x="454045" y="279946"/>
                </a:lnTo>
                <a:lnTo>
                  <a:pt x="457695" y="301773"/>
                </a:lnTo>
                <a:lnTo>
                  <a:pt x="458425" y="304429"/>
                </a:lnTo>
                <a:lnTo>
                  <a:pt x="459155" y="298722"/>
                </a:lnTo>
                <a:lnTo>
                  <a:pt x="459885" y="301729"/>
                </a:lnTo>
                <a:lnTo>
                  <a:pt x="462075" y="287334"/>
                </a:lnTo>
                <a:lnTo>
                  <a:pt x="464995" y="291641"/>
                </a:lnTo>
                <a:lnTo>
                  <a:pt x="469375" y="302118"/>
                </a:lnTo>
                <a:lnTo>
                  <a:pt x="470835" y="298508"/>
                </a:lnTo>
                <a:lnTo>
                  <a:pt x="471565" y="291935"/>
                </a:lnTo>
                <a:lnTo>
                  <a:pt x="473755" y="293468"/>
                </a:lnTo>
                <a:lnTo>
                  <a:pt x="474485" y="296633"/>
                </a:lnTo>
                <a:lnTo>
                  <a:pt x="475944" y="293168"/>
                </a:lnTo>
                <a:lnTo>
                  <a:pt x="476674" y="292569"/>
                </a:lnTo>
                <a:lnTo>
                  <a:pt x="478134" y="287583"/>
                </a:lnTo>
                <a:lnTo>
                  <a:pt x="478864" y="293522"/>
                </a:lnTo>
                <a:lnTo>
                  <a:pt x="480324" y="298341"/>
                </a:lnTo>
                <a:lnTo>
                  <a:pt x="481054" y="294302"/>
                </a:lnTo>
                <a:lnTo>
                  <a:pt x="483244" y="292377"/>
                </a:lnTo>
                <a:lnTo>
                  <a:pt x="486164" y="301604"/>
                </a:lnTo>
                <a:lnTo>
                  <a:pt x="486894" y="298543"/>
                </a:lnTo>
                <a:lnTo>
                  <a:pt x="489084" y="292900"/>
                </a:lnTo>
                <a:lnTo>
                  <a:pt x="489814" y="294705"/>
                </a:lnTo>
                <a:lnTo>
                  <a:pt x="490544" y="298021"/>
                </a:lnTo>
                <a:lnTo>
                  <a:pt x="491274" y="291960"/>
                </a:lnTo>
                <a:lnTo>
                  <a:pt x="492734" y="288432"/>
                </a:lnTo>
                <a:lnTo>
                  <a:pt x="497844" y="279885"/>
                </a:lnTo>
                <a:lnTo>
                  <a:pt x="500034" y="294359"/>
                </a:lnTo>
                <a:lnTo>
                  <a:pt x="501494" y="289423"/>
                </a:lnTo>
                <a:lnTo>
                  <a:pt x="502954" y="281943"/>
                </a:lnTo>
                <a:lnTo>
                  <a:pt x="503684" y="287537"/>
                </a:lnTo>
                <a:lnTo>
                  <a:pt x="504413" y="289155"/>
                </a:lnTo>
                <a:lnTo>
                  <a:pt x="505873" y="288222"/>
                </a:lnTo>
                <a:lnTo>
                  <a:pt x="507333" y="277550"/>
                </a:lnTo>
                <a:lnTo>
                  <a:pt x="508063" y="280450"/>
                </a:lnTo>
                <a:lnTo>
                  <a:pt x="509523" y="292263"/>
                </a:lnTo>
                <a:lnTo>
                  <a:pt x="510983" y="290978"/>
                </a:lnTo>
                <a:lnTo>
                  <a:pt x="512443" y="293391"/>
                </a:lnTo>
                <a:lnTo>
                  <a:pt x="514633" y="286540"/>
                </a:lnTo>
                <a:lnTo>
                  <a:pt x="515363" y="289856"/>
                </a:lnTo>
                <a:lnTo>
                  <a:pt x="516823" y="284974"/>
                </a:lnTo>
                <a:lnTo>
                  <a:pt x="517553" y="289119"/>
                </a:lnTo>
                <a:lnTo>
                  <a:pt x="518283" y="286051"/>
                </a:lnTo>
                <a:lnTo>
                  <a:pt x="519013" y="288855"/>
                </a:lnTo>
                <a:lnTo>
                  <a:pt x="519743" y="293914"/>
                </a:lnTo>
                <a:lnTo>
                  <a:pt x="520473" y="282729"/>
                </a:lnTo>
                <a:lnTo>
                  <a:pt x="522663" y="281448"/>
                </a:lnTo>
                <a:lnTo>
                  <a:pt x="524123" y="281992"/>
                </a:lnTo>
                <a:lnTo>
                  <a:pt x="525583" y="272944"/>
                </a:lnTo>
                <a:lnTo>
                  <a:pt x="527773" y="282136"/>
                </a:lnTo>
                <a:lnTo>
                  <a:pt x="529233" y="279332"/>
                </a:lnTo>
                <a:lnTo>
                  <a:pt x="530693" y="271660"/>
                </a:lnTo>
                <a:lnTo>
                  <a:pt x="532153" y="275870"/>
                </a:lnTo>
                <a:lnTo>
                  <a:pt x="533612" y="280056"/>
                </a:lnTo>
                <a:lnTo>
                  <a:pt x="534342" y="278511"/>
                </a:lnTo>
                <a:lnTo>
                  <a:pt x="536532" y="274000"/>
                </a:lnTo>
                <a:lnTo>
                  <a:pt x="538722" y="280441"/>
                </a:lnTo>
                <a:lnTo>
                  <a:pt x="539452" y="277755"/>
                </a:lnTo>
                <a:lnTo>
                  <a:pt x="540912" y="280170"/>
                </a:lnTo>
                <a:lnTo>
                  <a:pt x="543832" y="270166"/>
                </a:lnTo>
                <a:lnTo>
                  <a:pt x="544562" y="274914"/>
                </a:lnTo>
                <a:lnTo>
                  <a:pt x="545292" y="267975"/>
                </a:lnTo>
                <a:lnTo>
                  <a:pt x="546022" y="268482"/>
                </a:lnTo>
                <a:lnTo>
                  <a:pt x="548212" y="271467"/>
                </a:lnTo>
                <a:lnTo>
                  <a:pt x="549672" y="276970"/>
                </a:lnTo>
                <a:lnTo>
                  <a:pt x="550402" y="272906"/>
                </a:lnTo>
                <a:lnTo>
                  <a:pt x="553322" y="266193"/>
                </a:lnTo>
                <a:lnTo>
                  <a:pt x="554782" y="274100"/>
                </a:lnTo>
                <a:lnTo>
                  <a:pt x="555512" y="268455"/>
                </a:lnTo>
                <a:lnTo>
                  <a:pt x="556242" y="265209"/>
                </a:lnTo>
                <a:lnTo>
                  <a:pt x="556972" y="267990"/>
                </a:lnTo>
                <a:lnTo>
                  <a:pt x="559892" y="273316"/>
                </a:lnTo>
                <a:lnTo>
                  <a:pt x="564271" y="260289"/>
                </a:lnTo>
                <a:lnTo>
                  <a:pt x="565001" y="257365"/>
                </a:lnTo>
                <a:lnTo>
                  <a:pt x="567921" y="268961"/>
                </a:lnTo>
                <a:lnTo>
                  <a:pt x="570841" y="255688"/>
                </a:lnTo>
                <a:lnTo>
                  <a:pt x="571571" y="255559"/>
                </a:lnTo>
                <a:lnTo>
                  <a:pt x="573031" y="269545"/>
                </a:lnTo>
                <a:lnTo>
                  <a:pt x="575221" y="259830"/>
                </a:lnTo>
                <a:lnTo>
                  <a:pt x="578141" y="255030"/>
                </a:lnTo>
                <a:lnTo>
                  <a:pt x="580331" y="265291"/>
                </a:lnTo>
                <a:lnTo>
                  <a:pt x="583251" y="253844"/>
                </a:lnTo>
                <a:lnTo>
                  <a:pt x="584711" y="257402"/>
                </a:lnTo>
                <a:lnTo>
                  <a:pt x="585441" y="253022"/>
                </a:lnTo>
                <a:lnTo>
                  <a:pt x="586171" y="252592"/>
                </a:lnTo>
                <a:lnTo>
                  <a:pt x="587631" y="258409"/>
                </a:lnTo>
                <a:lnTo>
                  <a:pt x="588361" y="252973"/>
                </a:lnTo>
                <a:lnTo>
                  <a:pt x="589821" y="250141"/>
                </a:lnTo>
                <a:lnTo>
                  <a:pt x="590550" y="258281"/>
                </a:lnTo>
                <a:lnTo>
                  <a:pt x="592740" y="253287"/>
                </a:lnTo>
                <a:lnTo>
                  <a:pt x="597120" y="261933"/>
                </a:lnTo>
                <a:lnTo>
                  <a:pt x="600040" y="250559"/>
                </a:lnTo>
                <a:lnTo>
                  <a:pt x="600770" y="252000"/>
                </a:lnTo>
                <a:lnTo>
                  <a:pt x="604420" y="244386"/>
                </a:lnTo>
                <a:lnTo>
                  <a:pt x="605151" y="247303"/>
                </a:lnTo>
                <a:lnTo>
                  <a:pt x="605880" y="250652"/>
                </a:lnTo>
                <a:lnTo>
                  <a:pt x="607340" y="247487"/>
                </a:lnTo>
                <a:lnTo>
                  <a:pt x="608801" y="247436"/>
                </a:lnTo>
                <a:lnTo>
                  <a:pt x="610260" y="252571"/>
                </a:lnTo>
                <a:lnTo>
                  <a:pt x="612450" y="235781"/>
                </a:lnTo>
                <a:lnTo>
                  <a:pt x="613910" y="247710"/>
                </a:lnTo>
                <a:lnTo>
                  <a:pt x="614640" y="244163"/>
                </a:lnTo>
                <a:lnTo>
                  <a:pt x="618290" y="229640"/>
                </a:lnTo>
                <a:lnTo>
                  <a:pt x="619750" y="232061"/>
                </a:lnTo>
                <a:lnTo>
                  <a:pt x="621940" y="244445"/>
                </a:lnTo>
                <a:lnTo>
                  <a:pt x="622670" y="239665"/>
                </a:lnTo>
                <a:lnTo>
                  <a:pt x="626320" y="224526"/>
                </a:lnTo>
                <a:lnTo>
                  <a:pt x="628510" y="230281"/>
                </a:lnTo>
                <a:lnTo>
                  <a:pt x="632890" y="215622"/>
                </a:lnTo>
                <a:lnTo>
                  <a:pt x="638000" y="198329"/>
                </a:lnTo>
                <a:lnTo>
                  <a:pt x="638730" y="200113"/>
                </a:lnTo>
                <a:lnTo>
                  <a:pt x="639460" y="207798"/>
                </a:lnTo>
                <a:lnTo>
                  <a:pt x="640189" y="204002"/>
                </a:lnTo>
                <a:lnTo>
                  <a:pt x="643109" y="191503"/>
                </a:lnTo>
                <a:lnTo>
                  <a:pt x="643839" y="192218"/>
                </a:lnTo>
                <a:lnTo>
                  <a:pt x="644569" y="189245"/>
                </a:lnTo>
                <a:lnTo>
                  <a:pt x="646029" y="193261"/>
                </a:lnTo>
                <a:lnTo>
                  <a:pt x="646759" y="198063"/>
                </a:lnTo>
                <a:lnTo>
                  <a:pt x="648219" y="194261"/>
                </a:lnTo>
                <a:lnTo>
                  <a:pt x="649679" y="186102"/>
                </a:lnTo>
                <a:lnTo>
                  <a:pt x="651139" y="187330"/>
                </a:lnTo>
                <a:lnTo>
                  <a:pt x="656249" y="180964"/>
                </a:lnTo>
                <a:lnTo>
                  <a:pt x="656979" y="186474"/>
                </a:lnTo>
                <a:lnTo>
                  <a:pt x="658439" y="182703"/>
                </a:lnTo>
                <a:lnTo>
                  <a:pt x="662089" y="173185"/>
                </a:lnTo>
                <a:lnTo>
                  <a:pt x="662819" y="176221"/>
                </a:lnTo>
                <a:lnTo>
                  <a:pt x="664279" y="172666"/>
                </a:lnTo>
                <a:lnTo>
                  <a:pt x="665009" y="172122"/>
                </a:lnTo>
                <a:lnTo>
                  <a:pt x="665739" y="174345"/>
                </a:lnTo>
                <a:lnTo>
                  <a:pt x="667199" y="178301"/>
                </a:lnTo>
                <a:lnTo>
                  <a:pt x="667929" y="175341"/>
                </a:lnTo>
                <a:lnTo>
                  <a:pt x="670118" y="170263"/>
                </a:lnTo>
                <a:lnTo>
                  <a:pt x="671578" y="173187"/>
                </a:lnTo>
                <a:lnTo>
                  <a:pt x="673038" y="176037"/>
                </a:lnTo>
                <a:lnTo>
                  <a:pt x="673768" y="172702"/>
                </a:lnTo>
                <a:lnTo>
                  <a:pt x="674498" y="168579"/>
                </a:lnTo>
                <a:lnTo>
                  <a:pt x="675958" y="171671"/>
                </a:lnTo>
                <a:lnTo>
                  <a:pt x="677418" y="171837"/>
                </a:lnTo>
                <a:lnTo>
                  <a:pt x="678148" y="168887"/>
                </a:lnTo>
                <a:lnTo>
                  <a:pt x="679608" y="171038"/>
                </a:lnTo>
                <a:lnTo>
                  <a:pt x="680338" y="173774"/>
                </a:lnTo>
                <a:lnTo>
                  <a:pt x="681068" y="167254"/>
                </a:lnTo>
                <a:lnTo>
                  <a:pt x="682528" y="168876"/>
                </a:lnTo>
                <a:lnTo>
                  <a:pt x="683258" y="170442"/>
                </a:lnTo>
                <a:lnTo>
                  <a:pt x="683988" y="169635"/>
                </a:lnTo>
                <a:lnTo>
                  <a:pt x="684718" y="166290"/>
                </a:lnTo>
                <a:lnTo>
                  <a:pt x="686908" y="167814"/>
                </a:lnTo>
                <a:lnTo>
                  <a:pt x="694208" y="168063"/>
                </a:lnTo>
                <a:lnTo>
                  <a:pt x="706617" y="97502"/>
                </a:lnTo>
                <a:lnTo>
                  <a:pt x="707347" y="99263"/>
                </a:lnTo>
                <a:lnTo>
                  <a:pt x="710997" y="107487"/>
                </a:lnTo>
                <a:lnTo>
                  <a:pt x="711727" y="108421"/>
                </a:lnTo>
                <a:lnTo>
                  <a:pt x="713187" y="100495"/>
                </a:lnTo>
                <a:lnTo>
                  <a:pt x="713917" y="103236"/>
                </a:lnTo>
                <a:lnTo>
                  <a:pt x="716107" y="109428"/>
                </a:lnTo>
                <a:lnTo>
                  <a:pt x="716837" y="109126"/>
                </a:lnTo>
                <a:lnTo>
                  <a:pt x="719027" y="109018"/>
                </a:lnTo>
                <a:lnTo>
                  <a:pt x="724867" y="122395"/>
                </a:lnTo>
                <a:lnTo>
                  <a:pt x="728516" y="108663"/>
                </a:lnTo>
                <a:lnTo>
                  <a:pt x="729246" y="114416"/>
                </a:lnTo>
                <a:lnTo>
                  <a:pt x="729976" y="121455"/>
                </a:lnTo>
                <a:lnTo>
                  <a:pt x="731436" y="116059"/>
                </a:lnTo>
                <a:lnTo>
                  <a:pt x="732166" y="115593"/>
                </a:lnTo>
                <a:lnTo>
                  <a:pt x="732896" y="116963"/>
                </a:lnTo>
                <a:lnTo>
                  <a:pt x="736546" y="123181"/>
                </a:lnTo>
                <a:lnTo>
                  <a:pt x="737276" y="121382"/>
                </a:lnTo>
                <a:lnTo>
                  <a:pt x="738006" y="120353"/>
                </a:lnTo>
                <a:lnTo>
                  <a:pt x="738736" y="122556"/>
                </a:lnTo>
                <a:lnTo>
                  <a:pt x="742386" y="134590"/>
                </a:lnTo>
                <a:lnTo>
                  <a:pt x="743116" y="133737"/>
                </a:lnTo>
                <a:lnTo>
                  <a:pt x="746766" y="138408"/>
                </a:lnTo>
                <a:lnTo>
                  <a:pt x="747496" y="137178"/>
                </a:lnTo>
                <a:lnTo>
                  <a:pt x="748226" y="135360"/>
                </a:lnTo>
                <a:lnTo>
                  <a:pt x="748956" y="136542"/>
                </a:lnTo>
                <a:lnTo>
                  <a:pt x="750416" y="140214"/>
                </a:lnTo>
                <a:lnTo>
                  <a:pt x="751876" y="139017"/>
                </a:lnTo>
                <a:lnTo>
                  <a:pt x="752606" y="135649"/>
                </a:lnTo>
                <a:lnTo>
                  <a:pt x="753336" y="139886"/>
                </a:lnTo>
                <a:lnTo>
                  <a:pt x="760635" y="171118"/>
                </a:lnTo>
                <a:lnTo>
                  <a:pt x="762825" y="165254"/>
                </a:lnTo>
                <a:lnTo>
                  <a:pt x="763555" y="172924"/>
                </a:lnTo>
                <a:lnTo>
                  <a:pt x="765745" y="168688"/>
                </a:lnTo>
                <a:lnTo>
                  <a:pt x="769395" y="173302"/>
                </a:lnTo>
                <a:lnTo>
                  <a:pt x="770855" y="174588"/>
                </a:lnTo>
                <a:lnTo>
                  <a:pt x="772315" y="173342"/>
                </a:lnTo>
                <a:lnTo>
                  <a:pt x="773775" y="171739"/>
                </a:lnTo>
                <a:lnTo>
                  <a:pt x="775235" y="173442"/>
                </a:lnTo>
                <a:lnTo>
                  <a:pt x="777425" y="171827"/>
                </a:lnTo>
                <a:lnTo>
                  <a:pt x="778155" y="175231"/>
                </a:lnTo>
                <a:lnTo>
                  <a:pt x="780345" y="174009"/>
                </a:lnTo>
                <a:lnTo>
                  <a:pt x="781805" y="170744"/>
                </a:lnTo>
                <a:lnTo>
                  <a:pt x="783265" y="173253"/>
                </a:lnTo>
                <a:lnTo>
                  <a:pt x="783995" y="174650"/>
                </a:lnTo>
                <a:lnTo>
                  <a:pt x="784724" y="174037"/>
                </a:lnTo>
                <a:lnTo>
                  <a:pt x="785454" y="170740"/>
                </a:lnTo>
                <a:lnTo>
                  <a:pt x="786914" y="173951"/>
                </a:lnTo>
                <a:lnTo>
                  <a:pt x="787644" y="174285"/>
                </a:lnTo>
                <a:lnTo>
                  <a:pt x="788374" y="170706"/>
                </a:lnTo>
                <a:lnTo>
                  <a:pt x="790564" y="173077"/>
                </a:lnTo>
                <a:lnTo>
                  <a:pt x="792754" y="174406"/>
                </a:lnTo>
                <a:lnTo>
                  <a:pt x="795674" y="172667"/>
                </a:lnTo>
                <a:lnTo>
                  <a:pt x="798594" y="179427"/>
                </a:lnTo>
                <a:lnTo>
                  <a:pt x="799324" y="177097"/>
                </a:lnTo>
                <a:lnTo>
                  <a:pt x="800054" y="172211"/>
                </a:lnTo>
                <a:lnTo>
                  <a:pt x="801514" y="177710"/>
                </a:lnTo>
                <a:lnTo>
                  <a:pt x="803704" y="192009"/>
                </a:lnTo>
                <a:lnTo>
                  <a:pt x="804434" y="187783"/>
                </a:lnTo>
                <a:lnTo>
                  <a:pt x="805164" y="184525"/>
                </a:lnTo>
                <a:lnTo>
                  <a:pt x="805894" y="192552"/>
                </a:lnTo>
                <a:lnTo>
                  <a:pt x="807354" y="196179"/>
                </a:lnTo>
                <a:lnTo>
                  <a:pt x="808084" y="195176"/>
                </a:lnTo>
                <a:lnTo>
                  <a:pt x="808814" y="189535"/>
                </a:lnTo>
                <a:lnTo>
                  <a:pt x="809544" y="194882"/>
                </a:lnTo>
                <a:lnTo>
                  <a:pt x="812464" y="209143"/>
                </a:lnTo>
                <a:lnTo>
                  <a:pt x="813193" y="206191"/>
                </a:lnTo>
                <a:lnTo>
                  <a:pt x="813923" y="200664"/>
                </a:lnTo>
                <a:lnTo>
                  <a:pt x="815383" y="208096"/>
                </a:lnTo>
                <a:lnTo>
                  <a:pt x="817573" y="205152"/>
                </a:lnTo>
                <a:lnTo>
                  <a:pt x="818303" y="208749"/>
                </a:lnTo>
                <a:lnTo>
                  <a:pt x="819763" y="211146"/>
                </a:lnTo>
                <a:lnTo>
                  <a:pt x="821223" y="206598"/>
                </a:lnTo>
                <a:lnTo>
                  <a:pt x="821953" y="210871"/>
                </a:lnTo>
                <a:lnTo>
                  <a:pt x="822683" y="211599"/>
                </a:lnTo>
                <a:lnTo>
                  <a:pt x="823413" y="207589"/>
                </a:lnTo>
                <a:lnTo>
                  <a:pt x="824143" y="214847"/>
                </a:lnTo>
                <a:lnTo>
                  <a:pt x="827063" y="219328"/>
                </a:lnTo>
                <a:lnTo>
                  <a:pt x="827793" y="215163"/>
                </a:lnTo>
                <a:lnTo>
                  <a:pt x="829253" y="239066"/>
                </a:lnTo>
                <a:lnTo>
                  <a:pt x="831443" y="238582"/>
                </a:lnTo>
                <a:lnTo>
                  <a:pt x="832173" y="234976"/>
                </a:lnTo>
                <a:lnTo>
                  <a:pt x="832903" y="239910"/>
                </a:lnTo>
                <a:lnTo>
                  <a:pt x="834363" y="236344"/>
                </a:lnTo>
                <a:lnTo>
                  <a:pt x="835823" y="238621"/>
                </a:lnTo>
                <a:lnTo>
                  <a:pt x="837283" y="253698"/>
                </a:lnTo>
                <a:lnTo>
                  <a:pt x="840933" y="249561"/>
                </a:lnTo>
                <a:lnTo>
                  <a:pt x="841663" y="248285"/>
                </a:lnTo>
                <a:lnTo>
                  <a:pt x="844582" y="262820"/>
                </a:lnTo>
                <a:lnTo>
                  <a:pt x="845312" y="258204"/>
                </a:lnTo>
                <a:lnTo>
                  <a:pt x="850422" y="266887"/>
                </a:lnTo>
                <a:lnTo>
                  <a:pt x="851152" y="274725"/>
                </a:lnTo>
                <a:lnTo>
                  <a:pt x="853342" y="271896"/>
                </a:lnTo>
                <a:lnTo>
                  <a:pt x="854802" y="270504"/>
                </a:lnTo>
                <a:lnTo>
                  <a:pt x="861372" y="284915"/>
                </a:lnTo>
                <a:lnTo>
                  <a:pt x="862102" y="290232"/>
                </a:lnTo>
                <a:lnTo>
                  <a:pt x="863562" y="285341"/>
                </a:lnTo>
                <a:lnTo>
                  <a:pt x="865752" y="283399"/>
                </a:lnTo>
                <a:lnTo>
                  <a:pt x="875241" y="307971"/>
                </a:lnTo>
                <a:lnTo>
                  <a:pt x="875971" y="303782"/>
                </a:lnTo>
                <a:lnTo>
                  <a:pt x="876701" y="308770"/>
                </a:lnTo>
                <a:lnTo>
                  <a:pt x="879621" y="320367"/>
                </a:lnTo>
                <a:lnTo>
                  <a:pt x="880351" y="317648"/>
                </a:lnTo>
                <a:lnTo>
                  <a:pt x="881081" y="317952"/>
                </a:lnTo>
                <a:lnTo>
                  <a:pt x="882541" y="313793"/>
                </a:lnTo>
                <a:lnTo>
                  <a:pt x="883271" y="324070"/>
                </a:lnTo>
                <a:lnTo>
                  <a:pt x="884731" y="319136"/>
                </a:lnTo>
                <a:lnTo>
                  <a:pt x="885461" y="326585"/>
                </a:lnTo>
                <a:lnTo>
                  <a:pt x="886921" y="323429"/>
                </a:lnTo>
                <a:lnTo>
                  <a:pt x="887651" y="327172"/>
                </a:lnTo>
                <a:lnTo>
                  <a:pt x="888381" y="329006"/>
                </a:lnTo>
                <a:lnTo>
                  <a:pt x="891301" y="314015"/>
                </a:lnTo>
                <a:lnTo>
                  <a:pt x="897141" y="326554"/>
                </a:lnTo>
                <a:lnTo>
                  <a:pt x="898601" y="324545"/>
                </a:lnTo>
                <a:lnTo>
                  <a:pt x="900060" y="330578"/>
                </a:lnTo>
                <a:lnTo>
                  <a:pt x="900790" y="326283"/>
                </a:lnTo>
                <a:lnTo>
                  <a:pt x="902250" y="321121"/>
                </a:lnTo>
                <a:lnTo>
                  <a:pt x="902980" y="327081"/>
                </a:lnTo>
                <a:lnTo>
                  <a:pt x="903710" y="328055"/>
                </a:lnTo>
                <a:lnTo>
                  <a:pt x="904440" y="325743"/>
                </a:lnTo>
                <a:lnTo>
                  <a:pt x="905170" y="326693"/>
                </a:lnTo>
                <a:lnTo>
                  <a:pt x="905900" y="323330"/>
                </a:lnTo>
                <a:lnTo>
                  <a:pt x="907360" y="326217"/>
                </a:lnTo>
                <a:lnTo>
                  <a:pt x="908090" y="326251"/>
                </a:lnTo>
                <a:lnTo>
                  <a:pt x="908820" y="329808"/>
                </a:lnTo>
                <a:lnTo>
                  <a:pt x="910280" y="327819"/>
                </a:lnTo>
                <a:lnTo>
                  <a:pt x="913930" y="320921"/>
                </a:lnTo>
                <a:lnTo>
                  <a:pt x="915390" y="320706"/>
                </a:lnTo>
                <a:lnTo>
                  <a:pt x="921230" y="306811"/>
                </a:lnTo>
                <a:lnTo>
                  <a:pt x="921960" y="309350"/>
                </a:lnTo>
                <a:lnTo>
                  <a:pt x="922690" y="307621"/>
                </a:lnTo>
                <a:lnTo>
                  <a:pt x="932909" y="275626"/>
                </a:lnTo>
                <a:lnTo>
                  <a:pt x="937289" y="267763"/>
                </a:lnTo>
                <a:lnTo>
                  <a:pt x="941669" y="253229"/>
                </a:lnTo>
                <a:lnTo>
                  <a:pt x="951889" y="219034"/>
                </a:lnTo>
                <a:lnTo>
                  <a:pt x="967218" y="142502"/>
                </a:lnTo>
                <a:lnTo>
                  <a:pt x="970138" y="145342"/>
                </a:lnTo>
                <a:lnTo>
                  <a:pt x="973788" y="141668"/>
                </a:lnTo>
                <a:lnTo>
                  <a:pt x="978168" y="144200"/>
                </a:lnTo>
                <a:lnTo>
                  <a:pt x="981818" y="142319"/>
                </a:lnTo>
                <a:lnTo>
                  <a:pt x="984738" y="142038"/>
                </a:lnTo>
                <a:lnTo>
                  <a:pt x="1001527" y="123255"/>
                </a:lnTo>
                <a:lnTo>
                  <a:pt x="1005177" y="116381"/>
                </a:lnTo>
                <a:lnTo>
                  <a:pt x="1008827" y="106652"/>
                </a:lnTo>
                <a:lnTo>
                  <a:pt x="1009557" y="111719"/>
                </a:lnTo>
                <a:lnTo>
                  <a:pt x="1011017" y="109394"/>
                </a:lnTo>
                <a:lnTo>
                  <a:pt x="1015396" y="89819"/>
                </a:lnTo>
                <a:lnTo>
                  <a:pt x="1016126" y="93238"/>
                </a:lnTo>
                <a:lnTo>
                  <a:pt x="1018316" y="87856"/>
                </a:lnTo>
                <a:lnTo>
                  <a:pt x="1024156" y="71689"/>
                </a:lnTo>
                <a:lnTo>
                  <a:pt x="1029266" y="64622"/>
                </a:lnTo>
                <a:lnTo>
                  <a:pt x="1032186" y="68528"/>
                </a:lnTo>
                <a:lnTo>
                  <a:pt x="1033646" y="65920"/>
                </a:lnTo>
                <a:lnTo>
                  <a:pt x="1034376" y="67822"/>
                </a:lnTo>
                <a:lnTo>
                  <a:pt x="1036566" y="70630"/>
                </a:lnTo>
                <a:lnTo>
                  <a:pt x="1038026" y="69874"/>
                </a:lnTo>
                <a:lnTo>
                  <a:pt x="1047516" y="69691"/>
                </a:lnTo>
                <a:lnTo>
                  <a:pt x="1050436" y="68914"/>
                </a:lnTo>
                <a:lnTo>
                  <a:pt x="1054816" y="75771"/>
                </a:lnTo>
                <a:lnTo>
                  <a:pt x="1056276" y="71057"/>
                </a:lnTo>
                <a:lnTo>
                  <a:pt x="1057006" y="70791"/>
                </a:lnTo>
                <a:lnTo>
                  <a:pt x="1058466" y="75242"/>
                </a:lnTo>
                <a:lnTo>
                  <a:pt x="1059926" y="73378"/>
                </a:lnTo>
                <a:lnTo>
                  <a:pt x="1063576" y="78491"/>
                </a:lnTo>
                <a:lnTo>
                  <a:pt x="1065035" y="79393"/>
                </a:lnTo>
                <a:lnTo>
                  <a:pt x="1066495" y="78197"/>
                </a:lnTo>
                <a:lnTo>
                  <a:pt x="1069415" y="74597"/>
                </a:lnTo>
                <a:lnTo>
                  <a:pt x="1070145" y="70277"/>
                </a:lnTo>
                <a:lnTo>
                  <a:pt x="1071605" y="76528"/>
                </a:lnTo>
                <a:lnTo>
                  <a:pt x="1073795" y="74555"/>
                </a:lnTo>
                <a:lnTo>
                  <a:pt x="1075255" y="70291"/>
                </a:lnTo>
                <a:lnTo>
                  <a:pt x="1075985" y="73953"/>
                </a:lnTo>
                <a:lnTo>
                  <a:pt x="1078905" y="74946"/>
                </a:lnTo>
                <a:lnTo>
                  <a:pt x="1086935" y="71151"/>
                </a:lnTo>
                <a:lnTo>
                  <a:pt x="1094234" y="66687"/>
                </a:lnTo>
                <a:lnTo>
                  <a:pt x="1094964" y="61957"/>
                </a:lnTo>
                <a:lnTo>
                  <a:pt x="1096424" y="63805"/>
                </a:lnTo>
                <a:lnTo>
                  <a:pt x="1097154" y="69206"/>
                </a:lnTo>
                <a:lnTo>
                  <a:pt x="1098614" y="62017"/>
                </a:lnTo>
                <a:lnTo>
                  <a:pt x="1102264" y="70406"/>
                </a:lnTo>
                <a:lnTo>
                  <a:pt x="1102994" y="69366"/>
                </a:lnTo>
                <a:lnTo>
                  <a:pt x="1105184" y="57338"/>
                </a:lnTo>
                <a:lnTo>
                  <a:pt x="1105914" y="64679"/>
                </a:lnTo>
                <a:lnTo>
                  <a:pt x="1108104" y="70394"/>
                </a:lnTo>
                <a:lnTo>
                  <a:pt x="1110294" y="59049"/>
                </a:lnTo>
                <a:lnTo>
                  <a:pt x="1111024" y="62230"/>
                </a:lnTo>
                <a:lnTo>
                  <a:pt x="1113944" y="72765"/>
                </a:lnTo>
                <a:lnTo>
                  <a:pt x="1114674" y="70021"/>
                </a:lnTo>
                <a:lnTo>
                  <a:pt x="1116134" y="63971"/>
                </a:lnTo>
                <a:lnTo>
                  <a:pt x="1117594" y="64342"/>
                </a:lnTo>
                <a:lnTo>
                  <a:pt x="1119784" y="81047"/>
                </a:lnTo>
                <a:lnTo>
                  <a:pt x="1120514" y="73761"/>
                </a:lnTo>
                <a:lnTo>
                  <a:pt x="1122703" y="72020"/>
                </a:lnTo>
                <a:lnTo>
                  <a:pt x="1127083" y="79690"/>
                </a:lnTo>
                <a:lnTo>
                  <a:pt x="1127813" y="76149"/>
                </a:lnTo>
                <a:lnTo>
                  <a:pt x="1129273" y="79479"/>
                </a:lnTo>
                <a:lnTo>
                  <a:pt x="1130003" y="81859"/>
                </a:lnTo>
                <a:lnTo>
                  <a:pt x="1130733" y="81405"/>
                </a:lnTo>
                <a:lnTo>
                  <a:pt x="1131463" y="77306"/>
                </a:lnTo>
                <a:lnTo>
                  <a:pt x="1132193" y="85464"/>
                </a:lnTo>
                <a:lnTo>
                  <a:pt x="1132923" y="87929"/>
                </a:lnTo>
                <a:lnTo>
                  <a:pt x="1133653" y="82232"/>
                </a:lnTo>
                <a:lnTo>
                  <a:pt x="1134383" y="76127"/>
                </a:lnTo>
                <a:lnTo>
                  <a:pt x="1135843" y="83863"/>
                </a:lnTo>
                <a:lnTo>
                  <a:pt x="1136573" y="77485"/>
                </a:lnTo>
                <a:lnTo>
                  <a:pt x="1138763" y="87387"/>
                </a:lnTo>
                <a:lnTo>
                  <a:pt x="1139493" y="81572"/>
                </a:lnTo>
                <a:lnTo>
                  <a:pt x="1142413" y="75664"/>
                </a:lnTo>
                <a:lnTo>
                  <a:pt x="1146063" y="78757"/>
                </a:lnTo>
                <a:lnTo>
                  <a:pt x="1146793" y="84346"/>
                </a:lnTo>
                <a:lnTo>
                  <a:pt x="1147523" y="72696"/>
                </a:lnTo>
                <a:lnTo>
                  <a:pt x="1148983" y="83194"/>
                </a:lnTo>
                <a:lnTo>
                  <a:pt x="1150443" y="85055"/>
                </a:lnTo>
                <a:lnTo>
                  <a:pt x="1153362" y="69976"/>
                </a:lnTo>
                <a:lnTo>
                  <a:pt x="1154822" y="81013"/>
                </a:lnTo>
                <a:lnTo>
                  <a:pt x="1156282" y="74950"/>
                </a:lnTo>
                <a:lnTo>
                  <a:pt x="1157012" y="71435"/>
                </a:lnTo>
                <a:lnTo>
                  <a:pt x="1157742" y="75005"/>
                </a:lnTo>
                <a:lnTo>
                  <a:pt x="1158472" y="79969"/>
                </a:lnTo>
                <a:lnTo>
                  <a:pt x="1159932" y="75840"/>
                </a:lnTo>
                <a:lnTo>
                  <a:pt x="1160662" y="75919"/>
                </a:lnTo>
                <a:lnTo>
                  <a:pt x="1161392" y="68041"/>
                </a:lnTo>
                <a:lnTo>
                  <a:pt x="1163582" y="69375"/>
                </a:lnTo>
                <a:lnTo>
                  <a:pt x="1164312" y="67463"/>
                </a:lnTo>
                <a:lnTo>
                  <a:pt x="1165042" y="77989"/>
                </a:lnTo>
                <a:lnTo>
                  <a:pt x="1166502" y="71228"/>
                </a:lnTo>
                <a:lnTo>
                  <a:pt x="1170882" y="64033"/>
                </a:lnTo>
                <a:lnTo>
                  <a:pt x="1171612" y="75311"/>
                </a:lnTo>
                <a:lnTo>
                  <a:pt x="1173072" y="65698"/>
                </a:lnTo>
                <a:lnTo>
                  <a:pt x="1174532" y="67082"/>
                </a:lnTo>
                <a:lnTo>
                  <a:pt x="1175262" y="72817"/>
                </a:lnTo>
                <a:lnTo>
                  <a:pt x="1175992" y="65316"/>
                </a:lnTo>
                <a:lnTo>
                  <a:pt x="1177452" y="69134"/>
                </a:lnTo>
                <a:lnTo>
                  <a:pt x="1178912" y="62274"/>
                </a:lnTo>
                <a:lnTo>
                  <a:pt x="1180371" y="65604"/>
                </a:lnTo>
                <a:lnTo>
                  <a:pt x="1181101" y="60983"/>
                </a:lnTo>
                <a:lnTo>
                  <a:pt x="1183291" y="63583"/>
                </a:lnTo>
                <a:lnTo>
                  <a:pt x="1184751" y="55365"/>
                </a:lnTo>
                <a:lnTo>
                  <a:pt x="1186211" y="61394"/>
                </a:lnTo>
                <a:lnTo>
                  <a:pt x="1186941" y="63436"/>
                </a:lnTo>
                <a:lnTo>
                  <a:pt x="1187671" y="61171"/>
                </a:lnTo>
                <a:lnTo>
                  <a:pt x="1189131" y="51188"/>
                </a:lnTo>
                <a:lnTo>
                  <a:pt x="1190591" y="55947"/>
                </a:lnTo>
                <a:lnTo>
                  <a:pt x="1192051" y="61474"/>
                </a:lnTo>
                <a:lnTo>
                  <a:pt x="1193511" y="57332"/>
                </a:lnTo>
                <a:lnTo>
                  <a:pt x="1194241" y="58010"/>
                </a:lnTo>
                <a:lnTo>
                  <a:pt x="1194971" y="56663"/>
                </a:lnTo>
                <a:lnTo>
                  <a:pt x="1197891" y="49283"/>
                </a:lnTo>
                <a:lnTo>
                  <a:pt x="1198621" y="53595"/>
                </a:lnTo>
                <a:lnTo>
                  <a:pt x="1199351" y="55678"/>
                </a:lnTo>
                <a:lnTo>
                  <a:pt x="1200811" y="41493"/>
                </a:lnTo>
                <a:lnTo>
                  <a:pt x="1201541" y="52358"/>
                </a:lnTo>
                <a:lnTo>
                  <a:pt x="1203001" y="56528"/>
                </a:lnTo>
                <a:lnTo>
                  <a:pt x="1203731" y="53065"/>
                </a:lnTo>
                <a:lnTo>
                  <a:pt x="1206651" y="45950"/>
                </a:lnTo>
                <a:lnTo>
                  <a:pt x="1208111" y="48425"/>
                </a:lnTo>
                <a:lnTo>
                  <a:pt x="1213220" y="47126"/>
                </a:lnTo>
                <a:lnTo>
                  <a:pt x="1213950" y="42344"/>
                </a:lnTo>
                <a:lnTo>
                  <a:pt x="1215410" y="45089"/>
                </a:lnTo>
                <a:lnTo>
                  <a:pt x="1216870" y="47497"/>
                </a:lnTo>
                <a:lnTo>
                  <a:pt x="1217600" y="41630"/>
                </a:lnTo>
                <a:lnTo>
                  <a:pt x="1219790" y="42554"/>
                </a:lnTo>
                <a:lnTo>
                  <a:pt x="1220520" y="46603"/>
                </a:lnTo>
                <a:lnTo>
                  <a:pt x="1221250" y="34047"/>
                </a:lnTo>
                <a:lnTo>
                  <a:pt x="1222710" y="44004"/>
                </a:lnTo>
                <a:lnTo>
                  <a:pt x="1224900" y="36435"/>
                </a:lnTo>
                <a:lnTo>
                  <a:pt x="1225630" y="33182"/>
                </a:lnTo>
                <a:lnTo>
                  <a:pt x="1226360" y="36737"/>
                </a:lnTo>
                <a:lnTo>
                  <a:pt x="1227090" y="39278"/>
                </a:lnTo>
                <a:lnTo>
                  <a:pt x="1227820" y="35268"/>
                </a:lnTo>
                <a:lnTo>
                  <a:pt x="1231470" y="32194"/>
                </a:lnTo>
                <a:lnTo>
                  <a:pt x="1232930" y="34387"/>
                </a:lnTo>
                <a:lnTo>
                  <a:pt x="1234390" y="32918"/>
                </a:lnTo>
                <a:lnTo>
                  <a:pt x="1235850" y="31810"/>
                </a:lnTo>
                <a:lnTo>
                  <a:pt x="1236580" y="34227"/>
                </a:lnTo>
                <a:lnTo>
                  <a:pt x="1237310" y="39689"/>
                </a:lnTo>
                <a:lnTo>
                  <a:pt x="1238039" y="28380"/>
                </a:lnTo>
                <a:lnTo>
                  <a:pt x="1238769" y="33389"/>
                </a:lnTo>
                <a:lnTo>
                  <a:pt x="1242419" y="22531"/>
                </a:lnTo>
                <a:lnTo>
                  <a:pt x="1243149" y="25035"/>
                </a:lnTo>
                <a:lnTo>
                  <a:pt x="1243879" y="28901"/>
                </a:lnTo>
                <a:lnTo>
                  <a:pt x="1245339" y="24474"/>
                </a:lnTo>
                <a:lnTo>
                  <a:pt x="1246069" y="22567"/>
                </a:lnTo>
                <a:lnTo>
                  <a:pt x="1246799" y="30162"/>
                </a:lnTo>
                <a:lnTo>
                  <a:pt x="1248259" y="23755"/>
                </a:lnTo>
                <a:lnTo>
                  <a:pt x="1252639" y="22713"/>
                </a:lnTo>
                <a:lnTo>
                  <a:pt x="1253369" y="20586"/>
                </a:lnTo>
                <a:lnTo>
                  <a:pt x="1254099" y="21934"/>
                </a:lnTo>
                <a:lnTo>
                  <a:pt x="1254829" y="27012"/>
                </a:lnTo>
                <a:lnTo>
                  <a:pt x="1256289" y="19183"/>
                </a:lnTo>
                <a:lnTo>
                  <a:pt x="1257749" y="22939"/>
                </a:lnTo>
                <a:lnTo>
                  <a:pt x="1259209" y="20204"/>
                </a:lnTo>
                <a:lnTo>
                  <a:pt x="1260669" y="21749"/>
                </a:lnTo>
                <a:lnTo>
                  <a:pt x="1262859" y="17993"/>
                </a:lnTo>
                <a:lnTo>
                  <a:pt x="1264319" y="20045"/>
                </a:lnTo>
                <a:lnTo>
                  <a:pt x="1265779" y="17691"/>
                </a:lnTo>
                <a:lnTo>
                  <a:pt x="1267238" y="13312"/>
                </a:lnTo>
                <a:lnTo>
                  <a:pt x="1267968" y="16966"/>
                </a:lnTo>
                <a:lnTo>
                  <a:pt x="1269428" y="17945"/>
                </a:lnTo>
                <a:lnTo>
                  <a:pt x="1270158" y="12016"/>
                </a:lnTo>
                <a:lnTo>
                  <a:pt x="1271618" y="16250"/>
                </a:lnTo>
                <a:lnTo>
                  <a:pt x="1273808" y="17149"/>
                </a:lnTo>
                <a:lnTo>
                  <a:pt x="1273078" y="14899"/>
                </a:lnTo>
                <a:lnTo>
                  <a:pt x="1274538" y="16260"/>
                </a:lnTo>
                <a:lnTo>
                  <a:pt x="1275998" y="10021"/>
                </a:lnTo>
                <a:lnTo>
                  <a:pt x="1276728" y="10766"/>
                </a:lnTo>
                <a:lnTo>
                  <a:pt x="1278918" y="17439"/>
                </a:lnTo>
                <a:lnTo>
                  <a:pt x="1279648" y="14437"/>
                </a:lnTo>
                <a:lnTo>
                  <a:pt x="1282568" y="10095"/>
                </a:lnTo>
                <a:lnTo>
                  <a:pt x="1284028" y="16961"/>
                </a:lnTo>
                <a:lnTo>
                  <a:pt x="1284758" y="11259"/>
                </a:lnTo>
                <a:lnTo>
                  <a:pt x="1286948" y="5938"/>
                </a:lnTo>
                <a:lnTo>
                  <a:pt x="1288408" y="9692"/>
                </a:lnTo>
                <a:lnTo>
                  <a:pt x="1289138" y="10825"/>
                </a:lnTo>
                <a:lnTo>
                  <a:pt x="1289868" y="9909"/>
                </a:lnTo>
                <a:lnTo>
                  <a:pt x="1290598" y="4131"/>
                </a:lnTo>
                <a:lnTo>
                  <a:pt x="1292788" y="5925"/>
                </a:lnTo>
                <a:lnTo>
                  <a:pt x="1294248" y="7197"/>
                </a:lnTo>
                <a:lnTo>
                  <a:pt x="1296437" y="14602"/>
                </a:lnTo>
                <a:lnTo>
                  <a:pt x="1297167" y="8381"/>
                </a:lnTo>
                <a:lnTo>
                  <a:pt x="1300087" y="6885"/>
                </a:lnTo>
                <a:lnTo>
                  <a:pt x="1303737" y="11520"/>
                </a:lnTo>
                <a:lnTo>
                  <a:pt x="1306657" y="439"/>
                </a:lnTo>
                <a:lnTo>
                  <a:pt x="1308847" y="9463"/>
                </a:lnTo>
                <a:lnTo>
                  <a:pt x="1309577" y="9005"/>
                </a:lnTo>
                <a:lnTo>
                  <a:pt x="1310307" y="11604"/>
                </a:lnTo>
                <a:lnTo>
                  <a:pt x="1311037" y="6727"/>
                </a:lnTo>
                <a:lnTo>
                  <a:pt x="1312497" y="5151"/>
                </a:lnTo>
                <a:lnTo>
                  <a:pt x="1313227" y="7396"/>
                </a:lnTo>
                <a:lnTo>
                  <a:pt x="1314687" y="12032"/>
                </a:lnTo>
                <a:lnTo>
                  <a:pt x="1315417" y="9949"/>
                </a:lnTo>
                <a:lnTo>
                  <a:pt x="1318337" y="3019"/>
                </a:lnTo>
                <a:lnTo>
                  <a:pt x="1320527" y="1555"/>
                </a:lnTo>
                <a:lnTo>
                  <a:pt x="1321257" y="13304"/>
                </a:lnTo>
                <a:lnTo>
                  <a:pt x="1321987" y="2644"/>
                </a:lnTo>
                <a:lnTo>
                  <a:pt x="1324176" y="7840"/>
                </a:lnTo>
                <a:lnTo>
                  <a:pt x="1324906" y="4826"/>
                </a:lnTo>
                <a:lnTo>
                  <a:pt x="1326366" y="9043"/>
                </a:lnTo>
                <a:lnTo>
                  <a:pt x="1327096" y="14498"/>
                </a:lnTo>
                <a:lnTo>
                  <a:pt x="1328556" y="7296"/>
                </a:lnTo>
                <a:lnTo>
                  <a:pt x="1330016" y="2681"/>
                </a:lnTo>
                <a:lnTo>
                  <a:pt x="1330746" y="4884"/>
                </a:lnTo>
                <a:lnTo>
                  <a:pt x="1331476" y="9873"/>
                </a:lnTo>
                <a:lnTo>
                  <a:pt x="1333666" y="7553"/>
                </a:lnTo>
                <a:lnTo>
                  <a:pt x="1334396" y="7770"/>
                </a:lnTo>
                <a:lnTo>
                  <a:pt x="1335856" y="1817"/>
                </a:lnTo>
                <a:lnTo>
                  <a:pt x="1336586" y="9775"/>
                </a:lnTo>
                <a:lnTo>
                  <a:pt x="1337316" y="11568"/>
                </a:lnTo>
                <a:lnTo>
                  <a:pt x="1340236" y="0"/>
                </a:lnTo>
                <a:lnTo>
                  <a:pt x="1343156" y="15641"/>
                </a:lnTo>
                <a:lnTo>
                  <a:pt x="1344616" y="6596"/>
                </a:lnTo>
                <a:lnTo>
                  <a:pt x="1345346" y="5015"/>
                </a:lnTo>
                <a:lnTo>
                  <a:pt x="1346806" y="11756"/>
                </a:lnTo>
                <a:lnTo>
                  <a:pt x="1348266" y="9477"/>
                </a:lnTo>
                <a:lnTo>
                  <a:pt x="1350456" y="7772"/>
                </a:lnTo>
                <a:lnTo>
                  <a:pt x="1354835" y="15303"/>
                </a:lnTo>
                <a:lnTo>
                  <a:pt x="1355565" y="9707"/>
                </a:lnTo>
                <a:lnTo>
                  <a:pt x="1357025" y="17522"/>
                </a:lnTo>
                <a:lnTo>
                  <a:pt x="1357755" y="13881"/>
                </a:lnTo>
                <a:lnTo>
                  <a:pt x="1358485" y="18767"/>
                </a:lnTo>
                <a:lnTo>
                  <a:pt x="1359215" y="23060"/>
                </a:lnTo>
                <a:lnTo>
                  <a:pt x="1359945" y="14952"/>
                </a:lnTo>
                <a:lnTo>
                  <a:pt x="1361405" y="7611"/>
                </a:lnTo>
                <a:lnTo>
                  <a:pt x="1362865" y="9696"/>
                </a:lnTo>
                <a:lnTo>
                  <a:pt x="1363595" y="20920"/>
                </a:lnTo>
                <a:lnTo>
                  <a:pt x="1365785" y="16273"/>
                </a:lnTo>
                <a:lnTo>
                  <a:pt x="1367245" y="14339"/>
                </a:lnTo>
                <a:lnTo>
                  <a:pt x="1370165" y="22746"/>
                </a:lnTo>
                <a:lnTo>
                  <a:pt x="1373085" y="13930"/>
                </a:lnTo>
                <a:lnTo>
                  <a:pt x="1376005" y="28322"/>
                </a:lnTo>
                <a:lnTo>
                  <a:pt x="1378195" y="24390"/>
                </a:lnTo>
                <a:lnTo>
                  <a:pt x="1378925" y="21138"/>
                </a:lnTo>
                <a:lnTo>
                  <a:pt x="1380385" y="21528"/>
                </a:lnTo>
                <a:lnTo>
                  <a:pt x="1381844" y="30067"/>
                </a:lnTo>
                <a:lnTo>
                  <a:pt x="1382574" y="28452"/>
                </a:lnTo>
                <a:lnTo>
                  <a:pt x="1384764" y="17292"/>
                </a:lnTo>
                <a:lnTo>
                  <a:pt x="1385494" y="21313"/>
                </a:lnTo>
                <a:lnTo>
                  <a:pt x="1386954" y="32900"/>
                </a:lnTo>
                <a:lnTo>
                  <a:pt x="1388414" y="25134"/>
                </a:lnTo>
                <a:lnTo>
                  <a:pt x="1391334" y="18596"/>
                </a:lnTo>
                <a:lnTo>
                  <a:pt x="1389874" y="26235"/>
                </a:lnTo>
                <a:lnTo>
                  <a:pt x="1392064" y="20569"/>
                </a:lnTo>
                <a:lnTo>
                  <a:pt x="1393524" y="34269"/>
                </a:lnTo>
                <a:lnTo>
                  <a:pt x="1394984" y="24949"/>
                </a:lnTo>
                <a:lnTo>
                  <a:pt x="1396444" y="27918"/>
                </a:lnTo>
                <a:lnTo>
                  <a:pt x="1397174" y="18656"/>
                </a:lnTo>
                <a:lnTo>
                  <a:pt x="1398634" y="27493"/>
                </a:lnTo>
                <a:lnTo>
                  <a:pt x="1400824" y="35773"/>
                </a:lnTo>
                <a:lnTo>
                  <a:pt x="1401554" y="32165"/>
                </a:lnTo>
                <a:lnTo>
                  <a:pt x="1404474" y="21492"/>
                </a:lnTo>
                <a:lnTo>
                  <a:pt x="1403014" y="33293"/>
                </a:lnTo>
                <a:lnTo>
                  <a:pt x="1405204" y="28602"/>
                </a:lnTo>
                <a:lnTo>
                  <a:pt x="1405934" y="38690"/>
                </a:lnTo>
                <a:lnTo>
                  <a:pt x="1408124" y="34622"/>
                </a:lnTo>
                <a:lnTo>
                  <a:pt x="1409584" y="24237"/>
                </a:lnTo>
                <a:lnTo>
                  <a:pt x="1411043" y="30432"/>
                </a:lnTo>
                <a:lnTo>
                  <a:pt x="1412503" y="34413"/>
                </a:lnTo>
                <a:lnTo>
                  <a:pt x="1413233" y="28647"/>
                </a:lnTo>
                <a:lnTo>
                  <a:pt x="1414693" y="27103"/>
                </a:lnTo>
                <a:lnTo>
                  <a:pt x="1417613" y="32270"/>
                </a:lnTo>
                <a:lnTo>
                  <a:pt x="1420533" y="21753"/>
                </a:lnTo>
                <a:lnTo>
                  <a:pt x="1421263" y="22217"/>
                </a:lnTo>
                <a:lnTo>
                  <a:pt x="1423453" y="33230"/>
                </a:lnTo>
                <a:lnTo>
                  <a:pt x="1424183" y="31339"/>
                </a:lnTo>
                <a:lnTo>
                  <a:pt x="1424913" y="20894"/>
                </a:lnTo>
                <a:lnTo>
                  <a:pt x="1426373" y="25239"/>
                </a:lnTo>
                <a:lnTo>
                  <a:pt x="1429293" y="32630"/>
                </a:lnTo>
                <a:lnTo>
                  <a:pt x="1430023" y="30041"/>
                </a:lnTo>
                <a:lnTo>
                  <a:pt x="1430753" y="29540"/>
                </a:lnTo>
                <a:lnTo>
                  <a:pt x="1431483" y="30853"/>
                </a:lnTo>
                <a:lnTo>
                  <a:pt x="1432213" y="32231"/>
                </a:lnTo>
                <a:lnTo>
                  <a:pt x="1432943" y="29710"/>
                </a:lnTo>
                <a:lnTo>
                  <a:pt x="1435133" y="28238"/>
                </a:lnTo>
                <a:lnTo>
                  <a:pt x="1435863" y="29989"/>
                </a:lnTo>
                <a:lnTo>
                  <a:pt x="1438053" y="37922"/>
                </a:lnTo>
                <a:lnTo>
                  <a:pt x="1438783" y="35345"/>
                </a:lnTo>
                <a:lnTo>
                  <a:pt x="1440972" y="34734"/>
                </a:lnTo>
                <a:lnTo>
                  <a:pt x="1442432" y="23817"/>
                </a:lnTo>
                <a:lnTo>
                  <a:pt x="1443162" y="34173"/>
                </a:lnTo>
                <a:lnTo>
                  <a:pt x="1444622" y="29373"/>
                </a:lnTo>
                <a:lnTo>
                  <a:pt x="1445352" y="34788"/>
                </a:lnTo>
                <a:lnTo>
                  <a:pt x="1446812" y="31644"/>
                </a:lnTo>
                <a:lnTo>
                  <a:pt x="1448272" y="43234"/>
                </a:lnTo>
                <a:lnTo>
                  <a:pt x="1450462" y="40473"/>
                </a:lnTo>
                <a:lnTo>
                  <a:pt x="1451192" y="40081"/>
                </a:lnTo>
                <a:lnTo>
                  <a:pt x="1453382" y="27629"/>
                </a:lnTo>
                <a:lnTo>
                  <a:pt x="1454112" y="35069"/>
                </a:lnTo>
                <a:lnTo>
                  <a:pt x="1454842" y="41006"/>
                </a:lnTo>
                <a:lnTo>
                  <a:pt x="1456302" y="37471"/>
                </a:lnTo>
                <a:lnTo>
                  <a:pt x="1459222" y="19583"/>
                </a:lnTo>
                <a:lnTo>
                  <a:pt x="1459952" y="22339"/>
                </a:lnTo>
                <a:lnTo>
                  <a:pt x="1461412" y="32759"/>
                </a:lnTo>
                <a:lnTo>
                  <a:pt x="1462142" y="28191"/>
                </a:lnTo>
                <a:lnTo>
                  <a:pt x="1462872" y="24479"/>
                </a:lnTo>
                <a:lnTo>
                  <a:pt x="1465062" y="25163"/>
                </a:lnTo>
                <a:lnTo>
                  <a:pt x="1465792" y="25498"/>
                </a:lnTo>
                <a:lnTo>
                  <a:pt x="1466522" y="18630"/>
                </a:lnTo>
                <a:lnTo>
                  <a:pt x="1468711" y="21229"/>
                </a:lnTo>
                <a:lnTo>
                  <a:pt x="1472361" y="31455"/>
                </a:lnTo>
                <a:lnTo>
                  <a:pt x="1473822" y="24297"/>
                </a:lnTo>
                <a:lnTo>
                  <a:pt x="1474552" y="32804"/>
                </a:lnTo>
                <a:lnTo>
                  <a:pt x="1475281" y="35712"/>
                </a:lnTo>
                <a:lnTo>
                  <a:pt x="1476011" y="32748"/>
                </a:lnTo>
                <a:lnTo>
                  <a:pt x="1476742" y="30133"/>
                </a:lnTo>
                <a:lnTo>
                  <a:pt x="1478202" y="33843"/>
                </a:lnTo>
                <a:lnTo>
                  <a:pt x="1478931" y="32246"/>
                </a:lnTo>
                <a:lnTo>
                  <a:pt x="1479661" y="33137"/>
                </a:lnTo>
                <a:lnTo>
                  <a:pt x="1481122" y="40353"/>
                </a:lnTo>
                <a:lnTo>
                  <a:pt x="1482581" y="36807"/>
                </a:lnTo>
                <a:lnTo>
                  <a:pt x="1486232" y="35245"/>
                </a:lnTo>
                <a:lnTo>
                  <a:pt x="1487692" y="40480"/>
                </a:lnTo>
                <a:lnTo>
                  <a:pt x="1488422" y="34067"/>
                </a:lnTo>
                <a:lnTo>
                  <a:pt x="1489151" y="31367"/>
                </a:lnTo>
                <a:lnTo>
                  <a:pt x="1492071" y="48295"/>
                </a:lnTo>
                <a:lnTo>
                  <a:pt x="1493531" y="43724"/>
                </a:lnTo>
                <a:lnTo>
                  <a:pt x="1494261" y="46104"/>
                </a:lnTo>
                <a:lnTo>
                  <a:pt x="1495721" y="52738"/>
                </a:lnTo>
                <a:lnTo>
                  <a:pt x="1497181" y="48398"/>
                </a:lnTo>
                <a:lnTo>
                  <a:pt x="1498641" y="44351"/>
                </a:lnTo>
                <a:lnTo>
                  <a:pt x="1499371" y="45390"/>
                </a:lnTo>
                <a:lnTo>
                  <a:pt x="1502291" y="59074"/>
                </a:lnTo>
                <a:lnTo>
                  <a:pt x="1504481" y="48471"/>
                </a:lnTo>
                <a:lnTo>
                  <a:pt x="1505211" y="51258"/>
                </a:lnTo>
                <a:lnTo>
                  <a:pt x="1508131" y="67713"/>
                </a:lnTo>
                <a:lnTo>
                  <a:pt x="1508861" y="65644"/>
                </a:lnTo>
                <a:lnTo>
                  <a:pt x="1510321" y="53754"/>
                </a:lnTo>
                <a:lnTo>
                  <a:pt x="1511051" y="65034"/>
                </a:lnTo>
                <a:lnTo>
                  <a:pt x="1511781" y="64639"/>
                </a:lnTo>
                <a:lnTo>
                  <a:pt x="1516891" y="79181"/>
                </a:lnTo>
                <a:lnTo>
                  <a:pt x="1519080" y="69066"/>
                </a:lnTo>
                <a:lnTo>
                  <a:pt x="1519810" y="74246"/>
                </a:lnTo>
                <a:lnTo>
                  <a:pt x="1523460" y="88230"/>
                </a:lnTo>
                <a:lnTo>
                  <a:pt x="1526380" y="84052"/>
                </a:lnTo>
                <a:lnTo>
                  <a:pt x="1530760" y="99229"/>
                </a:lnTo>
                <a:lnTo>
                  <a:pt x="1531490" y="97063"/>
                </a:lnTo>
                <a:lnTo>
                  <a:pt x="1532220" y="97941"/>
                </a:lnTo>
                <a:lnTo>
                  <a:pt x="1534410" y="106748"/>
                </a:lnTo>
                <a:lnTo>
                  <a:pt x="1535140" y="103839"/>
                </a:lnTo>
                <a:lnTo>
                  <a:pt x="1535870" y="102972"/>
                </a:lnTo>
                <a:lnTo>
                  <a:pt x="1536600" y="104218"/>
                </a:lnTo>
                <a:lnTo>
                  <a:pt x="1539520" y="112732"/>
                </a:lnTo>
                <a:lnTo>
                  <a:pt x="1540250" y="110812"/>
                </a:lnTo>
                <a:lnTo>
                  <a:pt x="1540980" y="108111"/>
                </a:lnTo>
                <a:lnTo>
                  <a:pt x="1541710" y="112471"/>
                </a:lnTo>
                <a:lnTo>
                  <a:pt x="1549009" y="126032"/>
                </a:lnTo>
                <a:lnTo>
                  <a:pt x="1550469" y="139530"/>
                </a:lnTo>
                <a:lnTo>
                  <a:pt x="1551199" y="135465"/>
                </a:lnTo>
                <a:lnTo>
                  <a:pt x="1551929" y="126926"/>
                </a:lnTo>
                <a:lnTo>
                  <a:pt x="1552659" y="138805"/>
                </a:lnTo>
                <a:lnTo>
                  <a:pt x="1553389" y="133934"/>
                </a:lnTo>
                <a:lnTo>
                  <a:pt x="1557769" y="155527"/>
                </a:lnTo>
                <a:lnTo>
                  <a:pt x="1558499" y="154910"/>
                </a:lnTo>
                <a:lnTo>
                  <a:pt x="1562149" y="173561"/>
                </a:lnTo>
                <a:lnTo>
                  <a:pt x="1564339" y="152125"/>
                </a:lnTo>
                <a:lnTo>
                  <a:pt x="1567259" y="190638"/>
                </a:lnTo>
                <a:lnTo>
                  <a:pt x="1567989" y="188984"/>
                </a:lnTo>
                <a:lnTo>
                  <a:pt x="1568719" y="177221"/>
                </a:lnTo>
                <a:lnTo>
                  <a:pt x="1570909" y="179629"/>
                </a:lnTo>
                <a:lnTo>
                  <a:pt x="1573829" y="218540"/>
                </a:lnTo>
                <a:lnTo>
                  <a:pt x="1574559" y="209755"/>
                </a:lnTo>
                <a:lnTo>
                  <a:pt x="1575289" y="208631"/>
                </a:lnTo>
                <a:lnTo>
                  <a:pt x="1576018" y="242959"/>
                </a:lnTo>
                <a:lnTo>
                  <a:pt x="1578208" y="233580"/>
                </a:lnTo>
                <a:lnTo>
                  <a:pt x="1581128" y="220316"/>
                </a:lnTo>
                <a:lnTo>
                  <a:pt x="1582588" y="246664"/>
                </a:lnTo>
                <a:lnTo>
                  <a:pt x="1584048" y="235605"/>
                </a:lnTo>
                <a:lnTo>
                  <a:pt x="1585508" y="231699"/>
                </a:lnTo>
                <a:lnTo>
                  <a:pt x="1587698" y="250894"/>
                </a:lnTo>
                <a:lnTo>
                  <a:pt x="1588428" y="234835"/>
                </a:lnTo>
                <a:lnTo>
                  <a:pt x="1589888" y="245578"/>
                </a:lnTo>
                <a:lnTo>
                  <a:pt x="1590618" y="232750"/>
                </a:lnTo>
                <a:lnTo>
                  <a:pt x="1591348" y="241387"/>
                </a:lnTo>
                <a:lnTo>
                  <a:pt x="1592078" y="226225"/>
                </a:lnTo>
                <a:lnTo>
                  <a:pt x="1593538" y="236127"/>
                </a:lnTo>
                <a:lnTo>
                  <a:pt x="1594998" y="247071"/>
                </a:lnTo>
                <a:lnTo>
                  <a:pt x="1597188" y="242721"/>
                </a:lnTo>
                <a:lnTo>
                  <a:pt x="1600108" y="228617"/>
                </a:lnTo>
                <a:lnTo>
                  <a:pt x="1599378" y="244205"/>
                </a:lnTo>
                <a:lnTo>
                  <a:pt x="1600838" y="232829"/>
                </a:lnTo>
                <a:lnTo>
                  <a:pt x="1604487" y="241442"/>
                </a:lnTo>
                <a:lnTo>
                  <a:pt x="1605947" y="245318"/>
                </a:lnTo>
                <a:lnTo>
                  <a:pt x="1606677" y="240194"/>
                </a:lnTo>
                <a:lnTo>
                  <a:pt x="1608137" y="244468"/>
                </a:lnTo>
                <a:lnTo>
                  <a:pt x="1608867" y="242291"/>
                </a:lnTo>
                <a:lnTo>
                  <a:pt x="1610327" y="243909"/>
                </a:lnTo>
                <a:lnTo>
                  <a:pt x="1611787" y="246716"/>
                </a:lnTo>
                <a:lnTo>
                  <a:pt x="1613977" y="245170"/>
                </a:lnTo>
                <a:lnTo>
                  <a:pt x="1614707" y="240610"/>
                </a:lnTo>
                <a:lnTo>
                  <a:pt x="1616167" y="245324"/>
                </a:lnTo>
                <a:lnTo>
                  <a:pt x="1616897" y="244573"/>
                </a:lnTo>
                <a:lnTo>
                  <a:pt x="1618357" y="235602"/>
                </a:lnTo>
                <a:lnTo>
                  <a:pt x="1619817" y="239310"/>
                </a:lnTo>
                <a:lnTo>
                  <a:pt x="1620547" y="235012"/>
                </a:lnTo>
                <a:lnTo>
                  <a:pt x="1622737" y="235675"/>
                </a:lnTo>
                <a:lnTo>
                  <a:pt x="1628577" y="228871"/>
                </a:lnTo>
                <a:lnTo>
                  <a:pt x="1631497" y="229837"/>
                </a:lnTo>
                <a:lnTo>
                  <a:pt x="1633686" y="228321"/>
                </a:lnTo>
                <a:lnTo>
                  <a:pt x="1635876" y="234194"/>
                </a:lnTo>
                <a:lnTo>
                  <a:pt x="1636606" y="230852"/>
                </a:lnTo>
                <a:lnTo>
                  <a:pt x="1637336" y="230175"/>
                </a:lnTo>
                <a:lnTo>
                  <a:pt x="1639526" y="235346"/>
                </a:lnTo>
                <a:lnTo>
                  <a:pt x="1640986" y="227119"/>
                </a:lnTo>
                <a:lnTo>
                  <a:pt x="1641716" y="230462"/>
                </a:lnTo>
                <a:lnTo>
                  <a:pt x="1642446" y="234762"/>
                </a:lnTo>
                <a:lnTo>
                  <a:pt x="1643906" y="232451"/>
                </a:lnTo>
                <a:lnTo>
                  <a:pt x="1645366" y="226175"/>
                </a:lnTo>
                <a:lnTo>
                  <a:pt x="1646096" y="229646"/>
                </a:lnTo>
                <a:lnTo>
                  <a:pt x="1647556" y="227519"/>
                </a:lnTo>
                <a:lnTo>
                  <a:pt x="1649746" y="236940"/>
                </a:lnTo>
                <a:lnTo>
                  <a:pt x="1653396" y="225588"/>
                </a:lnTo>
                <a:lnTo>
                  <a:pt x="1657046" y="234711"/>
                </a:lnTo>
                <a:lnTo>
                  <a:pt x="1658506" y="226730"/>
                </a:lnTo>
                <a:lnTo>
                  <a:pt x="1659966" y="228038"/>
                </a:lnTo>
                <a:lnTo>
                  <a:pt x="1665075" y="235808"/>
                </a:lnTo>
                <a:lnTo>
                  <a:pt x="1666535" y="228626"/>
                </a:lnTo>
                <a:lnTo>
                  <a:pt x="1667995" y="233056"/>
                </a:lnTo>
                <a:lnTo>
                  <a:pt x="1673835" y="240033"/>
                </a:lnTo>
                <a:lnTo>
                  <a:pt x="1674565" y="235762"/>
                </a:lnTo>
                <a:lnTo>
                  <a:pt x="1675295" y="233851"/>
                </a:lnTo>
                <a:lnTo>
                  <a:pt x="1676755" y="235749"/>
                </a:lnTo>
                <a:lnTo>
                  <a:pt x="1682595" y="239493"/>
                </a:lnTo>
                <a:lnTo>
                  <a:pt x="1686975" y="238921"/>
                </a:lnTo>
                <a:lnTo>
                  <a:pt x="1688435" y="243315"/>
                </a:lnTo>
                <a:lnTo>
                  <a:pt x="1689895" y="241658"/>
                </a:lnTo>
                <a:lnTo>
                  <a:pt x="1692084" y="243471"/>
                </a:lnTo>
                <a:lnTo>
                  <a:pt x="1694274" y="250250"/>
                </a:lnTo>
                <a:lnTo>
                  <a:pt x="1695734" y="237959"/>
                </a:lnTo>
                <a:lnTo>
                  <a:pt x="1697194" y="244475"/>
                </a:lnTo>
                <a:lnTo>
                  <a:pt x="1699384" y="250776"/>
                </a:lnTo>
                <a:lnTo>
                  <a:pt x="1700114" y="249865"/>
                </a:lnTo>
                <a:lnTo>
                  <a:pt x="1701574" y="245979"/>
                </a:lnTo>
                <a:lnTo>
                  <a:pt x="1703034" y="246725"/>
                </a:lnTo>
                <a:lnTo>
                  <a:pt x="1708144" y="252002"/>
                </a:lnTo>
                <a:lnTo>
                  <a:pt x="1710334" y="249149"/>
                </a:lnTo>
                <a:lnTo>
                  <a:pt x="1712524" y="253273"/>
                </a:lnTo>
                <a:lnTo>
                  <a:pt x="1713254" y="252288"/>
                </a:lnTo>
                <a:lnTo>
                  <a:pt x="1713984" y="249689"/>
                </a:lnTo>
                <a:lnTo>
                  <a:pt x="1715444" y="252981"/>
                </a:lnTo>
                <a:lnTo>
                  <a:pt x="1718364" y="253063"/>
                </a:lnTo>
                <a:lnTo>
                  <a:pt x="1719823" y="250939"/>
                </a:lnTo>
                <a:lnTo>
                  <a:pt x="1720553" y="253433"/>
                </a:lnTo>
                <a:lnTo>
                  <a:pt x="1722013" y="258239"/>
                </a:lnTo>
                <a:lnTo>
                  <a:pt x="1722743" y="254829"/>
                </a:lnTo>
                <a:lnTo>
                  <a:pt x="1725663" y="248040"/>
                </a:lnTo>
                <a:lnTo>
                  <a:pt x="1727123" y="255717"/>
                </a:lnTo>
                <a:lnTo>
                  <a:pt x="1727853" y="252321"/>
                </a:lnTo>
                <a:lnTo>
                  <a:pt x="1728583" y="250159"/>
                </a:lnTo>
                <a:lnTo>
                  <a:pt x="1730043" y="260176"/>
                </a:lnTo>
                <a:lnTo>
                  <a:pt x="1731503" y="255147"/>
                </a:lnTo>
                <a:lnTo>
                  <a:pt x="1732963" y="254575"/>
                </a:lnTo>
                <a:lnTo>
                  <a:pt x="1733693" y="255811"/>
                </a:lnTo>
                <a:lnTo>
                  <a:pt x="1735153" y="261250"/>
                </a:lnTo>
                <a:lnTo>
                  <a:pt x="1735883" y="259654"/>
                </a:lnTo>
                <a:lnTo>
                  <a:pt x="1737343" y="255152"/>
                </a:lnTo>
                <a:lnTo>
                  <a:pt x="1738073" y="258854"/>
                </a:lnTo>
                <a:lnTo>
                  <a:pt x="1744643" y="264544"/>
                </a:lnTo>
                <a:lnTo>
                  <a:pt x="1745373" y="263300"/>
                </a:lnTo>
                <a:lnTo>
                  <a:pt x="1747563" y="253039"/>
                </a:lnTo>
                <a:lnTo>
                  <a:pt x="1748293" y="253341"/>
                </a:lnTo>
                <a:lnTo>
                  <a:pt x="1749022" y="259235"/>
                </a:lnTo>
                <a:lnTo>
                  <a:pt x="1750482" y="255592"/>
                </a:lnTo>
                <a:lnTo>
                  <a:pt x="1756322" y="245620"/>
                </a:lnTo>
                <a:lnTo>
                  <a:pt x="1758512" y="244620"/>
                </a:lnTo>
                <a:lnTo>
                  <a:pt x="1759242" y="246927"/>
                </a:lnTo>
                <a:lnTo>
                  <a:pt x="1760702" y="242888"/>
                </a:lnTo>
                <a:lnTo>
                  <a:pt x="1765812" y="235788"/>
                </a:lnTo>
                <a:lnTo>
                  <a:pt x="1766542" y="236399"/>
                </a:lnTo>
                <a:lnTo>
                  <a:pt x="1768732" y="231160"/>
                </a:lnTo>
                <a:lnTo>
                  <a:pt x="1770192" y="224623"/>
                </a:lnTo>
                <a:lnTo>
                  <a:pt x="1770922" y="227021"/>
                </a:lnTo>
                <a:lnTo>
                  <a:pt x="1771652" y="232097"/>
                </a:lnTo>
                <a:lnTo>
                  <a:pt x="1772382" y="228692"/>
                </a:lnTo>
                <a:lnTo>
                  <a:pt x="1773842" y="221751"/>
                </a:lnTo>
                <a:lnTo>
                  <a:pt x="1775302" y="224582"/>
                </a:lnTo>
                <a:lnTo>
                  <a:pt x="1776762" y="220629"/>
                </a:lnTo>
                <a:lnTo>
                  <a:pt x="1778221" y="214934"/>
                </a:lnTo>
                <a:lnTo>
                  <a:pt x="1778951" y="217516"/>
                </a:lnTo>
                <a:lnTo>
                  <a:pt x="1779681" y="220524"/>
                </a:lnTo>
                <a:lnTo>
                  <a:pt x="1780411" y="214264"/>
                </a:lnTo>
                <a:lnTo>
                  <a:pt x="1781141" y="214180"/>
                </a:lnTo>
                <a:lnTo>
                  <a:pt x="1783331" y="207507"/>
                </a:lnTo>
                <a:lnTo>
                  <a:pt x="1784061" y="210916"/>
                </a:lnTo>
                <a:lnTo>
                  <a:pt x="1786251" y="209192"/>
                </a:lnTo>
                <a:lnTo>
                  <a:pt x="1787711" y="201146"/>
                </a:lnTo>
                <a:lnTo>
                  <a:pt x="1789171" y="203400"/>
                </a:lnTo>
                <a:lnTo>
                  <a:pt x="1795011" y="191885"/>
                </a:lnTo>
                <a:lnTo>
                  <a:pt x="1795741" y="197250"/>
                </a:lnTo>
                <a:lnTo>
                  <a:pt x="1797201" y="193241"/>
                </a:lnTo>
                <a:lnTo>
                  <a:pt x="1798661" y="187484"/>
                </a:lnTo>
                <a:lnTo>
                  <a:pt x="1799391" y="181583"/>
                </a:lnTo>
                <a:lnTo>
                  <a:pt x="1801581" y="184067"/>
                </a:lnTo>
                <a:lnTo>
                  <a:pt x="1803771" y="184374"/>
                </a:lnTo>
                <a:lnTo>
                  <a:pt x="1805961" y="175228"/>
                </a:lnTo>
                <a:lnTo>
                  <a:pt x="1806690" y="179663"/>
                </a:lnTo>
                <a:lnTo>
                  <a:pt x="1811800" y="164963"/>
                </a:lnTo>
                <a:lnTo>
                  <a:pt x="1812530" y="169721"/>
                </a:lnTo>
                <a:lnTo>
                  <a:pt x="1813260" y="170096"/>
                </a:lnTo>
                <a:lnTo>
                  <a:pt x="1816910" y="161070"/>
                </a:lnTo>
                <a:lnTo>
                  <a:pt x="1817640" y="161336"/>
                </a:lnTo>
                <a:lnTo>
                  <a:pt x="1819100" y="165456"/>
                </a:lnTo>
                <a:lnTo>
                  <a:pt x="1820560" y="164610"/>
                </a:lnTo>
                <a:lnTo>
                  <a:pt x="1824210" y="151607"/>
                </a:lnTo>
                <a:lnTo>
                  <a:pt x="1827860" y="160160"/>
                </a:lnTo>
                <a:lnTo>
                  <a:pt x="1829320" y="156898"/>
                </a:lnTo>
                <a:lnTo>
                  <a:pt x="1832240" y="151976"/>
                </a:lnTo>
                <a:lnTo>
                  <a:pt x="1833700" y="155025"/>
                </a:lnTo>
                <a:lnTo>
                  <a:pt x="1835159" y="152732"/>
                </a:lnTo>
                <a:lnTo>
                  <a:pt x="1838809" y="158859"/>
                </a:lnTo>
                <a:lnTo>
                  <a:pt x="1840269" y="152532"/>
                </a:lnTo>
                <a:lnTo>
                  <a:pt x="1841729" y="156842"/>
                </a:lnTo>
                <a:lnTo>
                  <a:pt x="1843919" y="158164"/>
                </a:lnTo>
                <a:lnTo>
                  <a:pt x="1846839" y="162671"/>
                </a:lnTo>
                <a:lnTo>
                  <a:pt x="1848299" y="153639"/>
                </a:lnTo>
                <a:lnTo>
                  <a:pt x="1849759" y="155518"/>
                </a:lnTo>
                <a:lnTo>
                  <a:pt x="1852679" y="155866"/>
                </a:lnTo>
                <a:lnTo>
                  <a:pt x="1854139" y="159570"/>
                </a:lnTo>
                <a:lnTo>
                  <a:pt x="1855599" y="158718"/>
                </a:lnTo>
                <a:lnTo>
                  <a:pt x="1856329" y="156917"/>
                </a:lnTo>
                <a:lnTo>
                  <a:pt x="1857059" y="162495"/>
                </a:lnTo>
                <a:lnTo>
                  <a:pt x="1857789" y="155090"/>
                </a:lnTo>
                <a:lnTo>
                  <a:pt x="1858519" y="157801"/>
                </a:lnTo>
                <a:lnTo>
                  <a:pt x="1860709" y="155636"/>
                </a:lnTo>
                <a:lnTo>
                  <a:pt x="1861439" y="156277"/>
                </a:lnTo>
                <a:lnTo>
                  <a:pt x="1862169" y="159665"/>
                </a:lnTo>
                <a:lnTo>
                  <a:pt x="1863629" y="158916"/>
                </a:lnTo>
                <a:lnTo>
                  <a:pt x="1866548" y="155302"/>
                </a:lnTo>
                <a:lnTo>
                  <a:pt x="1870928" y="157248"/>
                </a:lnTo>
                <a:lnTo>
                  <a:pt x="1871658" y="151599"/>
                </a:lnTo>
                <a:lnTo>
                  <a:pt x="1873118" y="156592"/>
                </a:lnTo>
                <a:lnTo>
                  <a:pt x="1873848" y="158677"/>
                </a:lnTo>
                <a:lnTo>
                  <a:pt x="1876768" y="150177"/>
                </a:lnTo>
                <a:lnTo>
                  <a:pt x="1877498" y="148926"/>
                </a:lnTo>
                <a:lnTo>
                  <a:pt x="1878228" y="161327"/>
                </a:lnTo>
                <a:lnTo>
                  <a:pt x="1879688" y="151728"/>
                </a:lnTo>
                <a:lnTo>
                  <a:pt x="1880418" y="150123"/>
                </a:lnTo>
                <a:lnTo>
                  <a:pt x="1881148" y="154804"/>
                </a:lnTo>
                <a:lnTo>
                  <a:pt x="1881878" y="156123"/>
                </a:lnTo>
                <a:lnTo>
                  <a:pt x="1882608" y="148817"/>
                </a:lnTo>
                <a:lnTo>
                  <a:pt x="1884068" y="157271"/>
                </a:lnTo>
                <a:lnTo>
                  <a:pt x="1884798" y="152445"/>
                </a:lnTo>
                <a:lnTo>
                  <a:pt x="1885528" y="150244"/>
                </a:lnTo>
                <a:lnTo>
                  <a:pt x="1886258" y="150677"/>
                </a:lnTo>
                <a:lnTo>
                  <a:pt x="1887718" y="158137"/>
                </a:lnTo>
                <a:lnTo>
                  <a:pt x="1888448" y="154815"/>
                </a:lnTo>
                <a:lnTo>
                  <a:pt x="1889178" y="149385"/>
                </a:lnTo>
                <a:lnTo>
                  <a:pt x="1889908" y="160000"/>
                </a:lnTo>
                <a:lnTo>
                  <a:pt x="1890638" y="156440"/>
                </a:lnTo>
                <a:lnTo>
                  <a:pt x="1892098" y="159813"/>
                </a:lnTo>
                <a:lnTo>
                  <a:pt x="1892827" y="155371"/>
                </a:lnTo>
                <a:lnTo>
                  <a:pt x="1893557" y="159446"/>
                </a:lnTo>
                <a:lnTo>
                  <a:pt x="1896477" y="151388"/>
                </a:lnTo>
                <a:lnTo>
                  <a:pt x="1897207" y="155176"/>
                </a:lnTo>
                <a:lnTo>
                  <a:pt x="1900127" y="161577"/>
                </a:lnTo>
                <a:lnTo>
                  <a:pt x="1903777" y="155690"/>
                </a:lnTo>
                <a:lnTo>
                  <a:pt x="1904507" y="162858"/>
                </a:lnTo>
                <a:lnTo>
                  <a:pt x="1906697" y="160172"/>
                </a:lnTo>
                <a:lnTo>
                  <a:pt x="1907427" y="158098"/>
                </a:lnTo>
                <a:lnTo>
                  <a:pt x="1908157" y="162038"/>
                </a:lnTo>
                <a:lnTo>
                  <a:pt x="1908888" y="162597"/>
                </a:lnTo>
                <a:lnTo>
                  <a:pt x="1909618" y="160237"/>
                </a:lnTo>
                <a:lnTo>
                  <a:pt x="1910347" y="155783"/>
                </a:lnTo>
                <a:lnTo>
                  <a:pt x="1911077" y="163957"/>
                </a:lnTo>
                <a:lnTo>
                  <a:pt x="1911808" y="166629"/>
                </a:lnTo>
                <a:lnTo>
                  <a:pt x="1913268" y="162831"/>
                </a:lnTo>
                <a:lnTo>
                  <a:pt x="1913997" y="165418"/>
                </a:lnTo>
                <a:lnTo>
                  <a:pt x="1916917" y="168308"/>
                </a:lnTo>
                <a:lnTo>
                  <a:pt x="1917647" y="167408"/>
                </a:lnTo>
                <a:lnTo>
                  <a:pt x="1919107" y="157286"/>
                </a:lnTo>
                <a:lnTo>
                  <a:pt x="1920567" y="165341"/>
                </a:lnTo>
                <a:lnTo>
                  <a:pt x="1922757" y="166949"/>
                </a:lnTo>
                <a:lnTo>
                  <a:pt x="1924217" y="159456"/>
                </a:lnTo>
                <a:lnTo>
                  <a:pt x="1925677" y="163333"/>
                </a:lnTo>
                <a:lnTo>
                  <a:pt x="1926407" y="167259"/>
                </a:lnTo>
                <a:lnTo>
                  <a:pt x="1927137" y="162591"/>
                </a:lnTo>
                <a:lnTo>
                  <a:pt x="1927867" y="164748"/>
                </a:lnTo>
                <a:lnTo>
                  <a:pt x="1932247" y="161213"/>
                </a:lnTo>
                <a:lnTo>
                  <a:pt x="1932977" y="161150"/>
                </a:lnTo>
                <a:lnTo>
                  <a:pt x="1934437" y="166669"/>
                </a:lnTo>
                <a:lnTo>
                  <a:pt x="1935167" y="163205"/>
                </a:lnTo>
                <a:lnTo>
                  <a:pt x="1936627" y="159239"/>
                </a:lnTo>
                <a:lnTo>
                  <a:pt x="1938087" y="161785"/>
                </a:lnTo>
                <a:lnTo>
                  <a:pt x="1940277" y="169192"/>
                </a:lnTo>
                <a:lnTo>
                  <a:pt x="1939547" y="160046"/>
                </a:lnTo>
                <a:lnTo>
                  <a:pt x="1941007" y="167309"/>
                </a:lnTo>
                <a:lnTo>
                  <a:pt x="1943196" y="156668"/>
                </a:lnTo>
                <a:lnTo>
                  <a:pt x="1943926" y="158462"/>
                </a:lnTo>
                <a:lnTo>
                  <a:pt x="1945386" y="167318"/>
                </a:lnTo>
                <a:lnTo>
                  <a:pt x="1946846" y="162515"/>
                </a:lnTo>
                <a:lnTo>
                  <a:pt x="1949036" y="168322"/>
                </a:lnTo>
                <a:lnTo>
                  <a:pt x="1950496" y="167632"/>
                </a:lnTo>
                <a:lnTo>
                  <a:pt x="1954146" y="160103"/>
                </a:lnTo>
                <a:lnTo>
                  <a:pt x="1952686" y="169426"/>
                </a:lnTo>
                <a:lnTo>
                  <a:pt x="1954876" y="161375"/>
                </a:lnTo>
                <a:lnTo>
                  <a:pt x="1957066" y="171040"/>
                </a:lnTo>
                <a:lnTo>
                  <a:pt x="1959256" y="168389"/>
                </a:lnTo>
                <a:lnTo>
                  <a:pt x="1961446" y="157864"/>
                </a:lnTo>
                <a:lnTo>
                  <a:pt x="1962176" y="161103"/>
                </a:lnTo>
                <a:lnTo>
                  <a:pt x="1963636" y="169455"/>
                </a:lnTo>
                <a:lnTo>
                  <a:pt x="1964366" y="165446"/>
                </a:lnTo>
                <a:lnTo>
                  <a:pt x="1965096" y="157370"/>
                </a:lnTo>
                <a:lnTo>
                  <a:pt x="1966556" y="162748"/>
                </a:lnTo>
                <a:lnTo>
                  <a:pt x="1968746" y="164810"/>
                </a:lnTo>
                <a:lnTo>
                  <a:pt x="1969476" y="163810"/>
                </a:lnTo>
                <a:lnTo>
                  <a:pt x="1971665" y="161030"/>
                </a:lnTo>
                <a:lnTo>
                  <a:pt x="1972395" y="162038"/>
                </a:lnTo>
                <a:lnTo>
                  <a:pt x="1974585" y="162631"/>
                </a:lnTo>
                <a:lnTo>
                  <a:pt x="1977505" y="155443"/>
                </a:lnTo>
                <a:lnTo>
                  <a:pt x="1978965" y="163932"/>
                </a:lnTo>
                <a:lnTo>
                  <a:pt x="1980425" y="160343"/>
                </a:lnTo>
                <a:lnTo>
                  <a:pt x="1982615" y="155755"/>
                </a:lnTo>
                <a:lnTo>
                  <a:pt x="1983345" y="159220"/>
                </a:lnTo>
                <a:lnTo>
                  <a:pt x="1984075" y="165654"/>
                </a:lnTo>
                <a:lnTo>
                  <a:pt x="1985535" y="155300"/>
                </a:lnTo>
                <a:lnTo>
                  <a:pt x="1986995" y="161127"/>
                </a:lnTo>
                <a:lnTo>
                  <a:pt x="1987725" y="160755"/>
                </a:lnTo>
                <a:lnTo>
                  <a:pt x="1988455" y="154109"/>
                </a:lnTo>
                <a:lnTo>
                  <a:pt x="1989915" y="157275"/>
                </a:lnTo>
                <a:lnTo>
                  <a:pt x="1991375" y="161395"/>
                </a:lnTo>
                <a:lnTo>
                  <a:pt x="1992105" y="156746"/>
                </a:lnTo>
                <a:lnTo>
                  <a:pt x="1992835" y="155508"/>
                </a:lnTo>
                <a:lnTo>
                  <a:pt x="1993565" y="156146"/>
                </a:lnTo>
                <a:lnTo>
                  <a:pt x="1995755" y="163776"/>
                </a:lnTo>
                <a:lnTo>
                  <a:pt x="1996485" y="161154"/>
                </a:lnTo>
                <a:lnTo>
                  <a:pt x="1997215" y="160769"/>
                </a:lnTo>
                <a:lnTo>
                  <a:pt x="1997945" y="162234"/>
                </a:lnTo>
                <a:lnTo>
                  <a:pt x="1999405" y="164274"/>
                </a:lnTo>
                <a:lnTo>
                  <a:pt x="2001594" y="156097"/>
                </a:lnTo>
                <a:lnTo>
                  <a:pt x="2002324" y="157374"/>
                </a:lnTo>
                <a:lnTo>
                  <a:pt x="2003054" y="157907"/>
                </a:lnTo>
                <a:lnTo>
                  <a:pt x="2003784" y="164495"/>
                </a:lnTo>
                <a:lnTo>
                  <a:pt x="2005244" y="155313"/>
                </a:lnTo>
                <a:lnTo>
                  <a:pt x="2008894" y="162288"/>
                </a:lnTo>
                <a:lnTo>
                  <a:pt x="2011084" y="160509"/>
                </a:lnTo>
                <a:lnTo>
                  <a:pt x="2013274" y="152729"/>
                </a:lnTo>
                <a:lnTo>
                  <a:pt x="2014004" y="156466"/>
                </a:lnTo>
                <a:lnTo>
                  <a:pt x="2014734" y="164094"/>
                </a:lnTo>
                <a:lnTo>
                  <a:pt x="2016194" y="155602"/>
                </a:lnTo>
                <a:lnTo>
                  <a:pt x="2016924" y="161258"/>
                </a:lnTo>
                <a:lnTo>
                  <a:pt x="2017654" y="161998"/>
                </a:lnTo>
                <a:lnTo>
                  <a:pt x="2018384" y="160820"/>
                </a:lnTo>
                <a:lnTo>
                  <a:pt x="2021304" y="151793"/>
                </a:lnTo>
                <a:lnTo>
                  <a:pt x="2024224" y="155356"/>
                </a:lnTo>
                <a:lnTo>
                  <a:pt x="2024954" y="153738"/>
                </a:lnTo>
                <a:lnTo>
                  <a:pt x="2025684" y="159537"/>
                </a:lnTo>
                <a:lnTo>
                  <a:pt x="2027144" y="156589"/>
                </a:lnTo>
                <a:lnTo>
                  <a:pt x="2027874" y="154185"/>
                </a:lnTo>
                <a:lnTo>
                  <a:pt x="2029333" y="157538"/>
                </a:lnTo>
                <a:lnTo>
                  <a:pt x="2030063" y="160738"/>
                </a:lnTo>
                <a:lnTo>
                  <a:pt x="2030793" y="153430"/>
                </a:lnTo>
                <a:lnTo>
                  <a:pt x="2032253" y="153250"/>
                </a:lnTo>
                <a:lnTo>
                  <a:pt x="2032983" y="157414"/>
                </a:lnTo>
                <a:lnTo>
                  <a:pt x="2033713" y="151074"/>
                </a:lnTo>
                <a:lnTo>
                  <a:pt x="2034443" y="152908"/>
                </a:lnTo>
                <a:lnTo>
                  <a:pt x="2035173" y="150845"/>
                </a:lnTo>
                <a:lnTo>
                  <a:pt x="2035903" y="152299"/>
                </a:lnTo>
                <a:lnTo>
                  <a:pt x="2036633" y="157107"/>
                </a:lnTo>
                <a:lnTo>
                  <a:pt x="2037363" y="151104"/>
                </a:lnTo>
                <a:lnTo>
                  <a:pt x="2038093" y="153238"/>
                </a:lnTo>
                <a:lnTo>
                  <a:pt x="2038823" y="152941"/>
                </a:lnTo>
                <a:lnTo>
                  <a:pt x="2039553" y="157579"/>
                </a:lnTo>
                <a:lnTo>
                  <a:pt x="2041743" y="154954"/>
                </a:lnTo>
                <a:lnTo>
                  <a:pt x="2043933" y="160685"/>
                </a:lnTo>
                <a:lnTo>
                  <a:pt x="2044663" y="156821"/>
                </a:lnTo>
              </a:path>
            </a:pathLst>
          </a:custGeom>
          <a:noFill/>
          <a:ln w="2013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Editable path 162"/>
          <p:cNvSpPr/>
          <p:nvPr/>
        </p:nvSpPr>
        <p:spPr>
          <a:xfrm>
            <a:off x="6893373" y="4355422"/>
            <a:ext cx="2044663" cy="1068189"/>
          </a:xfrm>
          <a:custGeom>
            <a:avLst/>
            <a:gdLst/>
            <a:ahLst/>
            <a:cxnLst/>
            <a:rect l="l" t="t" r="r" b="b"/>
            <a:pathLst>
              <a:path w="2044663" h="1068189">
                <a:moveTo>
                  <a:pt x="0" y="305662"/>
                </a:moveTo>
                <a:lnTo>
                  <a:pt x="8030" y="303518"/>
                </a:lnTo>
                <a:lnTo>
                  <a:pt x="16060" y="304003"/>
                </a:lnTo>
                <a:lnTo>
                  <a:pt x="17520" y="302649"/>
                </a:lnTo>
                <a:lnTo>
                  <a:pt x="18250" y="303611"/>
                </a:lnTo>
                <a:lnTo>
                  <a:pt x="18980" y="305015"/>
                </a:lnTo>
                <a:lnTo>
                  <a:pt x="20440" y="304019"/>
                </a:lnTo>
                <a:lnTo>
                  <a:pt x="24089" y="303329"/>
                </a:lnTo>
                <a:lnTo>
                  <a:pt x="28469" y="303159"/>
                </a:lnTo>
                <a:lnTo>
                  <a:pt x="34309" y="303232"/>
                </a:lnTo>
                <a:lnTo>
                  <a:pt x="35769" y="301404"/>
                </a:lnTo>
                <a:lnTo>
                  <a:pt x="36499" y="302793"/>
                </a:lnTo>
                <a:lnTo>
                  <a:pt x="37229" y="303493"/>
                </a:lnTo>
                <a:lnTo>
                  <a:pt x="37959" y="302336"/>
                </a:lnTo>
                <a:lnTo>
                  <a:pt x="40149" y="300278"/>
                </a:lnTo>
                <a:lnTo>
                  <a:pt x="40879" y="301239"/>
                </a:lnTo>
                <a:lnTo>
                  <a:pt x="51098" y="300757"/>
                </a:lnTo>
                <a:lnTo>
                  <a:pt x="58398" y="300391"/>
                </a:lnTo>
                <a:lnTo>
                  <a:pt x="59858" y="296827"/>
                </a:lnTo>
                <a:lnTo>
                  <a:pt x="61318" y="297841"/>
                </a:lnTo>
                <a:lnTo>
                  <a:pt x="64968" y="299788"/>
                </a:lnTo>
                <a:lnTo>
                  <a:pt x="65698" y="298647"/>
                </a:lnTo>
                <a:lnTo>
                  <a:pt x="77378" y="297117"/>
                </a:lnTo>
                <a:lnTo>
                  <a:pt x="78838" y="299995"/>
                </a:lnTo>
                <a:lnTo>
                  <a:pt x="80297" y="298052"/>
                </a:lnTo>
                <a:lnTo>
                  <a:pt x="81757" y="294218"/>
                </a:lnTo>
                <a:lnTo>
                  <a:pt x="83217" y="297210"/>
                </a:lnTo>
                <a:lnTo>
                  <a:pt x="86137" y="299996"/>
                </a:lnTo>
                <a:lnTo>
                  <a:pt x="87597" y="295260"/>
                </a:lnTo>
                <a:lnTo>
                  <a:pt x="89057" y="298212"/>
                </a:lnTo>
                <a:lnTo>
                  <a:pt x="92707" y="300911"/>
                </a:lnTo>
                <a:lnTo>
                  <a:pt x="96357" y="294990"/>
                </a:lnTo>
                <a:lnTo>
                  <a:pt x="98547" y="296574"/>
                </a:lnTo>
                <a:lnTo>
                  <a:pt x="102927" y="299906"/>
                </a:lnTo>
                <a:lnTo>
                  <a:pt x="105847" y="299061"/>
                </a:lnTo>
                <a:lnTo>
                  <a:pt x="107307" y="296742"/>
                </a:lnTo>
                <a:lnTo>
                  <a:pt x="108766" y="293228"/>
                </a:lnTo>
                <a:lnTo>
                  <a:pt x="109496" y="294782"/>
                </a:lnTo>
                <a:lnTo>
                  <a:pt x="111686" y="299901"/>
                </a:lnTo>
                <a:lnTo>
                  <a:pt x="113876" y="298536"/>
                </a:lnTo>
                <a:lnTo>
                  <a:pt x="119716" y="298482"/>
                </a:lnTo>
                <a:lnTo>
                  <a:pt x="120446" y="294693"/>
                </a:lnTo>
                <a:lnTo>
                  <a:pt x="121906" y="296341"/>
                </a:lnTo>
                <a:lnTo>
                  <a:pt x="125556" y="297434"/>
                </a:lnTo>
                <a:lnTo>
                  <a:pt x="128476" y="297048"/>
                </a:lnTo>
                <a:lnTo>
                  <a:pt x="145265" y="297738"/>
                </a:lnTo>
                <a:lnTo>
                  <a:pt x="148185" y="297285"/>
                </a:lnTo>
                <a:lnTo>
                  <a:pt x="156215" y="297099"/>
                </a:lnTo>
                <a:lnTo>
                  <a:pt x="158405" y="299872"/>
                </a:lnTo>
                <a:lnTo>
                  <a:pt x="159135" y="299283"/>
                </a:lnTo>
                <a:lnTo>
                  <a:pt x="160595" y="297743"/>
                </a:lnTo>
                <a:lnTo>
                  <a:pt x="161325" y="299589"/>
                </a:lnTo>
                <a:lnTo>
                  <a:pt x="162055" y="300883"/>
                </a:lnTo>
                <a:lnTo>
                  <a:pt x="162785" y="299350"/>
                </a:lnTo>
                <a:lnTo>
                  <a:pt x="163515" y="295260"/>
                </a:lnTo>
                <a:lnTo>
                  <a:pt x="165705" y="296345"/>
                </a:lnTo>
                <a:lnTo>
                  <a:pt x="171544" y="297172"/>
                </a:lnTo>
                <a:lnTo>
                  <a:pt x="182495" y="295947"/>
                </a:lnTo>
                <a:lnTo>
                  <a:pt x="186874" y="297192"/>
                </a:lnTo>
                <a:lnTo>
                  <a:pt x="188334" y="299413"/>
                </a:lnTo>
                <a:lnTo>
                  <a:pt x="189064" y="296582"/>
                </a:lnTo>
                <a:lnTo>
                  <a:pt x="191984" y="289757"/>
                </a:lnTo>
                <a:lnTo>
                  <a:pt x="192714" y="291372"/>
                </a:lnTo>
                <a:lnTo>
                  <a:pt x="194904" y="295816"/>
                </a:lnTo>
                <a:lnTo>
                  <a:pt x="196364" y="294481"/>
                </a:lnTo>
                <a:lnTo>
                  <a:pt x="202934" y="294609"/>
                </a:lnTo>
                <a:lnTo>
                  <a:pt x="204394" y="296186"/>
                </a:lnTo>
                <a:lnTo>
                  <a:pt x="205854" y="294945"/>
                </a:lnTo>
                <a:lnTo>
                  <a:pt x="209504" y="294319"/>
                </a:lnTo>
                <a:lnTo>
                  <a:pt x="212424" y="299151"/>
                </a:lnTo>
                <a:lnTo>
                  <a:pt x="213154" y="297580"/>
                </a:lnTo>
                <a:lnTo>
                  <a:pt x="215344" y="288613"/>
                </a:lnTo>
                <a:lnTo>
                  <a:pt x="216803" y="292587"/>
                </a:lnTo>
                <a:lnTo>
                  <a:pt x="219723" y="292088"/>
                </a:lnTo>
                <a:lnTo>
                  <a:pt x="227023" y="291005"/>
                </a:lnTo>
                <a:lnTo>
                  <a:pt x="231403" y="277569"/>
                </a:lnTo>
                <a:lnTo>
                  <a:pt x="232863" y="287033"/>
                </a:lnTo>
                <a:lnTo>
                  <a:pt x="235053" y="286613"/>
                </a:lnTo>
                <a:lnTo>
                  <a:pt x="236513" y="290520"/>
                </a:lnTo>
                <a:lnTo>
                  <a:pt x="237243" y="286143"/>
                </a:lnTo>
                <a:lnTo>
                  <a:pt x="241623" y="277066"/>
                </a:lnTo>
                <a:lnTo>
                  <a:pt x="242353" y="277293"/>
                </a:lnTo>
                <a:lnTo>
                  <a:pt x="244542" y="284100"/>
                </a:lnTo>
                <a:lnTo>
                  <a:pt x="245272" y="282741"/>
                </a:lnTo>
                <a:lnTo>
                  <a:pt x="246002" y="281188"/>
                </a:lnTo>
                <a:lnTo>
                  <a:pt x="248192" y="282592"/>
                </a:lnTo>
                <a:lnTo>
                  <a:pt x="249652" y="282324"/>
                </a:lnTo>
                <a:lnTo>
                  <a:pt x="250382" y="283965"/>
                </a:lnTo>
                <a:lnTo>
                  <a:pt x="253302" y="284092"/>
                </a:lnTo>
                <a:lnTo>
                  <a:pt x="258412" y="280159"/>
                </a:lnTo>
                <a:lnTo>
                  <a:pt x="259872" y="281553"/>
                </a:lnTo>
                <a:lnTo>
                  <a:pt x="261332" y="279807"/>
                </a:lnTo>
                <a:lnTo>
                  <a:pt x="266442" y="277026"/>
                </a:lnTo>
                <a:lnTo>
                  <a:pt x="270822" y="273052"/>
                </a:lnTo>
                <a:lnTo>
                  <a:pt x="273012" y="273656"/>
                </a:lnTo>
                <a:lnTo>
                  <a:pt x="273741" y="272380"/>
                </a:lnTo>
                <a:lnTo>
                  <a:pt x="277391" y="272620"/>
                </a:lnTo>
                <a:lnTo>
                  <a:pt x="280311" y="274532"/>
                </a:lnTo>
                <a:lnTo>
                  <a:pt x="281041" y="273819"/>
                </a:lnTo>
                <a:lnTo>
                  <a:pt x="286151" y="273099"/>
                </a:lnTo>
                <a:lnTo>
                  <a:pt x="297101" y="278577"/>
                </a:lnTo>
                <a:lnTo>
                  <a:pt x="301481" y="278364"/>
                </a:lnTo>
                <a:lnTo>
                  <a:pt x="309510" y="279322"/>
                </a:lnTo>
                <a:lnTo>
                  <a:pt x="312430" y="276472"/>
                </a:lnTo>
                <a:lnTo>
                  <a:pt x="314620" y="281293"/>
                </a:lnTo>
                <a:lnTo>
                  <a:pt x="316810" y="278799"/>
                </a:lnTo>
                <a:lnTo>
                  <a:pt x="317540" y="277564"/>
                </a:lnTo>
                <a:lnTo>
                  <a:pt x="318270" y="278988"/>
                </a:lnTo>
                <a:lnTo>
                  <a:pt x="319730" y="281691"/>
                </a:lnTo>
                <a:lnTo>
                  <a:pt x="320460" y="280686"/>
                </a:lnTo>
                <a:lnTo>
                  <a:pt x="322650" y="275704"/>
                </a:lnTo>
                <a:lnTo>
                  <a:pt x="323380" y="278644"/>
                </a:lnTo>
                <a:lnTo>
                  <a:pt x="326300" y="283308"/>
                </a:lnTo>
                <a:lnTo>
                  <a:pt x="327030" y="280679"/>
                </a:lnTo>
                <a:lnTo>
                  <a:pt x="328490" y="272332"/>
                </a:lnTo>
                <a:lnTo>
                  <a:pt x="330680" y="275121"/>
                </a:lnTo>
                <a:lnTo>
                  <a:pt x="334329" y="280342"/>
                </a:lnTo>
                <a:lnTo>
                  <a:pt x="335059" y="279324"/>
                </a:lnTo>
                <a:lnTo>
                  <a:pt x="340169" y="275592"/>
                </a:lnTo>
                <a:lnTo>
                  <a:pt x="340899" y="276524"/>
                </a:lnTo>
                <a:lnTo>
                  <a:pt x="345279" y="278642"/>
                </a:lnTo>
                <a:lnTo>
                  <a:pt x="349659" y="280060"/>
                </a:lnTo>
                <a:lnTo>
                  <a:pt x="352579" y="278619"/>
                </a:lnTo>
                <a:lnTo>
                  <a:pt x="367908" y="284035"/>
                </a:lnTo>
                <a:lnTo>
                  <a:pt x="369368" y="282109"/>
                </a:lnTo>
                <a:lnTo>
                  <a:pt x="370828" y="283544"/>
                </a:lnTo>
                <a:lnTo>
                  <a:pt x="380318" y="286422"/>
                </a:lnTo>
                <a:lnTo>
                  <a:pt x="385428" y="287932"/>
                </a:lnTo>
                <a:lnTo>
                  <a:pt x="405137" y="289631"/>
                </a:lnTo>
                <a:lnTo>
                  <a:pt x="406597" y="291232"/>
                </a:lnTo>
                <a:lnTo>
                  <a:pt x="407327" y="290417"/>
                </a:lnTo>
                <a:lnTo>
                  <a:pt x="408787" y="288505"/>
                </a:lnTo>
                <a:lnTo>
                  <a:pt x="410247" y="289444"/>
                </a:lnTo>
                <a:lnTo>
                  <a:pt x="419736" y="290555"/>
                </a:lnTo>
                <a:lnTo>
                  <a:pt x="424116" y="297254"/>
                </a:lnTo>
                <a:lnTo>
                  <a:pt x="436526" y="297311"/>
                </a:lnTo>
                <a:lnTo>
                  <a:pt x="438716" y="295451"/>
                </a:lnTo>
                <a:lnTo>
                  <a:pt x="439446" y="296863"/>
                </a:lnTo>
                <a:lnTo>
                  <a:pt x="440176" y="297267"/>
                </a:lnTo>
                <a:lnTo>
                  <a:pt x="440906" y="294758"/>
                </a:lnTo>
                <a:lnTo>
                  <a:pt x="444556" y="295232"/>
                </a:lnTo>
                <a:lnTo>
                  <a:pt x="446016" y="294741"/>
                </a:lnTo>
                <a:lnTo>
                  <a:pt x="448205" y="298935"/>
                </a:lnTo>
                <a:lnTo>
                  <a:pt x="454775" y="298216"/>
                </a:lnTo>
                <a:lnTo>
                  <a:pt x="458425" y="304500"/>
                </a:lnTo>
                <a:lnTo>
                  <a:pt x="462075" y="299180"/>
                </a:lnTo>
                <a:lnTo>
                  <a:pt x="464995" y="299645"/>
                </a:lnTo>
                <a:lnTo>
                  <a:pt x="470835" y="302795"/>
                </a:lnTo>
                <a:lnTo>
                  <a:pt x="471565" y="300998"/>
                </a:lnTo>
                <a:lnTo>
                  <a:pt x="473755" y="299747"/>
                </a:lnTo>
                <a:lnTo>
                  <a:pt x="474485" y="301968"/>
                </a:lnTo>
                <a:lnTo>
                  <a:pt x="476674" y="300056"/>
                </a:lnTo>
                <a:lnTo>
                  <a:pt x="478864" y="297183"/>
                </a:lnTo>
                <a:lnTo>
                  <a:pt x="479594" y="298189"/>
                </a:lnTo>
                <a:lnTo>
                  <a:pt x="480324" y="300825"/>
                </a:lnTo>
                <a:lnTo>
                  <a:pt x="482514" y="298896"/>
                </a:lnTo>
                <a:lnTo>
                  <a:pt x="483244" y="298050"/>
                </a:lnTo>
                <a:lnTo>
                  <a:pt x="484704" y="300325"/>
                </a:lnTo>
                <a:lnTo>
                  <a:pt x="497114" y="294499"/>
                </a:lnTo>
                <a:lnTo>
                  <a:pt x="498574" y="293529"/>
                </a:lnTo>
                <a:lnTo>
                  <a:pt x="499304" y="295486"/>
                </a:lnTo>
                <a:lnTo>
                  <a:pt x="500034" y="298680"/>
                </a:lnTo>
                <a:lnTo>
                  <a:pt x="502224" y="296546"/>
                </a:lnTo>
                <a:lnTo>
                  <a:pt x="508793" y="293454"/>
                </a:lnTo>
                <a:lnTo>
                  <a:pt x="513173" y="299908"/>
                </a:lnTo>
                <a:lnTo>
                  <a:pt x="513903" y="299460"/>
                </a:lnTo>
                <a:lnTo>
                  <a:pt x="518283" y="297740"/>
                </a:lnTo>
                <a:lnTo>
                  <a:pt x="519743" y="299572"/>
                </a:lnTo>
                <a:lnTo>
                  <a:pt x="520473" y="298096"/>
                </a:lnTo>
                <a:lnTo>
                  <a:pt x="527043" y="289882"/>
                </a:lnTo>
                <a:lnTo>
                  <a:pt x="529233" y="294871"/>
                </a:lnTo>
                <a:lnTo>
                  <a:pt x="529963" y="293926"/>
                </a:lnTo>
                <a:lnTo>
                  <a:pt x="531423" y="291226"/>
                </a:lnTo>
                <a:lnTo>
                  <a:pt x="532882" y="292283"/>
                </a:lnTo>
                <a:lnTo>
                  <a:pt x="538722" y="294557"/>
                </a:lnTo>
                <a:lnTo>
                  <a:pt x="548212" y="288769"/>
                </a:lnTo>
                <a:lnTo>
                  <a:pt x="548942" y="290345"/>
                </a:lnTo>
                <a:lnTo>
                  <a:pt x="550402" y="290517"/>
                </a:lnTo>
                <a:lnTo>
                  <a:pt x="553322" y="287214"/>
                </a:lnTo>
                <a:lnTo>
                  <a:pt x="554782" y="289192"/>
                </a:lnTo>
                <a:lnTo>
                  <a:pt x="555512" y="287797"/>
                </a:lnTo>
                <a:lnTo>
                  <a:pt x="556242" y="286141"/>
                </a:lnTo>
                <a:lnTo>
                  <a:pt x="558432" y="287551"/>
                </a:lnTo>
                <a:lnTo>
                  <a:pt x="562811" y="286022"/>
                </a:lnTo>
                <a:lnTo>
                  <a:pt x="567191" y="281898"/>
                </a:lnTo>
                <a:lnTo>
                  <a:pt x="567921" y="283995"/>
                </a:lnTo>
                <a:lnTo>
                  <a:pt x="569381" y="281794"/>
                </a:lnTo>
                <a:lnTo>
                  <a:pt x="571571" y="279855"/>
                </a:lnTo>
                <a:lnTo>
                  <a:pt x="572301" y="280631"/>
                </a:lnTo>
                <a:lnTo>
                  <a:pt x="573761" y="285002"/>
                </a:lnTo>
                <a:lnTo>
                  <a:pt x="574491" y="283232"/>
                </a:lnTo>
                <a:lnTo>
                  <a:pt x="578141" y="279409"/>
                </a:lnTo>
                <a:lnTo>
                  <a:pt x="578871" y="279905"/>
                </a:lnTo>
                <a:lnTo>
                  <a:pt x="580331" y="282223"/>
                </a:lnTo>
                <a:lnTo>
                  <a:pt x="581061" y="279151"/>
                </a:lnTo>
                <a:lnTo>
                  <a:pt x="584711" y="278282"/>
                </a:lnTo>
                <a:lnTo>
                  <a:pt x="586171" y="276895"/>
                </a:lnTo>
                <a:lnTo>
                  <a:pt x="586901" y="278011"/>
                </a:lnTo>
                <a:lnTo>
                  <a:pt x="587631" y="280727"/>
                </a:lnTo>
                <a:lnTo>
                  <a:pt x="588361" y="277877"/>
                </a:lnTo>
                <a:lnTo>
                  <a:pt x="589821" y="274223"/>
                </a:lnTo>
                <a:lnTo>
                  <a:pt x="591280" y="275759"/>
                </a:lnTo>
                <a:lnTo>
                  <a:pt x="594930" y="279878"/>
                </a:lnTo>
                <a:lnTo>
                  <a:pt x="605151" y="272240"/>
                </a:lnTo>
                <a:lnTo>
                  <a:pt x="605880" y="274249"/>
                </a:lnTo>
                <a:lnTo>
                  <a:pt x="607340" y="272196"/>
                </a:lnTo>
                <a:lnTo>
                  <a:pt x="610991" y="274491"/>
                </a:lnTo>
                <a:lnTo>
                  <a:pt x="612450" y="268587"/>
                </a:lnTo>
                <a:lnTo>
                  <a:pt x="613910" y="270924"/>
                </a:lnTo>
                <a:lnTo>
                  <a:pt x="616830" y="272139"/>
                </a:lnTo>
                <a:lnTo>
                  <a:pt x="623400" y="277017"/>
                </a:lnTo>
                <a:lnTo>
                  <a:pt x="626320" y="273127"/>
                </a:lnTo>
                <a:lnTo>
                  <a:pt x="629240" y="276372"/>
                </a:lnTo>
                <a:lnTo>
                  <a:pt x="629970" y="275709"/>
                </a:lnTo>
                <a:lnTo>
                  <a:pt x="632160" y="273590"/>
                </a:lnTo>
                <a:lnTo>
                  <a:pt x="636540" y="271377"/>
                </a:lnTo>
                <a:lnTo>
                  <a:pt x="638000" y="269891"/>
                </a:lnTo>
                <a:lnTo>
                  <a:pt x="638730" y="270811"/>
                </a:lnTo>
                <a:lnTo>
                  <a:pt x="639460" y="273789"/>
                </a:lnTo>
                <a:lnTo>
                  <a:pt x="641649" y="272760"/>
                </a:lnTo>
                <a:lnTo>
                  <a:pt x="647489" y="275184"/>
                </a:lnTo>
                <a:lnTo>
                  <a:pt x="649679" y="273544"/>
                </a:lnTo>
                <a:lnTo>
                  <a:pt x="658439" y="274561"/>
                </a:lnTo>
                <a:lnTo>
                  <a:pt x="660629" y="272692"/>
                </a:lnTo>
                <a:lnTo>
                  <a:pt x="662089" y="276327"/>
                </a:lnTo>
                <a:lnTo>
                  <a:pt x="663549" y="275594"/>
                </a:lnTo>
                <a:lnTo>
                  <a:pt x="665739" y="274164"/>
                </a:lnTo>
                <a:lnTo>
                  <a:pt x="667199" y="278792"/>
                </a:lnTo>
                <a:lnTo>
                  <a:pt x="668659" y="277087"/>
                </a:lnTo>
                <a:lnTo>
                  <a:pt x="672308" y="277113"/>
                </a:lnTo>
                <a:lnTo>
                  <a:pt x="673038" y="278089"/>
                </a:lnTo>
                <a:lnTo>
                  <a:pt x="674498" y="275778"/>
                </a:lnTo>
                <a:lnTo>
                  <a:pt x="678878" y="276810"/>
                </a:lnTo>
                <a:lnTo>
                  <a:pt x="680338" y="279151"/>
                </a:lnTo>
                <a:lnTo>
                  <a:pt x="681798" y="276683"/>
                </a:lnTo>
                <a:lnTo>
                  <a:pt x="694208" y="277616"/>
                </a:lnTo>
                <a:lnTo>
                  <a:pt x="694938" y="280483"/>
                </a:lnTo>
                <a:lnTo>
                  <a:pt x="696398" y="275715"/>
                </a:lnTo>
                <a:lnTo>
                  <a:pt x="703697" y="268134"/>
                </a:lnTo>
                <a:lnTo>
                  <a:pt x="705157" y="270615"/>
                </a:lnTo>
                <a:lnTo>
                  <a:pt x="705887" y="271884"/>
                </a:lnTo>
                <a:lnTo>
                  <a:pt x="706617" y="270657"/>
                </a:lnTo>
                <a:lnTo>
                  <a:pt x="708807" y="264901"/>
                </a:lnTo>
                <a:lnTo>
                  <a:pt x="710997" y="267088"/>
                </a:lnTo>
                <a:lnTo>
                  <a:pt x="717567" y="269915"/>
                </a:lnTo>
                <a:lnTo>
                  <a:pt x="724137" y="269291"/>
                </a:lnTo>
                <a:lnTo>
                  <a:pt x="726327" y="269089"/>
                </a:lnTo>
                <a:lnTo>
                  <a:pt x="729246" y="265841"/>
                </a:lnTo>
                <a:lnTo>
                  <a:pt x="729976" y="266678"/>
                </a:lnTo>
                <a:lnTo>
                  <a:pt x="731436" y="265682"/>
                </a:lnTo>
                <a:lnTo>
                  <a:pt x="732166" y="267390"/>
                </a:lnTo>
                <a:lnTo>
                  <a:pt x="751876" y="265581"/>
                </a:lnTo>
                <a:lnTo>
                  <a:pt x="754066" y="269313"/>
                </a:lnTo>
                <a:lnTo>
                  <a:pt x="754796" y="267908"/>
                </a:lnTo>
                <a:lnTo>
                  <a:pt x="759175" y="269536"/>
                </a:lnTo>
                <a:lnTo>
                  <a:pt x="762825" y="271402"/>
                </a:lnTo>
                <a:lnTo>
                  <a:pt x="766475" y="270688"/>
                </a:lnTo>
                <a:lnTo>
                  <a:pt x="776695" y="270690"/>
                </a:lnTo>
                <a:lnTo>
                  <a:pt x="777425" y="268158"/>
                </a:lnTo>
                <a:lnTo>
                  <a:pt x="779615" y="269327"/>
                </a:lnTo>
                <a:lnTo>
                  <a:pt x="781805" y="270992"/>
                </a:lnTo>
                <a:lnTo>
                  <a:pt x="782535" y="269580"/>
                </a:lnTo>
                <a:lnTo>
                  <a:pt x="785454" y="267404"/>
                </a:lnTo>
                <a:lnTo>
                  <a:pt x="787644" y="271865"/>
                </a:lnTo>
                <a:lnTo>
                  <a:pt x="789104" y="271292"/>
                </a:lnTo>
                <a:lnTo>
                  <a:pt x="789834" y="269909"/>
                </a:lnTo>
                <a:lnTo>
                  <a:pt x="792024" y="271316"/>
                </a:lnTo>
                <a:lnTo>
                  <a:pt x="794214" y="273183"/>
                </a:lnTo>
                <a:lnTo>
                  <a:pt x="794944" y="272202"/>
                </a:lnTo>
                <a:lnTo>
                  <a:pt x="797134" y="270687"/>
                </a:lnTo>
                <a:lnTo>
                  <a:pt x="797864" y="272098"/>
                </a:lnTo>
                <a:lnTo>
                  <a:pt x="800054" y="270670"/>
                </a:lnTo>
                <a:lnTo>
                  <a:pt x="802244" y="281546"/>
                </a:lnTo>
                <a:lnTo>
                  <a:pt x="805164" y="277823"/>
                </a:lnTo>
                <a:lnTo>
                  <a:pt x="810274" y="288926"/>
                </a:lnTo>
                <a:lnTo>
                  <a:pt x="811004" y="288295"/>
                </a:lnTo>
                <a:lnTo>
                  <a:pt x="811734" y="292518"/>
                </a:lnTo>
                <a:lnTo>
                  <a:pt x="813193" y="289739"/>
                </a:lnTo>
                <a:lnTo>
                  <a:pt x="814653" y="289829"/>
                </a:lnTo>
                <a:lnTo>
                  <a:pt x="816113" y="293837"/>
                </a:lnTo>
                <a:lnTo>
                  <a:pt x="817573" y="292936"/>
                </a:lnTo>
                <a:lnTo>
                  <a:pt x="819763" y="292120"/>
                </a:lnTo>
                <a:lnTo>
                  <a:pt x="821223" y="288638"/>
                </a:lnTo>
                <a:lnTo>
                  <a:pt x="822683" y="292223"/>
                </a:lnTo>
                <a:lnTo>
                  <a:pt x="823413" y="291498"/>
                </a:lnTo>
                <a:lnTo>
                  <a:pt x="824143" y="294297"/>
                </a:lnTo>
                <a:lnTo>
                  <a:pt x="828523" y="300403"/>
                </a:lnTo>
                <a:lnTo>
                  <a:pt x="831443" y="308493"/>
                </a:lnTo>
                <a:lnTo>
                  <a:pt x="832173" y="307685"/>
                </a:lnTo>
                <a:lnTo>
                  <a:pt x="833633" y="311015"/>
                </a:lnTo>
                <a:lnTo>
                  <a:pt x="835093" y="309751"/>
                </a:lnTo>
                <a:lnTo>
                  <a:pt x="835823" y="309134"/>
                </a:lnTo>
                <a:lnTo>
                  <a:pt x="836553" y="311613"/>
                </a:lnTo>
                <a:lnTo>
                  <a:pt x="838013" y="317491"/>
                </a:lnTo>
                <a:lnTo>
                  <a:pt x="839473" y="314706"/>
                </a:lnTo>
                <a:lnTo>
                  <a:pt x="842392" y="319594"/>
                </a:lnTo>
                <a:lnTo>
                  <a:pt x="843852" y="318440"/>
                </a:lnTo>
                <a:lnTo>
                  <a:pt x="846772" y="319705"/>
                </a:lnTo>
                <a:lnTo>
                  <a:pt x="847502" y="320457"/>
                </a:lnTo>
                <a:lnTo>
                  <a:pt x="848232" y="318393"/>
                </a:lnTo>
                <a:lnTo>
                  <a:pt x="850422" y="318245"/>
                </a:lnTo>
                <a:lnTo>
                  <a:pt x="851882" y="323793"/>
                </a:lnTo>
                <a:lnTo>
                  <a:pt x="853342" y="321388"/>
                </a:lnTo>
                <a:lnTo>
                  <a:pt x="854802" y="316584"/>
                </a:lnTo>
                <a:lnTo>
                  <a:pt x="856992" y="319729"/>
                </a:lnTo>
                <a:lnTo>
                  <a:pt x="859182" y="319548"/>
                </a:lnTo>
                <a:lnTo>
                  <a:pt x="862832" y="323396"/>
                </a:lnTo>
                <a:lnTo>
                  <a:pt x="866482" y="319978"/>
                </a:lnTo>
                <a:lnTo>
                  <a:pt x="867942" y="320150"/>
                </a:lnTo>
                <a:lnTo>
                  <a:pt x="869402" y="324222"/>
                </a:lnTo>
                <a:lnTo>
                  <a:pt x="870861" y="321787"/>
                </a:lnTo>
                <a:lnTo>
                  <a:pt x="873781" y="318331"/>
                </a:lnTo>
                <a:lnTo>
                  <a:pt x="874511" y="318999"/>
                </a:lnTo>
                <a:lnTo>
                  <a:pt x="878161" y="328790"/>
                </a:lnTo>
                <a:lnTo>
                  <a:pt x="878891" y="328117"/>
                </a:lnTo>
                <a:lnTo>
                  <a:pt x="883271" y="331711"/>
                </a:lnTo>
                <a:lnTo>
                  <a:pt x="884001" y="329790"/>
                </a:lnTo>
                <a:lnTo>
                  <a:pt x="884731" y="327937"/>
                </a:lnTo>
                <a:lnTo>
                  <a:pt x="885461" y="331333"/>
                </a:lnTo>
                <a:lnTo>
                  <a:pt x="886191" y="330176"/>
                </a:lnTo>
                <a:lnTo>
                  <a:pt x="890571" y="326014"/>
                </a:lnTo>
                <a:lnTo>
                  <a:pt x="895681" y="324469"/>
                </a:lnTo>
                <a:lnTo>
                  <a:pt x="897871" y="323598"/>
                </a:lnTo>
                <a:lnTo>
                  <a:pt x="902250" y="321876"/>
                </a:lnTo>
                <a:lnTo>
                  <a:pt x="902980" y="323237"/>
                </a:lnTo>
                <a:lnTo>
                  <a:pt x="904440" y="321443"/>
                </a:lnTo>
                <a:lnTo>
                  <a:pt x="908090" y="318447"/>
                </a:lnTo>
                <a:lnTo>
                  <a:pt x="911740" y="320805"/>
                </a:lnTo>
                <a:lnTo>
                  <a:pt x="914660" y="320980"/>
                </a:lnTo>
                <a:lnTo>
                  <a:pt x="920500" y="323274"/>
                </a:lnTo>
                <a:lnTo>
                  <a:pt x="927800" y="326853"/>
                </a:lnTo>
                <a:lnTo>
                  <a:pt x="935099" y="320903"/>
                </a:lnTo>
                <a:lnTo>
                  <a:pt x="938749" y="318186"/>
                </a:lnTo>
                <a:lnTo>
                  <a:pt x="944589" y="312893"/>
                </a:lnTo>
                <a:lnTo>
                  <a:pt x="948239" y="306710"/>
                </a:lnTo>
                <a:lnTo>
                  <a:pt x="951159" y="301168"/>
                </a:lnTo>
                <a:lnTo>
                  <a:pt x="967218" y="266088"/>
                </a:lnTo>
                <a:lnTo>
                  <a:pt x="969408" y="264868"/>
                </a:lnTo>
                <a:lnTo>
                  <a:pt x="970868" y="262752"/>
                </a:lnTo>
                <a:lnTo>
                  <a:pt x="972328" y="264492"/>
                </a:lnTo>
                <a:lnTo>
                  <a:pt x="976708" y="264262"/>
                </a:lnTo>
                <a:lnTo>
                  <a:pt x="990577" y="270374"/>
                </a:lnTo>
                <a:lnTo>
                  <a:pt x="1001527" y="276945"/>
                </a:lnTo>
                <a:lnTo>
                  <a:pt x="1002257" y="275488"/>
                </a:lnTo>
                <a:lnTo>
                  <a:pt x="1004447" y="276848"/>
                </a:lnTo>
                <a:lnTo>
                  <a:pt x="1007367" y="277810"/>
                </a:lnTo>
                <a:lnTo>
                  <a:pt x="1008827" y="276001"/>
                </a:lnTo>
                <a:lnTo>
                  <a:pt x="1010287" y="277930"/>
                </a:lnTo>
                <a:lnTo>
                  <a:pt x="1012477" y="277891"/>
                </a:lnTo>
                <a:lnTo>
                  <a:pt x="1015396" y="273788"/>
                </a:lnTo>
                <a:lnTo>
                  <a:pt x="1016126" y="275126"/>
                </a:lnTo>
                <a:lnTo>
                  <a:pt x="1018316" y="273519"/>
                </a:lnTo>
                <a:lnTo>
                  <a:pt x="1022696" y="269128"/>
                </a:lnTo>
                <a:lnTo>
                  <a:pt x="1029266" y="261804"/>
                </a:lnTo>
                <a:lnTo>
                  <a:pt x="1029996" y="265401"/>
                </a:lnTo>
                <a:lnTo>
                  <a:pt x="1031456" y="263473"/>
                </a:lnTo>
                <a:lnTo>
                  <a:pt x="1037296" y="243135"/>
                </a:lnTo>
                <a:lnTo>
                  <a:pt x="1050436" y="216777"/>
                </a:lnTo>
                <a:lnTo>
                  <a:pt x="1051896" y="219743"/>
                </a:lnTo>
                <a:lnTo>
                  <a:pt x="1052626" y="219809"/>
                </a:lnTo>
                <a:lnTo>
                  <a:pt x="1054816" y="231335"/>
                </a:lnTo>
                <a:lnTo>
                  <a:pt x="1055546" y="227277"/>
                </a:lnTo>
                <a:lnTo>
                  <a:pt x="1057006" y="219951"/>
                </a:lnTo>
                <a:lnTo>
                  <a:pt x="1057736" y="223517"/>
                </a:lnTo>
                <a:lnTo>
                  <a:pt x="1058466" y="226051"/>
                </a:lnTo>
                <a:lnTo>
                  <a:pt x="1059926" y="224706"/>
                </a:lnTo>
                <a:lnTo>
                  <a:pt x="1060656" y="218453"/>
                </a:lnTo>
                <a:lnTo>
                  <a:pt x="1061386" y="224398"/>
                </a:lnTo>
                <a:lnTo>
                  <a:pt x="1065035" y="233945"/>
                </a:lnTo>
                <a:lnTo>
                  <a:pt x="1069415" y="232468"/>
                </a:lnTo>
                <a:lnTo>
                  <a:pt x="1070145" y="224690"/>
                </a:lnTo>
                <a:lnTo>
                  <a:pt x="1070875" y="233432"/>
                </a:lnTo>
                <a:lnTo>
                  <a:pt x="1071605" y="240804"/>
                </a:lnTo>
                <a:lnTo>
                  <a:pt x="1073795" y="239764"/>
                </a:lnTo>
                <a:lnTo>
                  <a:pt x="1074525" y="240230"/>
                </a:lnTo>
                <a:lnTo>
                  <a:pt x="1075255" y="236050"/>
                </a:lnTo>
                <a:lnTo>
                  <a:pt x="1075985" y="245046"/>
                </a:lnTo>
                <a:lnTo>
                  <a:pt x="1081825" y="268018"/>
                </a:lnTo>
                <a:lnTo>
                  <a:pt x="1082555" y="257820"/>
                </a:lnTo>
                <a:lnTo>
                  <a:pt x="1084015" y="268664"/>
                </a:lnTo>
                <a:lnTo>
                  <a:pt x="1087665" y="290678"/>
                </a:lnTo>
                <a:lnTo>
                  <a:pt x="1088395" y="289412"/>
                </a:lnTo>
                <a:lnTo>
                  <a:pt x="1092775" y="318009"/>
                </a:lnTo>
                <a:lnTo>
                  <a:pt x="1093504" y="323747"/>
                </a:lnTo>
                <a:lnTo>
                  <a:pt x="1094964" y="318400"/>
                </a:lnTo>
                <a:lnTo>
                  <a:pt x="1095694" y="319222"/>
                </a:lnTo>
                <a:lnTo>
                  <a:pt x="1096424" y="318001"/>
                </a:lnTo>
                <a:lnTo>
                  <a:pt x="1100804" y="336376"/>
                </a:lnTo>
                <a:lnTo>
                  <a:pt x="1102264" y="339442"/>
                </a:lnTo>
                <a:lnTo>
                  <a:pt x="1103724" y="345585"/>
                </a:lnTo>
                <a:lnTo>
                  <a:pt x="1104454" y="340131"/>
                </a:lnTo>
                <a:lnTo>
                  <a:pt x="1105184" y="339276"/>
                </a:lnTo>
                <a:lnTo>
                  <a:pt x="1105914" y="342420"/>
                </a:lnTo>
                <a:lnTo>
                  <a:pt x="1108834" y="349876"/>
                </a:lnTo>
                <a:lnTo>
                  <a:pt x="1111024" y="344151"/>
                </a:lnTo>
                <a:lnTo>
                  <a:pt x="1111754" y="347503"/>
                </a:lnTo>
                <a:lnTo>
                  <a:pt x="1114674" y="361683"/>
                </a:lnTo>
                <a:lnTo>
                  <a:pt x="1115404" y="353911"/>
                </a:lnTo>
                <a:lnTo>
                  <a:pt x="1116864" y="351961"/>
                </a:lnTo>
                <a:lnTo>
                  <a:pt x="1121244" y="370285"/>
                </a:lnTo>
                <a:lnTo>
                  <a:pt x="1121974" y="362096"/>
                </a:lnTo>
                <a:lnTo>
                  <a:pt x="1123433" y="370116"/>
                </a:lnTo>
                <a:lnTo>
                  <a:pt x="1124893" y="371317"/>
                </a:lnTo>
                <a:lnTo>
                  <a:pt x="1126353" y="363812"/>
                </a:lnTo>
                <a:lnTo>
                  <a:pt x="1131463" y="384606"/>
                </a:lnTo>
                <a:lnTo>
                  <a:pt x="1132923" y="382037"/>
                </a:lnTo>
                <a:lnTo>
                  <a:pt x="1133653" y="386187"/>
                </a:lnTo>
                <a:lnTo>
                  <a:pt x="1135843" y="384782"/>
                </a:lnTo>
                <a:lnTo>
                  <a:pt x="1136573" y="390414"/>
                </a:lnTo>
                <a:lnTo>
                  <a:pt x="1138763" y="385285"/>
                </a:lnTo>
                <a:lnTo>
                  <a:pt x="1139493" y="392347"/>
                </a:lnTo>
                <a:lnTo>
                  <a:pt x="1140223" y="382594"/>
                </a:lnTo>
                <a:lnTo>
                  <a:pt x="1141683" y="388600"/>
                </a:lnTo>
                <a:lnTo>
                  <a:pt x="1143143" y="386086"/>
                </a:lnTo>
                <a:lnTo>
                  <a:pt x="1144603" y="393962"/>
                </a:lnTo>
                <a:lnTo>
                  <a:pt x="1145333" y="386629"/>
                </a:lnTo>
                <a:lnTo>
                  <a:pt x="1146793" y="387261"/>
                </a:lnTo>
                <a:lnTo>
                  <a:pt x="1148983" y="392253"/>
                </a:lnTo>
                <a:lnTo>
                  <a:pt x="1149713" y="391316"/>
                </a:lnTo>
                <a:lnTo>
                  <a:pt x="1150443" y="390298"/>
                </a:lnTo>
                <a:lnTo>
                  <a:pt x="1151902" y="392220"/>
                </a:lnTo>
                <a:lnTo>
                  <a:pt x="1153362" y="391907"/>
                </a:lnTo>
                <a:lnTo>
                  <a:pt x="1156282" y="383831"/>
                </a:lnTo>
                <a:lnTo>
                  <a:pt x="1157012" y="395745"/>
                </a:lnTo>
                <a:lnTo>
                  <a:pt x="1158472" y="384796"/>
                </a:lnTo>
                <a:lnTo>
                  <a:pt x="1159932" y="390835"/>
                </a:lnTo>
                <a:lnTo>
                  <a:pt x="1162122" y="389480"/>
                </a:lnTo>
                <a:lnTo>
                  <a:pt x="1163582" y="392319"/>
                </a:lnTo>
                <a:lnTo>
                  <a:pt x="1167962" y="377823"/>
                </a:lnTo>
                <a:lnTo>
                  <a:pt x="1172342" y="395920"/>
                </a:lnTo>
                <a:lnTo>
                  <a:pt x="1174532" y="382020"/>
                </a:lnTo>
                <a:lnTo>
                  <a:pt x="1175992" y="389913"/>
                </a:lnTo>
                <a:lnTo>
                  <a:pt x="1176722" y="390915"/>
                </a:lnTo>
                <a:lnTo>
                  <a:pt x="1177452" y="388432"/>
                </a:lnTo>
                <a:lnTo>
                  <a:pt x="1181831" y="379646"/>
                </a:lnTo>
                <a:lnTo>
                  <a:pt x="1184021" y="391157"/>
                </a:lnTo>
                <a:lnTo>
                  <a:pt x="1184751" y="382636"/>
                </a:lnTo>
                <a:lnTo>
                  <a:pt x="1185481" y="377316"/>
                </a:lnTo>
                <a:lnTo>
                  <a:pt x="1186941" y="386013"/>
                </a:lnTo>
                <a:lnTo>
                  <a:pt x="1189131" y="373714"/>
                </a:lnTo>
                <a:lnTo>
                  <a:pt x="1189861" y="379182"/>
                </a:lnTo>
                <a:lnTo>
                  <a:pt x="1192051" y="389501"/>
                </a:lnTo>
                <a:lnTo>
                  <a:pt x="1192781" y="388145"/>
                </a:lnTo>
                <a:lnTo>
                  <a:pt x="1201541" y="379952"/>
                </a:lnTo>
                <a:lnTo>
                  <a:pt x="1203001" y="382862"/>
                </a:lnTo>
                <a:lnTo>
                  <a:pt x="1205921" y="392294"/>
                </a:lnTo>
                <a:lnTo>
                  <a:pt x="1206651" y="392044"/>
                </a:lnTo>
                <a:lnTo>
                  <a:pt x="1212490" y="394752"/>
                </a:lnTo>
                <a:lnTo>
                  <a:pt x="1213220" y="396133"/>
                </a:lnTo>
                <a:lnTo>
                  <a:pt x="1214680" y="394301"/>
                </a:lnTo>
                <a:lnTo>
                  <a:pt x="1215410" y="392624"/>
                </a:lnTo>
                <a:lnTo>
                  <a:pt x="1219060" y="401917"/>
                </a:lnTo>
                <a:lnTo>
                  <a:pt x="1221250" y="397617"/>
                </a:lnTo>
                <a:lnTo>
                  <a:pt x="1220520" y="404853"/>
                </a:lnTo>
                <a:lnTo>
                  <a:pt x="1221980" y="399676"/>
                </a:lnTo>
                <a:lnTo>
                  <a:pt x="1225630" y="408576"/>
                </a:lnTo>
                <a:lnTo>
                  <a:pt x="1230010" y="400101"/>
                </a:lnTo>
                <a:lnTo>
                  <a:pt x="1230740" y="401338"/>
                </a:lnTo>
                <a:lnTo>
                  <a:pt x="1234390" y="409747"/>
                </a:lnTo>
                <a:lnTo>
                  <a:pt x="1235850" y="402643"/>
                </a:lnTo>
                <a:lnTo>
                  <a:pt x="1236580" y="404387"/>
                </a:lnTo>
                <a:lnTo>
                  <a:pt x="1238769" y="418972"/>
                </a:lnTo>
                <a:lnTo>
                  <a:pt x="1239499" y="411970"/>
                </a:lnTo>
                <a:lnTo>
                  <a:pt x="1240959" y="408018"/>
                </a:lnTo>
                <a:lnTo>
                  <a:pt x="1241689" y="413383"/>
                </a:lnTo>
                <a:lnTo>
                  <a:pt x="1245339" y="409991"/>
                </a:lnTo>
                <a:lnTo>
                  <a:pt x="1248989" y="412339"/>
                </a:lnTo>
                <a:lnTo>
                  <a:pt x="1252639" y="410365"/>
                </a:lnTo>
                <a:lnTo>
                  <a:pt x="1254829" y="416243"/>
                </a:lnTo>
                <a:lnTo>
                  <a:pt x="1255559" y="414630"/>
                </a:lnTo>
                <a:lnTo>
                  <a:pt x="1256289" y="413598"/>
                </a:lnTo>
                <a:lnTo>
                  <a:pt x="1257019" y="415937"/>
                </a:lnTo>
                <a:lnTo>
                  <a:pt x="1258479" y="418194"/>
                </a:lnTo>
                <a:lnTo>
                  <a:pt x="1259209" y="414744"/>
                </a:lnTo>
                <a:lnTo>
                  <a:pt x="1259939" y="412604"/>
                </a:lnTo>
                <a:lnTo>
                  <a:pt x="1260669" y="417739"/>
                </a:lnTo>
                <a:lnTo>
                  <a:pt x="1261399" y="418621"/>
                </a:lnTo>
                <a:lnTo>
                  <a:pt x="1262129" y="415193"/>
                </a:lnTo>
                <a:lnTo>
                  <a:pt x="1262859" y="418482"/>
                </a:lnTo>
                <a:lnTo>
                  <a:pt x="1264319" y="423045"/>
                </a:lnTo>
                <a:lnTo>
                  <a:pt x="1265049" y="418664"/>
                </a:lnTo>
                <a:lnTo>
                  <a:pt x="1267238" y="417467"/>
                </a:lnTo>
                <a:lnTo>
                  <a:pt x="1268698" y="422154"/>
                </a:lnTo>
                <a:lnTo>
                  <a:pt x="1270158" y="421193"/>
                </a:lnTo>
                <a:lnTo>
                  <a:pt x="1272348" y="419785"/>
                </a:lnTo>
                <a:lnTo>
                  <a:pt x="1275998" y="426415"/>
                </a:lnTo>
                <a:lnTo>
                  <a:pt x="1276728" y="426327"/>
                </a:lnTo>
                <a:lnTo>
                  <a:pt x="1277458" y="429829"/>
                </a:lnTo>
                <a:lnTo>
                  <a:pt x="1278918" y="428082"/>
                </a:lnTo>
                <a:lnTo>
                  <a:pt x="1279648" y="426751"/>
                </a:lnTo>
                <a:lnTo>
                  <a:pt x="1281108" y="429172"/>
                </a:lnTo>
                <a:lnTo>
                  <a:pt x="1284028" y="432544"/>
                </a:lnTo>
                <a:lnTo>
                  <a:pt x="1285488" y="427620"/>
                </a:lnTo>
                <a:lnTo>
                  <a:pt x="1286948" y="428973"/>
                </a:lnTo>
                <a:lnTo>
                  <a:pt x="1287678" y="435509"/>
                </a:lnTo>
                <a:lnTo>
                  <a:pt x="1289138" y="432606"/>
                </a:lnTo>
                <a:lnTo>
                  <a:pt x="1290598" y="426484"/>
                </a:lnTo>
                <a:lnTo>
                  <a:pt x="1292058" y="432415"/>
                </a:lnTo>
                <a:lnTo>
                  <a:pt x="1293518" y="430146"/>
                </a:lnTo>
                <a:lnTo>
                  <a:pt x="1294978" y="426776"/>
                </a:lnTo>
                <a:lnTo>
                  <a:pt x="1295707" y="428992"/>
                </a:lnTo>
                <a:lnTo>
                  <a:pt x="1301547" y="443812"/>
                </a:lnTo>
                <a:lnTo>
                  <a:pt x="1303007" y="435905"/>
                </a:lnTo>
                <a:lnTo>
                  <a:pt x="1303737" y="440157"/>
                </a:lnTo>
                <a:lnTo>
                  <a:pt x="1307387" y="445892"/>
                </a:lnTo>
                <a:lnTo>
                  <a:pt x="1308117" y="447581"/>
                </a:lnTo>
                <a:lnTo>
                  <a:pt x="1309577" y="436973"/>
                </a:lnTo>
                <a:lnTo>
                  <a:pt x="1311037" y="444464"/>
                </a:lnTo>
                <a:lnTo>
                  <a:pt x="1311767" y="448348"/>
                </a:lnTo>
                <a:lnTo>
                  <a:pt x="1313227" y="442227"/>
                </a:lnTo>
                <a:lnTo>
                  <a:pt x="1317607" y="451335"/>
                </a:lnTo>
                <a:lnTo>
                  <a:pt x="1320527" y="434953"/>
                </a:lnTo>
                <a:lnTo>
                  <a:pt x="1323447" y="442532"/>
                </a:lnTo>
                <a:lnTo>
                  <a:pt x="1324906" y="432603"/>
                </a:lnTo>
                <a:lnTo>
                  <a:pt x="1326366" y="436757"/>
                </a:lnTo>
                <a:lnTo>
                  <a:pt x="1329286" y="443614"/>
                </a:lnTo>
                <a:lnTo>
                  <a:pt x="1332206" y="437663"/>
                </a:lnTo>
                <a:lnTo>
                  <a:pt x="1332936" y="438905"/>
                </a:lnTo>
                <a:lnTo>
                  <a:pt x="1334396" y="443258"/>
                </a:lnTo>
                <a:lnTo>
                  <a:pt x="1335126" y="437974"/>
                </a:lnTo>
                <a:lnTo>
                  <a:pt x="1335856" y="433235"/>
                </a:lnTo>
                <a:lnTo>
                  <a:pt x="1337316" y="438295"/>
                </a:lnTo>
                <a:lnTo>
                  <a:pt x="1338776" y="436480"/>
                </a:lnTo>
                <a:lnTo>
                  <a:pt x="1339506" y="440996"/>
                </a:lnTo>
                <a:lnTo>
                  <a:pt x="1340236" y="433893"/>
                </a:lnTo>
                <a:lnTo>
                  <a:pt x="1340966" y="429693"/>
                </a:lnTo>
                <a:lnTo>
                  <a:pt x="1341696" y="432826"/>
                </a:lnTo>
                <a:lnTo>
                  <a:pt x="1343156" y="441417"/>
                </a:lnTo>
                <a:lnTo>
                  <a:pt x="1343886" y="438161"/>
                </a:lnTo>
                <a:lnTo>
                  <a:pt x="1347536" y="433515"/>
                </a:lnTo>
                <a:lnTo>
                  <a:pt x="1351916" y="437012"/>
                </a:lnTo>
                <a:lnTo>
                  <a:pt x="1353375" y="438107"/>
                </a:lnTo>
                <a:lnTo>
                  <a:pt x="1354105" y="435250"/>
                </a:lnTo>
                <a:lnTo>
                  <a:pt x="1356295" y="436311"/>
                </a:lnTo>
                <a:lnTo>
                  <a:pt x="1359945" y="442592"/>
                </a:lnTo>
                <a:lnTo>
                  <a:pt x="1357755" y="435173"/>
                </a:lnTo>
                <a:lnTo>
                  <a:pt x="1360675" y="441831"/>
                </a:lnTo>
                <a:lnTo>
                  <a:pt x="1365055" y="427120"/>
                </a:lnTo>
                <a:lnTo>
                  <a:pt x="1366515" y="434879"/>
                </a:lnTo>
                <a:lnTo>
                  <a:pt x="1368705" y="430712"/>
                </a:lnTo>
                <a:lnTo>
                  <a:pt x="1370895" y="430764"/>
                </a:lnTo>
                <a:lnTo>
                  <a:pt x="1372355" y="434854"/>
                </a:lnTo>
                <a:lnTo>
                  <a:pt x="1373815" y="425080"/>
                </a:lnTo>
                <a:lnTo>
                  <a:pt x="1375275" y="427809"/>
                </a:lnTo>
                <a:lnTo>
                  <a:pt x="1376005" y="428047"/>
                </a:lnTo>
                <a:lnTo>
                  <a:pt x="1376735" y="434774"/>
                </a:lnTo>
                <a:lnTo>
                  <a:pt x="1378195" y="434416"/>
                </a:lnTo>
                <a:lnTo>
                  <a:pt x="1381115" y="427490"/>
                </a:lnTo>
                <a:lnTo>
                  <a:pt x="1381844" y="427619"/>
                </a:lnTo>
                <a:lnTo>
                  <a:pt x="1386954" y="444621"/>
                </a:lnTo>
                <a:lnTo>
                  <a:pt x="1388414" y="454663"/>
                </a:lnTo>
                <a:lnTo>
                  <a:pt x="1390604" y="485707"/>
                </a:lnTo>
                <a:lnTo>
                  <a:pt x="1392794" y="482881"/>
                </a:lnTo>
                <a:lnTo>
                  <a:pt x="1397904" y="508917"/>
                </a:lnTo>
                <a:lnTo>
                  <a:pt x="1403014" y="536124"/>
                </a:lnTo>
                <a:lnTo>
                  <a:pt x="1403744" y="530374"/>
                </a:lnTo>
                <a:lnTo>
                  <a:pt x="1404474" y="540300"/>
                </a:lnTo>
                <a:lnTo>
                  <a:pt x="1408854" y="567215"/>
                </a:lnTo>
                <a:lnTo>
                  <a:pt x="1409584" y="564339"/>
                </a:lnTo>
                <a:lnTo>
                  <a:pt x="1410314" y="566832"/>
                </a:lnTo>
                <a:lnTo>
                  <a:pt x="1415423" y="600629"/>
                </a:lnTo>
                <a:lnTo>
                  <a:pt x="1416883" y="596102"/>
                </a:lnTo>
                <a:lnTo>
                  <a:pt x="1423453" y="631654"/>
                </a:lnTo>
                <a:lnTo>
                  <a:pt x="1424913" y="641427"/>
                </a:lnTo>
                <a:lnTo>
                  <a:pt x="1428563" y="665279"/>
                </a:lnTo>
                <a:lnTo>
                  <a:pt x="1432943" y="682016"/>
                </a:lnTo>
                <a:lnTo>
                  <a:pt x="1446812" y="763722"/>
                </a:lnTo>
                <a:lnTo>
                  <a:pt x="1448272" y="761916"/>
                </a:lnTo>
                <a:lnTo>
                  <a:pt x="1459952" y="822248"/>
                </a:lnTo>
                <a:lnTo>
                  <a:pt x="1461412" y="819979"/>
                </a:lnTo>
                <a:lnTo>
                  <a:pt x="1476011" y="892146"/>
                </a:lnTo>
                <a:lnTo>
                  <a:pt x="1476742" y="891318"/>
                </a:lnTo>
                <a:lnTo>
                  <a:pt x="1485502" y="932437"/>
                </a:lnTo>
                <a:lnTo>
                  <a:pt x="1486232" y="931787"/>
                </a:lnTo>
                <a:lnTo>
                  <a:pt x="1493531" y="962236"/>
                </a:lnTo>
                <a:lnTo>
                  <a:pt x="1496451" y="975427"/>
                </a:lnTo>
                <a:lnTo>
                  <a:pt x="1500831" y="985884"/>
                </a:lnTo>
                <a:lnTo>
                  <a:pt x="1511051" y="1025351"/>
                </a:lnTo>
                <a:lnTo>
                  <a:pt x="1511781" y="1024177"/>
                </a:lnTo>
                <a:lnTo>
                  <a:pt x="1512511" y="1023603"/>
                </a:lnTo>
                <a:lnTo>
                  <a:pt x="1513971" y="1030754"/>
                </a:lnTo>
                <a:lnTo>
                  <a:pt x="1515431" y="1027097"/>
                </a:lnTo>
                <a:lnTo>
                  <a:pt x="1516891" y="1028833"/>
                </a:lnTo>
                <a:lnTo>
                  <a:pt x="1519810" y="1036742"/>
                </a:lnTo>
                <a:lnTo>
                  <a:pt x="1520540" y="1035433"/>
                </a:lnTo>
                <a:lnTo>
                  <a:pt x="1527110" y="1046481"/>
                </a:lnTo>
                <a:lnTo>
                  <a:pt x="1538790" y="1063172"/>
                </a:lnTo>
                <a:lnTo>
                  <a:pt x="1540250" y="1064878"/>
                </a:lnTo>
                <a:lnTo>
                  <a:pt x="1541710" y="1058300"/>
                </a:lnTo>
                <a:lnTo>
                  <a:pt x="1545360" y="1068189"/>
                </a:lnTo>
                <a:lnTo>
                  <a:pt x="1546819" y="1060861"/>
                </a:lnTo>
                <a:lnTo>
                  <a:pt x="1548279" y="1064521"/>
                </a:lnTo>
                <a:lnTo>
                  <a:pt x="1549009" y="1063801"/>
                </a:lnTo>
                <a:lnTo>
                  <a:pt x="1554849" y="1035690"/>
                </a:lnTo>
                <a:lnTo>
                  <a:pt x="1556309" y="1038265"/>
                </a:lnTo>
                <a:lnTo>
                  <a:pt x="1557769" y="1035853"/>
                </a:lnTo>
                <a:lnTo>
                  <a:pt x="1563609" y="964558"/>
                </a:lnTo>
                <a:lnTo>
                  <a:pt x="1566529" y="797779"/>
                </a:lnTo>
                <a:lnTo>
                  <a:pt x="1574559" y="337550"/>
                </a:lnTo>
                <a:lnTo>
                  <a:pt x="1578938" y="283126"/>
                </a:lnTo>
                <a:lnTo>
                  <a:pt x="1580398" y="290189"/>
                </a:lnTo>
                <a:lnTo>
                  <a:pt x="1581128" y="284453"/>
                </a:lnTo>
                <a:lnTo>
                  <a:pt x="1584048" y="249272"/>
                </a:lnTo>
                <a:lnTo>
                  <a:pt x="1585508" y="256720"/>
                </a:lnTo>
                <a:lnTo>
                  <a:pt x="1587698" y="235194"/>
                </a:lnTo>
                <a:lnTo>
                  <a:pt x="1588428" y="242464"/>
                </a:lnTo>
                <a:lnTo>
                  <a:pt x="1591348" y="229830"/>
                </a:lnTo>
                <a:lnTo>
                  <a:pt x="1592078" y="251329"/>
                </a:lnTo>
                <a:lnTo>
                  <a:pt x="1593538" y="230503"/>
                </a:lnTo>
                <a:lnTo>
                  <a:pt x="1594998" y="219120"/>
                </a:lnTo>
                <a:lnTo>
                  <a:pt x="1596458" y="222885"/>
                </a:lnTo>
                <a:lnTo>
                  <a:pt x="1597918" y="223997"/>
                </a:lnTo>
                <a:lnTo>
                  <a:pt x="1599378" y="212067"/>
                </a:lnTo>
                <a:lnTo>
                  <a:pt x="1600108" y="231856"/>
                </a:lnTo>
                <a:lnTo>
                  <a:pt x="1601568" y="218083"/>
                </a:lnTo>
                <a:lnTo>
                  <a:pt x="1606677" y="205774"/>
                </a:lnTo>
                <a:lnTo>
                  <a:pt x="1613247" y="215759"/>
                </a:lnTo>
                <a:lnTo>
                  <a:pt x="1613977" y="215808"/>
                </a:lnTo>
                <a:lnTo>
                  <a:pt x="1618357" y="235388"/>
                </a:lnTo>
                <a:lnTo>
                  <a:pt x="1619087" y="234509"/>
                </a:lnTo>
                <a:lnTo>
                  <a:pt x="1619817" y="231630"/>
                </a:lnTo>
                <a:lnTo>
                  <a:pt x="1620547" y="236912"/>
                </a:lnTo>
                <a:lnTo>
                  <a:pt x="1621277" y="236139"/>
                </a:lnTo>
                <a:lnTo>
                  <a:pt x="1628577" y="257649"/>
                </a:lnTo>
                <a:lnTo>
                  <a:pt x="1630767" y="256417"/>
                </a:lnTo>
                <a:lnTo>
                  <a:pt x="1633686" y="257386"/>
                </a:lnTo>
                <a:lnTo>
                  <a:pt x="1635876" y="250897"/>
                </a:lnTo>
                <a:lnTo>
                  <a:pt x="1636606" y="255282"/>
                </a:lnTo>
                <a:lnTo>
                  <a:pt x="1637336" y="255692"/>
                </a:lnTo>
                <a:lnTo>
                  <a:pt x="1639526" y="248779"/>
                </a:lnTo>
                <a:lnTo>
                  <a:pt x="1640986" y="258983"/>
                </a:lnTo>
                <a:lnTo>
                  <a:pt x="1641716" y="254682"/>
                </a:lnTo>
                <a:lnTo>
                  <a:pt x="1642446" y="250581"/>
                </a:lnTo>
                <a:lnTo>
                  <a:pt x="1643906" y="254241"/>
                </a:lnTo>
                <a:lnTo>
                  <a:pt x="1644636" y="254024"/>
                </a:lnTo>
                <a:lnTo>
                  <a:pt x="1646096" y="242975"/>
                </a:lnTo>
                <a:lnTo>
                  <a:pt x="1646826" y="249761"/>
                </a:lnTo>
                <a:lnTo>
                  <a:pt x="1647556" y="257251"/>
                </a:lnTo>
                <a:lnTo>
                  <a:pt x="1648286" y="246276"/>
                </a:lnTo>
                <a:lnTo>
                  <a:pt x="1649016" y="244848"/>
                </a:lnTo>
                <a:lnTo>
                  <a:pt x="1649746" y="246195"/>
                </a:lnTo>
                <a:lnTo>
                  <a:pt x="1650476" y="249823"/>
                </a:lnTo>
                <a:lnTo>
                  <a:pt x="1651206" y="239592"/>
                </a:lnTo>
                <a:lnTo>
                  <a:pt x="1651936" y="244719"/>
                </a:lnTo>
                <a:lnTo>
                  <a:pt x="1653396" y="260869"/>
                </a:lnTo>
                <a:lnTo>
                  <a:pt x="1654126" y="242493"/>
                </a:lnTo>
                <a:lnTo>
                  <a:pt x="1655586" y="238162"/>
                </a:lnTo>
                <a:lnTo>
                  <a:pt x="1657046" y="239675"/>
                </a:lnTo>
                <a:lnTo>
                  <a:pt x="1657776" y="244357"/>
                </a:lnTo>
                <a:lnTo>
                  <a:pt x="1659236" y="238750"/>
                </a:lnTo>
                <a:lnTo>
                  <a:pt x="1664345" y="228420"/>
                </a:lnTo>
                <a:lnTo>
                  <a:pt x="1665805" y="249493"/>
                </a:lnTo>
                <a:lnTo>
                  <a:pt x="1666535" y="234955"/>
                </a:lnTo>
                <a:lnTo>
                  <a:pt x="1669455" y="214431"/>
                </a:lnTo>
                <a:lnTo>
                  <a:pt x="1670185" y="215864"/>
                </a:lnTo>
                <a:lnTo>
                  <a:pt x="1671645" y="219463"/>
                </a:lnTo>
                <a:lnTo>
                  <a:pt x="1672375" y="218481"/>
                </a:lnTo>
                <a:lnTo>
                  <a:pt x="1673105" y="212632"/>
                </a:lnTo>
                <a:lnTo>
                  <a:pt x="1674565" y="220084"/>
                </a:lnTo>
                <a:lnTo>
                  <a:pt x="1676755" y="215462"/>
                </a:lnTo>
                <a:lnTo>
                  <a:pt x="1678945" y="207515"/>
                </a:lnTo>
                <a:lnTo>
                  <a:pt x="1680405" y="208556"/>
                </a:lnTo>
                <a:lnTo>
                  <a:pt x="1681135" y="211534"/>
                </a:lnTo>
                <a:lnTo>
                  <a:pt x="1682595" y="206532"/>
                </a:lnTo>
                <a:lnTo>
                  <a:pt x="1692084" y="192442"/>
                </a:lnTo>
                <a:lnTo>
                  <a:pt x="1692814" y="193367"/>
                </a:lnTo>
                <a:lnTo>
                  <a:pt x="1695004" y="204553"/>
                </a:lnTo>
                <a:lnTo>
                  <a:pt x="1695734" y="202687"/>
                </a:lnTo>
                <a:lnTo>
                  <a:pt x="1697924" y="188840"/>
                </a:lnTo>
                <a:lnTo>
                  <a:pt x="1698654" y="190701"/>
                </a:lnTo>
                <a:lnTo>
                  <a:pt x="1700844" y="200478"/>
                </a:lnTo>
                <a:lnTo>
                  <a:pt x="1703034" y="199189"/>
                </a:lnTo>
                <a:lnTo>
                  <a:pt x="1703764" y="197624"/>
                </a:lnTo>
                <a:lnTo>
                  <a:pt x="1704494" y="199473"/>
                </a:lnTo>
                <a:lnTo>
                  <a:pt x="1706684" y="211157"/>
                </a:lnTo>
                <a:lnTo>
                  <a:pt x="1708144" y="207378"/>
                </a:lnTo>
                <a:lnTo>
                  <a:pt x="1708874" y="203636"/>
                </a:lnTo>
                <a:lnTo>
                  <a:pt x="1709604" y="211583"/>
                </a:lnTo>
                <a:lnTo>
                  <a:pt x="1711064" y="207765"/>
                </a:lnTo>
                <a:lnTo>
                  <a:pt x="1712524" y="211530"/>
                </a:lnTo>
                <a:lnTo>
                  <a:pt x="1713984" y="215137"/>
                </a:lnTo>
                <a:lnTo>
                  <a:pt x="1715444" y="213746"/>
                </a:lnTo>
                <a:lnTo>
                  <a:pt x="1718364" y="209249"/>
                </a:lnTo>
                <a:lnTo>
                  <a:pt x="1719094" y="215417"/>
                </a:lnTo>
                <a:lnTo>
                  <a:pt x="1720553" y="207869"/>
                </a:lnTo>
                <a:lnTo>
                  <a:pt x="1722013" y="202795"/>
                </a:lnTo>
                <a:lnTo>
                  <a:pt x="1722743" y="209772"/>
                </a:lnTo>
                <a:lnTo>
                  <a:pt x="1723473" y="205373"/>
                </a:lnTo>
                <a:lnTo>
                  <a:pt x="1730043" y="190933"/>
                </a:lnTo>
                <a:lnTo>
                  <a:pt x="1730773" y="192578"/>
                </a:lnTo>
                <a:lnTo>
                  <a:pt x="1731503" y="193729"/>
                </a:lnTo>
                <a:lnTo>
                  <a:pt x="1735883" y="177221"/>
                </a:lnTo>
                <a:lnTo>
                  <a:pt x="1737343" y="181674"/>
                </a:lnTo>
                <a:lnTo>
                  <a:pt x="1741723" y="161479"/>
                </a:lnTo>
                <a:lnTo>
                  <a:pt x="1742453" y="164404"/>
                </a:lnTo>
                <a:lnTo>
                  <a:pt x="1743183" y="162405"/>
                </a:lnTo>
                <a:lnTo>
                  <a:pt x="1747563" y="152308"/>
                </a:lnTo>
                <a:lnTo>
                  <a:pt x="1749752" y="144239"/>
                </a:lnTo>
                <a:lnTo>
                  <a:pt x="1753402" y="130707"/>
                </a:lnTo>
                <a:lnTo>
                  <a:pt x="1754132" y="136680"/>
                </a:lnTo>
                <a:lnTo>
                  <a:pt x="1755592" y="129689"/>
                </a:lnTo>
                <a:lnTo>
                  <a:pt x="1762892" y="106054"/>
                </a:lnTo>
                <a:lnTo>
                  <a:pt x="1763622" y="105392"/>
                </a:lnTo>
                <a:lnTo>
                  <a:pt x="1765082" y="94520"/>
                </a:lnTo>
                <a:lnTo>
                  <a:pt x="1766542" y="96212"/>
                </a:lnTo>
                <a:lnTo>
                  <a:pt x="1769462" y="92299"/>
                </a:lnTo>
                <a:lnTo>
                  <a:pt x="1774572" y="80050"/>
                </a:lnTo>
                <a:lnTo>
                  <a:pt x="1778221" y="74075"/>
                </a:lnTo>
                <a:lnTo>
                  <a:pt x="1776032" y="80942"/>
                </a:lnTo>
                <a:lnTo>
                  <a:pt x="1779681" y="76423"/>
                </a:lnTo>
                <a:lnTo>
                  <a:pt x="1780411" y="82229"/>
                </a:lnTo>
                <a:lnTo>
                  <a:pt x="1781141" y="79272"/>
                </a:lnTo>
                <a:lnTo>
                  <a:pt x="1784791" y="66845"/>
                </a:lnTo>
                <a:lnTo>
                  <a:pt x="1786251" y="72340"/>
                </a:lnTo>
                <a:lnTo>
                  <a:pt x="1786981" y="64283"/>
                </a:lnTo>
                <a:lnTo>
                  <a:pt x="1790631" y="70575"/>
                </a:lnTo>
                <a:lnTo>
                  <a:pt x="1792091" y="64168"/>
                </a:lnTo>
                <a:lnTo>
                  <a:pt x="1792821" y="64324"/>
                </a:lnTo>
                <a:lnTo>
                  <a:pt x="1793551" y="70001"/>
                </a:lnTo>
                <a:lnTo>
                  <a:pt x="1794281" y="65256"/>
                </a:lnTo>
                <a:lnTo>
                  <a:pt x="1795011" y="59837"/>
                </a:lnTo>
                <a:lnTo>
                  <a:pt x="1797201" y="62870"/>
                </a:lnTo>
                <a:lnTo>
                  <a:pt x="1801581" y="53111"/>
                </a:lnTo>
                <a:lnTo>
                  <a:pt x="1803771" y="63415"/>
                </a:lnTo>
                <a:lnTo>
                  <a:pt x="1804501" y="58887"/>
                </a:lnTo>
                <a:lnTo>
                  <a:pt x="1805961" y="49919"/>
                </a:lnTo>
                <a:lnTo>
                  <a:pt x="1806690" y="50385"/>
                </a:lnTo>
                <a:lnTo>
                  <a:pt x="1807420" y="57722"/>
                </a:lnTo>
                <a:lnTo>
                  <a:pt x="1808880" y="48704"/>
                </a:lnTo>
                <a:lnTo>
                  <a:pt x="1810340" y="56740"/>
                </a:lnTo>
                <a:lnTo>
                  <a:pt x="1811070" y="51313"/>
                </a:lnTo>
                <a:lnTo>
                  <a:pt x="1814720" y="36778"/>
                </a:lnTo>
                <a:lnTo>
                  <a:pt x="1816910" y="47715"/>
                </a:lnTo>
                <a:lnTo>
                  <a:pt x="1818370" y="32295"/>
                </a:lnTo>
                <a:lnTo>
                  <a:pt x="1819100" y="41008"/>
                </a:lnTo>
                <a:lnTo>
                  <a:pt x="1820560" y="48778"/>
                </a:lnTo>
                <a:lnTo>
                  <a:pt x="1821290" y="48541"/>
                </a:lnTo>
                <a:lnTo>
                  <a:pt x="1824940" y="37663"/>
                </a:lnTo>
                <a:lnTo>
                  <a:pt x="1825670" y="38684"/>
                </a:lnTo>
                <a:lnTo>
                  <a:pt x="1827130" y="25377"/>
                </a:lnTo>
                <a:lnTo>
                  <a:pt x="1828590" y="32817"/>
                </a:lnTo>
                <a:lnTo>
                  <a:pt x="1830050" y="46379"/>
                </a:lnTo>
                <a:lnTo>
                  <a:pt x="1831510" y="39246"/>
                </a:lnTo>
                <a:lnTo>
                  <a:pt x="1832240" y="38637"/>
                </a:lnTo>
                <a:lnTo>
                  <a:pt x="1833700" y="31556"/>
                </a:lnTo>
                <a:lnTo>
                  <a:pt x="1835159" y="34615"/>
                </a:lnTo>
                <a:lnTo>
                  <a:pt x="1837349" y="30631"/>
                </a:lnTo>
                <a:lnTo>
                  <a:pt x="1838809" y="21310"/>
                </a:lnTo>
                <a:lnTo>
                  <a:pt x="1839539" y="29792"/>
                </a:lnTo>
                <a:lnTo>
                  <a:pt x="1840269" y="32663"/>
                </a:lnTo>
                <a:lnTo>
                  <a:pt x="1840999" y="31045"/>
                </a:lnTo>
                <a:lnTo>
                  <a:pt x="1844649" y="14448"/>
                </a:lnTo>
                <a:lnTo>
                  <a:pt x="1846109" y="26123"/>
                </a:lnTo>
                <a:lnTo>
                  <a:pt x="1846839" y="37281"/>
                </a:lnTo>
                <a:lnTo>
                  <a:pt x="1848299" y="30898"/>
                </a:lnTo>
                <a:lnTo>
                  <a:pt x="1853409" y="17904"/>
                </a:lnTo>
                <a:lnTo>
                  <a:pt x="1857059" y="28194"/>
                </a:lnTo>
                <a:lnTo>
                  <a:pt x="1857789" y="25398"/>
                </a:lnTo>
                <a:lnTo>
                  <a:pt x="1859979" y="20722"/>
                </a:lnTo>
                <a:lnTo>
                  <a:pt x="1860709" y="22759"/>
                </a:lnTo>
                <a:lnTo>
                  <a:pt x="1861439" y="23413"/>
                </a:lnTo>
                <a:lnTo>
                  <a:pt x="1862899" y="20007"/>
                </a:lnTo>
                <a:lnTo>
                  <a:pt x="1863629" y="21104"/>
                </a:lnTo>
                <a:lnTo>
                  <a:pt x="1865818" y="25680"/>
                </a:lnTo>
                <a:lnTo>
                  <a:pt x="1866548" y="25405"/>
                </a:lnTo>
                <a:lnTo>
                  <a:pt x="1868008" y="26988"/>
                </a:lnTo>
                <a:lnTo>
                  <a:pt x="1868738" y="21413"/>
                </a:lnTo>
                <a:lnTo>
                  <a:pt x="1870198" y="28980"/>
                </a:lnTo>
                <a:lnTo>
                  <a:pt x="1871658" y="26677"/>
                </a:lnTo>
                <a:lnTo>
                  <a:pt x="1872388" y="22922"/>
                </a:lnTo>
                <a:lnTo>
                  <a:pt x="1873118" y="28746"/>
                </a:lnTo>
                <a:lnTo>
                  <a:pt x="1873848" y="27029"/>
                </a:lnTo>
                <a:lnTo>
                  <a:pt x="1874578" y="25983"/>
                </a:lnTo>
                <a:lnTo>
                  <a:pt x="1875308" y="16977"/>
                </a:lnTo>
                <a:lnTo>
                  <a:pt x="1876038" y="26281"/>
                </a:lnTo>
                <a:lnTo>
                  <a:pt x="1876768" y="24304"/>
                </a:lnTo>
                <a:lnTo>
                  <a:pt x="1877498" y="23247"/>
                </a:lnTo>
                <a:lnTo>
                  <a:pt x="1878228" y="6039"/>
                </a:lnTo>
                <a:lnTo>
                  <a:pt x="1879688" y="18466"/>
                </a:lnTo>
                <a:lnTo>
                  <a:pt x="1882608" y="24588"/>
                </a:lnTo>
                <a:lnTo>
                  <a:pt x="1881148" y="17306"/>
                </a:lnTo>
                <a:lnTo>
                  <a:pt x="1883338" y="22469"/>
                </a:lnTo>
                <a:lnTo>
                  <a:pt x="1884068" y="20582"/>
                </a:lnTo>
                <a:lnTo>
                  <a:pt x="1884798" y="27306"/>
                </a:lnTo>
                <a:lnTo>
                  <a:pt x="1886258" y="23921"/>
                </a:lnTo>
                <a:lnTo>
                  <a:pt x="1887718" y="25068"/>
                </a:lnTo>
                <a:lnTo>
                  <a:pt x="1889178" y="23557"/>
                </a:lnTo>
                <a:lnTo>
                  <a:pt x="1890638" y="22466"/>
                </a:lnTo>
                <a:lnTo>
                  <a:pt x="1891368" y="24705"/>
                </a:lnTo>
                <a:lnTo>
                  <a:pt x="1892098" y="23287"/>
                </a:lnTo>
                <a:lnTo>
                  <a:pt x="1892827" y="25991"/>
                </a:lnTo>
                <a:lnTo>
                  <a:pt x="1893557" y="27984"/>
                </a:lnTo>
                <a:lnTo>
                  <a:pt x="1894287" y="23287"/>
                </a:lnTo>
                <a:lnTo>
                  <a:pt x="1895017" y="23979"/>
                </a:lnTo>
                <a:lnTo>
                  <a:pt x="1895747" y="28469"/>
                </a:lnTo>
                <a:lnTo>
                  <a:pt x="1897207" y="22026"/>
                </a:lnTo>
                <a:lnTo>
                  <a:pt x="1897937" y="20107"/>
                </a:lnTo>
                <a:lnTo>
                  <a:pt x="1898667" y="20891"/>
                </a:lnTo>
                <a:lnTo>
                  <a:pt x="1899397" y="23734"/>
                </a:lnTo>
                <a:lnTo>
                  <a:pt x="1900127" y="19830"/>
                </a:lnTo>
                <a:lnTo>
                  <a:pt x="1900857" y="17403"/>
                </a:lnTo>
                <a:lnTo>
                  <a:pt x="1901587" y="23574"/>
                </a:lnTo>
                <a:lnTo>
                  <a:pt x="1904507" y="16576"/>
                </a:lnTo>
                <a:lnTo>
                  <a:pt x="1905237" y="21115"/>
                </a:lnTo>
                <a:lnTo>
                  <a:pt x="1908157" y="21797"/>
                </a:lnTo>
                <a:lnTo>
                  <a:pt x="1911808" y="10013"/>
                </a:lnTo>
                <a:lnTo>
                  <a:pt x="1912538" y="11058"/>
                </a:lnTo>
                <a:lnTo>
                  <a:pt x="1913268" y="18094"/>
                </a:lnTo>
                <a:lnTo>
                  <a:pt x="1914727" y="8956"/>
                </a:lnTo>
                <a:lnTo>
                  <a:pt x="1916917" y="7498"/>
                </a:lnTo>
                <a:lnTo>
                  <a:pt x="1918377" y="14527"/>
                </a:lnTo>
                <a:lnTo>
                  <a:pt x="1919837" y="16479"/>
                </a:lnTo>
                <a:lnTo>
                  <a:pt x="1922027" y="11474"/>
                </a:lnTo>
                <a:lnTo>
                  <a:pt x="1922757" y="11649"/>
                </a:lnTo>
                <a:lnTo>
                  <a:pt x="1923487" y="17851"/>
                </a:lnTo>
                <a:lnTo>
                  <a:pt x="1924947" y="15895"/>
                </a:lnTo>
                <a:lnTo>
                  <a:pt x="1926407" y="9251"/>
                </a:lnTo>
                <a:lnTo>
                  <a:pt x="1927867" y="14658"/>
                </a:lnTo>
                <a:lnTo>
                  <a:pt x="1930057" y="8388"/>
                </a:lnTo>
                <a:lnTo>
                  <a:pt x="1931517" y="18512"/>
                </a:lnTo>
                <a:lnTo>
                  <a:pt x="1932247" y="14102"/>
                </a:lnTo>
                <a:lnTo>
                  <a:pt x="1932977" y="8421"/>
                </a:lnTo>
                <a:lnTo>
                  <a:pt x="1934437" y="11109"/>
                </a:lnTo>
                <a:lnTo>
                  <a:pt x="1935167" y="13101"/>
                </a:lnTo>
                <a:lnTo>
                  <a:pt x="1935897" y="11735"/>
                </a:lnTo>
                <a:lnTo>
                  <a:pt x="1937357" y="487"/>
                </a:lnTo>
                <a:lnTo>
                  <a:pt x="1938817" y="9532"/>
                </a:lnTo>
                <a:lnTo>
                  <a:pt x="1941007" y="2955"/>
                </a:lnTo>
                <a:lnTo>
                  <a:pt x="1942466" y="7152"/>
                </a:lnTo>
                <a:lnTo>
                  <a:pt x="1944656" y="11355"/>
                </a:lnTo>
                <a:lnTo>
                  <a:pt x="1945386" y="9282"/>
                </a:lnTo>
                <a:lnTo>
                  <a:pt x="1947576" y="7425"/>
                </a:lnTo>
                <a:lnTo>
                  <a:pt x="1948306" y="2974"/>
                </a:lnTo>
                <a:lnTo>
                  <a:pt x="1949766" y="4212"/>
                </a:lnTo>
                <a:lnTo>
                  <a:pt x="1950496" y="8073"/>
                </a:lnTo>
                <a:lnTo>
                  <a:pt x="1952686" y="6192"/>
                </a:lnTo>
                <a:lnTo>
                  <a:pt x="1957066" y="1900"/>
                </a:lnTo>
                <a:lnTo>
                  <a:pt x="1960716" y="10999"/>
                </a:lnTo>
                <a:lnTo>
                  <a:pt x="1961446" y="9293"/>
                </a:lnTo>
                <a:lnTo>
                  <a:pt x="1962176" y="5501"/>
                </a:lnTo>
                <a:lnTo>
                  <a:pt x="1964366" y="7035"/>
                </a:lnTo>
                <a:lnTo>
                  <a:pt x="1965096" y="8956"/>
                </a:lnTo>
                <a:lnTo>
                  <a:pt x="1965826" y="5270"/>
                </a:lnTo>
                <a:lnTo>
                  <a:pt x="1966556" y="7528"/>
                </a:lnTo>
                <a:lnTo>
                  <a:pt x="1967286" y="0"/>
                </a:lnTo>
                <a:lnTo>
                  <a:pt x="1968746" y="6833"/>
                </a:lnTo>
                <a:lnTo>
                  <a:pt x="1970206" y="604"/>
                </a:lnTo>
                <a:lnTo>
                  <a:pt x="1970936" y="2387"/>
                </a:lnTo>
                <a:lnTo>
                  <a:pt x="1971665" y="7525"/>
                </a:lnTo>
                <a:lnTo>
                  <a:pt x="1973855" y="4363"/>
                </a:lnTo>
                <a:lnTo>
                  <a:pt x="1975315" y="2998"/>
                </a:lnTo>
                <a:lnTo>
                  <a:pt x="1976045" y="3975"/>
                </a:lnTo>
                <a:lnTo>
                  <a:pt x="1979695" y="10780"/>
                </a:lnTo>
                <a:lnTo>
                  <a:pt x="1981155" y="5208"/>
                </a:lnTo>
                <a:lnTo>
                  <a:pt x="1982615" y="9729"/>
                </a:lnTo>
                <a:lnTo>
                  <a:pt x="1983345" y="7740"/>
                </a:lnTo>
                <a:lnTo>
                  <a:pt x="1984075" y="9064"/>
                </a:lnTo>
                <a:lnTo>
                  <a:pt x="1984805" y="12869"/>
                </a:lnTo>
                <a:lnTo>
                  <a:pt x="1986265" y="8328"/>
                </a:lnTo>
                <a:lnTo>
                  <a:pt x="1986995" y="479"/>
                </a:lnTo>
                <a:lnTo>
                  <a:pt x="1988455" y="11190"/>
                </a:lnTo>
                <a:lnTo>
                  <a:pt x="1989185" y="14461"/>
                </a:lnTo>
                <a:lnTo>
                  <a:pt x="1989915" y="12536"/>
                </a:lnTo>
                <a:lnTo>
                  <a:pt x="1990645" y="7772"/>
                </a:lnTo>
                <a:lnTo>
                  <a:pt x="1992835" y="10361"/>
                </a:lnTo>
                <a:lnTo>
                  <a:pt x="1997945" y="20465"/>
                </a:lnTo>
                <a:lnTo>
                  <a:pt x="1999405" y="17413"/>
                </a:lnTo>
                <a:lnTo>
                  <a:pt x="2000134" y="20591"/>
                </a:lnTo>
                <a:lnTo>
                  <a:pt x="2000864" y="20584"/>
                </a:lnTo>
                <a:lnTo>
                  <a:pt x="2001594" y="23688"/>
                </a:lnTo>
                <a:lnTo>
                  <a:pt x="2002324" y="18265"/>
                </a:lnTo>
                <a:lnTo>
                  <a:pt x="2003054" y="12977"/>
                </a:lnTo>
                <a:lnTo>
                  <a:pt x="2004514" y="20227"/>
                </a:lnTo>
                <a:lnTo>
                  <a:pt x="2007434" y="13940"/>
                </a:lnTo>
                <a:lnTo>
                  <a:pt x="2008164" y="11955"/>
                </a:lnTo>
                <a:lnTo>
                  <a:pt x="2008894" y="16290"/>
                </a:lnTo>
                <a:lnTo>
                  <a:pt x="2011814" y="26008"/>
                </a:lnTo>
                <a:lnTo>
                  <a:pt x="2013274" y="19685"/>
                </a:lnTo>
                <a:lnTo>
                  <a:pt x="2014004" y="15815"/>
                </a:lnTo>
                <a:lnTo>
                  <a:pt x="2015464" y="20406"/>
                </a:lnTo>
                <a:lnTo>
                  <a:pt x="2016924" y="17543"/>
                </a:lnTo>
                <a:lnTo>
                  <a:pt x="2018384" y="20624"/>
                </a:lnTo>
                <a:lnTo>
                  <a:pt x="2019114" y="22785"/>
                </a:lnTo>
                <a:lnTo>
                  <a:pt x="2019844" y="18354"/>
                </a:lnTo>
                <a:lnTo>
                  <a:pt x="2021304" y="21316"/>
                </a:lnTo>
                <a:lnTo>
                  <a:pt x="2022764" y="16137"/>
                </a:lnTo>
                <a:lnTo>
                  <a:pt x="2024224" y="16697"/>
                </a:lnTo>
                <a:lnTo>
                  <a:pt x="2024954" y="15713"/>
                </a:lnTo>
                <a:lnTo>
                  <a:pt x="2026414" y="13438"/>
                </a:lnTo>
                <a:lnTo>
                  <a:pt x="2027144" y="17293"/>
                </a:lnTo>
                <a:lnTo>
                  <a:pt x="2028604" y="15272"/>
                </a:lnTo>
                <a:lnTo>
                  <a:pt x="2029333" y="16839"/>
                </a:lnTo>
                <a:lnTo>
                  <a:pt x="2032253" y="19266"/>
                </a:lnTo>
                <a:lnTo>
                  <a:pt x="2032983" y="15561"/>
                </a:lnTo>
                <a:lnTo>
                  <a:pt x="2034443" y="18843"/>
                </a:lnTo>
                <a:lnTo>
                  <a:pt x="2035173" y="21999"/>
                </a:lnTo>
                <a:lnTo>
                  <a:pt x="2035903" y="16100"/>
                </a:lnTo>
                <a:lnTo>
                  <a:pt x="2036633" y="16300"/>
                </a:lnTo>
                <a:lnTo>
                  <a:pt x="2037363" y="19968"/>
                </a:lnTo>
                <a:lnTo>
                  <a:pt x="2038093" y="14846"/>
                </a:lnTo>
                <a:lnTo>
                  <a:pt x="2039553" y="17728"/>
                </a:lnTo>
                <a:lnTo>
                  <a:pt x="2044663" y="19961"/>
                </a:lnTo>
              </a:path>
            </a:pathLst>
          </a:custGeom>
          <a:noFill/>
          <a:ln w="20130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Editable path 163"/>
          <p:cNvSpPr/>
          <p:nvPr/>
        </p:nvSpPr>
        <p:spPr>
          <a:xfrm>
            <a:off x="6893373" y="4434552"/>
            <a:ext cx="2044663" cy="420071"/>
          </a:xfrm>
          <a:custGeom>
            <a:avLst/>
            <a:gdLst/>
            <a:ahLst/>
            <a:cxnLst/>
            <a:rect l="l" t="t" r="r" b="b"/>
            <a:pathLst>
              <a:path w="2044663" h="420071">
                <a:moveTo>
                  <a:pt x="0" y="280758"/>
                </a:moveTo>
                <a:lnTo>
                  <a:pt x="2190" y="282440"/>
                </a:lnTo>
                <a:lnTo>
                  <a:pt x="2920" y="282062"/>
                </a:lnTo>
                <a:lnTo>
                  <a:pt x="5110" y="284036"/>
                </a:lnTo>
                <a:lnTo>
                  <a:pt x="5840" y="294321"/>
                </a:lnTo>
                <a:lnTo>
                  <a:pt x="8030" y="289809"/>
                </a:lnTo>
                <a:lnTo>
                  <a:pt x="13140" y="291256"/>
                </a:lnTo>
                <a:lnTo>
                  <a:pt x="13870" y="289940"/>
                </a:lnTo>
                <a:lnTo>
                  <a:pt x="14600" y="292518"/>
                </a:lnTo>
                <a:lnTo>
                  <a:pt x="15330" y="292138"/>
                </a:lnTo>
                <a:lnTo>
                  <a:pt x="24089" y="298866"/>
                </a:lnTo>
                <a:lnTo>
                  <a:pt x="27009" y="298821"/>
                </a:lnTo>
                <a:lnTo>
                  <a:pt x="29929" y="302180"/>
                </a:lnTo>
                <a:lnTo>
                  <a:pt x="32119" y="298707"/>
                </a:lnTo>
                <a:lnTo>
                  <a:pt x="32849" y="296827"/>
                </a:lnTo>
                <a:lnTo>
                  <a:pt x="33579" y="301339"/>
                </a:lnTo>
                <a:lnTo>
                  <a:pt x="35769" y="312143"/>
                </a:lnTo>
                <a:lnTo>
                  <a:pt x="36499" y="305195"/>
                </a:lnTo>
                <a:lnTo>
                  <a:pt x="37229" y="298088"/>
                </a:lnTo>
                <a:lnTo>
                  <a:pt x="37959" y="307770"/>
                </a:lnTo>
                <a:lnTo>
                  <a:pt x="38689" y="313774"/>
                </a:lnTo>
                <a:lnTo>
                  <a:pt x="40149" y="311338"/>
                </a:lnTo>
                <a:lnTo>
                  <a:pt x="43069" y="307175"/>
                </a:lnTo>
                <a:lnTo>
                  <a:pt x="48179" y="313109"/>
                </a:lnTo>
                <a:lnTo>
                  <a:pt x="51828" y="309957"/>
                </a:lnTo>
                <a:lnTo>
                  <a:pt x="52558" y="314676"/>
                </a:lnTo>
                <a:lnTo>
                  <a:pt x="54748" y="313464"/>
                </a:lnTo>
                <a:lnTo>
                  <a:pt x="56208" y="301684"/>
                </a:lnTo>
                <a:lnTo>
                  <a:pt x="56938" y="310728"/>
                </a:lnTo>
                <a:lnTo>
                  <a:pt x="57668" y="311233"/>
                </a:lnTo>
                <a:lnTo>
                  <a:pt x="59128" y="326438"/>
                </a:lnTo>
                <a:lnTo>
                  <a:pt x="61318" y="320162"/>
                </a:lnTo>
                <a:lnTo>
                  <a:pt x="63508" y="313207"/>
                </a:lnTo>
                <a:lnTo>
                  <a:pt x="64238" y="317294"/>
                </a:lnTo>
                <a:lnTo>
                  <a:pt x="69348" y="329826"/>
                </a:lnTo>
                <a:lnTo>
                  <a:pt x="70808" y="320863"/>
                </a:lnTo>
                <a:lnTo>
                  <a:pt x="71538" y="325324"/>
                </a:lnTo>
                <a:lnTo>
                  <a:pt x="73728" y="331200"/>
                </a:lnTo>
                <a:lnTo>
                  <a:pt x="72998" y="323369"/>
                </a:lnTo>
                <a:lnTo>
                  <a:pt x="75188" y="330055"/>
                </a:lnTo>
                <a:lnTo>
                  <a:pt x="78108" y="322950"/>
                </a:lnTo>
                <a:lnTo>
                  <a:pt x="78838" y="317868"/>
                </a:lnTo>
                <a:lnTo>
                  <a:pt x="79567" y="323070"/>
                </a:lnTo>
                <a:lnTo>
                  <a:pt x="81757" y="337549"/>
                </a:lnTo>
                <a:lnTo>
                  <a:pt x="82487" y="332948"/>
                </a:lnTo>
                <a:lnTo>
                  <a:pt x="86137" y="321293"/>
                </a:lnTo>
                <a:lnTo>
                  <a:pt x="87597" y="338328"/>
                </a:lnTo>
                <a:lnTo>
                  <a:pt x="89057" y="327029"/>
                </a:lnTo>
                <a:lnTo>
                  <a:pt x="92707" y="314586"/>
                </a:lnTo>
                <a:lnTo>
                  <a:pt x="93437" y="319362"/>
                </a:lnTo>
                <a:lnTo>
                  <a:pt x="94897" y="326647"/>
                </a:lnTo>
                <a:lnTo>
                  <a:pt x="95627" y="338184"/>
                </a:lnTo>
                <a:lnTo>
                  <a:pt x="97087" y="329518"/>
                </a:lnTo>
                <a:lnTo>
                  <a:pt x="97817" y="330686"/>
                </a:lnTo>
                <a:lnTo>
                  <a:pt x="101467" y="323368"/>
                </a:lnTo>
                <a:lnTo>
                  <a:pt x="102927" y="322101"/>
                </a:lnTo>
                <a:lnTo>
                  <a:pt x="105117" y="324048"/>
                </a:lnTo>
                <a:lnTo>
                  <a:pt x="106577" y="326823"/>
                </a:lnTo>
                <a:lnTo>
                  <a:pt x="108766" y="339399"/>
                </a:lnTo>
                <a:lnTo>
                  <a:pt x="109496" y="334919"/>
                </a:lnTo>
                <a:lnTo>
                  <a:pt x="111686" y="321545"/>
                </a:lnTo>
                <a:lnTo>
                  <a:pt x="113146" y="328058"/>
                </a:lnTo>
                <a:lnTo>
                  <a:pt x="114606" y="324494"/>
                </a:lnTo>
                <a:lnTo>
                  <a:pt x="117526" y="331017"/>
                </a:lnTo>
                <a:lnTo>
                  <a:pt x="118986" y="319344"/>
                </a:lnTo>
                <a:lnTo>
                  <a:pt x="119716" y="329271"/>
                </a:lnTo>
                <a:lnTo>
                  <a:pt x="120446" y="339315"/>
                </a:lnTo>
                <a:lnTo>
                  <a:pt x="121906" y="332201"/>
                </a:lnTo>
                <a:lnTo>
                  <a:pt x="122636" y="324379"/>
                </a:lnTo>
                <a:lnTo>
                  <a:pt x="124826" y="328978"/>
                </a:lnTo>
                <a:lnTo>
                  <a:pt x="126286" y="318779"/>
                </a:lnTo>
                <a:lnTo>
                  <a:pt x="127016" y="323462"/>
                </a:lnTo>
                <a:lnTo>
                  <a:pt x="127746" y="330334"/>
                </a:lnTo>
                <a:lnTo>
                  <a:pt x="129936" y="329388"/>
                </a:lnTo>
                <a:lnTo>
                  <a:pt x="132856" y="329074"/>
                </a:lnTo>
                <a:lnTo>
                  <a:pt x="134316" y="320317"/>
                </a:lnTo>
                <a:lnTo>
                  <a:pt x="135046" y="336488"/>
                </a:lnTo>
                <a:lnTo>
                  <a:pt x="137235" y="335902"/>
                </a:lnTo>
                <a:lnTo>
                  <a:pt x="140885" y="321266"/>
                </a:lnTo>
                <a:lnTo>
                  <a:pt x="143805" y="326158"/>
                </a:lnTo>
                <a:lnTo>
                  <a:pt x="145995" y="338529"/>
                </a:lnTo>
                <a:lnTo>
                  <a:pt x="147455" y="335559"/>
                </a:lnTo>
                <a:lnTo>
                  <a:pt x="148915" y="335274"/>
                </a:lnTo>
                <a:lnTo>
                  <a:pt x="150375" y="327843"/>
                </a:lnTo>
                <a:lnTo>
                  <a:pt x="151835" y="332954"/>
                </a:lnTo>
                <a:lnTo>
                  <a:pt x="153295" y="332796"/>
                </a:lnTo>
                <a:lnTo>
                  <a:pt x="154025" y="334266"/>
                </a:lnTo>
                <a:lnTo>
                  <a:pt x="156215" y="334575"/>
                </a:lnTo>
                <a:lnTo>
                  <a:pt x="156945" y="327473"/>
                </a:lnTo>
                <a:lnTo>
                  <a:pt x="159135" y="331105"/>
                </a:lnTo>
                <a:lnTo>
                  <a:pt x="160595" y="334263"/>
                </a:lnTo>
                <a:lnTo>
                  <a:pt x="162055" y="323328"/>
                </a:lnTo>
                <a:lnTo>
                  <a:pt x="162785" y="331631"/>
                </a:lnTo>
                <a:lnTo>
                  <a:pt x="163515" y="339915"/>
                </a:lnTo>
                <a:lnTo>
                  <a:pt x="164245" y="330823"/>
                </a:lnTo>
                <a:lnTo>
                  <a:pt x="164975" y="334037"/>
                </a:lnTo>
                <a:lnTo>
                  <a:pt x="166434" y="334285"/>
                </a:lnTo>
                <a:lnTo>
                  <a:pt x="167164" y="339467"/>
                </a:lnTo>
                <a:lnTo>
                  <a:pt x="168624" y="335245"/>
                </a:lnTo>
                <a:lnTo>
                  <a:pt x="174465" y="334719"/>
                </a:lnTo>
                <a:lnTo>
                  <a:pt x="175194" y="330887"/>
                </a:lnTo>
                <a:lnTo>
                  <a:pt x="176655" y="333873"/>
                </a:lnTo>
                <a:lnTo>
                  <a:pt x="178115" y="338789"/>
                </a:lnTo>
                <a:lnTo>
                  <a:pt x="181035" y="335837"/>
                </a:lnTo>
                <a:lnTo>
                  <a:pt x="181765" y="329233"/>
                </a:lnTo>
                <a:lnTo>
                  <a:pt x="183225" y="333338"/>
                </a:lnTo>
                <a:lnTo>
                  <a:pt x="183955" y="334421"/>
                </a:lnTo>
                <a:lnTo>
                  <a:pt x="185415" y="332534"/>
                </a:lnTo>
                <a:lnTo>
                  <a:pt x="186874" y="331360"/>
                </a:lnTo>
                <a:lnTo>
                  <a:pt x="187604" y="326480"/>
                </a:lnTo>
                <a:lnTo>
                  <a:pt x="188334" y="331717"/>
                </a:lnTo>
                <a:lnTo>
                  <a:pt x="191254" y="355214"/>
                </a:lnTo>
                <a:lnTo>
                  <a:pt x="191984" y="344566"/>
                </a:lnTo>
                <a:lnTo>
                  <a:pt x="192714" y="346063"/>
                </a:lnTo>
                <a:lnTo>
                  <a:pt x="194174" y="337373"/>
                </a:lnTo>
                <a:lnTo>
                  <a:pt x="195634" y="340585"/>
                </a:lnTo>
                <a:lnTo>
                  <a:pt x="198554" y="343893"/>
                </a:lnTo>
                <a:lnTo>
                  <a:pt x="199284" y="341162"/>
                </a:lnTo>
                <a:lnTo>
                  <a:pt x="200744" y="345659"/>
                </a:lnTo>
                <a:lnTo>
                  <a:pt x="202204" y="344369"/>
                </a:lnTo>
                <a:lnTo>
                  <a:pt x="205854" y="338463"/>
                </a:lnTo>
                <a:lnTo>
                  <a:pt x="207314" y="348529"/>
                </a:lnTo>
                <a:lnTo>
                  <a:pt x="208774" y="344799"/>
                </a:lnTo>
                <a:lnTo>
                  <a:pt x="210964" y="332972"/>
                </a:lnTo>
                <a:lnTo>
                  <a:pt x="211694" y="320765"/>
                </a:lnTo>
                <a:lnTo>
                  <a:pt x="213154" y="339450"/>
                </a:lnTo>
                <a:lnTo>
                  <a:pt x="214614" y="360195"/>
                </a:lnTo>
                <a:lnTo>
                  <a:pt x="216073" y="346318"/>
                </a:lnTo>
                <a:lnTo>
                  <a:pt x="217533" y="335770"/>
                </a:lnTo>
                <a:lnTo>
                  <a:pt x="218263" y="340415"/>
                </a:lnTo>
                <a:lnTo>
                  <a:pt x="219723" y="344199"/>
                </a:lnTo>
                <a:lnTo>
                  <a:pt x="221183" y="341724"/>
                </a:lnTo>
                <a:lnTo>
                  <a:pt x="223373" y="343760"/>
                </a:lnTo>
                <a:lnTo>
                  <a:pt x="224833" y="341853"/>
                </a:lnTo>
                <a:lnTo>
                  <a:pt x="225563" y="339989"/>
                </a:lnTo>
                <a:lnTo>
                  <a:pt x="226293" y="342764"/>
                </a:lnTo>
                <a:lnTo>
                  <a:pt x="228483" y="357420"/>
                </a:lnTo>
                <a:lnTo>
                  <a:pt x="229213" y="343677"/>
                </a:lnTo>
                <a:lnTo>
                  <a:pt x="229943" y="367936"/>
                </a:lnTo>
                <a:lnTo>
                  <a:pt x="230673" y="380101"/>
                </a:lnTo>
                <a:lnTo>
                  <a:pt x="231403" y="366430"/>
                </a:lnTo>
                <a:lnTo>
                  <a:pt x="232863" y="338471"/>
                </a:lnTo>
                <a:lnTo>
                  <a:pt x="234323" y="348298"/>
                </a:lnTo>
                <a:lnTo>
                  <a:pt x="236513" y="336095"/>
                </a:lnTo>
                <a:lnTo>
                  <a:pt x="238703" y="365241"/>
                </a:lnTo>
                <a:lnTo>
                  <a:pt x="239433" y="361323"/>
                </a:lnTo>
                <a:lnTo>
                  <a:pt x="240893" y="376800"/>
                </a:lnTo>
                <a:lnTo>
                  <a:pt x="242353" y="368097"/>
                </a:lnTo>
                <a:lnTo>
                  <a:pt x="243813" y="342352"/>
                </a:lnTo>
                <a:lnTo>
                  <a:pt x="244542" y="354152"/>
                </a:lnTo>
                <a:lnTo>
                  <a:pt x="246002" y="366315"/>
                </a:lnTo>
                <a:lnTo>
                  <a:pt x="246732" y="356441"/>
                </a:lnTo>
                <a:lnTo>
                  <a:pt x="247462" y="352562"/>
                </a:lnTo>
                <a:lnTo>
                  <a:pt x="248192" y="358438"/>
                </a:lnTo>
                <a:lnTo>
                  <a:pt x="248922" y="363948"/>
                </a:lnTo>
                <a:lnTo>
                  <a:pt x="249652" y="358805"/>
                </a:lnTo>
                <a:lnTo>
                  <a:pt x="250382" y="353210"/>
                </a:lnTo>
                <a:lnTo>
                  <a:pt x="252572" y="355294"/>
                </a:lnTo>
                <a:lnTo>
                  <a:pt x="254032" y="362335"/>
                </a:lnTo>
                <a:lnTo>
                  <a:pt x="255492" y="357271"/>
                </a:lnTo>
                <a:lnTo>
                  <a:pt x="256222" y="352825"/>
                </a:lnTo>
                <a:lnTo>
                  <a:pt x="256952" y="364368"/>
                </a:lnTo>
                <a:lnTo>
                  <a:pt x="257682" y="371370"/>
                </a:lnTo>
                <a:lnTo>
                  <a:pt x="259142" y="363755"/>
                </a:lnTo>
                <a:lnTo>
                  <a:pt x="259872" y="360619"/>
                </a:lnTo>
                <a:lnTo>
                  <a:pt x="260602" y="372163"/>
                </a:lnTo>
                <a:lnTo>
                  <a:pt x="262792" y="369450"/>
                </a:lnTo>
                <a:lnTo>
                  <a:pt x="263522" y="364838"/>
                </a:lnTo>
                <a:lnTo>
                  <a:pt x="264252" y="372523"/>
                </a:lnTo>
                <a:lnTo>
                  <a:pt x="265712" y="366339"/>
                </a:lnTo>
                <a:lnTo>
                  <a:pt x="267902" y="386277"/>
                </a:lnTo>
                <a:lnTo>
                  <a:pt x="268632" y="378734"/>
                </a:lnTo>
                <a:lnTo>
                  <a:pt x="270822" y="382667"/>
                </a:lnTo>
                <a:lnTo>
                  <a:pt x="271552" y="380857"/>
                </a:lnTo>
                <a:lnTo>
                  <a:pt x="273741" y="388507"/>
                </a:lnTo>
                <a:lnTo>
                  <a:pt x="275201" y="384297"/>
                </a:lnTo>
                <a:lnTo>
                  <a:pt x="278121" y="377221"/>
                </a:lnTo>
                <a:lnTo>
                  <a:pt x="278851" y="379200"/>
                </a:lnTo>
                <a:lnTo>
                  <a:pt x="280311" y="376847"/>
                </a:lnTo>
                <a:lnTo>
                  <a:pt x="281771" y="382490"/>
                </a:lnTo>
                <a:lnTo>
                  <a:pt x="282501" y="376784"/>
                </a:lnTo>
                <a:lnTo>
                  <a:pt x="283961" y="378701"/>
                </a:lnTo>
                <a:lnTo>
                  <a:pt x="285421" y="386777"/>
                </a:lnTo>
                <a:lnTo>
                  <a:pt x="286881" y="382600"/>
                </a:lnTo>
                <a:lnTo>
                  <a:pt x="294181" y="375880"/>
                </a:lnTo>
                <a:lnTo>
                  <a:pt x="294911" y="366407"/>
                </a:lnTo>
                <a:lnTo>
                  <a:pt x="296371" y="372951"/>
                </a:lnTo>
                <a:lnTo>
                  <a:pt x="297101" y="373983"/>
                </a:lnTo>
                <a:lnTo>
                  <a:pt x="299291" y="368808"/>
                </a:lnTo>
                <a:lnTo>
                  <a:pt x="300021" y="374753"/>
                </a:lnTo>
                <a:lnTo>
                  <a:pt x="301481" y="369325"/>
                </a:lnTo>
                <a:lnTo>
                  <a:pt x="303670" y="369456"/>
                </a:lnTo>
                <a:lnTo>
                  <a:pt x="305130" y="366749"/>
                </a:lnTo>
                <a:lnTo>
                  <a:pt x="305860" y="368157"/>
                </a:lnTo>
                <a:lnTo>
                  <a:pt x="307320" y="370787"/>
                </a:lnTo>
                <a:lnTo>
                  <a:pt x="308050" y="368332"/>
                </a:lnTo>
                <a:lnTo>
                  <a:pt x="308780" y="366090"/>
                </a:lnTo>
                <a:lnTo>
                  <a:pt x="309510" y="366741"/>
                </a:lnTo>
                <a:lnTo>
                  <a:pt x="310240" y="376833"/>
                </a:lnTo>
                <a:lnTo>
                  <a:pt x="312430" y="374522"/>
                </a:lnTo>
                <a:lnTo>
                  <a:pt x="313890" y="365101"/>
                </a:lnTo>
                <a:lnTo>
                  <a:pt x="315350" y="371375"/>
                </a:lnTo>
                <a:lnTo>
                  <a:pt x="316810" y="369212"/>
                </a:lnTo>
                <a:lnTo>
                  <a:pt x="317540" y="377193"/>
                </a:lnTo>
                <a:lnTo>
                  <a:pt x="319000" y="362438"/>
                </a:lnTo>
                <a:lnTo>
                  <a:pt x="320460" y="370617"/>
                </a:lnTo>
                <a:lnTo>
                  <a:pt x="321920" y="388836"/>
                </a:lnTo>
                <a:lnTo>
                  <a:pt x="322650" y="387063"/>
                </a:lnTo>
                <a:lnTo>
                  <a:pt x="324840" y="362740"/>
                </a:lnTo>
                <a:lnTo>
                  <a:pt x="325570" y="364112"/>
                </a:lnTo>
                <a:lnTo>
                  <a:pt x="328490" y="402371"/>
                </a:lnTo>
                <a:lnTo>
                  <a:pt x="330680" y="384835"/>
                </a:lnTo>
                <a:lnTo>
                  <a:pt x="334329" y="367117"/>
                </a:lnTo>
                <a:lnTo>
                  <a:pt x="336519" y="373617"/>
                </a:lnTo>
                <a:lnTo>
                  <a:pt x="337249" y="373183"/>
                </a:lnTo>
                <a:lnTo>
                  <a:pt x="337979" y="372290"/>
                </a:lnTo>
                <a:lnTo>
                  <a:pt x="339439" y="387294"/>
                </a:lnTo>
                <a:lnTo>
                  <a:pt x="340169" y="379414"/>
                </a:lnTo>
                <a:lnTo>
                  <a:pt x="343819" y="368443"/>
                </a:lnTo>
                <a:lnTo>
                  <a:pt x="344549" y="368719"/>
                </a:lnTo>
                <a:lnTo>
                  <a:pt x="346739" y="374308"/>
                </a:lnTo>
                <a:lnTo>
                  <a:pt x="347469" y="370433"/>
                </a:lnTo>
                <a:lnTo>
                  <a:pt x="349659" y="364499"/>
                </a:lnTo>
                <a:lnTo>
                  <a:pt x="350389" y="378972"/>
                </a:lnTo>
                <a:lnTo>
                  <a:pt x="352579" y="372048"/>
                </a:lnTo>
                <a:lnTo>
                  <a:pt x="354039" y="366583"/>
                </a:lnTo>
                <a:lnTo>
                  <a:pt x="355499" y="376712"/>
                </a:lnTo>
                <a:lnTo>
                  <a:pt x="356229" y="367332"/>
                </a:lnTo>
                <a:lnTo>
                  <a:pt x="357689" y="360211"/>
                </a:lnTo>
                <a:lnTo>
                  <a:pt x="358419" y="371154"/>
                </a:lnTo>
                <a:lnTo>
                  <a:pt x="359878" y="360011"/>
                </a:lnTo>
                <a:lnTo>
                  <a:pt x="360608" y="366643"/>
                </a:lnTo>
                <a:lnTo>
                  <a:pt x="362798" y="351386"/>
                </a:lnTo>
                <a:lnTo>
                  <a:pt x="363528" y="359496"/>
                </a:lnTo>
                <a:lnTo>
                  <a:pt x="364258" y="364232"/>
                </a:lnTo>
                <a:lnTo>
                  <a:pt x="365718" y="358263"/>
                </a:lnTo>
                <a:lnTo>
                  <a:pt x="366448" y="357646"/>
                </a:lnTo>
                <a:lnTo>
                  <a:pt x="367178" y="347595"/>
                </a:lnTo>
                <a:lnTo>
                  <a:pt x="367908" y="357127"/>
                </a:lnTo>
                <a:lnTo>
                  <a:pt x="368638" y="363928"/>
                </a:lnTo>
                <a:lnTo>
                  <a:pt x="370098" y="356360"/>
                </a:lnTo>
                <a:lnTo>
                  <a:pt x="370828" y="353205"/>
                </a:lnTo>
                <a:lnTo>
                  <a:pt x="371558" y="355827"/>
                </a:lnTo>
                <a:lnTo>
                  <a:pt x="375208" y="364406"/>
                </a:lnTo>
                <a:lnTo>
                  <a:pt x="378858" y="350889"/>
                </a:lnTo>
                <a:lnTo>
                  <a:pt x="379588" y="358914"/>
                </a:lnTo>
                <a:lnTo>
                  <a:pt x="381048" y="346150"/>
                </a:lnTo>
                <a:lnTo>
                  <a:pt x="381778" y="355355"/>
                </a:lnTo>
                <a:lnTo>
                  <a:pt x="382508" y="350816"/>
                </a:lnTo>
                <a:lnTo>
                  <a:pt x="383968" y="353565"/>
                </a:lnTo>
                <a:lnTo>
                  <a:pt x="384698" y="357240"/>
                </a:lnTo>
                <a:lnTo>
                  <a:pt x="385428" y="350139"/>
                </a:lnTo>
                <a:lnTo>
                  <a:pt x="386158" y="350549"/>
                </a:lnTo>
                <a:lnTo>
                  <a:pt x="386888" y="355085"/>
                </a:lnTo>
                <a:lnTo>
                  <a:pt x="388348" y="351885"/>
                </a:lnTo>
                <a:lnTo>
                  <a:pt x="389807" y="349341"/>
                </a:lnTo>
                <a:lnTo>
                  <a:pt x="390537" y="354534"/>
                </a:lnTo>
                <a:lnTo>
                  <a:pt x="391997" y="351017"/>
                </a:lnTo>
                <a:lnTo>
                  <a:pt x="395647" y="344331"/>
                </a:lnTo>
                <a:lnTo>
                  <a:pt x="397837" y="346893"/>
                </a:lnTo>
                <a:lnTo>
                  <a:pt x="398567" y="349823"/>
                </a:lnTo>
                <a:lnTo>
                  <a:pt x="400027" y="349148"/>
                </a:lnTo>
                <a:lnTo>
                  <a:pt x="405867" y="333023"/>
                </a:lnTo>
                <a:lnTo>
                  <a:pt x="406597" y="334669"/>
                </a:lnTo>
                <a:lnTo>
                  <a:pt x="408057" y="347765"/>
                </a:lnTo>
                <a:lnTo>
                  <a:pt x="408787" y="343918"/>
                </a:lnTo>
                <a:lnTo>
                  <a:pt x="409517" y="337272"/>
                </a:lnTo>
                <a:lnTo>
                  <a:pt x="410977" y="342259"/>
                </a:lnTo>
                <a:lnTo>
                  <a:pt x="418276" y="335039"/>
                </a:lnTo>
                <a:lnTo>
                  <a:pt x="419006" y="336585"/>
                </a:lnTo>
                <a:lnTo>
                  <a:pt x="419736" y="340442"/>
                </a:lnTo>
                <a:lnTo>
                  <a:pt x="423386" y="314566"/>
                </a:lnTo>
                <a:lnTo>
                  <a:pt x="427036" y="331954"/>
                </a:lnTo>
                <a:lnTo>
                  <a:pt x="432876" y="311338"/>
                </a:lnTo>
                <a:lnTo>
                  <a:pt x="434336" y="325176"/>
                </a:lnTo>
                <a:lnTo>
                  <a:pt x="436526" y="321690"/>
                </a:lnTo>
                <a:lnTo>
                  <a:pt x="438716" y="325184"/>
                </a:lnTo>
                <a:lnTo>
                  <a:pt x="439446" y="317660"/>
                </a:lnTo>
                <a:lnTo>
                  <a:pt x="440176" y="319214"/>
                </a:lnTo>
                <a:lnTo>
                  <a:pt x="440906" y="331539"/>
                </a:lnTo>
                <a:lnTo>
                  <a:pt x="442366" y="319094"/>
                </a:lnTo>
                <a:lnTo>
                  <a:pt x="443096" y="319845"/>
                </a:lnTo>
                <a:lnTo>
                  <a:pt x="445286" y="314234"/>
                </a:lnTo>
                <a:lnTo>
                  <a:pt x="446016" y="331553"/>
                </a:lnTo>
                <a:lnTo>
                  <a:pt x="447475" y="304702"/>
                </a:lnTo>
                <a:lnTo>
                  <a:pt x="448935" y="312177"/>
                </a:lnTo>
                <a:lnTo>
                  <a:pt x="450395" y="321594"/>
                </a:lnTo>
                <a:lnTo>
                  <a:pt x="451125" y="313172"/>
                </a:lnTo>
                <a:lnTo>
                  <a:pt x="451855" y="299327"/>
                </a:lnTo>
                <a:lnTo>
                  <a:pt x="453315" y="318782"/>
                </a:lnTo>
                <a:lnTo>
                  <a:pt x="454045" y="326051"/>
                </a:lnTo>
                <a:lnTo>
                  <a:pt x="454775" y="316892"/>
                </a:lnTo>
                <a:lnTo>
                  <a:pt x="458425" y="292321"/>
                </a:lnTo>
                <a:lnTo>
                  <a:pt x="462075" y="315076"/>
                </a:lnTo>
                <a:lnTo>
                  <a:pt x="462805" y="314586"/>
                </a:lnTo>
                <a:lnTo>
                  <a:pt x="467185" y="306467"/>
                </a:lnTo>
                <a:lnTo>
                  <a:pt x="467915" y="308396"/>
                </a:lnTo>
                <a:lnTo>
                  <a:pt x="468645" y="306058"/>
                </a:lnTo>
                <a:lnTo>
                  <a:pt x="470105" y="298125"/>
                </a:lnTo>
                <a:lnTo>
                  <a:pt x="470835" y="305215"/>
                </a:lnTo>
                <a:lnTo>
                  <a:pt x="471565" y="312907"/>
                </a:lnTo>
                <a:lnTo>
                  <a:pt x="473755" y="311646"/>
                </a:lnTo>
                <a:lnTo>
                  <a:pt x="474485" y="297974"/>
                </a:lnTo>
                <a:lnTo>
                  <a:pt x="475944" y="314820"/>
                </a:lnTo>
                <a:lnTo>
                  <a:pt x="476674" y="315240"/>
                </a:lnTo>
                <a:lnTo>
                  <a:pt x="477404" y="318854"/>
                </a:lnTo>
                <a:lnTo>
                  <a:pt x="478864" y="315522"/>
                </a:lnTo>
                <a:lnTo>
                  <a:pt x="480324" y="297141"/>
                </a:lnTo>
                <a:lnTo>
                  <a:pt x="481784" y="312016"/>
                </a:lnTo>
                <a:lnTo>
                  <a:pt x="483244" y="315572"/>
                </a:lnTo>
                <a:lnTo>
                  <a:pt x="483974" y="312295"/>
                </a:lnTo>
                <a:lnTo>
                  <a:pt x="486164" y="303937"/>
                </a:lnTo>
                <a:lnTo>
                  <a:pt x="486894" y="307929"/>
                </a:lnTo>
                <a:lnTo>
                  <a:pt x="489084" y="313984"/>
                </a:lnTo>
                <a:lnTo>
                  <a:pt x="488354" y="307369"/>
                </a:lnTo>
                <a:lnTo>
                  <a:pt x="489814" y="310385"/>
                </a:lnTo>
                <a:lnTo>
                  <a:pt x="490544" y="304882"/>
                </a:lnTo>
                <a:lnTo>
                  <a:pt x="491274" y="316109"/>
                </a:lnTo>
                <a:lnTo>
                  <a:pt x="492734" y="317223"/>
                </a:lnTo>
                <a:lnTo>
                  <a:pt x="496384" y="324420"/>
                </a:lnTo>
                <a:lnTo>
                  <a:pt x="497114" y="324038"/>
                </a:lnTo>
                <a:lnTo>
                  <a:pt x="497844" y="328646"/>
                </a:lnTo>
                <a:lnTo>
                  <a:pt x="498574" y="325367"/>
                </a:lnTo>
                <a:lnTo>
                  <a:pt x="500034" y="298090"/>
                </a:lnTo>
                <a:lnTo>
                  <a:pt x="501494" y="318804"/>
                </a:lnTo>
                <a:lnTo>
                  <a:pt x="502224" y="324418"/>
                </a:lnTo>
                <a:lnTo>
                  <a:pt x="503684" y="318699"/>
                </a:lnTo>
                <a:lnTo>
                  <a:pt x="506603" y="327362"/>
                </a:lnTo>
                <a:lnTo>
                  <a:pt x="508063" y="325267"/>
                </a:lnTo>
                <a:lnTo>
                  <a:pt x="509523" y="313528"/>
                </a:lnTo>
                <a:lnTo>
                  <a:pt x="510983" y="316022"/>
                </a:lnTo>
                <a:lnTo>
                  <a:pt x="511713" y="317413"/>
                </a:lnTo>
                <a:lnTo>
                  <a:pt x="512443" y="301988"/>
                </a:lnTo>
                <a:lnTo>
                  <a:pt x="513903" y="310436"/>
                </a:lnTo>
                <a:lnTo>
                  <a:pt x="516823" y="320084"/>
                </a:lnTo>
                <a:lnTo>
                  <a:pt x="519743" y="312233"/>
                </a:lnTo>
                <a:lnTo>
                  <a:pt x="523393" y="332184"/>
                </a:lnTo>
                <a:lnTo>
                  <a:pt x="524123" y="325041"/>
                </a:lnTo>
                <a:lnTo>
                  <a:pt x="525583" y="335029"/>
                </a:lnTo>
                <a:lnTo>
                  <a:pt x="526313" y="334342"/>
                </a:lnTo>
                <a:lnTo>
                  <a:pt x="527043" y="336712"/>
                </a:lnTo>
                <a:lnTo>
                  <a:pt x="529233" y="320181"/>
                </a:lnTo>
                <a:lnTo>
                  <a:pt x="530693" y="337423"/>
                </a:lnTo>
                <a:lnTo>
                  <a:pt x="532153" y="331495"/>
                </a:lnTo>
                <a:lnTo>
                  <a:pt x="533612" y="329738"/>
                </a:lnTo>
                <a:lnTo>
                  <a:pt x="535072" y="333979"/>
                </a:lnTo>
                <a:lnTo>
                  <a:pt x="536532" y="335691"/>
                </a:lnTo>
                <a:lnTo>
                  <a:pt x="538722" y="326221"/>
                </a:lnTo>
                <a:lnTo>
                  <a:pt x="539452" y="330242"/>
                </a:lnTo>
                <a:lnTo>
                  <a:pt x="540912" y="325697"/>
                </a:lnTo>
                <a:lnTo>
                  <a:pt x="541642" y="329107"/>
                </a:lnTo>
                <a:lnTo>
                  <a:pt x="545292" y="340017"/>
                </a:lnTo>
                <a:lnTo>
                  <a:pt x="546752" y="334751"/>
                </a:lnTo>
                <a:lnTo>
                  <a:pt x="548212" y="334534"/>
                </a:lnTo>
                <a:lnTo>
                  <a:pt x="549672" y="324619"/>
                </a:lnTo>
                <a:lnTo>
                  <a:pt x="550402" y="327877"/>
                </a:lnTo>
                <a:lnTo>
                  <a:pt x="551862" y="336589"/>
                </a:lnTo>
                <a:lnTo>
                  <a:pt x="553322" y="336326"/>
                </a:lnTo>
                <a:lnTo>
                  <a:pt x="554782" y="328309"/>
                </a:lnTo>
                <a:lnTo>
                  <a:pt x="555512" y="334709"/>
                </a:lnTo>
                <a:lnTo>
                  <a:pt x="556242" y="340106"/>
                </a:lnTo>
                <a:lnTo>
                  <a:pt x="556972" y="332790"/>
                </a:lnTo>
                <a:lnTo>
                  <a:pt x="559892" y="326353"/>
                </a:lnTo>
                <a:lnTo>
                  <a:pt x="562811" y="336323"/>
                </a:lnTo>
                <a:lnTo>
                  <a:pt x="563541" y="333765"/>
                </a:lnTo>
                <a:lnTo>
                  <a:pt x="564271" y="340349"/>
                </a:lnTo>
                <a:lnTo>
                  <a:pt x="565001" y="342330"/>
                </a:lnTo>
                <a:lnTo>
                  <a:pt x="567191" y="343095"/>
                </a:lnTo>
                <a:lnTo>
                  <a:pt x="567921" y="330584"/>
                </a:lnTo>
                <a:lnTo>
                  <a:pt x="570841" y="344044"/>
                </a:lnTo>
                <a:lnTo>
                  <a:pt x="572301" y="340246"/>
                </a:lnTo>
                <a:lnTo>
                  <a:pt x="573031" y="327087"/>
                </a:lnTo>
                <a:lnTo>
                  <a:pt x="574491" y="336394"/>
                </a:lnTo>
                <a:lnTo>
                  <a:pt x="578141" y="342902"/>
                </a:lnTo>
                <a:lnTo>
                  <a:pt x="580331" y="329449"/>
                </a:lnTo>
                <a:lnTo>
                  <a:pt x="581061" y="347565"/>
                </a:lnTo>
                <a:lnTo>
                  <a:pt x="583251" y="342284"/>
                </a:lnTo>
                <a:lnTo>
                  <a:pt x="583981" y="339714"/>
                </a:lnTo>
                <a:lnTo>
                  <a:pt x="584711" y="341313"/>
                </a:lnTo>
                <a:lnTo>
                  <a:pt x="586171" y="346641"/>
                </a:lnTo>
                <a:lnTo>
                  <a:pt x="586901" y="341596"/>
                </a:lnTo>
                <a:lnTo>
                  <a:pt x="587631" y="328602"/>
                </a:lnTo>
                <a:lnTo>
                  <a:pt x="588361" y="346891"/>
                </a:lnTo>
                <a:lnTo>
                  <a:pt x="589091" y="345903"/>
                </a:lnTo>
                <a:lnTo>
                  <a:pt x="589821" y="346202"/>
                </a:lnTo>
                <a:lnTo>
                  <a:pt x="592010" y="338760"/>
                </a:lnTo>
                <a:lnTo>
                  <a:pt x="592740" y="345314"/>
                </a:lnTo>
                <a:lnTo>
                  <a:pt x="594200" y="341928"/>
                </a:lnTo>
                <a:lnTo>
                  <a:pt x="594930" y="333283"/>
                </a:lnTo>
                <a:lnTo>
                  <a:pt x="597120" y="334046"/>
                </a:lnTo>
                <a:lnTo>
                  <a:pt x="599310" y="345418"/>
                </a:lnTo>
                <a:lnTo>
                  <a:pt x="600040" y="344571"/>
                </a:lnTo>
                <a:lnTo>
                  <a:pt x="602230" y="346340"/>
                </a:lnTo>
                <a:lnTo>
                  <a:pt x="602960" y="347206"/>
                </a:lnTo>
                <a:lnTo>
                  <a:pt x="603690" y="344026"/>
                </a:lnTo>
                <a:lnTo>
                  <a:pt x="604420" y="353423"/>
                </a:lnTo>
                <a:lnTo>
                  <a:pt x="605151" y="346824"/>
                </a:lnTo>
                <a:lnTo>
                  <a:pt x="605880" y="337523"/>
                </a:lnTo>
                <a:lnTo>
                  <a:pt x="606610" y="349941"/>
                </a:lnTo>
                <a:lnTo>
                  <a:pt x="607340" y="348843"/>
                </a:lnTo>
                <a:lnTo>
                  <a:pt x="608071" y="348164"/>
                </a:lnTo>
                <a:lnTo>
                  <a:pt x="608801" y="349122"/>
                </a:lnTo>
                <a:lnTo>
                  <a:pt x="609530" y="354572"/>
                </a:lnTo>
                <a:lnTo>
                  <a:pt x="610260" y="334823"/>
                </a:lnTo>
                <a:lnTo>
                  <a:pt x="611720" y="357069"/>
                </a:lnTo>
                <a:lnTo>
                  <a:pt x="612450" y="358404"/>
                </a:lnTo>
                <a:lnTo>
                  <a:pt x="613910" y="345833"/>
                </a:lnTo>
                <a:lnTo>
                  <a:pt x="615370" y="355892"/>
                </a:lnTo>
                <a:lnTo>
                  <a:pt x="616830" y="353970"/>
                </a:lnTo>
                <a:lnTo>
                  <a:pt x="617560" y="355761"/>
                </a:lnTo>
                <a:lnTo>
                  <a:pt x="618290" y="365642"/>
                </a:lnTo>
                <a:lnTo>
                  <a:pt x="619750" y="362718"/>
                </a:lnTo>
                <a:lnTo>
                  <a:pt x="621940" y="350615"/>
                </a:lnTo>
                <a:lnTo>
                  <a:pt x="622670" y="352918"/>
                </a:lnTo>
                <a:lnTo>
                  <a:pt x="626320" y="369553"/>
                </a:lnTo>
                <a:lnTo>
                  <a:pt x="627050" y="366536"/>
                </a:lnTo>
                <a:lnTo>
                  <a:pt x="628510" y="364369"/>
                </a:lnTo>
                <a:lnTo>
                  <a:pt x="635080" y="392895"/>
                </a:lnTo>
                <a:lnTo>
                  <a:pt x="635810" y="390490"/>
                </a:lnTo>
                <a:lnTo>
                  <a:pt x="636540" y="394653"/>
                </a:lnTo>
                <a:lnTo>
                  <a:pt x="638000" y="400511"/>
                </a:lnTo>
                <a:lnTo>
                  <a:pt x="638730" y="398087"/>
                </a:lnTo>
                <a:lnTo>
                  <a:pt x="639460" y="390471"/>
                </a:lnTo>
                <a:lnTo>
                  <a:pt x="640919" y="402554"/>
                </a:lnTo>
                <a:lnTo>
                  <a:pt x="644569" y="407915"/>
                </a:lnTo>
                <a:lnTo>
                  <a:pt x="646759" y="396720"/>
                </a:lnTo>
                <a:lnTo>
                  <a:pt x="648219" y="401917"/>
                </a:lnTo>
                <a:lnTo>
                  <a:pt x="651869" y="410158"/>
                </a:lnTo>
                <a:lnTo>
                  <a:pt x="654059" y="406214"/>
                </a:lnTo>
                <a:lnTo>
                  <a:pt x="656249" y="413209"/>
                </a:lnTo>
                <a:lnTo>
                  <a:pt x="656979" y="410456"/>
                </a:lnTo>
                <a:lnTo>
                  <a:pt x="658439" y="405608"/>
                </a:lnTo>
                <a:lnTo>
                  <a:pt x="660629" y="415307"/>
                </a:lnTo>
                <a:lnTo>
                  <a:pt x="661359" y="410756"/>
                </a:lnTo>
                <a:lnTo>
                  <a:pt x="662089" y="411829"/>
                </a:lnTo>
                <a:lnTo>
                  <a:pt x="665009" y="420071"/>
                </a:lnTo>
                <a:lnTo>
                  <a:pt x="667199" y="409773"/>
                </a:lnTo>
                <a:lnTo>
                  <a:pt x="668659" y="417193"/>
                </a:lnTo>
                <a:lnTo>
                  <a:pt x="670118" y="419688"/>
                </a:lnTo>
                <a:lnTo>
                  <a:pt x="670848" y="417648"/>
                </a:lnTo>
                <a:lnTo>
                  <a:pt x="673038" y="409568"/>
                </a:lnTo>
                <a:lnTo>
                  <a:pt x="673768" y="414464"/>
                </a:lnTo>
                <a:lnTo>
                  <a:pt x="674498" y="419596"/>
                </a:lnTo>
                <a:lnTo>
                  <a:pt x="675958" y="416889"/>
                </a:lnTo>
                <a:lnTo>
                  <a:pt x="678148" y="418272"/>
                </a:lnTo>
                <a:lnTo>
                  <a:pt x="680338" y="410580"/>
                </a:lnTo>
                <a:lnTo>
                  <a:pt x="681798" y="417301"/>
                </a:lnTo>
                <a:lnTo>
                  <a:pt x="683258" y="414384"/>
                </a:lnTo>
                <a:lnTo>
                  <a:pt x="683988" y="413219"/>
                </a:lnTo>
                <a:lnTo>
                  <a:pt x="684718" y="416194"/>
                </a:lnTo>
                <a:lnTo>
                  <a:pt x="687638" y="414872"/>
                </a:lnTo>
                <a:lnTo>
                  <a:pt x="694208" y="412680"/>
                </a:lnTo>
                <a:lnTo>
                  <a:pt x="694938" y="402762"/>
                </a:lnTo>
                <a:lnTo>
                  <a:pt x="697128" y="407113"/>
                </a:lnTo>
                <a:lnTo>
                  <a:pt x="701507" y="414454"/>
                </a:lnTo>
                <a:lnTo>
                  <a:pt x="705887" y="416085"/>
                </a:lnTo>
                <a:lnTo>
                  <a:pt x="708077" y="415120"/>
                </a:lnTo>
                <a:lnTo>
                  <a:pt x="712457" y="407956"/>
                </a:lnTo>
                <a:lnTo>
                  <a:pt x="713187" y="408948"/>
                </a:lnTo>
                <a:lnTo>
                  <a:pt x="713917" y="407819"/>
                </a:lnTo>
                <a:lnTo>
                  <a:pt x="718297" y="402177"/>
                </a:lnTo>
                <a:lnTo>
                  <a:pt x="719027" y="403212"/>
                </a:lnTo>
                <a:lnTo>
                  <a:pt x="720487" y="400970"/>
                </a:lnTo>
                <a:lnTo>
                  <a:pt x="725597" y="396972"/>
                </a:lnTo>
                <a:lnTo>
                  <a:pt x="728516" y="400924"/>
                </a:lnTo>
                <a:lnTo>
                  <a:pt x="732166" y="397119"/>
                </a:lnTo>
                <a:lnTo>
                  <a:pt x="735086" y="396057"/>
                </a:lnTo>
                <a:lnTo>
                  <a:pt x="745306" y="387480"/>
                </a:lnTo>
                <a:lnTo>
                  <a:pt x="749686" y="386225"/>
                </a:lnTo>
                <a:lnTo>
                  <a:pt x="753336" y="384693"/>
                </a:lnTo>
                <a:lnTo>
                  <a:pt x="756985" y="380101"/>
                </a:lnTo>
                <a:lnTo>
                  <a:pt x="759905" y="372094"/>
                </a:lnTo>
                <a:lnTo>
                  <a:pt x="761365" y="373918"/>
                </a:lnTo>
                <a:lnTo>
                  <a:pt x="762825" y="368227"/>
                </a:lnTo>
                <a:lnTo>
                  <a:pt x="764285" y="372256"/>
                </a:lnTo>
                <a:lnTo>
                  <a:pt x="765745" y="369541"/>
                </a:lnTo>
                <a:lnTo>
                  <a:pt x="767935" y="369040"/>
                </a:lnTo>
                <a:lnTo>
                  <a:pt x="768665" y="370728"/>
                </a:lnTo>
                <a:lnTo>
                  <a:pt x="769395" y="368018"/>
                </a:lnTo>
                <a:lnTo>
                  <a:pt x="770855" y="365531"/>
                </a:lnTo>
                <a:lnTo>
                  <a:pt x="771585" y="370549"/>
                </a:lnTo>
                <a:lnTo>
                  <a:pt x="773045" y="362605"/>
                </a:lnTo>
                <a:lnTo>
                  <a:pt x="773775" y="367160"/>
                </a:lnTo>
                <a:lnTo>
                  <a:pt x="775235" y="365546"/>
                </a:lnTo>
                <a:lnTo>
                  <a:pt x="775965" y="363950"/>
                </a:lnTo>
                <a:lnTo>
                  <a:pt x="776695" y="365735"/>
                </a:lnTo>
                <a:lnTo>
                  <a:pt x="777425" y="369965"/>
                </a:lnTo>
                <a:lnTo>
                  <a:pt x="778155" y="364084"/>
                </a:lnTo>
                <a:lnTo>
                  <a:pt x="778885" y="366558"/>
                </a:lnTo>
                <a:lnTo>
                  <a:pt x="784724" y="360975"/>
                </a:lnTo>
                <a:lnTo>
                  <a:pt x="785454" y="364513"/>
                </a:lnTo>
                <a:lnTo>
                  <a:pt x="786184" y="359722"/>
                </a:lnTo>
                <a:lnTo>
                  <a:pt x="789104" y="356103"/>
                </a:lnTo>
                <a:lnTo>
                  <a:pt x="789834" y="358144"/>
                </a:lnTo>
                <a:lnTo>
                  <a:pt x="790564" y="355438"/>
                </a:lnTo>
                <a:lnTo>
                  <a:pt x="791294" y="349698"/>
                </a:lnTo>
                <a:lnTo>
                  <a:pt x="793484" y="351647"/>
                </a:lnTo>
                <a:lnTo>
                  <a:pt x="794214" y="349311"/>
                </a:lnTo>
                <a:lnTo>
                  <a:pt x="796404" y="350286"/>
                </a:lnTo>
                <a:lnTo>
                  <a:pt x="797864" y="345207"/>
                </a:lnTo>
                <a:lnTo>
                  <a:pt x="798594" y="339135"/>
                </a:lnTo>
                <a:lnTo>
                  <a:pt x="799324" y="345083"/>
                </a:lnTo>
                <a:lnTo>
                  <a:pt x="800054" y="349702"/>
                </a:lnTo>
                <a:lnTo>
                  <a:pt x="800784" y="343862"/>
                </a:lnTo>
                <a:lnTo>
                  <a:pt x="802244" y="318132"/>
                </a:lnTo>
                <a:lnTo>
                  <a:pt x="803704" y="325270"/>
                </a:lnTo>
                <a:lnTo>
                  <a:pt x="804434" y="324957"/>
                </a:lnTo>
                <a:lnTo>
                  <a:pt x="805164" y="330004"/>
                </a:lnTo>
                <a:lnTo>
                  <a:pt x="805894" y="318733"/>
                </a:lnTo>
                <a:lnTo>
                  <a:pt x="811734" y="282543"/>
                </a:lnTo>
                <a:lnTo>
                  <a:pt x="813193" y="290736"/>
                </a:lnTo>
                <a:lnTo>
                  <a:pt x="813923" y="293289"/>
                </a:lnTo>
                <a:lnTo>
                  <a:pt x="814653" y="290001"/>
                </a:lnTo>
                <a:lnTo>
                  <a:pt x="818303" y="270042"/>
                </a:lnTo>
                <a:lnTo>
                  <a:pt x="821223" y="280086"/>
                </a:lnTo>
                <a:lnTo>
                  <a:pt x="824873" y="260185"/>
                </a:lnTo>
                <a:lnTo>
                  <a:pt x="825603" y="259238"/>
                </a:lnTo>
                <a:lnTo>
                  <a:pt x="826333" y="264395"/>
                </a:lnTo>
                <a:lnTo>
                  <a:pt x="827793" y="261116"/>
                </a:lnTo>
                <a:lnTo>
                  <a:pt x="831443" y="235989"/>
                </a:lnTo>
                <a:lnTo>
                  <a:pt x="832903" y="234628"/>
                </a:lnTo>
                <a:lnTo>
                  <a:pt x="834363" y="240369"/>
                </a:lnTo>
                <a:lnTo>
                  <a:pt x="837283" y="219557"/>
                </a:lnTo>
                <a:lnTo>
                  <a:pt x="839473" y="225524"/>
                </a:lnTo>
                <a:lnTo>
                  <a:pt x="845312" y="213934"/>
                </a:lnTo>
                <a:lnTo>
                  <a:pt x="851882" y="196255"/>
                </a:lnTo>
                <a:lnTo>
                  <a:pt x="853342" y="201909"/>
                </a:lnTo>
                <a:lnTo>
                  <a:pt x="854802" y="207908"/>
                </a:lnTo>
                <a:lnTo>
                  <a:pt x="856262" y="203762"/>
                </a:lnTo>
                <a:lnTo>
                  <a:pt x="859912" y="193720"/>
                </a:lnTo>
                <a:lnTo>
                  <a:pt x="861372" y="197361"/>
                </a:lnTo>
                <a:lnTo>
                  <a:pt x="862832" y="186745"/>
                </a:lnTo>
                <a:lnTo>
                  <a:pt x="864292" y="190099"/>
                </a:lnTo>
                <a:lnTo>
                  <a:pt x="867942" y="189833"/>
                </a:lnTo>
                <a:lnTo>
                  <a:pt x="869402" y="179639"/>
                </a:lnTo>
                <a:lnTo>
                  <a:pt x="870861" y="183160"/>
                </a:lnTo>
                <a:lnTo>
                  <a:pt x="872321" y="182511"/>
                </a:lnTo>
                <a:lnTo>
                  <a:pt x="873781" y="188235"/>
                </a:lnTo>
                <a:lnTo>
                  <a:pt x="881811" y="149245"/>
                </a:lnTo>
                <a:lnTo>
                  <a:pt x="883271" y="154091"/>
                </a:lnTo>
                <a:lnTo>
                  <a:pt x="884731" y="162634"/>
                </a:lnTo>
                <a:lnTo>
                  <a:pt x="885461" y="153515"/>
                </a:lnTo>
                <a:lnTo>
                  <a:pt x="891301" y="157767"/>
                </a:lnTo>
                <a:lnTo>
                  <a:pt x="892761" y="154830"/>
                </a:lnTo>
                <a:lnTo>
                  <a:pt x="893491" y="159281"/>
                </a:lnTo>
                <a:lnTo>
                  <a:pt x="894221" y="156263"/>
                </a:lnTo>
                <a:lnTo>
                  <a:pt x="898601" y="159534"/>
                </a:lnTo>
                <a:lnTo>
                  <a:pt x="899331" y="157000"/>
                </a:lnTo>
                <a:lnTo>
                  <a:pt x="900790" y="159356"/>
                </a:lnTo>
                <a:lnTo>
                  <a:pt x="902250" y="159349"/>
                </a:lnTo>
                <a:lnTo>
                  <a:pt x="902980" y="156235"/>
                </a:lnTo>
                <a:lnTo>
                  <a:pt x="905170" y="157430"/>
                </a:lnTo>
                <a:lnTo>
                  <a:pt x="907360" y="158789"/>
                </a:lnTo>
                <a:lnTo>
                  <a:pt x="908090" y="158323"/>
                </a:lnTo>
                <a:lnTo>
                  <a:pt x="908820" y="155970"/>
                </a:lnTo>
                <a:lnTo>
                  <a:pt x="911010" y="157709"/>
                </a:lnTo>
                <a:lnTo>
                  <a:pt x="913200" y="156287"/>
                </a:lnTo>
                <a:lnTo>
                  <a:pt x="913930" y="156684"/>
                </a:lnTo>
                <a:lnTo>
                  <a:pt x="919040" y="154212"/>
                </a:lnTo>
                <a:lnTo>
                  <a:pt x="926340" y="157287"/>
                </a:lnTo>
                <a:lnTo>
                  <a:pt x="928529" y="155529"/>
                </a:lnTo>
                <a:lnTo>
                  <a:pt x="929259" y="156390"/>
                </a:lnTo>
                <a:lnTo>
                  <a:pt x="934369" y="155872"/>
                </a:lnTo>
                <a:lnTo>
                  <a:pt x="935829" y="162115"/>
                </a:lnTo>
                <a:lnTo>
                  <a:pt x="936559" y="153544"/>
                </a:lnTo>
                <a:lnTo>
                  <a:pt x="938749" y="156411"/>
                </a:lnTo>
                <a:lnTo>
                  <a:pt x="948969" y="158299"/>
                </a:lnTo>
                <a:lnTo>
                  <a:pt x="962838" y="180684"/>
                </a:lnTo>
                <a:lnTo>
                  <a:pt x="968678" y="191202"/>
                </a:lnTo>
                <a:lnTo>
                  <a:pt x="969408" y="190673"/>
                </a:lnTo>
                <a:lnTo>
                  <a:pt x="970138" y="192833"/>
                </a:lnTo>
                <a:lnTo>
                  <a:pt x="975248" y="199962"/>
                </a:lnTo>
                <a:lnTo>
                  <a:pt x="978898" y="203778"/>
                </a:lnTo>
                <a:lnTo>
                  <a:pt x="984008" y="211191"/>
                </a:lnTo>
                <a:lnTo>
                  <a:pt x="985468" y="212251"/>
                </a:lnTo>
                <a:lnTo>
                  <a:pt x="991307" y="218260"/>
                </a:lnTo>
                <a:lnTo>
                  <a:pt x="996417" y="222880"/>
                </a:lnTo>
                <a:lnTo>
                  <a:pt x="1012477" y="251811"/>
                </a:lnTo>
                <a:lnTo>
                  <a:pt x="1019776" y="274913"/>
                </a:lnTo>
                <a:lnTo>
                  <a:pt x="1021236" y="276967"/>
                </a:lnTo>
                <a:lnTo>
                  <a:pt x="1024156" y="286762"/>
                </a:lnTo>
                <a:lnTo>
                  <a:pt x="1029266" y="299464"/>
                </a:lnTo>
                <a:lnTo>
                  <a:pt x="1029996" y="293229"/>
                </a:lnTo>
                <a:lnTo>
                  <a:pt x="1031456" y="294619"/>
                </a:lnTo>
                <a:lnTo>
                  <a:pt x="1037296" y="317425"/>
                </a:lnTo>
                <a:lnTo>
                  <a:pt x="1040946" y="322340"/>
                </a:lnTo>
                <a:lnTo>
                  <a:pt x="1041676" y="320490"/>
                </a:lnTo>
                <a:lnTo>
                  <a:pt x="1045326" y="330059"/>
                </a:lnTo>
                <a:lnTo>
                  <a:pt x="1046056" y="327829"/>
                </a:lnTo>
                <a:lnTo>
                  <a:pt x="1046786" y="328794"/>
                </a:lnTo>
                <a:lnTo>
                  <a:pt x="1048246" y="338649"/>
                </a:lnTo>
                <a:lnTo>
                  <a:pt x="1050436" y="336899"/>
                </a:lnTo>
                <a:lnTo>
                  <a:pt x="1052626" y="331326"/>
                </a:lnTo>
                <a:lnTo>
                  <a:pt x="1054816" y="315595"/>
                </a:lnTo>
                <a:lnTo>
                  <a:pt x="1055546" y="319135"/>
                </a:lnTo>
                <a:lnTo>
                  <a:pt x="1056276" y="327024"/>
                </a:lnTo>
                <a:lnTo>
                  <a:pt x="1057736" y="320590"/>
                </a:lnTo>
                <a:lnTo>
                  <a:pt x="1058466" y="316501"/>
                </a:lnTo>
                <a:lnTo>
                  <a:pt x="1059926" y="318133"/>
                </a:lnTo>
                <a:lnTo>
                  <a:pt x="1060656" y="324678"/>
                </a:lnTo>
                <a:lnTo>
                  <a:pt x="1061386" y="314369"/>
                </a:lnTo>
                <a:lnTo>
                  <a:pt x="1065035" y="299149"/>
                </a:lnTo>
                <a:lnTo>
                  <a:pt x="1065765" y="299555"/>
                </a:lnTo>
                <a:lnTo>
                  <a:pt x="1066495" y="298070"/>
                </a:lnTo>
                <a:lnTo>
                  <a:pt x="1068685" y="296646"/>
                </a:lnTo>
                <a:lnTo>
                  <a:pt x="1070145" y="309397"/>
                </a:lnTo>
                <a:lnTo>
                  <a:pt x="1070875" y="295654"/>
                </a:lnTo>
                <a:lnTo>
                  <a:pt x="1071605" y="285263"/>
                </a:lnTo>
                <a:lnTo>
                  <a:pt x="1073795" y="287549"/>
                </a:lnTo>
                <a:lnTo>
                  <a:pt x="1075255" y="292326"/>
                </a:lnTo>
                <a:lnTo>
                  <a:pt x="1079635" y="259387"/>
                </a:lnTo>
                <a:lnTo>
                  <a:pt x="1080365" y="262341"/>
                </a:lnTo>
                <a:lnTo>
                  <a:pt x="1081095" y="257677"/>
                </a:lnTo>
                <a:lnTo>
                  <a:pt x="1081825" y="252647"/>
                </a:lnTo>
                <a:lnTo>
                  <a:pt x="1082555" y="264327"/>
                </a:lnTo>
                <a:lnTo>
                  <a:pt x="1084015" y="251135"/>
                </a:lnTo>
                <a:lnTo>
                  <a:pt x="1086205" y="233652"/>
                </a:lnTo>
                <a:lnTo>
                  <a:pt x="1086935" y="233901"/>
                </a:lnTo>
                <a:lnTo>
                  <a:pt x="1093504" y="196072"/>
                </a:lnTo>
                <a:lnTo>
                  <a:pt x="1094234" y="196562"/>
                </a:lnTo>
                <a:lnTo>
                  <a:pt x="1096424" y="201071"/>
                </a:lnTo>
                <a:lnTo>
                  <a:pt x="1100804" y="184104"/>
                </a:lnTo>
                <a:lnTo>
                  <a:pt x="1101534" y="185210"/>
                </a:lnTo>
                <a:lnTo>
                  <a:pt x="1102264" y="182929"/>
                </a:lnTo>
                <a:lnTo>
                  <a:pt x="1103724" y="175266"/>
                </a:lnTo>
                <a:lnTo>
                  <a:pt x="1105184" y="181508"/>
                </a:lnTo>
                <a:lnTo>
                  <a:pt x="1106644" y="172126"/>
                </a:lnTo>
                <a:lnTo>
                  <a:pt x="1107374" y="177486"/>
                </a:lnTo>
                <a:lnTo>
                  <a:pt x="1108104" y="181345"/>
                </a:lnTo>
                <a:lnTo>
                  <a:pt x="1108834" y="175190"/>
                </a:lnTo>
                <a:lnTo>
                  <a:pt x="1109564" y="177539"/>
                </a:lnTo>
                <a:lnTo>
                  <a:pt x="1110294" y="177209"/>
                </a:lnTo>
                <a:lnTo>
                  <a:pt x="1111024" y="181281"/>
                </a:lnTo>
                <a:lnTo>
                  <a:pt x="1111754" y="176006"/>
                </a:lnTo>
                <a:lnTo>
                  <a:pt x="1114674" y="163577"/>
                </a:lnTo>
                <a:lnTo>
                  <a:pt x="1116864" y="175598"/>
                </a:lnTo>
                <a:lnTo>
                  <a:pt x="1117594" y="169153"/>
                </a:lnTo>
                <a:lnTo>
                  <a:pt x="1118324" y="170365"/>
                </a:lnTo>
                <a:lnTo>
                  <a:pt x="1119054" y="166806"/>
                </a:lnTo>
                <a:lnTo>
                  <a:pt x="1120514" y="164706"/>
                </a:lnTo>
                <a:lnTo>
                  <a:pt x="1121974" y="165180"/>
                </a:lnTo>
                <a:lnTo>
                  <a:pt x="1123433" y="155711"/>
                </a:lnTo>
                <a:lnTo>
                  <a:pt x="1126353" y="164294"/>
                </a:lnTo>
                <a:lnTo>
                  <a:pt x="1131463" y="143396"/>
                </a:lnTo>
                <a:lnTo>
                  <a:pt x="1132923" y="148803"/>
                </a:lnTo>
                <a:lnTo>
                  <a:pt x="1133653" y="143324"/>
                </a:lnTo>
                <a:lnTo>
                  <a:pt x="1136573" y="139985"/>
                </a:lnTo>
                <a:lnTo>
                  <a:pt x="1138033" y="140113"/>
                </a:lnTo>
                <a:lnTo>
                  <a:pt x="1138763" y="142544"/>
                </a:lnTo>
                <a:lnTo>
                  <a:pt x="1142413" y="128963"/>
                </a:lnTo>
                <a:lnTo>
                  <a:pt x="1143873" y="136469"/>
                </a:lnTo>
                <a:lnTo>
                  <a:pt x="1145333" y="132739"/>
                </a:lnTo>
                <a:lnTo>
                  <a:pt x="1146063" y="131423"/>
                </a:lnTo>
                <a:lnTo>
                  <a:pt x="1148253" y="137172"/>
                </a:lnTo>
                <a:lnTo>
                  <a:pt x="1148983" y="134237"/>
                </a:lnTo>
                <a:lnTo>
                  <a:pt x="1150443" y="135285"/>
                </a:lnTo>
                <a:lnTo>
                  <a:pt x="1154092" y="139288"/>
                </a:lnTo>
                <a:lnTo>
                  <a:pt x="1156282" y="139531"/>
                </a:lnTo>
                <a:lnTo>
                  <a:pt x="1157012" y="132613"/>
                </a:lnTo>
                <a:lnTo>
                  <a:pt x="1157742" y="140430"/>
                </a:lnTo>
                <a:lnTo>
                  <a:pt x="1158472" y="139134"/>
                </a:lnTo>
                <a:lnTo>
                  <a:pt x="1161392" y="143980"/>
                </a:lnTo>
                <a:lnTo>
                  <a:pt x="1159932" y="137133"/>
                </a:lnTo>
                <a:lnTo>
                  <a:pt x="1162122" y="140598"/>
                </a:lnTo>
                <a:lnTo>
                  <a:pt x="1162852" y="137750"/>
                </a:lnTo>
                <a:lnTo>
                  <a:pt x="1163582" y="140402"/>
                </a:lnTo>
                <a:lnTo>
                  <a:pt x="1165042" y="147620"/>
                </a:lnTo>
                <a:lnTo>
                  <a:pt x="1165772" y="145381"/>
                </a:lnTo>
                <a:lnTo>
                  <a:pt x="1166502" y="141559"/>
                </a:lnTo>
                <a:lnTo>
                  <a:pt x="1167232" y="145219"/>
                </a:lnTo>
                <a:lnTo>
                  <a:pt x="1168692" y="151080"/>
                </a:lnTo>
                <a:lnTo>
                  <a:pt x="1169422" y="142847"/>
                </a:lnTo>
                <a:lnTo>
                  <a:pt x="1172342" y="130151"/>
                </a:lnTo>
                <a:lnTo>
                  <a:pt x="1170882" y="148473"/>
                </a:lnTo>
                <a:lnTo>
                  <a:pt x="1173072" y="134026"/>
                </a:lnTo>
                <a:lnTo>
                  <a:pt x="1174532" y="146624"/>
                </a:lnTo>
                <a:lnTo>
                  <a:pt x="1175992" y="139168"/>
                </a:lnTo>
                <a:lnTo>
                  <a:pt x="1176722" y="137201"/>
                </a:lnTo>
                <a:lnTo>
                  <a:pt x="1177452" y="139751"/>
                </a:lnTo>
                <a:lnTo>
                  <a:pt x="1178182" y="139290"/>
                </a:lnTo>
                <a:lnTo>
                  <a:pt x="1181831" y="148151"/>
                </a:lnTo>
                <a:lnTo>
                  <a:pt x="1183291" y="138594"/>
                </a:lnTo>
                <a:lnTo>
                  <a:pt x="1184021" y="140811"/>
                </a:lnTo>
                <a:lnTo>
                  <a:pt x="1184751" y="154427"/>
                </a:lnTo>
                <a:lnTo>
                  <a:pt x="1186211" y="140227"/>
                </a:lnTo>
                <a:lnTo>
                  <a:pt x="1186941" y="139969"/>
                </a:lnTo>
                <a:lnTo>
                  <a:pt x="1187671" y="142484"/>
                </a:lnTo>
                <a:lnTo>
                  <a:pt x="1189131" y="150304"/>
                </a:lnTo>
                <a:lnTo>
                  <a:pt x="1189861" y="147685"/>
                </a:lnTo>
                <a:lnTo>
                  <a:pt x="1192781" y="140587"/>
                </a:lnTo>
                <a:lnTo>
                  <a:pt x="1193511" y="139620"/>
                </a:lnTo>
                <a:lnTo>
                  <a:pt x="1194241" y="141866"/>
                </a:lnTo>
                <a:lnTo>
                  <a:pt x="1194971" y="141857"/>
                </a:lnTo>
                <a:lnTo>
                  <a:pt x="1198621" y="146689"/>
                </a:lnTo>
                <a:lnTo>
                  <a:pt x="1199351" y="143035"/>
                </a:lnTo>
                <a:lnTo>
                  <a:pt x="1200081" y="145014"/>
                </a:lnTo>
                <a:lnTo>
                  <a:pt x="1201541" y="150011"/>
                </a:lnTo>
                <a:lnTo>
                  <a:pt x="1202271" y="145952"/>
                </a:lnTo>
                <a:lnTo>
                  <a:pt x="1207381" y="132651"/>
                </a:lnTo>
                <a:lnTo>
                  <a:pt x="1208111" y="134375"/>
                </a:lnTo>
                <a:lnTo>
                  <a:pt x="1208840" y="136636"/>
                </a:lnTo>
                <a:lnTo>
                  <a:pt x="1209570" y="133439"/>
                </a:lnTo>
                <a:lnTo>
                  <a:pt x="1210300" y="130339"/>
                </a:lnTo>
                <a:lnTo>
                  <a:pt x="1212490" y="131147"/>
                </a:lnTo>
                <a:lnTo>
                  <a:pt x="1219790" y="118537"/>
                </a:lnTo>
                <a:lnTo>
                  <a:pt x="1220520" y="112150"/>
                </a:lnTo>
                <a:lnTo>
                  <a:pt x="1221250" y="123837"/>
                </a:lnTo>
                <a:lnTo>
                  <a:pt x="1221980" y="121368"/>
                </a:lnTo>
                <a:lnTo>
                  <a:pt x="1225630" y="112976"/>
                </a:lnTo>
                <a:lnTo>
                  <a:pt x="1227090" y="123947"/>
                </a:lnTo>
                <a:lnTo>
                  <a:pt x="1229280" y="119415"/>
                </a:lnTo>
                <a:lnTo>
                  <a:pt x="1236580" y="108331"/>
                </a:lnTo>
                <a:lnTo>
                  <a:pt x="1238769" y="102573"/>
                </a:lnTo>
                <a:lnTo>
                  <a:pt x="1242419" y="110200"/>
                </a:lnTo>
                <a:lnTo>
                  <a:pt x="1243149" y="111288"/>
                </a:lnTo>
                <a:lnTo>
                  <a:pt x="1243879" y="107703"/>
                </a:lnTo>
                <a:lnTo>
                  <a:pt x="1247529" y="104183"/>
                </a:lnTo>
                <a:lnTo>
                  <a:pt x="1248259" y="105380"/>
                </a:lnTo>
                <a:lnTo>
                  <a:pt x="1248989" y="102514"/>
                </a:lnTo>
                <a:lnTo>
                  <a:pt x="1252639" y="100414"/>
                </a:lnTo>
                <a:lnTo>
                  <a:pt x="1253369" y="101125"/>
                </a:lnTo>
                <a:lnTo>
                  <a:pt x="1254829" y="94976"/>
                </a:lnTo>
                <a:lnTo>
                  <a:pt x="1256289" y="98441"/>
                </a:lnTo>
                <a:lnTo>
                  <a:pt x="1286218" y="70861"/>
                </a:lnTo>
                <a:lnTo>
                  <a:pt x="1286948" y="73365"/>
                </a:lnTo>
                <a:lnTo>
                  <a:pt x="1288408" y="69340"/>
                </a:lnTo>
                <a:lnTo>
                  <a:pt x="1289138" y="68046"/>
                </a:lnTo>
                <a:lnTo>
                  <a:pt x="1289868" y="70203"/>
                </a:lnTo>
                <a:lnTo>
                  <a:pt x="1291328" y="70471"/>
                </a:lnTo>
                <a:lnTo>
                  <a:pt x="1292058" y="67834"/>
                </a:lnTo>
                <a:lnTo>
                  <a:pt x="1292788" y="68546"/>
                </a:lnTo>
                <a:lnTo>
                  <a:pt x="1293518" y="73488"/>
                </a:lnTo>
                <a:lnTo>
                  <a:pt x="1294978" y="70447"/>
                </a:lnTo>
                <a:lnTo>
                  <a:pt x="1299357" y="46795"/>
                </a:lnTo>
                <a:lnTo>
                  <a:pt x="1303007" y="58092"/>
                </a:lnTo>
                <a:lnTo>
                  <a:pt x="1305197" y="51941"/>
                </a:lnTo>
                <a:lnTo>
                  <a:pt x="1305927" y="54037"/>
                </a:lnTo>
                <a:lnTo>
                  <a:pt x="1308117" y="59826"/>
                </a:lnTo>
                <a:lnTo>
                  <a:pt x="1308847" y="55768"/>
                </a:lnTo>
                <a:lnTo>
                  <a:pt x="1312497" y="48572"/>
                </a:lnTo>
                <a:lnTo>
                  <a:pt x="1313957" y="47741"/>
                </a:lnTo>
                <a:lnTo>
                  <a:pt x="1315417" y="40214"/>
                </a:lnTo>
                <a:lnTo>
                  <a:pt x="1316877" y="43911"/>
                </a:lnTo>
                <a:lnTo>
                  <a:pt x="1321987" y="69115"/>
                </a:lnTo>
                <a:lnTo>
                  <a:pt x="1323447" y="62912"/>
                </a:lnTo>
                <a:lnTo>
                  <a:pt x="1324176" y="63208"/>
                </a:lnTo>
                <a:lnTo>
                  <a:pt x="1327826" y="57069"/>
                </a:lnTo>
                <a:lnTo>
                  <a:pt x="1329286" y="54348"/>
                </a:lnTo>
                <a:lnTo>
                  <a:pt x="1332206" y="60301"/>
                </a:lnTo>
                <a:lnTo>
                  <a:pt x="1335126" y="61196"/>
                </a:lnTo>
                <a:lnTo>
                  <a:pt x="1338046" y="69034"/>
                </a:lnTo>
                <a:lnTo>
                  <a:pt x="1339506" y="67845"/>
                </a:lnTo>
                <a:lnTo>
                  <a:pt x="1340236" y="75126"/>
                </a:lnTo>
                <a:lnTo>
                  <a:pt x="1341696" y="72532"/>
                </a:lnTo>
                <a:lnTo>
                  <a:pt x="1343156" y="63784"/>
                </a:lnTo>
                <a:lnTo>
                  <a:pt x="1343886" y="71824"/>
                </a:lnTo>
                <a:lnTo>
                  <a:pt x="1344616" y="72175"/>
                </a:lnTo>
                <a:lnTo>
                  <a:pt x="1345346" y="75806"/>
                </a:lnTo>
                <a:lnTo>
                  <a:pt x="1346806" y="73538"/>
                </a:lnTo>
                <a:lnTo>
                  <a:pt x="1351186" y="69542"/>
                </a:lnTo>
                <a:lnTo>
                  <a:pt x="1351916" y="72377"/>
                </a:lnTo>
                <a:lnTo>
                  <a:pt x="1352646" y="73426"/>
                </a:lnTo>
                <a:lnTo>
                  <a:pt x="1357025" y="62322"/>
                </a:lnTo>
                <a:lnTo>
                  <a:pt x="1357755" y="63992"/>
                </a:lnTo>
                <a:lnTo>
                  <a:pt x="1358485" y="59923"/>
                </a:lnTo>
                <a:lnTo>
                  <a:pt x="1359215" y="53375"/>
                </a:lnTo>
                <a:lnTo>
                  <a:pt x="1360675" y="61729"/>
                </a:lnTo>
                <a:lnTo>
                  <a:pt x="1362865" y="76003"/>
                </a:lnTo>
                <a:lnTo>
                  <a:pt x="1364325" y="73064"/>
                </a:lnTo>
                <a:lnTo>
                  <a:pt x="1365055" y="73810"/>
                </a:lnTo>
                <a:lnTo>
                  <a:pt x="1366515" y="67500"/>
                </a:lnTo>
                <a:lnTo>
                  <a:pt x="1367975" y="70519"/>
                </a:lnTo>
                <a:lnTo>
                  <a:pt x="1368705" y="70846"/>
                </a:lnTo>
                <a:lnTo>
                  <a:pt x="1369435" y="68595"/>
                </a:lnTo>
                <a:lnTo>
                  <a:pt x="1372355" y="67623"/>
                </a:lnTo>
                <a:lnTo>
                  <a:pt x="1375275" y="80869"/>
                </a:lnTo>
                <a:lnTo>
                  <a:pt x="1378195" y="65501"/>
                </a:lnTo>
                <a:lnTo>
                  <a:pt x="1378925" y="66429"/>
                </a:lnTo>
                <a:lnTo>
                  <a:pt x="1379655" y="65618"/>
                </a:lnTo>
                <a:lnTo>
                  <a:pt x="1380385" y="71911"/>
                </a:lnTo>
                <a:lnTo>
                  <a:pt x="1381844" y="63837"/>
                </a:lnTo>
                <a:lnTo>
                  <a:pt x="1384764" y="61408"/>
                </a:lnTo>
                <a:lnTo>
                  <a:pt x="1385494" y="64461"/>
                </a:lnTo>
                <a:lnTo>
                  <a:pt x="1386224" y="59308"/>
                </a:lnTo>
                <a:lnTo>
                  <a:pt x="1386954" y="57312"/>
                </a:lnTo>
                <a:lnTo>
                  <a:pt x="1387684" y="58795"/>
                </a:lnTo>
                <a:lnTo>
                  <a:pt x="1390604" y="71871"/>
                </a:lnTo>
                <a:lnTo>
                  <a:pt x="1391334" y="61619"/>
                </a:lnTo>
                <a:lnTo>
                  <a:pt x="1393524" y="62935"/>
                </a:lnTo>
                <a:lnTo>
                  <a:pt x="1394984" y="65348"/>
                </a:lnTo>
                <a:lnTo>
                  <a:pt x="1395714" y="64046"/>
                </a:lnTo>
                <a:lnTo>
                  <a:pt x="1396444" y="61559"/>
                </a:lnTo>
                <a:lnTo>
                  <a:pt x="1397174" y="67538"/>
                </a:lnTo>
                <a:lnTo>
                  <a:pt x="1400094" y="59669"/>
                </a:lnTo>
                <a:lnTo>
                  <a:pt x="1403014" y="46242"/>
                </a:lnTo>
                <a:lnTo>
                  <a:pt x="1403744" y="47362"/>
                </a:lnTo>
                <a:lnTo>
                  <a:pt x="1405204" y="57018"/>
                </a:lnTo>
                <a:lnTo>
                  <a:pt x="1406664" y="51305"/>
                </a:lnTo>
                <a:lnTo>
                  <a:pt x="1408854" y="43259"/>
                </a:lnTo>
                <a:lnTo>
                  <a:pt x="1410314" y="47097"/>
                </a:lnTo>
                <a:lnTo>
                  <a:pt x="1413233" y="46122"/>
                </a:lnTo>
                <a:lnTo>
                  <a:pt x="1413963" y="50760"/>
                </a:lnTo>
                <a:lnTo>
                  <a:pt x="1415423" y="45776"/>
                </a:lnTo>
                <a:lnTo>
                  <a:pt x="1416153" y="45233"/>
                </a:lnTo>
                <a:lnTo>
                  <a:pt x="1416883" y="37587"/>
                </a:lnTo>
                <a:lnTo>
                  <a:pt x="1419073" y="39520"/>
                </a:lnTo>
                <a:lnTo>
                  <a:pt x="1420533" y="43365"/>
                </a:lnTo>
                <a:lnTo>
                  <a:pt x="1421263" y="41418"/>
                </a:lnTo>
                <a:lnTo>
                  <a:pt x="1424183" y="34280"/>
                </a:lnTo>
                <a:lnTo>
                  <a:pt x="1425643" y="42242"/>
                </a:lnTo>
                <a:lnTo>
                  <a:pt x="1427103" y="39578"/>
                </a:lnTo>
                <a:lnTo>
                  <a:pt x="1432213" y="26674"/>
                </a:lnTo>
                <a:lnTo>
                  <a:pt x="1432943" y="27582"/>
                </a:lnTo>
                <a:lnTo>
                  <a:pt x="1435133" y="26451"/>
                </a:lnTo>
                <a:lnTo>
                  <a:pt x="1440242" y="11362"/>
                </a:lnTo>
                <a:lnTo>
                  <a:pt x="1440972" y="14261"/>
                </a:lnTo>
                <a:lnTo>
                  <a:pt x="1442432" y="26466"/>
                </a:lnTo>
                <a:lnTo>
                  <a:pt x="1443892" y="20151"/>
                </a:lnTo>
                <a:lnTo>
                  <a:pt x="1446812" y="20234"/>
                </a:lnTo>
                <a:lnTo>
                  <a:pt x="1451922" y="0"/>
                </a:lnTo>
                <a:lnTo>
                  <a:pt x="1453382" y="8352"/>
                </a:lnTo>
                <a:lnTo>
                  <a:pt x="1454842" y="5073"/>
                </a:lnTo>
                <a:lnTo>
                  <a:pt x="1455572" y="4856"/>
                </a:lnTo>
                <a:lnTo>
                  <a:pt x="1456302" y="126"/>
                </a:lnTo>
                <a:lnTo>
                  <a:pt x="1457032" y="7242"/>
                </a:lnTo>
                <a:lnTo>
                  <a:pt x="1459952" y="15717"/>
                </a:lnTo>
                <a:lnTo>
                  <a:pt x="1461412" y="9682"/>
                </a:lnTo>
                <a:lnTo>
                  <a:pt x="1462872" y="12499"/>
                </a:lnTo>
                <a:lnTo>
                  <a:pt x="1465792" y="9050"/>
                </a:lnTo>
                <a:lnTo>
                  <a:pt x="1468711" y="20950"/>
                </a:lnTo>
                <a:lnTo>
                  <a:pt x="1472361" y="13433"/>
                </a:lnTo>
                <a:lnTo>
                  <a:pt x="1473822" y="20643"/>
                </a:lnTo>
                <a:lnTo>
                  <a:pt x="1476011" y="17643"/>
                </a:lnTo>
                <a:lnTo>
                  <a:pt x="1484042" y="10354"/>
                </a:lnTo>
                <a:lnTo>
                  <a:pt x="1486962" y="12793"/>
                </a:lnTo>
                <a:lnTo>
                  <a:pt x="1487692" y="11897"/>
                </a:lnTo>
                <a:lnTo>
                  <a:pt x="1489151" y="23075"/>
                </a:lnTo>
                <a:lnTo>
                  <a:pt x="1490611" y="16977"/>
                </a:lnTo>
                <a:lnTo>
                  <a:pt x="1491341" y="19151"/>
                </a:lnTo>
                <a:lnTo>
                  <a:pt x="1492071" y="14422"/>
                </a:lnTo>
                <a:lnTo>
                  <a:pt x="1492801" y="15666"/>
                </a:lnTo>
                <a:lnTo>
                  <a:pt x="1494991" y="14840"/>
                </a:lnTo>
                <a:lnTo>
                  <a:pt x="1496451" y="11473"/>
                </a:lnTo>
                <a:lnTo>
                  <a:pt x="1497181" y="13695"/>
                </a:lnTo>
                <a:lnTo>
                  <a:pt x="1498641" y="18911"/>
                </a:lnTo>
                <a:lnTo>
                  <a:pt x="1500101" y="15783"/>
                </a:lnTo>
                <a:lnTo>
                  <a:pt x="1503021" y="10976"/>
                </a:lnTo>
                <a:lnTo>
                  <a:pt x="1503751" y="12065"/>
                </a:lnTo>
                <a:lnTo>
                  <a:pt x="1504481" y="15713"/>
                </a:lnTo>
                <a:lnTo>
                  <a:pt x="1505941" y="12818"/>
                </a:lnTo>
                <a:lnTo>
                  <a:pt x="1508861" y="6667"/>
                </a:lnTo>
                <a:lnTo>
                  <a:pt x="1509591" y="9749"/>
                </a:lnTo>
                <a:lnTo>
                  <a:pt x="1510321" y="10469"/>
                </a:lnTo>
                <a:lnTo>
                  <a:pt x="1511051" y="7654"/>
                </a:lnTo>
                <a:lnTo>
                  <a:pt x="1511781" y="8142"/>
                </a:lnTo>
                <a:lnTo>
                  <a:pt x="1515431" y="3689"/>
                </a:lnTo>
                <a:lnTo>
                  <a:pt x="1516891" y="1495"/>
                </a:lnTo>
                <a:lnTo>
                  <a:pt x="1518350" y="3782"/>
                </a:lnTo>
                <a:lnTo>
                  <a:pt x="1519810" y="6282"/>
                </a:lnTo>
                <a:lnTo>
                  <a:pt x="1521270" y="4913"/>
                </a:lnTo>
                <a:lnTo>
                  <a:pt x="1525650" y="6903"/>
                </a:lnTo>
                <a:lnTo>
                  <a:pt x="1530030" y="12413"/>
                </a:lnTo>
                <a:lnTo>
                  <a:pt x="1532950" y="6877"/>
                </a:lnTo>
                <a:lnTo>
                  <a:pt x="1533680" y="7123"/>
                </a:lnTo>
                <a:lnTo>
                  <a:pt x="1537330" y="10797"/>
                </a:lnTo>
                <a:lnTo>
                  <a:pt x="1538790" y="7876"/>
                </a:lnTo>
                <a:lnTo>
                  <a:pt x="1539520" y="7858"/>
                </a:lnTo>
                <a:lnTo>
                  <a:pt x="1541710" y="4938"/>
                </a:lnTo>
                <a:lnTo>
                  <a:pt x="1542440" y="6506"/>
                </a:lnTo>
                <a:lnTo>
                  <a:pt x="1543900" y="4447"/>
                </a:lnTo>
                <a:lnTo>
                  <a:pt x="1544630" y="8436"/>
                </a:lnTo>
                <a:lnTo>
                  <a:pt x="1546819" y="7632"/>
                </a:lnTo>
                <a:lnTo>
                  <a:pt x="1548279" y="9670"/>
                </a:lnTo>
                <a:lnTo>
                  <a:pt x="1549739" y="7552"/>
                </a:lnTo>
                <a:lnTo>
                  <a:pt x="1550469" y="6521"/>
                </a:lnTo>
                <a:lnTo>
                  <a:pt x="1551199" y="9342"/>
                </a:lnTo>
                <a:lnTo>
                  <a:pt x="1554119" y="21641"/>
                </a:lnTo>
                <a:lnTo>
                  <a:pt x="1555579" y="19408"/>
                </a:lnTo>
                <a:lnTo>
                  <a:pt x="1557769" y="23549"/>
                </a:lnTo>
                <a:lnTo>
                  <a:pt x="1558499" y="26892"/>
                </a:lnTo>
                <a:lnTo>
                  <a:pt x="1559229" y="22384"/>
                </a:lnTo>
                <a:lnTo>
                  <a:pt x="1559959" y="21082"/>
                </a:lnTo>
                <a:lnTo>
                  <a:pt x="1565069" y="75897"/>
                </a:lnTo>
                <a:lnTo>
                  <a:pt x="1567259" y="140250"/>
                </a:lnTo>
                <a:lnTo>
                  <a:pt x="1573099" y="321974"/>
                </a:lnTo>
                <a:lnTo>
                  <a:pt x="1577478" y="354268"/>
                </a:lnTo>
                <a:lnTo>
                  <a:pt x="1578938" y="351109"/>
                </a:lnTo>
                <a:lnTo>
                  <a:pt x="1581128" y="370512"/>
                </a:lnTo>
                <a:lnTo>
                  <a:pt x="1583318" y="367536"/>
                </a:lnTo>
                <a:lnTo>
                  <a:pt x="1584048" y="361541"/>
                </a:lnTo>
                <a:lnTo>
                  <a:pt x="1585508" y="368406"/>
                </a:lnTo>
                <a:lnTo>
                  <a:pt x="1586238" y="364933"/>
                </a:lnTo>
                <a:lnTo>
                  <a:pt x="1589888" y="355286"/>
                </a:lnTo>
                <a:lnTo>
                  <a:pt x="1590618" y="355577"/>
                </a:lnTo>
                <a:lnTo>
                  <a:pt x="1592808" y="370535"/>
                </a:lnTo>
                <a:lnTo>
                  <a:pt x="1593538" y="363148"/>
                </a:lnTo>
                <a:lnTo>
                  <a:pt x="1597188" y="342369"/>
                </a:lnTo>
                <a:lnTo>
                  <a:pt x="1597918" y="343439"/>
                </a:lnTo>
                <a:lnTo>
                  <a:pt x="1598648" y="340417"/>
                </a:lnTo>
                <a:lnTo>
                  <a:pt x="1603758" y="322455"/>
                </a:lnTo>
                <a:lnTo>
                  <a:pt x="1616897" y="275436"/>
                </a:lnTo>
                <a:lnTo>
                  <a:pt x="1617627" y="277489"/>
                </a:lnTo>
                <a:lnTo>
                  <a:pt x="1618357" y="279584"/>
                </a:lnTo>
                <a:lnTo>
                  <a:pt x="1619087" y="278209"/>
                </a:lnTo>
                <a:lnTo>
                  <a:pt x="1627117" y="247862"/>
                </a:lnTo>
                <a:lnTo>
                  <a:pt x="1635146" y="232824"/>
                </a:lnTo>
                <a:lnTo>
                  <a:pt x="1638796" y="226495"/>
                </a:lnTo>
                <a:lnTo>
                  <a:pt x="1641716" y="218865"/>
                </a:lnTo>
                <a:lnTo>
                  <a:pt x="1643176" y="216307"/>
                </a:lnTo>
                <a:lnTo>
                  <a:pt x="1643906" y="217942"/>
                </a:lnTo>
                <a:lnTo>
                  <a:pt x="1645366" y="222590"/>
                </a:lnTo>
                <a:lnTo>
                  <a:pt x="1646096" y="219798"/>
                </a:lnTo>
                <a:lnTo>
                  <a:pt x="1649746" y="206193"/>
                </a:lnTo>
                <a:lnTo>
                  <a:pt x="1650476" y="209004"/>
                </a:lnTo>
                <a:lnTo>
                  <a:pt x="1651206" y="212436"/>
                </a:lnTo>
                <a:lnTo>
                  <a:pt x="1651936" y="210692"/>
                </a:lnTo>
                <a:lnTo>
                  <a:pt x="1653396" y="203651"/>
                </a:lnTo>
                <a:lnTo>
                  <a:pt x="1654856" y="207502"/>
                </a:lnTo>
                <a:lnTo>
                  <a:pt x="1655586" y="207572"/>
                </a:lnTo>
                <a:lnTo>
                  <a:pt x="1657046" y="202551"/>
                </a:lnTo>
                <a:lnTo>
                  <a:pt x="1657776" y="202974"/>
                </a:lnTo>
                <a:lnTo>
                  <a:pt x="1658506" y="206616"/>
                </a:lnTo>
                <a:lnTo>
                  <a:pt x="1659966" y="204761"/>
                </a:lnTo>
                <a:lnTo>
                  <a:pt x="1661426" y="199545"/>
                </a:lnTo>
                <a:lnTo>
                  <a:pt x="1662885" y="202789"/>
                </a:lnTo>
                <a:lnTo>
                  <a:pt x="1663615" y="206314"/>
                </a:lnTo>
                <a:lnTo>
                  <a:pt x="1664345" y="205737"/>
                </a:lnTo>
                <a:lnTo>
                  <a:pt x="1665805" y="195109"/>
                </a:lnTo>
                <a:lnTo>
                  <a:pt x="1666535" y="200547"/>
                </a:lnTo>
                <a:lnTo>
                  <a:pt x="1669455" y="209496"/>
                </a:lnTo>
                <a:lnTo>
                  <a:pt x="1673105" y="204047"/>
                </a:lnTo>
                <a:lnTo>
                  <a:pt x="1676025" y="202427"/>
                </a:lnTo>
                <a:lnTo>
                  <a:pt x="1678215" y="204912"/>
                </a:lnTo>
                <a:lnTo>
                  <a:pt x="1678945" y="203712"/>
                </a:lnTo>
                <a:lnTo>
                  <a:pt x="1680405" y="202074"/>
                </a:lnTo>
                <a:lnTo>
                  <a:pt x="1681135" y="203523"/>
                </a:lnTo>
                <a:lnTo>
                  <a:pt x="1683325" y="205726"/>
                </a:lnTo>
                <a:lnTo>
                  <a:pt x="1684055" y="204895"/>
                </a:lnTo>
                <a:lnTo>
                  <a:pt x="1688435" y="202108"/>
                </a:lnTo>
                <a:lnTo>
                  <a:pt x="1690625" y="207908"/>
                </a:lnTo>
                <a:lnTo>
                  <a:pt x="1691354" y="206756"/>
                </a:lnTo>
                <a:lnTo>
                  <a:pt x="1694274" y="199753"/>
                </a:lnTo>
                <a:lnTo>
                  <a:pt x="1695004" y="202075"/>
                </a:lnTo>
                <a:lnTo>
                  <a:pt x="1697194" y="207305"/>
                </a:lnTo>
                <a:lnTo>
                  <a:pt x="1697924" y="203896"/>
                </a:lnTo>
                <a:lnTo>
                  <a:pt x="1700114" y="199522"/>
                </a:lnTo>
                <a:lnTo>
                  <a:pt x="1700844" y="202123"/>
                </a:lnTo>
                <a:lnTo>
                  <a:pt x="1703034" y="201443"/>
                </a:lnTo>
                <a:lnTo>
                  <a:pt x="1707414" y="196076"/>
                </a:lnTo>
                <a:lnTo>
                  <a:pt x="1708144" y="195838"/>
                </a:lnTo>
                <a:lnTo>
                  <a:pt x="1708874" y="198812"/>
                </a:lnTo>
                <a:lnTo>
                  <a:pt x="1710334" y="194624"/>
                </a:lnTo>
                <a:lnTo>
                  <a:pt x="1712524" y="190393"/>
                </a:lnTo>
                <a:lnTo>
                  <a:pt x="1714714" y="192046"/>
                </a:lnTo>
                <a:lnTo>
                  <a:pt x="1719823" y="194416"/>
                </a:lnTo>
                <a:lnTo>
                  <a:pt x="1722743" y="189353"/>
                </a:lnTo>
                <a:lnTo>
                  <a:pt x="1723473" y="190561"/>
                </a:lnTo>
                <a:lnTo>
                  <a:pt x="1724933" y="192896"/>
                </a:lnTo>
                <a:lnTo>
                  <a:pt x="1725663" y="190466"/>
                </a:lnTo>
                <a:lnTo>
                  <a:pt x="1726393" y="187258"/>
                </a:lnTo>
                <a:lnTo>
                  <a:pt x="1728583" y="189421"/>
                </a:lnTo>
                <a:lnTo>
                  <a:pt x="1730773" y="185269"/>
                </a:lnTo>
                <a:lnTo>
                  <a:pt x="1732963" y="186446"/>
                </a:lnTo>
                <a:lnTo>
                  <a:pt x="1738073" y="193450"/>
                </a:lnTo>
                <a:lnTo>
                  <a:pt x="1738803" y="190131"/>
                </a:lnTo>
                <a:lnTo>
                  <a:pt x="1740993" y="191256"/>
                </a:lnTo>
                <a:lnTo>
                  <a:pt x="1745373" y="186074"/>
                </a:lnTo>
                <a:lnTo>
                  <a:pt x="1746103" y="187860"/>
                </a:lnTo>
                <a:lnTo>
                  <a:pt x="1747563" y="193511"/>
                </a:lnTo>
                <a:lnTo>
                  <a:pt x="1749022" y="191125"/>
                </a:lnTo>
                <a:lnTo>
                  <a:pt x="1751212" y="189902"/>
                </a:lnTo>
                <a:lnTo>
                  <a:pt x="1750482" y="192768"/>
                </a:lnTo>
                <a:lnTo>
                  <a:pt x="1751942" y="191519"/>
                </a:lnTo>
                <a:lnTo>
                  <a:pt x="1752672" y="195436"/>
                </a:lnTo>
                <a:lnTo>
                  <a:pt x="1754132" y="193312"/>
                </a:lnTo>
                <a:lnTo>
                  <a:pt x="1755592" y="194079"/>
                </a:lnTo>
                <a:lnTo>
                  <a:pt x="1756322" y="192364"/>
                </a:lnTo>
                <a:lnTo>
                  <a:pt x="1757052" y="194103"/>
                </a:lnTo>
                <a:lnTo>
                  <a:pt x="1758512" y="191886"/>
                </a:lnTo>
                <a:lnTo>
                  <a:pt x="1762162" y="190482"/>
                </a:lnTo>
                <a:lnTo>
                  <a:pt x="1762892" y="189783"/>
                </a:lnTo>
                <a:lnTo>
                  <a:pt x="1763622" y="192105"/>
                </a:lnTo>
                <a:lnTo>
                  <a:pt x="1764352" y="196425"/>
                </a:lnTo>
                <a:lnTo>
                  <a:pt x="1765812" y="190947"/>
                </a:lnTo>
                <a:lnTo>
                  <a:pt x="1766542" y="193183"/>
                </a:lnTo>
                <a:lnTo>
                  <a:pt x="1768002" y="190883"/>
                </a:lnTo>
                <a:lnTo>
                  <a:pt x="1770192" y="191235"/>
                </a:lnTo>
                <a:lnTo>
                  <a:pt x="1770922" y="187477"/>
                </a:lnTo>
                <a:lnTo>
                  <a:pt x="1772382" y="189622"/>
                </a:lnTo>
                <a:lnTo>
                  <a:pt x="1774572" y="194965"/>
                </a:lnTo>
                <a:lnTo>
                  <a:pt x="1775302" y="192262"/>
                </a:lnTo>
                <a:lnTo>
                  <a:pt x="1776762" y="190791"/>
                </a:lnTo>
                <a:lnTo>
                  <a:pt x="1777491" y="191850"/>
                </a:lnTo>
                <a:lnTo>
                  <a:pt x="1778951" y="195631"/>
                </a:lnTo>
                <a:lnTo>
                  <a:pt x="1779681" y="194249"/>
                </a:lnTo>
                <a:lnTo>
                  <a:pt x="1781141" y="186085"/>
                </a:lnTo>
                <a:lnTo>
                  <a:pt x="1782601" y="190359"/>
                </a:lnTo>
                <a:lnTo>
                  <a:pt x="1784061" y="197678"/>
                </a:lnTo>
                <a:lnTo>
                  <a:pt x="1785521" y="194541"/>
                </a:lnTo>
                <a:lnTo>
                  <a:pt x="1786251" y="195218"/>
                </a:lnTo>
                <a:lnTo>
                  <a:pt x="1789901" y="184104"/>
                </a:lnTo>
                <a:lnTo>
                  <a:pt x="1790631" y="187221"/>
                </a:lnTo>
                <a:lnTo>
                  <a:pt x="1792091" y="190142"/>
                </a:lnTo>
                <a:lnTo>
                  <a:pt x="1792821" y="186731"/>
                </a:lnTo>
                <a:lnTo>
                  <a:pt x="1793551" y="185556"/>
                </a:lnTo>
                <a:lnTo>
                  <a:pt x="1794281" y="188845"/>
                </a:lnTo>
                <a:lnTo>
                  <a:pt x="1795011" y="192020"/>
                </a:lnTo>
                <a:lnTo>
                  <a:pt x="1795741" y="187717"/>
                </a:lnTo>
                <a:lnTo>
                  <a:pt x="1797201" y="184882"/>
                </a:lnTo>
                <a:lnTo>
                  <a:pt x="1797931" y="187352"/>
                </a:lnTo>
                <a:lnTo>
                  <a:pt x="1799391" y="199612"/>
                </a:lnTo>
                <a:lnTo>
                  <a:pt x="1801581" y="193995"/>
                </a:lnTo>
                <a:lnTo>
                  <a:pt x="1804501" y="191060"/>
                </a:lnTo>
                <a:lnTo>
                  <a:pt x="1805231" y="193568"/>
                </a:lnTo>
                <a:lnTo>
                  <a:pt x="1805961" y="192528"/>
                </a:lnTo>
                <a:lnTo>
                  <a:pt x="1807420" y="187793"/>
                </a:lnTo>
                <a:lnTo>
                  <a:pt x="1808150" y="193275"/>
                </a:lnTo>
                <a:lnTo>
                  <a:pt x="1809610" y="191149"/>
                </a:lnTo>
                <a:lnTo>
                  <a:pt x="1811800" y="192429"/>
                </a:lnTo>
                <a:lnTo>
                  <a:pt x="1812530" y="188339"/>
                </a:lnTo>
                <a:lnTo>
                  <a:pt x="1813990" y="191253"/>
                </a:lnTo>
                <a:lnTo>
                  <a:pt x="1814720" y="197832"/>
                </a:lnTo>
                <a:lnTo>
                  <a:pt x="1816180" y="196223"/>
                </a:lnTo>
                <a:lnTo>
                  <a:pt x="1819830" y="185440"/>
                </a:lnTo>
                <a:lnTo>
                  <a:pt x="1820560" y="185269"/>
                </a:lnTo>
                <a:lnTo>
                  <a:pt x="1822020" y="194353"/>
                </a:lnTo>
                <a:lnTo>
                  <a:pt x="1823480" y="189870"/>
                </a:lnTo>
                <a:lnTo>
                  <a:pt x="1824940" y="184410"/>
                </a:lnTo>
                <a:lnTo>
                  <a:pt x="1825670" y="189022"/>
                </a:lnTo>
                <a:lnTo>
                  <a:pt x="1827130" y="198518"/>
                </a:lnTo>
                <a:lnTo>
                  <a:pt x="1827860" y="197779"/>
                </a:lnTo>
                <a:lnTo>
                  <a:pt x="1829320" y="184631"/>
                </a:lnTo>
                <a:lnTo>
                  <a:pt x="1830780" y="191684"/>
                </a:lnTo>
                <a:lnTo>
                  <a:pt x="1832970" y="195104"/>
                </a:lnTo>
                <a:lnTo>
                  <a:pt x="1833700" y="193386"/>
                </a:lnTo>
                <a:lnTo>
                  <a:pt x="1835159" y="189456"/>
                </a:lnTo>
                <a:lnTo>
                  <a:pt x="1835889" y="192834"/>
                </a:lnTo>
                <a:lnTo>
                  <a:pt x="1837349" y="191385"/>
                </a:lnTo>
                <a:lnTo>
                  <a:pt x="1838809" y="201722"/>
                </a:lnTo>
                <a:lnTo>
                  <a:pt x="1839539" y="191348"/>
                </a:lnTo>
                <a:lnTo>
                  <a:pt x="1840269" y="191796"/>
                </a:lnTo>
                <a:lnTo>
                  <a:pt x="1840999" y="188991"/>
                </a:lnTo>
                <a:lnTo>
                  <a:pt x="1841729" y="198297"/>
                </a:lnTo>
                <a:lnTo>
                  <a:pt x="1843919" y="197783"/>
                </a:lnTo>
                <a:lnTo>
                  <a:pt x="1844649" y="200659"/>
                </a:lnTo>
                <a:lnTo>
                  <a:pt x="1845379" y="197515"/>
                </a:lnTo>
                <a:lnTo>
                  <a:pt x="1846839" y="183931"/>
                </a:lnTo>
                <a:lnTo>
                  <a:pt x="1848299" y="188133"/>
                </a:lnTo>
                <a:lnTo>
                  <a:pt x="1849759" y="197378"/>
                </a:lnTo>
                <a:lnTo>
                  <a:pt x="1851219" y="195338"/>
                </a:lnTo>
                <a:lnTo>
                  <a:pt x="1852679" y="188364"/>
                </a:lnTo>
                <a:lnTo>
                  <a:pt x="1854139" y="193710"/>
                </a:lnTo>
                <a:lnTo>
                  <a:pt x="1855599" y="200102"/>
                </a:lnTo>
                <a:lnTo>
                  <a:pt x="1856329" y="192132"/>
                </a:lnTo>
                <a:lnTo>
                  <a:pt x="1857059" y="190232"/>
                </a:lnTo>
                <a:lnTo>
                  <a:pt x="1859249" y="197396"/>
                </a:lnTo>
                <a:lnTo>
                  <a:pt x="1859979" y="195990"/>
                </a:lnTo>
                <a:lnTo>
                  <a:pt x="1860709" y="196221"/>
                </a:lnTo>
                <a:lnTo>
                  <a:pt x="1862169" y="189186"/>
                </a:lnTo>
                <a:lnTo>
                  <a:pt x="1862899" y="191725"/>
                </a:lnTo>
                <a:lnTo>
                  <a:pt x="1864358" y="200578"/>
                </a:lnTo>
                <a:lnTo>
                  <a:pt x="1865818" y="197368"/>
                </a:lnTo>
                <a:lnTo>
                  <a:pt x="1868738" y="197321"/>
                </a:lnTo>
                <a:lnTo>
                  <a:pt x="1870198" y="205200"/>
                </a:lnTo>
                <a:lnTo>
                  <a:pt x="1871658" y="200622"/>
                </a:lnTo>
                <a:lnTo>
                  <a:pt x="1875308" y="193469"/>
                </a:lnTo>
                <a:lnTo>
                  <a:pt x="1877498" y="212706"/>
                </a:lnTo>
                <a:lnTo>
                  <a:pt x="1878228" y="197215"/>
                </a:lnTo>
                <a:lnTo>
                  <a:pt x="1880418" y="205373"/>
                </a:lnTo>
                <a:lnTo>
                  <a:pt x="1881148" y="198829"/>
                </a:lnTo>
                <a:lnTo>
                  <a:pt x="1883338" y="202964"/>
                </a:lnTo>
                <a:lnTo>
                  <a:pt x="1884068" y="195958"/>
                </a:lnTo>
                <a:lnTo>
                  <a:pt x="1886258" y="199782"/>
                </a:lnTo>
                <a:lnTo>
                  <a:pt x="1888448" y="195794"/>
                </a:lnTo>
                <a:lnTo>
                  <a:pt x="1889178" y="197642"/>
                </a:lnTo>
                <a:lnTo>
                  <a:pt x="1892098" y="191389"/>
                </a:lnTo>
                <a:lnTo>
                  <a:pt x="1892827" y="192113"/>
                </a:lnTo>
                <a:lnTo>
                  <a:pt x="1893557" y="192445"/>
                </a:lnTo>
                <a:lnTo>
                  <a:pt x="1894287" y="190749"/>
                </a:lnTo>
                <a:lnTo>
                  <a:pt x="1895017" y="189484"/>
                </a:lnTo>
                <a:lnTo>
                  <a:pt x="1896477" y="196892"/>
                </a:lnTo>
                <a:lnTo>
                  <a:pt x="1897207" y="192967"/>
                </a:lnTo>
                <a:lnTo>
                  <a:pt x="1900857" y="185413"/>
                </a:lnTo>
                <a:lnTo>
                  <a:pt x="1902317" y="191717"/>
                </a:lnTo>
                <a:lnTo>
                  <a:pt x="1903777" y="190228"/>
                </a:lnTo>
                <a:lnTo>
                  <a:pt x="1905968" y="181175"/>
                </a:lnTo>
                <a:lnTo>
                  <a:pt x="1906697" y="186913"/>
                </a:lnTo>
                <a:lnTo>
                  <a:pt x="1907427" y="187725"/>
                </a:lnTo>
                <a:lnTo>
                  <a:pt x="1908157" y="185470"/>
                </a:lnTo>
                <a:lnTo>
                  <a:pt x="1908888" y="181639"/>
                </a:lnTo>
                <a:lnTo>
                  <a:pt x="1909618" y="183150"/>
                </a:lnTo>
                <a:lnTo>
                  <a:pt x="1910347" y="189291"/>
                </a:lnTo>
                <a:lnTo>
                  <a:pt x="1911808" y="179598"/>
                </a:lnTo>
                <a:lnTo>
                  <a:pt x="1913268" y="180169"/>
                </a:lnTo>
                <a:lnTo>
                  <a:pt x="1915457" y="176244"/>
                </a:lnTo>
                <a:lnTo>
                  <a:pt x="1917647" y="173212"/>
                </a:lnTo>
                <a:lnTo>
                  <a:pt x="1919107" y="184265"/>
                </a:lnTo>
                <a:lnTo>
                  <a:pt x="1920567" y="178932"/>
                </a:lnTo>
                <a:lnTo>
                  <a:pt x="1921297" y="175064"/>
                </a:lnTo>
                <a:lnTo>
                  <a:pt x="1922757" y="176197"/>
                </a:lnTo>
                <a:lnTo>
                  <a:pt x="1924217" y="181437"/>
                </a:lnTo>
                <a:lnTo>
                  <a:pt x="1925677" y="177393"/>
                </a:lnTo>
                <a:lnTo>
                  <a:pt x="1927867" y="173110"/>
                </a:lnTo>
                <a:lnTo>
                  <a:pt x="1929327" y="176924"/>
                </a:lnTo>
                <a:lnTo>
                  <a:pt x="1930057" y="172854"/>
                </a:lnTo>
                <a:lnTo>
                  <a:pt x="1933707" y="169419"/>
                </a:lnTo>
                <a:lnTo>
                  <a:pt x="1934437" y="168207"/>
                </a:lnTo>
                <a:lnTo>
                  <a:pt x="1936627" y="174872"/>
                </a:lnTo>
                <a:lnTo>
                  <a:pt x="1937357" y="173951"/>
                </a:lnTo>
                <a:lnTo>
                  <a:pt x="1938087" y="172791"/>
                </a:lnTo>
                <a:lnTo>
                  <a:pt x="1938817" y="175881"/>
                </a:lnTo>
                <a:lnTo>
                  <a:pt x="1939547" y="176908"/>
                </a:lnTo>
                <a:lnTo>
                  <a:pt x="1940277" y="168183"/>
                </a:lnTo>
                <a:lnTo>
                  <a:pt x="1942466" y="173212"/>
                </a:lnTo>
                <a:lnTo>
                  <a:pt x="1943196" y="176874"/>
                </a:lnTo>
                <a:lnTo>
                  <a:pt x="1943926" y="173103"/>
                </a:lnTo>
                <a:lnTo>
                  <a:pt x="1945386" y="162787"/>
                </a:lnTo>
                <a:lnTo>
                  <a:pt x="1947576" y="164049"/>
                </a:lnTo>
                <a:lnTo>
                  <a:pt x="1950496" y="164017"/>
                </a:lnTo>
                <a:lnTo>
                  <a:pt x="1951226" y="165626"/>
                </a:lnTo>
                <a:lnTo>
                  <a:pt x="1951956" y="162095"/>
                </a:lnTo>
                <a:lnTo>
                  <a:pt x="1952686" y="159517"/>
                </a:lnTo>
                <a:lnTo>
                  <a:pt x="1953416" y="164977"/>
                </a:lnTo>
                <a:lnTo>
                  <a:pt x="1955606" y="168491"/>
                </a:lnTo>
                <a:lnTo>
                  <a:pt x="1956336" y="165980"/>
                </a:lnTo>
                <a:lnTo>
                  <a:pt x="1959256" y="158462"/>
                </a:lnTo>
                <a:lnTo>
                  <a:pt x="1960716" y="166447"/>
                </a:lnTo>
                <a:lnTo>
                  <a:pt x="1962176" y="165215"/>
                </a:lnTo>
                <a:lnTo>
                  <a:pt x="1963636" y="160260"/>
                </a:lnTo>
                <a:lnTo>
                  <a:pt x="1964366" y="165238"/>
                </a:lnTo>
                <a:lnTo>
                  <a:pt x="1966556" y="166093"/>
                </a:lnTo>
                <a:lnTo>
                  <a:pt x="1965826" y="162878"/>
                </a:lnTo>
                <a:lnTo>
                  <a:pt x="1967286" y="165516"/>
                </a:lnTo>
                <a:lnTo>
                  <a:pt x="1973125" y="167585"/>
                </a:lnTo>
                <a:lnTo>
                  <a:pt x="1973855" y="163663"/>
                </a:lnTo>
                <a:lnTo>
                  <a:pt x="1974585" y="167920"/>
                </a:lnTo>
                <a:lnTo>
                  <a:pt x="1976045" y="165160"/>
                </a:lnTo>
                <a:lnTo>
                  <a:pt x="1978235" y="163543"/>
                </a:lnTo>
                <a:lnTo>
                  <a:pt x="1979695" y="167909"/>
                </a:lnTo>
                <a:lnTo>
                  <a:pt x="1980425" y="163939"/>
                </a:lnTo>
                <a:lnTo>
                  <a:pt x="1981885" y="169529"/>
                </a:lnTo>
                <a:lnTo>
                  <a:pt x="1986995" y="164094"/>
                </a:lnTo>
                <a:lnTo>
                  <a:pt x="1988455" y="172337"/>
                </a:lnTo>
                <a:lnTo>
                  <a:pt x="1990645" y="167380"/>
                </a:lnTo>
                <a:lnTo>
                  <a:pt x="1991375" y="162836"/>
                </a:lnTo>
                <a:lnTo>
                  <a:pt x="1992105" y="168554"/>
                </a:lnTo>
                <a:lnTo>
                  <a:pt x="1992835" y="166378"/>
                </a:lnTo>
                <a:lnTo>
                  <a:pt x="1994295" y="164482"/>
                </a:lnTo>
                <a:lnTo>
                  <a:pt x="1997215" y="170549"/>
                </a:lnTo>
                <a:lnTo>
                  <a:pt x="1998675" y="163158"/>
                </a:lnTo>
                <a:lnTo>
                  <a:pt x="2000864" y="164793"/>
                </a:lnTo>
                <a:lnTo>
                  <a:pt x="2003054" y="169914"/>
                </a:lnTo>
                <a:lnTo>
                  <a:pt x="2003784" y="165481"/>
                </a:lnTo>
                <a:lnTo>
                  <a:pt x="2005244" y="171834"/>
                </a:lnTo>
                <a:lnTo>
                  <a:pt x="2005974" y="166503"/>
                </a:lnTo>
                <a:lnTo>
                  <a:pt x="2007434" y="171376"/>
                </a:lnTo>
                <a:lnTo>
                  <a:pt x="2008164" y="168716"/>
                </a:lnTo>
                <a:lnTo>
                  <a:pt x="2008894" y="164696"/>
                </a:lnTo>
                <a:lnTo>
                  <a:pt x="2011084" y="166750"/>
                </a:lnTo>
                <a:lnTo>
                  <a:pt x="2013274" y="169274"/>
                </a:lnTo>
                <a:lnTo>
                  <a:pt x="2014004" y="168637"/>
                </a:lnTo>
                <a:lnTo>
                  <a:pt x="2017654" y="163488"/>
                </a:lnTo>
                <a:lnTo>
                  <a:pt x="2018384" y="163852"/>
                </a:lnTo>
                <a:lnTo>
                  <a:pt x="2021304" y="170487"/>
                </a:lnTo>
                <a:lnTo>
                  <a:pt x="2024224" y="170618"/>
                </a:lnTo>
                <a:lnTo>
                  <a:pt x="2027144" y="166634"/>
                </a:lnTo>
                <a:lnTo>
                  <a:pt x="2028604" y="165285"/>
                </a:lnTo>
                <a:lnTo>
                  <a:pt x="2030793" y="172259"/>
                </a:lnTo>
                <a:lnTo>
                  <a:pt x="2032253" y="166747"/>
                </a:lnTo>
                <a:lnTo>
                  <a:pt x="2032983" y="169421"/>
                </a:lnTo>
                <a:lnTo>
                  <a:pt x="2034443" y="168728"/>
                </a:lnTo>
                <a:lnTo>
                  <a:pt x="2035903" y="173016"/>
                </a:lnTo>
                <a:lnTo>
                  <a:pt x="2036633" y="169380"/>
                </a:lnTo>
                <a:lnTo>
                  <a:pt x="2038093" y="172457"/>
                </a:lnTo>
                <a:lnTo>
                  <a:pt x="2040283" y="172967"/>
                </a:lnTo>
                <a:lnTo>
                  <a:pt x="2043933" y="168405"/>
                </a:lnTo>
                <a:lnTo>
                  <a:pt x="2044663" y="171496"/>
                </a:lnTo>
              </a:path>
            </a:pathLst>
          </a:custGeom>
          <a:noFill/>
          <a:ln w="2013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Editable path 164"/>
          <p:cNvSpPr/>
          <p:nvPr/>
        </p:nvSpPr>
        <p:spPr>
          <a:xfrm>
            <a:off x="6791140" y="4302013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Editable path 165"/>
          <p:cNvSpPr/>
          <p:nvPr/>
        </p:nvSpPr>
        <p:spPr>
          <a:xfrm>
            <a:off x="9040269" y="4302013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Editable path 166"/>
          <p:cNvSpPr/>
          <p:nvPr/>
        </p:nvSpPr>
        <p:spPr>
          <a:xfrm>
            <a:off x="6791140" y="5477021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Editable path 167"/>
          <p:cNvSpPr/>
          <p:nvPr/>
        </p:nvSpPr>
        <p:spPr>
          <a:xfrm>
            <a:off x="6791140" y="4302013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Editable path 168"/>
          <p:cNvSpPr/>
          <p:nvPr/>
        </p:nvSpPr>
        <p:spPr>
          <a:xfrm>
            <a:off x="9759990" y="2526184"/>
            <a:ext cx="2249129" cy="1175008"/>
          </a:xfrm>
          <a:custGeom>
            <a:avLst/>
            <a:gdLst/>
            <a:ahLst/>
            <a:cxnLst/>
            <a:rect l="l" t="t" r="r" b="b"/>
            <a:pathLst>
              <a:path w="2249129" h="1175008">
                <a:moveTo>
                  <a:pt x="0" y="0"/>
                </a:moveTo>
                <a:lnTo>
                  <a:pt x="2249129" y="0"/>
                </a:lnTo>
                <a:lnTo>
                  <a:pt x="2249129" y="1175008"/>
                </a:lnTo>
                <a:lnTo>
                  <a:pt x="0" y="11750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Editable path 169"/>
          <p:cNvSpPr/>
          <p:nvPr/>
        </p:nvSpPr>
        <p:spPr>
          <a:xfrm>
            <a:off x="9862223" y="2526184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Editable path 170"/>
          <p:cNvSpPr/>
          <p:nvPr/>
        </p:nvSpPr>
        <p:spPr>
          <a:xfrm>
            <a:off x="9862223" y="3701192"/>
            <a:ext cx="0" cy="82890"/>
          </a:xfrm>
          <a:custGeom>
            <a:avLst/>
            <a:gdLst/>
            <a:ahLst/>
            <a:cxnLst/>
            <a:rect l="l" t="t" r="r" b="b"/>
            <a:pathLst>
              <a:path w="0" h="82890">
                <a:moveTo>
                  <a:pt x="0" y="0"/>
                </a:moveTo>
                <a:lnTo>
                  <a:pt x="0" y="8289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9826698" y="3847592"/>
            <a:ext cx="106573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240" name="Editable path 171"/>
          <p:cNvSpPr/>
          <p:nvPr/>
        </p:nvSpPr>
        <p:spPr>
          <a:xfrm>
            <a:off x="10592199" y="2526184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Editable path 172"/>
          <p:cNvSpPr/>
          <p:nvPr/>
        </p:nvSpPr>
        <p:spPr>
          <a:xfrm>
            <a:off x="10592199" y="3701192"/>
            <a:ext cx="0" cy="82890"/>
          </a:xfrm>
          <a:custGeom>
            <a:avLst/>
            <a:gdLst/>
            <a:ahLst/>
            <a:cxnLst/>
            <a:rect l="l" t="t" r="r" b="b"/>
            <a:pathLst>
              <a:path w="0" h="82890">
                <a:moveTo>
                  <a:pt x="0" y="0"/>
                </a:moveTo>
                <a:lnTo>
                  <a:pt x="0" y="8289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10521150" y="3847592"/>
            <a:ext cx="177622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243" name="Editable path 173"/>
          <p:cNvSpPr/>
          <p:nvPr/>
        </p:nvSpPr>
        <p:spPr>
          <a:xfrm>
            <a:off x="11322175" y="2526184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Editable path 174"/>
          <p:cNvSpPr/>
          <p:nvPr/>
        </p:nvSpPr>
        <p:spPr>
          <a:xfrm>
            <a:off x="11322175" y="3701192"/>
            <a:ext cx="0" cy="82890"/>
          </a:xfrm>
          <a:custGeom>
            <a:avLst/>
            <a:gdLst/>
            <a:ahLst/>
            <a:cxnLst/>
            <a:rect l="l" t="t" r="r" b="b"/>
            <a:pathLst>
              <a:path w="0" h="82890">
                <a:moveTo>
                  <a:pt x="0" y="0"/>
                </a:moveTo>
                <a:lnTo>
                  <a:pt x="0" y="8289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11251126" y="3847592"/>
            <a:ext cx="177622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246" name="Editable path 175"/>
          <p:cNvSpPr/>
          <p:nvPr/>
        </p:nvSpPr>
        <p:spPr>
          <a:xfrm>
            <a:off x="9759990" y="3345040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Editable path 176"/>
          <p:cNvSpPr/>
          <p:nvPr/>
        </p:nvSpPr>
        <p:spPr>
          <a:xfrm>
            <a:off x="9677100" y="3345040"/>
            <a:ext cx="82890" cy="0"/>
          </a:xfrm>
          <a:custGeom>
            <a:avLst/>
            <a:gdLst/>
            <a:ahLst/>
            <a:cxnLst/>
            <a:rect l="l" t="t" r="r" b="b"/>
            <a:pathLst>
              <a:path w="82890" h="0">
                <a:moveTo>
                  <a:pt x="8289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9283740" y="3277183"/>
            <a:ext cx="346007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−200</a:t>
            </a:r>
          </a:p>
        </p:txBody>
      </p:sp>
      <p:sp>
        <p:nvSpPr>
          <p:cNvPr id="249" name="Editable path 177"/>
          <p:cNvSpPr/>
          <p:nvPr/>
        </p:nvSpPr>
        <p:spPr>
          <a:xfrm>
            <a:off x="9759990" y="2830907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Editable path 178"/>
          <p:cNvSpPr/>
          <p:nvPr/>
        </p:nvSpPr>
        <p:spPr>
          <a:xfrm>
            <a:off x="9677100" y="2830907"/>
            <a:ext cx="82890" cy="0"/>
          </a:xfrm>
          <a:custGeom>
            <a:avLst/>
            <a:gdLst/>
            <a:ahLst/>
            <a:cxnLst/>
            <a:rect l="l" t="t" r="r" b="b"/>
            <a:pathLst>
              <a:path w="82890" h="0">
                <a:moveTo>
                  <a:pt x="8289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9523160" y="2763050"/>
            <a:ext cx="106573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252" name="Editable path 179"/>
          <p:cNvSpPr/>
          <p:nvPr/>
        </p:nvSpPr>
        <p:spPr>
          <a:xfrm>
            <a:off x="9862223" y="2701342"/>
            <a:ext cx="2044663" cy="946440"/>
          </a:xfrm>
          <a:custGeom>
            <a:avLst/>
            <a:gdLst/>
            <a:ahLst/>
            <a:cxnLst/>
            <a:rect l="l" t="t" r="r" b="b"/>
            <a:pathLst>
              <a:path w="2044663" h="946440">
                <a:moveTo>
                  <a:pt x="0" y="129902"/>
                </a:moveTo>
                <a:lnTo>
                  <a:pt x="730" y="127594"/>
                </a:lnTo>
                <a:lnTo>
                  <a:pt x="2190" y="131324"/>
                </a:lnTo>
                <a:lnTo>
                  <a:pt x="2920" y="128510"/>
                </a:lnTo>
                <a:lnTo>
                  <a:pt x="4380" y="128057"/>
                </a:lnTo>
                <a:lnTo>
                  <a:pt x="5110" y="131104"/>
                </a:lnTo>
                <a:lnTo>
                  <a:pt x="5840" y="124061"/>
                </a:lnTo>
                <a:lnTo>
                  <a:pt x="6570" y="123121"/>
                </a:lnTo>
                <a:lnTo>
                  <a:pt x="7300" y="127547"/>
                </a:lnTo>
                <a:lnTo>
                  <a:pt x="8760" y="122369"/>
                </a:lnTo>
                <a:lnTo>
                  <a:pt x="9490" y="125855"/>
                </a:lnTo>
                <a:lnTo>
                  <a:pt x="10220" y="125535"/>
                </a:lnTo>
                <a:lnTo>
                  <a:pt x="11680" y="121668"/>
                </a:lnTo>
                <a:lnTo>
                  <a:pt x="13139" y="123047"/>
                </a:lnTo>
                <a:lnTo>
                  <a:pt x="15330" y="124183"/>
                </a:lnTo>
                <a:lnTo>
                  <a:pt x="16059" y="123015"/>
                </a:lnTo>
                <a:lnTo>
                  <a:pt x="17519" y="120625"/>
                </a:lnTo>
                <a:lnTo>
                  <a:pt x="18980" y="122402"/>
                </a:lnTo>
                <a:lnTo>
                  <a:pt x="21170" y="120601"/>
                </a:lnTo>
                <a:lnTo>
                  <a:pt x="25550" y="127628"/>
                </a:lnTo>
                <a:lnTo>
                  <a:pt x="28470" y="120920"/>
                </a:lnTo>
                <a:lnTo>
                  <a:pt x="29200" y="123338"/>
                </a:lnTo>
                <a:lnTo>
                  <a:pt x="30660" y="121160"/>
                </a:lnTo>
                <a:lnTo>
                  <a:pt x="31390" y="120528"/>
                </a:lnTo>
                <a:lnTo>
                  <a:pt x="33579" y="128566"/>
                </a:lnTo>
                <a:lnTo>
                  <a:pt x="34309" y="122894"/>
                </a:lnTo>
                <a:lnTo>
                  <a:pt x="35039" y="115231"/>
                </a:lnTo>
                <a:lnTo>
                  <a:pt x="36499" y="127478"/>
                </a:lnTo>
                <a:lnTo>
                  <a:pt x="37229" y="126365"/>
                </a:lnTo>
                <a:lnTo>
                  <a:pt x="38689" y="112889"/>
                </a:lnTo>
                <a:lnTo>
                  <a:pt x="40149" y="116845"/>
                </a:lnTo>
                <a:lnTo>
                  <a:pt x="40879" y="119624"/>
                </a:lnTo>
                <a:lnTo>
                  <a:pt x="41609" y="115086"/>
                </a:lnTo>
                <a:lnTo>
                  <a:pt x="44529" y="115823"/>
                </a:lnTo>
                <a:lnTo>
                  <a:pt x="45989" y="119062"/>
                </a:lnTo>
                <a:lnTo>
                  <a:pt x="46719" y="115630"/>
                </a:lnTo>
                <a:lnTo>
                  <a:pt x="48909" y="114405"/>
                </a:lnTo>
                <a:lnTo>
                  <a:pt x="51099" y="117826"/>
                </a:lnTo>
                <a:lnTo>
                  <a:pt x="50369" y="110647"/>
                </a:lnTo>
                <a:lnTo>
                  <a:pt x="51829" y="116701"/>
                </a:lnTo>
                <a:lnTo>
                  <a:pt x="52559" y="112423"/>
                </a:lnTo>
                <a:lnTo>
                  <a:pt x="54749" y="113947"/>
                </a:lnTo>
                <a:lnTo>
                  <a:pt x="55479" y="123006"/>
                </a:lnTo>
                <a:lnTo>
                  <a:pt x="56939" y="116063"/>
                </a:lnTo>
                <a:lnTo>
                  <a:pt x="58399" y="115136"/>
                </a:lnTo>
                <a:lnTo>
                  <a:pt x="59859" y="106281"/>
                </a:lnTo>
                <a:lnTo>
                  <a:pt x="61319" y="111524"/>
                </a:lnTo>
                <a:lnTo>
                  <a:pt x="62048" y="111231"/>
                </a:lnTo>
                <a:lnTo>
                  <a:pt x="63508" y="116363"/>
                </a:lnTo>
                <a:lnTo>
                  <a:pt x="64238" y="113879"/>
                </a:lnTo>
                <a:lnTo>
                  <a:pt x="67888" y="103346"/>
                </a:lnTo>
                <a:lnTo>
                  <a:pt x="69348" y="107225"/>
                </a:lnTo>
                <a:lnTo>
                  <a:pt x="70808" y="109740"/>
                </a:lnTo>
                <a:lnTo>
                  <a:pt x="71538" y="107954"/>
                </a:lnTo>
                <a:lnTo>
                  <a:pt x="74458" y="103585"/>
                </a:lnTo>
                <a:lnTo>
                  <a:pt x="75188" y="104549"/>
                </a:lnTo>
                <a:lnTo>
                  <a:pt x="76648" y="103520"/>
                </a:lnTo>
                <a:lnTo>
                  <a:pt x="78838" y="114492"/>
                </a:lnTo>
                <a:lnTo>
                  <a:pt x="79568" y="108155"/>
                </a:lnTo>
                <a:lnTo>
                  <a:pt x="80298" y="108885"/>
                </a:lnTo>
                <a:lnTo>
                  <a:pt x="81758" y="97870"/>
                </a:lnTo>
                <a:lnTo>
                  <a:pt x="82488" y="101357"/>
                </a:lnTo>
                <a:lnTo>
                  <a:pt x="85408" y="115348"/>
                </a:lnTo>
                <a:lnTo>
                  <a:pt x="87598" y="103406"/>
                </a:lnTo>
                <a:lnTo>
                  <a:pt x="89058" y="111601"/>
                </a:lnTo>
                <a:lnTo>
                  <a:pt x="89788" y="112082"/>
                </a:lnTo>
                <a:lnTo>
                  <a:pt x="90518" y="108462"/>
                </a:lnTo>
                <a:lnTo>
                  <a:pt x="91247" y="109638"/>
                </a:lnTo>
                <a:lnTo>
                  <a:pt x="94167" y="120050"/>
                </a:lnTo>
                <a:lnTo>
                  <a:pt x="95627" y="94635"/>
                </a:lnTo>
                <a:lnTo>
                  <a:pt x="97087" y="104025"/>
                </a:lnTo>
                <a:lnTo>
                  <a:pt x="97817" y="103273"/>
                </a:lnTo>
                <a:lnTo>
                  <a:pt x="98547" y="105762"/>
                </a:lnTo>
                <a:lnTo>
                  <a:pt x="100737" y="105182"/>
                </a:lnTo>
                <a:lnTo>
                  <a:pt x="101467" y="113517"/>
                </a:lnTo>
                <a:lnTo>
                  <a:pt x="102927" y="117124"/>
                </a:lnTo>
                <a:lnTo>
                  <a:pt x="103657" y="114685"/>
                </a:lnTo>
                <a:lnTo>
                  <a:pt x="107307" y="102582"/>
                </a:lnTo>
                <a:lnTo>
                  <a:pt x="108767" y="96060"/>
                </a:lnTo>
                <a:lnTo>
                  <a:pt x="109497" y="100641"/>
                </a:lnTo>
                <a:lnTo>
                  <a:pt x="111687" y="113389"/>
                </a:lnTo>
                <a:lnTo>
                  <a:pt x="112417" y="109738"/>
                </a:lnTo>
                <a:lnTo>
                  <a:pt x="113877" y="112628"/>
                </a:lnTo>
                <a:lnTo>
                  <a:pt x="115337" y="103219"/>
                </a:lnTo>
                <a:lnTo>
                  <a:pt x="118257" y="116966"/>
                </a:lnTo>
                <a:lnTo>
                  <a:pt x="118987" y="114020"/>
                </a:lnTo>
                <a:lnTo>
                  <a:pt x="120446" y="97269"/>
                </a:lnTo>
                <a:lnTo>
                  <a:pt x="121906" y="107788"/>
                </a:lnTo>
                <a:lnTo>
                  <a:pt x="123366" y="103523"/>
                </a:lnTo>
                <a:lnTo>
                  <a:pt x="125556" y="104691"/>
                </a:lnTo>
                <a:lnTo>
                  <a:pt x="127016" y="109827"/>
                </a:lnTo>
                <a:lnTo>
                  <a:pt x="128476" y="107188"/>
                </a:lnTo>
                <a:lnTo>
                  <a:pt x="130666" y="104962"/>
                </a:lnTo>
                <a:lnTo>
                  <a:pt x="131396" y="103324"/>
                </a:lnTo>
                <a:lnTo>
                  <a:pt x="132126" y="104204"/>
                </a:lnTo>
                <a:lnTo>
                  <a:pt x="133586" y="118555"/>
                </a:lnTo>
                <a:lnTo>
                  <a:pt x="135046" y="110820"/>
                </a:lnTo>
                <a:lnTo>
                  <a:pt x="135776" y="105068"/>
                </a:lnTo>
                <a:lnTo>
                  <a:pt x="137236" y="105648"/>
                </a:lnTo>
                <a:lnTo>
                  <a:pt x="140886" y="116246"/>
                </a:lnTo>
                <a:lnTo>
                  <a:pt x="141616" y="111368"/>
                </a:lnTo>
                <a:lnTo>
                  <a:pt x="143076" y="116765"/>
                </a:lnTo>
                <a:lnTo>
                  <a:pt x="143806" y="122118"/>
                </a:lnTo>
                <a:lnTo>
                  <a:pt x="144536" y="119775"/>
                </a:lnTo>
                <a:lnTo>
                  <a:pt x="148186" y="108571"/>
                </a:lnTo>
                <a:lnTo>
                  <a:pt x="148915" y="106372"/>
                </a:lnTo>
                <a:lnTo>
                  <a:pt x="150375" y="114711"/>
                </a:lnTo>
                <a:lnTo>
                  <a:pt x="151835" y="110265"/>
                </a:lnTo>
                <a:lnTo>
                  <a:pt x="153295" y="113017"/>
                </a:lnTo>
                <a:lnTo>
                  <a:pt x="154025" y="113843"/>
                </a:lnTo>
                <a:lnTo>
                  <a:pt x="155485" y="106608"/>
                </a:lnTo>
                <a:lnTo>
                  <a:pt x="156215" y="107930"/>
                </a:lnTo>
                <a:lnTo>
                  <a:pt x="159135" y="118822"/>
                </a:lnTo>
                <a:lnTo>
                  <a:pt x="162785" y="111184"/>
                </a:lnTo>
                <a:lnTo>
                  <a:pt x="163515" y="102621"/>
                </a:lnTo>
                <a:lnTo>
                  <a:pt x="164975" y="114514"/>
                </a:lnTo>
                <a:lnTo>
                  <a:pt x="165705" y="114954"/>
                </a:lnTo>
                <a:lnTo>
                  <a:pt x="166435" y="121010"/>
                </a:lnTo>
                <a:lnTo>
                  <a:pt x="167165" y="114099"/>
                </a:lnTo>
                <a:lnTo>
                  <a:pt x="167895" y="105470"/>
                </a:lnTo>
                <a:lnTo>
                  <a:pt x="170085" y="107738"/>
                </a:lnTo>
                <a:lnTo>
                  <a:pt x="174465" y="105092"/>
                </a:lnTo>
                <a:lnTo>
                  <a:pt x="177384" y="107567"/>
                </a:lnTo>
                <a:lnTo>
                  <a:pt x="178114" y="103106"/>
                </a:lnTo>
                <a:lnTo>
                  <a:pt x="179574" y="106009"/>
                </a:lnTo>
                <a:lnTo>
                  <a:pt x="181764" y="115892"/>
                </a:lnTo>
                <a:lnTo>
                  <a:pt x="182494" y="115203"/>
                </a:lnTo>
                <a:lnTo>
                  <a:pt x="186144" y="103339"/>
                </a:lnTo>
                <a:lnTo>
                  <a:pt x="188334" y="117637"/>
                </a:lnTo>
                <a:lnTo>
                  <a:pt x="189794" y="106468"/>
                </a:lnTo>
                <a:lnTo>
                  <a:pt x="191984" y="94926"/>
                </a:lnTo>
                <a:lnTo>
                  <a:pt x="192714" y="96290"/>
                </a:lnTo>
                <a:lnTo>
                  <a:pt x="194904" y="113416"/>
                </a:lnTo>
                <a:lnTo>
                  <a:pt x="196364" y="109409"/>
                </a:lnTo>
                <a:lnTo>
                  <a:pt x="198554" y="103412"/>
                </a:lnTo>
                <a:lnTo>
                  <a:pt x="199284" y="110784"/>
                </a:lnTo>
                <a:lnTo>
                  <a:pt x="200744" y="100479"/>
                </a:lnTo>
                <a:lnTo>
                  <a:pt x="205124" y="113008"/>
                </a:lnTo>
                <a:lnTo>
                  <a:pt x="205854" y="112542"/>
                </a:lnTo>
                <a:lnTo>
                  <a:pt x="208043" y="102260"/>
                </a:lnTo>
                <a:lnTo>
                  <a:pt x="210233" y="105156"/>
                </a:lnTo>
                <a:lnTo>
                  <a:pt x="211693" y="119986"/>
                </a:lnTo>
                <a:lnTo>
                  <a:pt x="213153" y="111202"/>
                </a:lnTo>
                <a:lnTo>
                  <a:pt x="215343" y="91087"/>
                </a:lnTo>
                <a:lnTo>
                  <a:pt x="216073" y="97441"/>
                </a:lnTo>
                <a:lnTo>
                  <a:pt x="217533" y="109004"/>
                </a:lnTo>
                <a:lnTo>
                  <a:pt x="218263" y="108147"/>
                </a:lnTo>
                <a:lnTo>
                  <a:pt x="219723" y="101316"/>
                </a:lnTo>
                <a:lnTo>
                  <a:pt x="221183" y="102096"/>
                </a:lnTo>
                <a:lnTo>
                  <a:pt x="223373" y="101365"/>
                </a:lnTo>
                <a:lnTo>
                  <a:pt x="224103" y="102134"/>
                </a:lnTo>
                <a:lnTo>
                  <a:pt x="226293" y="104075"/>
                </a:lnTo>
                <a:lnTo>
                  <a:pt x="231403" y="69138"/>
                </a:lnTo>
                <a:lnTo>
                  <a:pt x="232133" y="85791"/>
                </a:lnTo>
                <a:lnTo>
                  <a:pt x="232863" y="95771"/>
                </a:lnTo>
                <a:lnTo>
                  <a:pt x="235052" y="93657"/>
                </a:lnTo>
                <a:lnTo>
                  <a:pt x="235782" y="99315"/>
                </a:lnTo>
                <a:lnTo>
                  <a:pt x="237242" y="95339"/>
                </a:lnTo>
                <a:lnTo>
                  <a:pt x="242352" y="65158"/>
                </a:lnTo>
                <a:lnTo>
                  <a:pt x="243812" y="88051"/>
                </a:lnTo>
                <a:lnTo>
                  <a:pt x="245272" y="79833"/>
                </a:lnTo>
                <a:lnTo>
                  <a:pt x="246002" y="72965"/>
                </a:lnTo>
                <a:lnTo>
                  <a:pt x="246732" y="81919"/>
                </a:lnTo>
                <a:lnTo>
                  <a:pt x="247462" y="86218"/>
                </a:lnTo>
                <a:lnTo>
                  <a:pt x="248192" y="79635"/>
                </a:lnTo>
                <a:lnTo>
                  <a:pt x="248922" y="77135"/>
                </a:lnTo>
                <a:lnTo>
                  <a:pt x="249652" y="80361"/>
                </a:lnTo>
                <a:lnTo>
                  <a:pt x="251112" y="88196"/>
                </a:lnTo>
                <a:lnTo>
                  <a:pt x="251842" y="82849"/>
                </a:lnTo>
                <a:lnTo>
                  <a:pt x="252572" y="82535"/>
                </a:lnTo>
                <a:lnTo>
                  <a:pt x="254762" y="77535"/>
                </a:lnTo>
                <a:lnTo>
                  <a:pt x="255492" y="80959"/>
                </a:lnTo>
                <a:lnTo>
                  <a:pt x="256222" y="84137"/>
                </a:lnTo>
                <a:lnTo>
                  <a:pt x="256952" y="76590"/>
                </a:lnTo>
                <a:lnTo>
                  <a:pt x="257682" y="70713"/>
                </a:lnTo>
                <a:lnTo>
                  <a:pt x="259142" y="75896"/>
                </a:lnTo>
                <a:lnTo>
                  <a:pt x="259872" y="76456"/>
                </a:lnTo>
                <a:lnTo>
                  <a:pt x="264251" y="64675"/>
                </a:lnTo>
                <a:lnTo>
                  <a:pt x="265711" y="71286"/>
                </a:lnTo>
                <a:lnTo>
                  <a:pt x="266441" y="64989"/>
                </a:lnTo>
                <a:lnTo>
                  <a:pt x="268631" y="55109"/>
                </a:lnTo>
                <a:lnTo>
                  <a:pt x="270821" y="56519"/>
                </a:lnTo>
                <a:lnTo>
                  <a:pt x="271551" y="61218"/>
                </a:lnTo>
                <a:lnTo>
                  <a:pt x="272281" y="53183"/>
                </a:lnTo>
                <a:lnTo>
                  <a:pt x="273011" y="52673"/>
                </a:lnTo>
                <a:lnTo>
                  <a:pt x="273741" y="48414"/>
                </a:lnTo>
                <a:lnTo>
                  <a:pt x="274471" y="53041"/>
                </a:lnTo>
                <a:lnTo>
                  <a:pt x="275201" y="49578"/>
                </a:lnTo>
                <a:lnTo>
                  <a:pt x="278121" y="59195"/>
                </a:lnTo>
                <a:lnTo>
                  <a:pt x="278851" y="57765"/>
                </a:lnTo>
                <a:lnTo>
                  <a:pt x="279581" y="53881"/>
                </a:lnTo>
                <a:lnTo>
                  <a:pt x="281771" y="55940"/>
                </a:lnTo>
                <a:lnTo>
                  <a:pt x="282501" y="60370"/>
                </a:lnTo>
                <a:lnTo>
                  <a:pt x="283961" y="59423"/>
                </a:lnTo>
                <a:lnTo>
                  <a:pt x="285421" y="52938"/>
                </a:lnTo>
                <a:lnTo>
                  <a:pt x="287611" y="55547"/>
                </a:lnTo>
                <a:lnTo>
                  <a:pt x="291991" y="56841"/>
                </a:lnTo>
                <a:lnTo>
                  <a:pt x="295640" y="63429"/>
                </a:lnTo>
                <a:lnTo>
                  <a:pt x="296370" y="62074"/>
                </a:lnTo>
                <a:lnTo>
                  <a:pt x="297830" y="64844"/>
                </a:lnTo>
                <a:lnTo>
                  <a:pt x="299290" y="62551"/>
                </a:lnTo>
                <a:lnTo>
                  <a:pt x="300020" y="56710"/>
                </a:lnTo>
                <a:lnTo>
                  <a:pt x="301480" y="60876"/>
                </a:lnTo>
                <a:lnTo>
                  <a:pt x="304400" y="63142"/>
                </a:lnTo>
                <a:lnTo>
                  <a:pt x="306590" y="53283"/>
                </a:lnTo>
                <a:lnTo>
                  <a:pt x="308050" y="58435"/>
                </a:lnTo>
                <a:lnTo>
                  <a:pt x="308780" y="64786"/>
                </a:lnTo>
                <a:lnTo>
                  <a:pt x="310240" y="56716"/>
                </a:lnTo>
                <a:lnTo>
                  <a:pt x="310970" y="56193"/>
                </a:lnTo>
                <a:lnTo>
                  <a:pt x="311700" y="51112"/>
                </a:lnTo>
                <a:lnTo>
                  <a:pt x="313160" y="54002"/>
                </a:lnTo>
                <a:lnTo>
                  <a:pt x="314620" y="66150"/>
                </a:lnTo>
                <a:lnTo>
                  <a:pt x="315350" y="63466"/>
                </a:lnTo>
                <a:lnTo>
                  <a:pt x="317540" y="53357"/>
                </a:lnTo>
                <a:lnTo>
                  <a:pt x="319730" y="63940"/>
                </a:lnTo>
                <a:lnTo>
                  <a:pt x="320460" y="59177"/>
                </a:lnTo>
                <a:lnTo>
                  <a:pt x="322649" y="50605"/>
                </a:lnTo>
                <a:lnTo>
                  <a:pt x="323379" y="52434"/>
                </a:lnTo>
                <a:lnTo>
                  <a:pt x="324839" y="64144"/>
                </a:lnTo>
                <a:lnTo>
                  <a:pt x="326299" y="55005"/>
                </a:lnTo>
                <a:lnTo>
                  <a:pt x="327759" y="49062"/>
                </a:lnTo>
                <a:lnTo>
                  <a:pt x="328489" y="36235"/>
                </a:lnTo>
                <a:lnTo>
                  <a:pt x="329949" y="40538"/>
                </a:lnTo>
                <a:lnTo>
                  <a:pt x="333599" y="52609"/>
                </a:lnTo>
                <a:lnTo>
                  <a:pt x="334329" y="52170"/>
                </a:lnTo>
                <a:lnTo>
                  <a:pt x="335789" y="43718"/>
                </a:lnTo>
                <a:lnTo>
                  <a:pt x="337249" y="49100"/>
                </a:lnTo>
                <a:lnTo>
                  <a:pt x="337979" y="49513"/>
                </a:lnTo>
                <a:lnTo>
                  <a:pt x="339439" y="40314"/>
                </a:lnTo>
                <a:lnTo>
                  <a:pt x="340899" y="46041"/>
                </a:lnTo>
                <a:lnTo>
                  <a:pt x="344549" y="49135"/>
                </a:lnTo>
                <a:lnTo>
                  <a:pt x="345279" y="48400"/>
                </a:lnTo>
                <a:lnTo>
                  <a:pt x="349659" y="48406"/>
                </a:lnTo>
                <a:lnTo>
                  <a:pt x="350388" y="43329"/>
                </a:lnTo>
                <a:lnTo>
                  <a:pt x="351848" y="47360"/>
                </a:lnTo>
                <a:lnTo>
                  <a:pt x="354038" y="50764"/>
                </a:lnTo>
                <a:lnTo>
                  <a:pt x="354768" y="48583"/>
                </a:lnTo>
                <a:lnTo>
                  <a:pt x="356958" y="49443"/>
                </a:lnTo>
                <a:lnTo>
                  <a:pt x="358418" y="41139"/>
                </a:lnTo>
                <a:lnTo>
                  <a:pt x="362798" y="58728"/>
                </a:lnTo>
                <a:lnTo>
                  <a:pt x="363528" y="59150"/>
                </a:lnTo>
                <a:lnTo>
                  <a:pt x="364258" y="52398"/>
                </a:lnTo>
                <a:lnTo>
                  <a:pt x="366448" y="56076"/>
                </a:lnTo>
                <a:lnTo>
                  <a:pt x="367178" y="59106"/>
                </a:lnTo>
                <a:lnTo>
                  <a:pt x="367908" y="56565"/>
                </a:lnTo>
                <a:lnTo>
                  <a:pt x="368638" y="48822"/>
                </a:lnTo>
                <a:lnTo>
                  <a:pt x="370098" y="54487"/>
                </a:lnTo>
                <a:lnTo>
                  <a:pt x="370828" y="56952"/>
                </a:lnTo>
                <a:lnTo>
                  <a:pt x="371558" y="55105"/>
                </a:lnTo>
                <a:lnTo>
                  <a:pt x="372288" y="49241"/>
                </a:lnTo>
                <a:lnTo>
                  <a:pt x="373748" y="49477"/>
                </a:lnTo>
                <a:lnTo>
                  <a:pt x="374478" y="54741"/>
                </a:lnTo>
                <a:lnTo>
                  <a:pt x="375938" y="52537"/>
                </a:lnTo>
                <a:lnTo>
                  <a:pt x="376668" y="49288"/>
                </a:lnTo>
                <a:lnTo>
                  <a:pt x="377398" y="53373"/>
                </a:lnTo>
                <a:lnTo>
                  <a:pt x="381047" y="62565"/>
                </a:lnTo>
                <a:lnTo>
                  <a:pt x="382507" y="61024"/>
                </a:lnTo>
                <a:lnTo>
                  <a:pt x="384697" y="55433"/>
                </a:lnTo>
                <a:lnTo>
                  <a:pt x="385427" y="56136"/>
                </a:lnTo>
                <a:lnTo>
                  <a:pt x="386157" y="59333"/>
                </a:lnTo>
                <a:lnTo>
                  <a:pt x="387617" y="54961"/>
                </a:lnTo>
                <a:lnTo>
                  <a:pt x="388347" y="55818"/>
                </a:lnTo>
                <a:lnTo>
                  <a:pt x="389077" y="62110"/>
                </a:lnTo>
                <a:lnTo>
                  <a:pt x="390537" y="53975"/>
                </a:lnTo>
                <a:lnTo>
                  <a:pt x="394187" y="62207"/>
                </a:lnTo>
                <a:lnTo>
                  <a:pt x="394917" y="56592"/>
                </a:lnTo>
                <a:lnTo>
                  <a:pt x="396377" y="59790"/>
                </a:lnTo>
                <a:lnTo>
                  <a:pt x="397107" y="62485"/>
                </a:lnTo>
                <a:lnTo>
                  <a:pt x="397837" y="57457"/>
                </a:lnTo>
                <a:lnTo>
                  <a:pt x="398567" y="54327"/>
                </a:lnTo>
                <a:lnTo>
                  <a:pt x="400027" y="55931"/>
                </a:lnTo>
                <a:lnTo>
                  <a:pt x="401487" y="65625"/>
                </a:lnTo>
                <a:lnTo>
                  <a:pt x="403677" y="64983"/>
                </a:lnTo>
                <a:lnTo>
                  <a:pt x="408056" y="55358"/>
                </a:lnTo>
                <a:lnTo>
                  <a:pt x="408786" y="56993"/>
                </a:lnTo>
                <a:lnTo>
                  <a:pt x="412436" y="65028"/>
                </a:lnTo>
                <a:lnTo>
                  <a:pt x="415356" y="59569"/>
                </a:lnTo>
                <a:lnTo>
                  <a:pt x="416816" y="58752"/>
                </a:lnTo>
                <a:lnTo>
                  <a:pt x="418276" y="64812"/>
                </a:lnTo>
                <a:lnTo>
                  <a:pt x="419006" y="62405"/>
                </a:lnTo>
                <a:lnTo>
                  <a:pt x="419736" y="63676"/>
                </a:lnTo>
                <a:lnTo>
                  <a:pt x="423386" y="74828"/>
                </a:lnTo>
                <a:lnTo>
                  <a:pt x="424116" y="75991"/>
                </a:lnTo>
                <a:lnTo>
                  <a:pt x="424846" y="73503"/>
                </a:lnTo>
                <a:lnTo>
                  <a:pt x="427036" y="70120"/>
                </a:lnTo>
                <a:lnTo>
                  <a:pt x="429226" y="77404"/>
                </a:lnTo>
                <a:lnTo>
                  <a:pt x="430686" y="74745"/>
                </a:lnTo>
                <a:lnTo>
                  <a:pt x="434336" y="68652"/>
                </a:lnTo>
                <a:lnTo>
                  <a:pt x="436526" y="74155"/>
                </a:lnTo>
                <a:lnTo>
                  <a:pt x="438715" y="71715"/>
                </a:lnTo>
                <a:lnTo>
                  <a:pt x="439445" y="71013"/>
                </a:lnTo>
                <a:lnTo>
                  <a:pt x="440175" y="76292"/>
                </a:lnTo>
                <a:lnTo>
                  <a:pt x="440905" y="67362"/>
                </a:lnTo>
                <a:lnTo>
                  <a:pt x="441635" y="68812"/>
                </a:lnTo>
                <a:lnTo>
                  <a:pt x="445285" y="79847"/>
                </a:lnTo>
                <a:lnTo>
                  <a:pt x="446015" y="68307"/>
                </a:lnTo>
                <a:lnTo>
                  <a:pt x="447475" y="83180"/>
                </a:lnTo>
                <a:lnTo>
                  <a:pt x="449666" y="75311"/>
                </a:lnTo>
                <a:lnTo>
                  <a:pt x="450396" y="77186"/>
                </a:lnTo>
                <a:lnTo>
                  <a:pt x="451855" y="86014"/>
                </a:lnTo>
                <a:lnTo>
                  <a:pt x="452586" y="80347"/>
                </a:lnTo>
                <a:lnTo>
                  <a:pt x="454775" y="71572"/>
                </a:lnTo>
                <a:lnTo>
                  <a:pt x="457695" y="88124"/>
                </a:lnTo>
                <a:lnTo>
                  <a:pt x="460615" y="95041"/>
                </a:lnTo>
                <a:lnTo>
                  <a:pt x="463535" y="79078"/>
                </a:lnTo>
                <a:lnTo>
                  <a:pt x="464995" y="81284"/>
                </a:lnTo>
                <a:lnTo>
                  <a:pt x="470105" y="91370"/>
                </a:lnTo>
                <a:lnTo>
                  <a:pt x="470835" y="88387"/>
                </a:lnTo>
                <a:lnTo>
                  <a:pt x="473025" y="82781"/>
                </a:lnTo>
                <a:lnTo>
                  <a:pt x="473755" y="84547"/>
                </a:lnTo>
                <a:lnTo>
                  <a:pt x="474485" y="93092"/>
                </a:lnTo>
                <a:lnTo>
                  <a:pt x="475945" y="83931"/>
                </a:lnTo>
                <a:lnTo>
                  <a:pt x="478865" y="77957"/>
                </a:lnTo>
                <a:lnTo>
                  <a:pt x="479595" y="79443"/>
                </a:lnTo>
                <a:lnTo>
                  <a:pt x="480325" y="91524"/>
                </a:lnTo>
                <a:lnTo>
                  <a:pt x="481785" y="84592"/>
                </a:lnTo>
                <a:lnTo>
                  <a:pt x="483245" y="79459"/>
                </a:lnTo>
                <a:lnTo>
                  <a:pt x="483975" y="81123"/>
                </a:lnTo>
                <a:lnTo>
                  <a:pt x="486165" y="91200"/>
                </a:lnTo>
                <a:lnTo>
                  <a:pt x="486894" y="90547"/>
                </a:lnTo>
                <a:lnTo>
                  <a:pt x="487624" y="83721"/>
                </a:lnTo>
                <a:lnTo>
                  <a:pt x="489814" y="84304"/>
                </a:lnTo>
                <a:lnTo>
                  <a:pt x="490544" y="91975"/>
                </a:lnTo>
                <a:lnTo>
                  <a:pt x="491274" y="83568"/>
                </a:lnTo>
                <a:lnTo>
                  <a:pt x="492004" y="84377"/>
                </a:lnTo>
                <a:lnTo>
                  <a:pt x="496384" y="75686"/>
                </a:lnTo>
                <a:lnTo>
                  <a:pt x="497844" y="76211"/>
                </a:lnTo>
                <a:lnTo>
                  <a:pt x="498574" y="73321"/>
                </a:lnTo>
                <a:lnTo>
                  <a:pt x="500034" y="89148"/>
                </a:lnTo>
                <a:lnTo>
                  <a:pt x="501494" y="85597"/>
                </a:lnTo>
                <a:lnTo>
                  <a:pt x="506604" y="73088"/>
                </a:lnTo>
                <a:lnTo>
                  <a:pt x="507334" y="72349"/>
                </a:lnTo>
                <a:lnTo>
                  <a:pt x="508064" y="74076"/>
                </a:lnTo>
                <a:lnTo>
                  <a:pt x="510254" y="82223"/>
                </a:lnTo>
                <a:lnTo>
                  <a:pt x="511714" y="78419"/>
                </a:lnTo>
                <a:lnTo>
                  <a:pt x="513174" y="91566"/>
                </a:lnTo>
                <a:lnTo>
                  <a:pt x="514634" y="90161"/>
                </a:lnTo>
                <a:lnTo>
                  <a:pt x="515363" y="90536"/>
                </a:lnTo>
                <a:lnTo>
                  <a:pt x="518283" y="85162"/>
                </a:lnTo>
                <a:lnTo>
                  <a:pt x="519013" y="90557"/>
                </a:lnTo>
                <a:lnTo>
                  <a:pt x="520473" y="86045"/>
                </a:lnTo>
                <a:lnTo>
                  <a:pt x="527773" y="74048"/>
                </a:lnTo>
                <a:lnTo>
                  <a:pt x="529233" y="86673"/>
                </a:lnTo>
                <a:lnTo>
                  <a:pt x="532153" y="83061"/>
                </a:lnTo>
                <a:lnTo>
                  <a:pt x="535803" y="78126"/>
                </a:lnTo>
                <a:lnTo>
                  <a:pt x="536533" y="79012"/>
                </a:lnTo>
                <a:lnTo>
                  <a:pt x="538723" y="86284"/>
                </a:lnTo>
                <a:lnTo>
                  <a:pt x="539453" y="85587"/>
                </a:lnTo>
                <a:lnTo>
                  <a:pt x="541643" y="86034"/>
                </a:lnTo>
                <a:lnTo>
                  <a:pt x="543833" y="76504"/>
                </a:lnTo>
                <a:lnTo>
                  <a:pt x="545292" y="78082"/>
                </a:lnTo>
                <a:lnTo>
                  <a:pt x="546752" y="73335"/>
                </a:lnTo>
                <a:lnTo>
                  <a:pt x="548212" y="76616"/>
                </a:lnTo>
                <a:lnTo>
                  <a:pt x="549672" y="85674"/>
                </a:lnTo>
                <a:lnTo>
                  <a:pt x="550402" y="82300"/>
                </a:lnTo>
                <a:lnTo>
                  <a:pt x="551862" y="73617"/>
                </a:lnTo>
                <a:lnTo>
                  <a:pt x="553322" y="77602"/>
                </a:lnTo>
                <a:lnTo>
                  <a:pt x="554782" y="84650"/>
                </a:lnTo>
                <a:lnTo>
                  <a:pt x="555512" y="81484"/>
                </a:lnTo>
                <a:lnTo>
                  <a:pt x="556242" y="70486"/>
                </a:lnTo>
                <a:lnTo>
                  <a:pt x="557702" y="75707"/>
                </a:lnTo>
                <a:lnTo>
                  <a:pt x="560622" y="83474"/>
                </a:lnTo>
                <a:lnTo>
                  <a:pt x="561352" y="80198"/>
                </a:lnTo>
                <a:lnTo>
                  <a:pt x="565002" y="68038"/>
                </a:lnTo>
                <a:lnTo>
                  <a:pt x="567192" y="70311"/>
                </a:lnTo>
                <a:lnTo>
                  <a:pt x="567922" y="77493"/>
                </a:lnTo>
                <a:lnTo>
                  <a:pt x="569382" y="71004"/>
                </a:lnTo>
                <a:lnTo>
                  <a:pt x="571572" y="68521"/>
                </a:lnTo>
                <a:lnTo>
                  <a:pt x="572302" y="70469"/>
                </a:lnTo>
                <a:lnTo>
                  <a:pt x="573761" y="80643"/>
                </a:lnTo>
                <a:lnTo>
                  <a:pt x="574491" y="78163"/>
                </a:lnTo>
                <a:lnTo>
                  <a:pt x="576681" y="69034"/>
                </a:lnTo>
                <a:lnTo>
                  <a:pt x="577411" y="71201"/>
                </a:lnTo>
                <a:lnTo>
                  <a:pt x="579601" y="74867"/>
                </a:lnTo>
                <a:lnTo>
                  <a:pt x="580331" y="79712"/>
                </a:lnTo>
                <a:lnTo>
                  <a:pt x="581061" y="73657"/>
                </a:lnTo>
                <a:lnTo>
                  <a:pt x="581791" y="70163"/>
                </a:lnTo>
                <a:lnTo>
                  <a:pt x="583251" y="72010"/>
                </a:lnTo>
                <a:lnTo>
                  <a:pt x="583981" y="74163"/>
                </a:lnTo>
                <a:lnTo>
                  <a:pt x="585441" y="73001"/>
                </a:lnTo>
                <a:lnTo>
                  <a:pt x="586171" y="66478"/>
                </a:lnTo>
                <a:lnTo>
                  <a:pt x="586901" y="73077"/>
                </a:lnTo>
                <a:lnTo>
                  <a:pt x="587631" y="78262"/>
                </a:lnTo>
                <a:lnTo>
                  <a:pt x="588361" y="71155"/>
                </a:lnTo>
                <a:lnTo>
                  <a:pt x="589091" y="72774"/>
                </a:lnTo>
                <a:lnTo>
                  <a:pt x="594931" y="83530"/>
                </a:lnTo>
                <a:lnTo>
                  <a:pt x="590551" y="71316"/>
                </a:lnTo>
                <a:lnTo>
                  <a:pt x="596391" y="80515"/>
                </a:lnTo>
                <a:lnTo>
                  <a:pt x="599311" y="71843"/>
                </a:lnTo>
                <a:lnTo>
                  <a:pt x="600041" y="73116"/>
                </a:lnTo>
                <a:lnTo>
                  <a:pt x="603690" y="80616"/>
                </a:lnTo>
                <a:lnTo>
                  <a:pt x="607340" y="74999"/>
                </a:lnTo>
                <a:lnTo>
                  <a:pt x="609530" y="73970"/>
                </a:lnTo>
                <a:lnTo>
                  <a:pt x="610260" y="84186"/>
                </a:lnTo>
                <a:lnTo>
                  <a:pt x="611720" y="75323"/>
                </a:lnTo>
                <a:lnTo>
                  <a:pt x="612450" y="69317"/>
                </a:lnTo>
                <a:lnTo>
                  <a:pt x="613910" y="78840"/>
                </a:lnTo>
                <a:lnTo>
                  <a:pt x="617560" y="83331"/>
                </a:lnTo>
                <a:lnTo>
                  <a:pt x="619020" y="76383"/>
                </a:lnTo>
                <a:lnTo>
                  <a:pt x="619750" y="79709"/>
                </a:lnTo>
                <a:lnTo>
                  <a:pt x="622670" y="93073"/>
                </a:lnTo>
                <a:lnTo>
                  <a:pt x="624130" y="91072"/>
                </a:lnTo>
                <a:lnTo>
                  <a:pt x="626320" y="79207"/>
                </a:lnTo>
                <a:lnTo>
                  <a:pt x="627050" y="85994"/>
                </a:lnTo>
                <a:lnTo>
                  <a:pt x="631429" y="98696"/>
                </a:lnTo>
                <a:lnTo>
                  <a:pt x="635079" y="84645"/>
                </a:lnTo>
                <a:lnTo>
                  <a:pt x="636539" y="87261"/>
                </a:lnTo>
                <a:lnTo>
                  <a:pt x="637999" y="87870"/>
                </a:lnTo>
                <a:lnTo>
                  <a:pt x="639459" y="99552"/>
                </a:lnTo>
                <a:lnTo>
                  <a:pt x="640919" y="97174"/>
                </a:lnTo>
                <a:lnTo>
                  <a:pt x="643109" y="93040"/>
                </a:lnTo>
                <a:lnTo>
                  <a:pt x="644569" y="93989"/>
                </a:lnTo>
                <a:lnTo>
                  <a:pt x="646759" y="105248"/>
                </a:lnTo>
                <a:lnTo>
                  <a:pt x="647489" y="103140"/>
                </a:lnTo>
                <a:lnTo>
                  <a:pt x="649679" y="97447"/>
                </a:lnTo>
                <a:lnTo>
                  <a:pt x="651869" y="100002"/>
                </a:lnTo>
                <a:lnTo>
                  <a:pt x="654059" y="106334"/>
                </a:lnTo>
                <a:lnTo>
                  <a:pt x="654789" y="100838"/>
                </a:lnTo>
                <a:lnTo>
                  <a:pt x="656979" y="103075"/>
                </a:lnTo>
                <a:lnTo>
                  <a:pt x="658439" y="112856"/>
                </a:lnTo>
                <a:lnTo>
                  <a:pt x="659898" y="105363"/>
                </a:lnTo>
                <a:lnTo>
                  <a:pt x="662088" y="112894"/>
                </a:lnTo>
                <a:lnTo>
                  <a:pt x="664278" y="108712"/>
                </a:lnTo>
                <a:lnTo>
                  <a:pt x="665008" y="107302"/>
                </a:lnTo>
                <a:lnTo>
                  <a:pt x="665738" y="110052"/>
                </a:lnTo>
                <a:lnTo>
                  <a:pt x="667198" y="119141"/>
                </a:lnTo>
                <a:lnTo>
                  <a:pt x="668658" y="112391"/>
                </a:lnTo>
                <a:lnTo>
                  <a:pt x="673768" y="114147"/>
                </a:lnTo>
                <a:lnTo>
                  <a:pt x="675228" y="110075"/>
                </a:lnTo>
                <a:lnTo>
                  <a:pt x="675958" y="112039"/>
                </a:lnTo>
                <a:lnTo>
                  <a:pt x="680338" y="122553"/>
                </a:lnTo>
                <a:lnTo>
                  <a:pt x="682528" y="117489"/>
                </a:lnTo>
                <a:lnTo>
                  <a:pt x="683258" y="118462"/>
                </a:lnTo>
                <a:lnTo>
                  <a:pt x="683988" y="118895"/>
                </a:lnTo>
                <a:lnTo>
                  <a:pt x="684718" y="116340"/>
                </a:lnTo>
                <a:lnTo>
                  <a:pt x="688367" y="114334"/>
                </a:lnTo>
                <a:lnTo>
                  <a:pt x="690557" y="118885"/>
                </a:lnTo>
                <a:lnTo>
                  <a:pt x="691287" y="115313"/>
                </a:lnTo>
                <a:lnTo>
                  <a:pt x="692017" y="113235"/>
                </a:lnTo>
                <a:lnTo>
                  <a:pt x="693477" y="116619"/>
                </a:lnTo>
                <a:lnTo>
                  <a:pt x="694937" y="123234"/>
                </a:lnTo>
                <a:lnTo>
                  <a:pt x="695667" y="117899"/>
                </a:lnTo>
                <a:lnTo>
                  <a:pt x="697127" y="114184"/>
                </a:lnTo>
                <a:lnTo>
                  <a:pt x="698587" y="116854"/>
                </a:lnTo>
                <a:lnTo>
                  <a:pt x="699317" y="122171"/>
                </a:lnTo>
                <a:lnTo>
                  <a:pt x="700777" y="114973"/>
                </a:lnTo>
                <a:lnTo>
                  <a:pt x="701507" y="113957"/>
                </a:lnTo>
                <a:lnTo>
                  <a:pt x="702237" y="108180"/>
                </a:lnTo>
                <a:lnTo>
                  <a:pt x="703697" y="114480"/>
                </a:lnTo>
                <a:lnTo>
                  <a:pt x="705887" y="123869"/>
                </a:lnTo>
                <a:lnTo>
                  <a:pt x="706617" y="122702"/>
                </a:lnTo>
                <a:lnTo>
                  <a:pt x="708077" y="110722"/>
                </a:lnTo>
                <a:lnTo>
                  <a:pt x="710267" y="113862"/>
                </a:lnTo>
                <a:lnTo>
                  <a:pt x="713187" y="130809"/>
                </a:lnTo>
                <a:lnTo>
                  <a:pt x="714647" y="128526"/>
                </a:lnTo>
                <a:lnTo>
                  <a:pt x="716107" y="125125"/>
                </a:lnTo>
                <a:lnTo>
                  <a:pt x="717566" y="127535"/>
                </a:lnTo>
                <a:lnTo>
                  <a:pt x="719026" y="125732"/>
                </a:lnTo>
                <a:lnTo>
                  <a:pt x="720486" y="127052"/>
                </a:lnTo>
                <a:lnTo>
                  <a:pt x="724866" y="128665"/>
                </a:lnTo>
                <a:lnTo>
                  <a:pt x="725596" y="136914"/>
                </a:lnTo>
                <a:lnTo>
                  <a:pt x="727056" y="125363"/>
                </a:lnTo>
                <a:lnTo>
                  <a:pt x="730706" y="122271"/>
                </a:lnTo>
                <a:lnTo>
                  <a:pt x="732166" y="134657"/>
                </a:lnTo>
                <a:lnTo>
                  <a:pt x="733626" y="127371"/>
                </a:lnTo>
                <a:lnTo>
                  <a:pt x="734356" y="130401"/>
                </a:lnTo>
                <a:lnTo>
                  <a:pt x="735816" y="125884"/>
                </a:lnTo>
                <a:lnTo>
                  <a:pt x="736546" y="124767"/>
                </a:lnTo>
                <a:lnTo>
                  <a:pt x="737276" y="125760"/>
                </a:lnTo>
                <a:lnTo>
                  <a:pt x="738006" y="127712"/>
                </a:lnTo>
                <a:lnTo>
                  <a:pt x="739466" y="126027"/>
                </a:lnTo>
                <a:lnTo>
                  <a:pt x="743846" y="123601"/>
                </a:lnTo>
                <a:lnTo>
                  <a:pt x="745306" y="123468"/>
                </a:lnTo>
                <a:lnTo>
                  <a:pt x="748225" y="128728"/>
                </a:lnTo>
                <a:lnTo>
                  <a:pt x="749685" y="128232"/>
                </a:lnTo>
                <a:lnTo>
                  <a:pt x="750415" y="122040"/>
                </a:lnTo>
                <a:lnTo>
                  <a:pt x="751875" y="129465"/>
                </a:lnTo>
                <a:lnTo>
                  <a:pt x="752605" y="139292"/>
                </a:lnTo>
                <a:lnTo>
                  <a:pt x="754795" y="134066"/>
                </a:lnTo>
                <a:lnTo>
                  <a:pt x="755525" y="131814"/>
                </a:lnTo>
                <a:lnTo>
                  <a:pt x="756255" y="133273"/>
                </a:lnTo>
                <a:lnTo>
                  <a:pt x="756985" y="136823"/>
                </a:lnTo>
                <a:lnTo>
                  <a:pt x="758445" y="132213"/>
                </a:lnTo>
                <a:lnTo>
                  <a:pt x="760635" y="135140"/>
                </a:lnTo>
                <a:lnTo>
                  <a:pt x="761365" y="124384"/>
                </a:lnTo>
                <a:lnTo>
                  <a:pt x="762825" y="136912"/>
                </a:lnTo>
                <a:lnTo>
                  <a:pt x="763555" y="131453"/>
                </a:lnTo>
                <a:lnTo>
                  <a:pt x="764285" y="126647"/>
                </a:lnTo>
                <a:lnTo>
                  <a:pt x="765015" y="136107"/>
                </a:lnTo>
                <a:lnTo>
                  <a:pt x="765745" y="133546"/>
                </a:lnTo>
                <a:lnTo>
                  <a:pt x="768665" y="134656"/>
                </a:lnTo>
                <a:lnTo>
                  <a:pt x="769395" y="137412"/>
                </a:lnTo>
                <a:lnTo>
                  <a:pt x="770125" y="137049"/>
                </a:lnTo>
                <a:lnTo>
                  <a:pt x="771585" y="121726"/>
                </a:lnTo>
                <a:lnTo>
                  <a:pt x="772315" y="134776"/>
                </a:lnTo>
                <a:lnTo>
                  <a:pt x="773045" y="139661"/>
                </a:lnTo>
                <a:lnTo>
                  <a:pt x="773775" y="135178"/>
                </a:lnTo>
                <a:lnTo>
                  <a:pt x="774505" y="124608"/>
                </a:lnTo>
                <a:lnTo>
                  <a:pt x="775964" y="137378"/>
                </a:lnTo>
                <a:lnTo>
                  <a:pt x="776694" y="137342"/>
                </a:lnTo>
                <a:lnTo>
                  <a:pt x="777424" y="125256"/>
                </a:lnTo>
                <a:lnTo>
                  <a:pt x="778884" y="129620"/>
                </a:lnTo>
                <a:lnTo>
                  <a:pt x="779614" y="137649"/>
                </a:lnTo>
                <a:lnTo>
                  <a:pt x="781804" y="134440"/>
                </a:lnTo>
                <a:lnTo>
                  <a:pt x="782534" y="128110"/>
                </a:lnTo>
                <a:lnTo>
                  <a:pt x="783994" y="135340"/>
                </a:lnTo>
                <a:lnTo>
                  <a:pt x="784724" y="135500"/>
                </a:lnTo>
                <a:lnTo>
                  <a:pt x="785454" y="129409"/>
                </a:lnTo>
                <a:lnTo>
                  <a:pt x="786184" y="138162"/>
                </a:lnTo>
                <a:lnTo>
                  <a:pt x="787644" y="140240"/>
                </a:lnTo>
                <a:lnTo>
                  <a:pt x="788374" y="138287"/>
                </a:lnTo>
                <a:lnTo>
                  <a:pt x="789834" y="130435"/>
                </a:lnTo>
                <a:lnTo>
                  <a:pt x="792024" y="132523"/>
                </a:lnTo>
                <a:lnTo>
                  <a:pt x="793484" y="137477"/>
                </a:lnTo>
                <a:lnTo>
                  <a:pt x="794944" y="133060"/>
                </a:lnTo>
                <a:lnTo>
                  <a:pt x="795674" y="131106"/>
                </a:lnTo>
                <a:lnTo>
                  <a:pt x="797134" y="132561"/>
                </a:lnTo>
                <a:lnTo>
                  <a:pt x="798594" y="136398"/>
                </a:lnTo>
                <a:lnTo>
                  <a:pt x="799324" y="133475"/>
                </a:lnTo>
                <a:lnTo>
                  <a:pt x="800054" y="127509"/>
                </a:lnTo>
                <a:lnTo>
                  <a:pt x="801514" y="136847"/>
                </a:lnTo>
                <a:lnTo>
                  <a:pt x="802974" y="141856"/>
                </a:lnTo>
                <a:lnTo>
                  <a:pt x="803703" y="137445"/>
                </a:lnTo>
                <a:lnTo>
                  <a:pt x="804433" y="133575"/>
                </a:lnTo>
                <a:lnTo>
                  <a:pt x="805893" y="137029"/>
                </a:lnTo>
                <a:lnTo>
                  <a:pt x="808813" y="131922"/>
                </a:lnTo>
                <a:lnTo>
                  <a:pt x="809543" y="134779"/>
                </a:lnTo>
                <a:lnTo>
                  <a:pt x="812463" y="145396"/>
                </a:lnTo>
                <a:lnTo>
                  <a:pt x="814653" y="136286"/>
                </a:lnTo>
                <a:lnTo>
                  <a:pt x="815383" y="137416"/>
                </a:lnTo>
                <a:lnTo>
                  <a:pt x="817573" y="135202"/>
                </a:lnTo>
                <a:lnTo>
                  <a:pt x="823413" y="123493"/>
                </a:lnTo>
                <a:lnTo>
                  <a:pt x="824873" y="128412"/>
                </a:lnTo>
                <a:lnTo>
                  <a:pt x="825603" y="124223"/>
                </a:lnTo>
                <a:lnTo>
                  <a:pt x="826333" y="119447"/>
                </a:lnTo>
                <a:lnTo>
                  <a:pt x="827063" y="127099"/>
                </a:lnTo>
                <a:lnTo>
                  <a:pt x="827793" y="124973"/>
                </a:lnTo>
                <a:lnTo>
                  <a:pt x="829253" y="142441"/>
                </a:lnTo>
                <a:lnTo>
                  <a:pt x="831443" y="142076"/>
                </a:lnTo>
                <a:lnTo>
                  <a:pt x="832173" y="133808"/>
                </a:lnTo>
                <a:lnTo>
                  <a:pt x="833632" y="146983"/>
                </a:lnTo>
                <a:lnTo>
                  <a:pt x="834362" y="135385"/>
                </a:lnTo>
                <a:lnTo>
                  <a:pt x="837282" y="150946"/>
                </a:lnTo>
                <a:lnTo>
                  <a:pt x="838012" y="148026"/>
                </a:lnTo>
                <a:lnTo>
                  <a:pt x="840932" y="138807"/>
                </a:lnTo>
                <a:lnTo>
                  <a:pt x="842392" y="152804"/>
                </a:lnTo>
                <a:lnTo>
                  <a:pt x="843852" y="144348"/>
                </a:lnTo>
                <a:lnTo>
                  <a:pt x="848962" y="142528"/>
                </a:lnTo>
                <a:lnTo>
                  <a:pt x="850422" y="141938"/>
                </a:lnTo>
                <a:lnTo>
                  <a:pt x="851882" y="147962"/>
                </a:lnTo>
                <a:lnTo>
                  <a:pt x="852612" y="145110"/>
                </a:lnTo>
                <a:lnTo>
                  <a:pt x="854802" y="134629"/>
                </a:lnTo>
                <a:lnTo>
                  <a:pt x="856262" y="137339"/>
                </a:lnTo>
                <a:lnTo>
                  <a:pt x="856992" y="138305"/>
                </a:lnTo>
                <a:lnTo>
                  <a:pt x="857722" y="136327"/>
                </a:lnTo>
                <a:lnTo>
                  <a:pt x="858452" y="133973"/>
                </a:lnTo>
                <a:lnTo>
                  <a:pt x="859912" y="137584"/>
                </a:lnTo>
                <a:lnTo>
                  <a:pt x="861371" y="133054"/>
                </a:lnTo>
                <a:lnTo>
                  <a:pt x="862101" y="136471"/>
                </a:lnTo>
                <a:lnTo>
                  <a:pt x="862831" y="138097"/>
                </a:lnTo>
                <a:lnTo>
                  <a:pt x="865021" y="131610"/>
                </a:lnTo>
                <a:lnTo>
                  <a:pt x="865751" y="134819"/>
                </a:lnTo>
                <a:lnTo>
                  <a:pt x="867211" y="131131"/>
                </a:lnTo>
                <a:lnTo>
                  <a:pt x="867941" y="131586"/>
                </a:lnTo>
                <a:lnTo>
                  <a:pt x="868671" y="136367"/>
                </a:lnTo>
                <a:lnTo>
                  <a:pt x="870131" y="130056"/>
                </a:lnTo>
                <a:lnTo>
                  <a:pt x="871591" y="127108"/>
                </a:lnTo>
                <a:lnTo>
                  <a:pt x="872321" y="132744"/>
                </a:lnTo>
                <a:lnTo>
                  <a:pt x="873051" y="128451"/>
                </a:lnTo>
                <a:lnTo>
                  <a:pt x="874511" y="119686"/>
                </a:lnTo>
                <a:lnTo>
                  <a:pt x="875971" y="124970"/>
                </a:lnTo>
                <a:lnTo>
                  <a:pt x="876701" y="124175"/>
                </a:lnTo>
                <a:lnTo>
                  <a:pt x="878161" y="132605"/>
                </a:lnTo>
                <a:lnTo>
                  <a:pt x="879621" y="128665"/>
                </a:lnTo>
                <a:lnTo>
                  <a:pt x="884731" y="119089"/>
                </a:lnTo>
                <a:lnTo>
                  <a:pt x="885461" y="125802"/>
                </a:lnTo>
                <a:lnTo>
                  <a:pt x="886921" y="124090"/>
                </a:lnTo>
                <a:lnTo>
                  <a:pt x="892031" y="110782"/>
                </a:lnTo>
                <a:lnTo>
                  <a:pt x="894221" y="115568"/>
                </a:lnTo>
                <a:lnTo>
                  <a:pt x="894951" y="108689"/>
                </a:lnTo>
                <a:lnTo>
                  <a:pt x="897141" y="109488"/>
                </a:lnTo>
                <a:lnTo>
                  <a:pt x="898601" y="106846"/>
                </a:lnTo>
                <a:lnTo>
                  <a:pt x="900061" y="108620"/>
                </a:lnTo>
                <a:lnTo>
                  <a:pt x="901521" y="97205"/>
                </a:lnTo>
                <a:lnTo>
                  <a:pt x="902251" y="105195"/>
                </a:lnTo>
                <a:lnTo>
                  <a:pt x="902981" y="111582"/>
                </a:lnTo>
                <a:lnTo>
                  <a:pt x="904441" y="102043"/>
                </a:lnTo>
                <a:lnTo>
                  <a:pt x="908091" y="92622"/>
                </a:lnTo>
                <a:lnTo>
                  <a:pt x="911010" y="94861"/>
                </a:lnTo>
                <a:lnTo>
                  <a:pt x="911740" y="96085"/>
                </a:lnTo>
                <a:lnTo>
                  <a:pt x="915390" y="84497"/>
                </a:lnTo>
                <a:lnTo>
                  <a:pt x="916120" y="91769"/>
                </a:lnTo>
                <a:lnTo>
                  <a:pt x="918310" y="88004"/>
                </a:lnTo>
                <a:lnTo>
                  <a:pt x="919770" y="86042"/>
                </a:lnTo>
                <a:lnTo>
                  <a:pt x="920500" y="86709"/>
                </a:lnTo>
                <a:lnTo>
                  <a:pt x="923420" y="91711"/>
                </a:lnTo>
                <a:lnTo>
                  <a:pt x="924880" y="94249"/>
                </a:lnTo>
                <a:lnTo>
                  <a:pt x="926340" y="88437"/>
                </a:lnTo>
                <a:lnTo>
                  <a:pt x="927800" y="92436"/>
                </a:lnTo>
                <a:lnTo>
                  <a:pt x="931450" y="75150"/>
                </a:lnTo>
                <a:lnTo>
                  <a:pt x="932910" y="84964"/>
                </a:lnTo>
                <a:lnTo>
                  <a:pt x="933640" y="79619"/>
                </a:lnTo>
                <a:lnTo>
                  <a:pt x="936560" y="60576"/>
                </a:lnTo>
                <a:lnTo>
                  <a:pt x="937290" y="70625"/>
                </a:lnTo>
                <a:lnTo>
                  <a:pt x="938020" y="74617"/>
                </a:lnTo>
                <a:lnTo>
                  <a:pt x="939480" y="68295"/>
                </a:lnTo>
                <a:lnTo>
                  <a:pt x="943859" y="60349"/>
                </a:lnTo>
                <a:lnTo>
                  <a:pt x="944589" y="67018"/>
                </a:lnTo>
                <a:lnTo>
                  <a:pt x="945319" y="49811"/>
                </a:lnTo>
                <a:lnTo>
                  <a:pt x="946049" y="58349"/>
                </a:lnTo>
                <a:lnTo>
                  <a:pt x="953349" y="36660"/>
                </a:lnTo>
                <a:lnTo>
                  <a:pt x="954079" y="36897"/>
                </a:lnTo>
                <a:lnTo>
                  <a:pt x="954809" y="46846"/>
                </a:lnTo>
                <a:lnTo>
                  <a:pt x="955539" y="30767"/>
                </a:lnTo>
                <a:lnTo>
                  <a:pt x="956269" y="45897"/>
                </a:lnTo>
                <a:lnTo>
                  <a:pt x="957729" y="31069"/>
                </a:lnTo>
                <a:lnTo>
                  <a:pt x="959189" y="38542"/>
                </a:lnTo>
                <a:lnTo>
                  <a:pt x="960649" y="23089"/>
                </a:lnTo>
                <a:lnTo>
                  <a:pt x="962109" y="25770"/>
                </a:lnTo>
                <a:lnTo>
                  <a:pt x="968678" y="4850"/>
                </a:lnTo>
                <a:lnTo>
                  <a:pt x="970138" y="0"/>
                </a:lnTo>
                <a:lnTo>
                  <a:pt x="972328" y="15562"/>
                </a:lnTo>
                <a:lnTo>
                  <a:pt x="973058" y="5998"/>
                </a:lnTo>
                <a:lnTo>
                  <a:pt x="975248" y="9347"/>
                </a:lnTo>
                <a:lnTo>
                  <a:pt x="976708" y="8337"/>
                </a:lnTo>
                <a:lnTo>
                  <a:pt x="977438" y="9076"/>
                </a:lnTo>
                <a:lnTo>
                  <a:pt x="978898" y="13071"/>
                </a:lnTo>
                <a:lnTo>
                  <a:pt x="979628" y="8185"/>
                </a:lnTo>
                <a:lnTo>
                  <a:pt x="980358" y="6035"/>
                </a:lnTo>
                <a:lnTo>
                  <a:pt x="981088" y="11772"/>
                </a:lnTo>
                <a:lnTo>
                  <a:pt x="981818" y="8713"/>
                </a:lnTo>
                <a:lnTo>
                  <a:pt x="984738" y="17226"/>
                </a:lnTo>
                <a:lnTo>
                  <a:pt x="985468" y="15207"/>
                </a:lnTo>
                <a:lnTo>
                  <a:pt x="986198" y="6942"/>
                </a:lnTo>
                <a:lnTo>
                  <a:pt x="986928" y="19497"/>
                </a:lnTo>
                <a:lnTo>
                  <a:pt x="987658" y="9531"/>
                </a:lnTo>
                <a:lnTo>
                  <a:pt x="988388" y="20668"/>
                </a:lnTo>
                <a:lnTo>
                  <a:pt x="990578" y="20297"/>
                </a:lnTo>
                <a:lnTo>
                  <a:pt x="992768" y="21846"/>
                </a:lnTo>
                <a:lnTo>
                  <a:pt x="993498" y="17310"/>
                </a:lnTo>
                <a:lnTo>
                  <a:pt x="997148" y="30851"/>
                </a:lnTo>
                <a:lnTo>
                  <a:pt x="997877" y="30209"/>
                </a:lnTo>
                <a:lnTo>
                  <a:pt x="999337" y="27783"/>
                </a:lnTo>
                <a:lnTo>
                  <a:pt x="1000067" y="29190"/>
                </a:lnTo>
                <a:lnTo>
                  <a:pt x="1002987" y="49843"/>
                </a:lnTo>
                <a:lnTo>
                  <a:pt x="1003717" y="46932"/>
                </a:lnTo>
                <a:lnTo>
                  <a:pt x="1004447" y="39203"/>
                </a:lnTo>
                <a:lnTo>
                  <a:pt x="1005177" y="55352"/>
                </a:lnTo>
                <a:lnTo>
                  <a:pt x="1005907" y="42278"/>
                </a:lnTo>
                <a:lnTo>
                  <a:pt x="1007367" y="55749"/>
                </a:lnTo>
                <a:lnTo>
                  <a:pt x="1008097" y="54224"/>
                </a:lnTo>
                <a:lnTo>
                  <a:pt x="1009557" y="46439"/>
                </a:lnTo>
                <a:lnTo>
                  <a:pt x="1010287" y="52877"/>
                </a:lnTo>
                <a:lnTo>
                  <a:pt x="1011017" y="51772"/>
                </a:lnTo>
                <a:lnTo>
                  <a:pt x="1011747" y="56293"/>
                </a:lnTo>
                <a:lnTo>
                  <a:pt x="1013937" y="82726"/>
                </a:lnTo>
                <a:lnTo>
                  <a:pt x="1014667" y="77840"/>
                </a:lnTo>
                <a:lnTo>
                  <a:pt x="1015397" y="77778"/>
                </a:lnTo>
                <a:lnTo>
                  <a:pt x="1017587" y="99196"/>
                </a:lnTo>
                <a:lnTo>
                  <a:pt x="1018317" y="93099"/>
                </a:lnTo>
                <a:lnTo>
                  <a:pt x="1019047" y="87742"/>
                </a:lnTo>
                <a:lnTo>
                  <a:pt x="1019777" y="96529"/>
                </a:lnTo>
                <a:lnTo>
                  <a:pt x="1020507" y="122364"/>
                </a:lnTo>
                <a:lnTo>
                  <a:pt x="1022697" y="109806"/>
                </a:lnTo>
                <a:lnTo>
                  <a:pt x="1027076" y="138916"/>
                </a:lnTo>
                <a:lnTo>
                  <a:pt x="1028536" y="146857"/>
                </a:lnTo>
                <a:lnTo>
                  <a:pt x="1029266" y="118003"/>
                </a:lnTo>
                <a:lnTo>
                  <a:pt x="1030726" y="145801"/>
                </a:lnTo>
                <a:lnTo>
                  <a:pt x="1031456" y="144565"/>
                </a:lnTo>
                <a:lnTo>
                  <a:pt x="1033646" y="144856"/>
                </a:lnTo>
                <a:lnTo>
                  <a:pt x="1034376" y="114475"/>
                </a:lnTo>
                <a:lnTo>
                  <a:pt x="1035836" y="140206"/>
                </a:lnTo>
                <a:lnTo>
                  <a:pt x="1037296" y="130320"/>
                </a:lnTo>
                <a:lnTo>
                  <a:pt x="1039486" y="136616"/>
                </a:lnTo>
                <a:lnTo>
                  <a:pt x="1040216" y="135958"/>
                </a:lnTo>
                <a:lnTo>
                  <a:pt x="1040946" y="129477"/>
                </a:lnTo>
                <a:lnTo>
                  <a:pt x="1041676" y="136898"/>
                </a:lnTo>
                <a:lnTo>
                  <a:pt x="1042406" y="135074"/>
                </a:lnTo>
                <a:lnTo>
                  <a:pt x="1043866" y="144659"/>
                </a:lnTo>
                <a:lnTo>
                  <a:pt x="1044596" y="138344"/>
                </a:lnTo>
                <a:lnTo>
                  <a:pt x="1045326" y="128867"/>
                </a:lnTo>
                <a:lnTo>
                  <a:pt x="1046056" y="139961"/>
                </a:lnTo>
                <a:lnTo>
                  <a:pt x="1047516" y="154587"/>
                </a:lnTo>
                <a:lnTo>
                  <a:pt x="1048246" y="106118"/>
                </a:lnTo>
                <a:lnTo>
                  <a:pt x="1050436" y="133788"/>
                </a:lnTo>
                <a:lnTo>
                  <a:pt x="1054816" y="190345"/>
                </a:lnTo>
                <a:lnTo>
                  <a:pt x="1056275" y="158838"/>
                </a:lnTo>
                <a:lnTo>
                  <a:pt x="1057735" y="175916"/>
                </a:lnTo>
                <a:lnTo>
                  <a:pt x="1058465" y="173188"/>
                </a:lnTo>
                <a:lnTo>
                  <a:pt x="1060655" y="139242"/>
                </a:lnTo>
                <a:lnTo>
                  <a:pt x="1062115" y="178366"/>
                </a:lnTo>
                <a:lnTo>
                  <a:pt x="1063575" y="165826"/>
                </a:lnTo>
                <a:lnTo>
                  <a:pt x="1064305" y="148558"/>
                </a:lnTo>
                <a:lnTo>
                  <a:pt x="1065035" y="181733"/>
                </a:lnTo>
                <a:lnTo>
                  <a:pt x="1065765" y="167324"/>
                </a:lnTo>
                <a:lnTo>
                  <a:pt x="1067225" y="159497"/>
                </a:lnTo>
                <a:lnTo>
                  <a:pt x="1068685" y="197309"/>
                </a:lnTo>
                <a:lnTo>
                  <a:pt x="1069415" y="178197"/>
                </a:lnTo>
                <a:lnTo>
                  <a:pt x="1070145" y="151464"/>
                </a:lnTo>
                <a:lnTo>
                  <a:pt x="1071605" y="157586"/>
                </a:lnTo>
                <a:lnTo>
                  <a:pt x="1073795" y="199758"/>
                </a:lnTo>
                <a:lnTo>
                  <a:pt x="1074525" y="182441"/>
                </a:lnTo>
                <a:lnTo>
                  <a:pt x="1076715" y="163988"/>
                </a:lnTo>
                <a:lnTo>
                  <a:pt x="1077445" y="164454"/>
                </a:lnTo>
                <a:lnTo>
                  <a:pt x="1078905" y="201994"/>
                </a:lnTo>
                <a:lnTo>
                  <a:pt x="1080365" y="188663"/>
                </a:lnTo>
                <a:lnTo>
                  <a:pt x="1082555" y="145956"/>
                </a:lnTo>
                <a:lnTo>
                  <a:pt x="1083285" y="165023"/>
                </a:lnTo>
                <a:lnTo>
                  <a:pt x="1084744" y="205359"/>
                </a:lnTo>
                <a:lnTo>
                  <a:pt x="1086204" y="185060"/>
                </a:lnTo>
                <a:lnTo>
                  <a:pt x="1090584" y="210620"/>
                </a:lnTo>
                <a:lnTo>
                  <a:pt x="1092044" y="236217"/>
                </a:lnTo>
                <a:lnTo>
                  <a:pt x="1092774" y="225155"/>
                </a:lnTo>
                <a:lnTo>
                  <a:pt x="1094234" y="195409"/>
                </a:lnTo>
                <a:lnTo>
                  <a:pt x="1095694" y="204844"/>
                </a:lnTo>
                <a:lnTo>
                  <a:pt x="1096424" y="219187"/>
                </a:lnTo>
                <a:lnTo>
                  <a:pt x="1097154" y="195582"/>
                </a:lnTo>
                <a:lnTo>
                  <a:pt x="1097884" y="178879"/>
                </a:lnTo>
                <a:lnTo>
                  <a:pt x="1098614" y="204071"/>
                </a:lnTo>
                <a:lnTo>
                  <a:pt x="1100074" y="229343"/>
                </a:lnTo>
                <a:lnTo>
                  <a:pt x="1101534" y="218383"/>
                </a:lnTo>
                <a:lnTo>
                  <a:pt x="1102264" y="221687"/>
                </a:lnTo>
                <a:lnTo>
                  <a:pt x="1104454" y="180132"/>
                </a:lnTo>
                <a:lnTo>
                  <a:pt x="1105914" y="196425"/>
                </a:lnTo>
                <a:lnTo>
                  <a:pt x="1106644" y="212566"/>
                </a:lnTo>
                <a:lnTo>
                  <a:pt x="1107374" y="176035"/>
                </a:lnTo>
                <a:lnTo>
                  <a:pt x="1108104" y="180315"/>
                </a:lnTo>
                <a:lnTo>
                  <a:pt x="1108834" y="137315"/>
                </a:lnTo>
                <a:lnTo>
                  <a:pt x="1111024" y="148792"/>
                </a:lnTo>
                <a:lnTo>
                  <a:pt x="1113213" y="209483"/>
                </a:lnTo>
                <a:lnTo>
                  <a:pt x="1113943" y="174472"/>
                </a:lnTo>
                <a:lnTo>
                  <a:pt x="1116863" y="123727"/>
                </a:lnTo>
                <a:lnTo>
                  <a:pt x="1117593" y="144017"/>
                </a:lnTo>
                <a:lnTo>
                  <a:pt x="1118323" y="150751"/>
                </a:lnTo>
                <a:lnTo>
                  <a:pt x="1119053" y="207624"/>
                </a:lnTo>
                <a:lnTo>
                  <a:pt x="1121243" y="177655"/>
                </a:lnTo>
                <a:lnTo>
                  <a:pt x="1122703" y="222623"/>
                </a:lnTo>
                <a:lnTo>
                  <a:pt x="1123433" y="194688"/>
                </a:lnTo>
                <a:lnTo>
                  <a:pt x="1124163" y="167267"/>
                </a:lnTo>
                <a:lnTo>
                  <a:pt x="1124893" y="200355"/>
                </a:lnTo>
                <a:lnTo>
                  <a:pt x="1126353" y="177442"/>
                </a:lnTo>
                <a:lnTo>
                  <a:pt x="1127083" y="176330"/>
                </a:lnTo>
                <a:lnTo>
                  <a:pt x="1130733" y="218695"/>
                </a:lnTo>
                <a:lnTo>
                  <a:pt x="1132923" y="180819"/>
                </a:lnTo>
                <a:lnTo>
                  <a:pt x="1133653" y="200584"/>
                </a:lnTo>
                <a:lnTo>
                  <a:pt x="1134383" y="230100"/>
                </a:lnTo>
                <a:lnTo>
                  <a:pt x="1135843" y="199051"/>
                </a:lnTo>
                <a:lnTo>
                  <a:pt x="1136573" y="194388"/>
                </a:lnTo>
                <a:lnTo>
                  <a:pt x="1138033" y="192982"/>
                </a:lnTo>
                <a:lnTo>
                  <a:pt x="1139493" y="226272"/>
                </a:lnTo>
                <a:lnTo>
                  <a:pt x="1140223" y="233797"/>
                </a:lnTo>
                <a:lnTo>
                  <a:pt x="1143872" y="174419"/>
                </a:lnTo>
                <a:lnTo>
                  <a:pt x="1145332" y="219973"/>
                </a:lnTo>
                <a:lnTo>
                  <a:pt x="1146062" y="182731"/>
                </a:lnTo>
                <a:lnTo>
                  <a:pt x="1146792" y="184523"/>
                </a:lnTo>
                <a:lnTo>
                  <a:pt x="1147522" y="151919"/>
                </a:lnTo>
                <a:lnTo>
                  <a:pt x="1148252" y="192552"/>
                </a:lnTo>
                <a:lnTo>
                  <a:pt x="1148982" y="177438"/>
                </a:lnTo>
                <a:lnTo>
                  <a:pt x="1150442" y="186942"/>
                </a:lnTo>
                <a:lnTo>
                  <a:pt x="1151172" y="154400"/>
                </a:lnTo>
                <a:lnTo>
                  <a:pt x="1153362" y="168300"/>
                </a:lnTo>
                <a:lnTo>
                  <a:pt x="1154092" y="172534"/>
                </a:lnTo>
                <a:lnTo>
                  <a:pt x="1154822" y="171120"/>
                </a:lnTo>
                <a:lnTo>
                  <a:pt x="1155552" y="199988"/>
                </a:lnTo>
                <a:lnTo>
                  <a:pt x="1157012" y="156355"/>
                </a:lnTo>
                <a:lnTo>
                  <a:pt x="1158472" y="212341"/>
                </a:lnTo>
                <a:lnTo>
                  <a:pt x="1159932" y="171745"/>
                </a:lnTo>
                <a:lnTo>
                  <a:pt x="1160662" y="169327"/>
                </a:lnTo>
                <a:lnTo>
                  <a:pt x="1161392" y="148161"/>
                </a:lnTo>
                <a:lnTo>
                  <a:pt x="1162122" y="177701"/>
                </a:lnTo>
                <a:lnTo>
                  <a:pt x="1162852" y="183673"/>
                </a:lnTo>
                <a:lnTo>
                  <a:pt x="1163582" y="157192"/>
                </a:lnTo>
                <a:lnTo>
                  <a:pt x="1165772" y="172444"/>
                </a:lnTo>
                <a:lnTo>
                  <a:pt x="1166502" y="171133"/>
                </a:lnTo>
                <a:lnTo>
                  <a:pt x="1168692" y="149757"/>
                </a:lnTo>
                <a:lnTo>
                  <a:pt x="1171611" y="234890"/>
                </a:lnTo>
                <a:lnTo>
                  <a:pt x="1170881" y="135877"/>
                </a:lnTo>
                <a:lnTo>
                  <a:pt x="1172341" y="205288"/>
                </a:lnTo>
                <a:lnTo>
                  <a:pt x="1173071" y="164680"/>
                </a:lnTo>
                <a:lnTo>
                  <a:pt x="1175261" y="171917"/>
                </a:lnTo>
                <a:lnTo>
                  <a:pt x="1178181" y="205630"/>
                </a:lnTo>
                <a:lnTo>
                  <a:pt x="1178911" y="158809"/>
                </a:lnTo>
                <a:lnTo>
                  <a:pt x="1181101" y="163087"/>
                </a:lnTo>
                <a:lnTo>
                  <a:pt x="1182561" y="167191"/>
                </a:lnTo>
                <a:lnTo>
                  <a:pt x="1183291" y="184519"/>
                </a:lnTo>
                <a:lnTo>
                  <a:pt x="1184021" y="158146"/>
                </a:lnTo>
                <a:lnTo>
                  <a:pt x="1184751" y="133522"/>
                </a:lnTo>
                <a:lnTo>
                  <a:pt x="1185481" y="213735"/>
                </a:lnTo>
                <a:lnTo>
                  <a:pt x="1187671" y="174832"/>
                </a:lnTo>
                <a:lnTo>
                  <a:pt x="1189131" y="164298"/>
                </a:lnTo>
                <a:lnTo>
                  <a:pt x="1189861" y="167379"/>
                </a:lnTo>
                <a:lnTo>
                  <a:pt x="1191321" y="181565"/>
                </a:lnTo>
                <a:lnTo>
                  <a:pt x="1192781" y="176362"/>
                </a:lnTo>
                <a:lnTo>
                  <a:pt x="1195701" y="152259"/>
                </a:lnTo>
                <a:lnTo>
                  <a:pt x="1198621" y="173832"/>
                </a:lnTo>
                <a:lnTo>
                  <a:pt x="1200810" y="152049"/>
                </a:lnTo>
                <a:lnTo>
                  <a:pt x="1201540" y="166643"/>
                </a:lnTo>
                <a:lnTo>
                  <a:pt x="1202270" y="165780"/>
                </a:lnTo>
                <a:lnTo>
                  <a:pt x="1203730" y="203147"/>
                </a:lnTo>
                <a:lnTo>
                  <a:pt x="1205920" y="197791"/>
                </a:lnTo>
                <a:lnTo>
                  <a:pt x="1207380" y="167180"/>
                </a:lnTo>
                <a:lnTo>
                  <a:pt x="1209570" y="170813"/>
                </a:lnTo>
                <a:lnTo>
                  <a:pt x="1210300" y="209645"/>
                </a:lnTo>
                <a:lnTo>
                  <a:pt x="1211760" y="176649"/>
                </a:lnTo>
                <a:lnTo>
                  <a:pt x="1212490" y="173370"/>
                </a:lnTo>
                <a:lnTo>
                  <a:pt x="1213950" y="174842"/>
                </a:lnTo>
                <a:lnTo>
                  <a:pt x="1215410" y="179835"/>
                </a:lnTo>
                <a:lnTo>
                  <a:pt x="1216870" y="219077"/>
                </a:lnTo>
                <a:lnTo>
                  <a:pt x="1217600" y="184374"/>
                </a:lnTo>
                <a:lnTo>
                  <a:pt x="1218330" y="171520"/>
                </a:lnTo>
                <a:lnTo>
                  <a:pt x="1219060" y="189853"/>
                </a:lnTo>
                <a:lnTo>
                  <a:pt x="1219790" y="239679"/>
                </a:lnTo>
                <a:lnTo>
                  <a:pt x="1221250" y="183810"/>
                </a:lnTo>
                <a:lnTo>
                  <a:pt x="1223440" y="230143"/>
                </a:lnTo>
                <a:lnTo>
                  <a:pt x="1225630" y="222187"/>
                </a:lnTo>
                <a:lnTo>
                  <a:pt x="1227090" y="191004"/>
                </a:lnTo>
                <a:lnTo>
                  <a:pt x="1227820" y="237092"/>
                </a:lnTo>
                <a:lnTo>
                  <a:pt x="1230009" y="212029"/>
                </a:lnTo>
                <a:lnTo>
                  <a:pt x="1231469" y="200995"/>
                </a:lnTo>
                <a:lnTo>
                  <a:pt x="1232199" y="208759"/>
                </a:lnTo>
                <a:lnTo>
                  <a:pt x="1232929" y="218757"/>
                </a:lnTo>
                <a:lnTo>
                  <a:pt x="1233659" y="204703"/>
                </a:lnTo>
                <a:lnTo>
                  <a:pt x="1234389" y="200563"/>
                </a:lnTo>
                <a:lnTo>
                  <a:pt x="1235119" y="205691"/>
                </a:lnTo>
                <a:lnTo>
                  <a:pt x="1237309" y="265061"/>
                </a:lnTo>
                <a:lnTo>
                  <a:pt x="1238769" y="245317"/>
                </a:lnTo>
                <a:lnTo>
                  <a:pt x="1240229" y="246227"/>
                </a:lnTo>
                <a:lnTo>
                  <a:pt x="1242419" y="206595"/>
                </a:lnTo>
                <a:lnTo>
                  <a:pt x="1244609" y="235134"/>
                </a:lnTo>
                <a:lnTo>
                  <a:pt x="1245339" y="225492"/>
                </a:lnTo>
                <a:lnTo>
                  <a:pt x="1246069" y="219464"/>
                </a:lnTo>
                <a:lnTo>
                  <a:pt x="1249719" y="255404"/>
                </a:lnTo>
                <a:lnTo>
                  <a:pt x="1251179" y="239036"/>
                </a:lnTo>
                <a:lnTo>
                  <a:pt x="1251909" y="252812"/>
                </a:lnTo>
                <a:lnTo>
                  <a:pt x="1253369" y="240266"/>
                </a:lnTo>
                <a:lnTo>
                  <a:pt x="1254829" y="272980"/>
                </a:lnTo>
                <a:lnTo>
                  <a:pt x="1256289" y="254620"/>
                </a:lnTo>
                <a:lnTo>
                  <a:pt x="1258478" y="255117"/>
                </a:lnTo>
                <a:lnTo>
                  <a:pt x="1262128" y="278510"/>
                </a:lnTo>
                <a:lnTo>
                  <a:pt x="1262858" y="272679"/>
                </a:lnTo>
                <a:lnTo>
                  <a:pt x="1263588" y="277497"/>
                </a:lnTo>
                <a:lnTo>
                  <a:pt x="1266508" y="284777"/>
                </a:lnTo>
                <a:lnTo>
                  <a:pt x="1267238" y="275612"/>
                </a:lnTo>
                <a:lnTo>
                  <a:pt x="1268698" y="284284"/>
                </a:lnTo>
                <a:lnTo>
                  <a:pt x="1270888" y="305856"/>
                </a:lnTo>
                <a:lnTo>
                  <a:pt x="1271618" y="289058"/>
                </a:lnTo>
                <a:lnTo>
                  <a:pt x="1272348" y="322515"/>
                </a:lnTo>
                <a:lnTo>
                  <a:pt x="1273078" y="303864"/>
                </a:lnTo>
                <a:lnTo>
                  <a:pt x="1276728" y="320761"/>
                </a:lnTo>
                <a:lnTo>
                  <a:pt x="1277458" y="324816"/>
                </a:lnTo>
                <a:lnTo>
                  <a:pt x="1278188" y="310056"/>
                </a:lnTo>
                <a:lnTo>
                  <a:pt x="1279648" y="330038"/>
                </a:lnTo>
                <a:lnTo>
                  <a:pt x="1282568" y="319291"/>
                </a:lnTo>
                <a:lnTo>
                  <a:pt x="1283298" y="320831"/>
                </a:lnTo>
                <a:lnTo>
                  <a:pt x="1286217" y="338784"/>
                </a:lnTo>
                <a:lnTo>
                  <a:pt x="1286947" y="324119"/>
                </a:lnTo>
                <a:lnTo>
                  <a:pt x="1287677" y="333539"/>
                </a:lnTo>
                <a:lnTo>
                  <a:pt x="1288407" y="350239"/>
                </a:lnTo>
                <a:lnTo>
                  <a:pt x="1289137" y="328928"/>
                </a:lnTo>
                <a:lnTo>
                  <a:pt x="1289867" y="341115"/>
                </a:lnTo>
                <a:lnTo>
                  <a:pt x="1290597" y="331611"/>
                </a:lnTo>
                <a:lnTo>
                  <a:pt x="1291327" y="334925"/>
                </a:lnTo>
                <a:lnTo>
                  <a:pt x="1292057" y="347255"/>
                </a:lnTo>
                <a:lnTo>
                  <a:pt x="1292787" y="327685"/>
                </a:lnTo>
                <a:lnTo>
                  <a:pt x="1293517" y="325151"/>
                </a:lnTo>
                <a:lnTo>
                  <a:pt x="1294247" y="331454"/>
                </a:lnTo>
                <a:lnTo>
                  <a:pt x="1299357" y="425653"/>
                </a:lnTo>
                <a:lnTo>
                  <a:pt x="1303007" y="380209"/>
                </a:lnTo>
                <a:lnTo>
                  <a:pt x="1303737" y="402977"/>
                </a:lnTo>
                <a:lnTo>
                  <a:pt x="1305197" y="398400"/>
                </a:lnTo>
                <a:lnTo>
                  <a:pt x="1308117" y="366072"/>
                </a:lnTo>
                <a:lnTo>
                  <a:pt x="1309577" y="414436"/>
                </a:lnTo>
                <a:lnTo>
                  <a:pt x="1311037" y="395936"/>
                </a:lnTo>
                <a:lnTo>
                  <a:pt x="1314686" y="441650"/>
                </a:lnTo>
                <a:lnTo>
                  <a:pt x="1316876" y="421738"/>
                </a:lnTo>
                <a:lnTo>
                  <a:pt x="1320526" y="366924"/>
                </a:lnTo>
                <a:lnTo>
                  <a:pt x="1321256" y="381185"/>
                </a:lnTo>
                <a:lnTo>
                  <a:pt x="1321987" y="327695"/>
                </a:lnTo>
                <a:lnTo>
                  <a:pt x="1323447" y="364497"/>
                </a:lnTo>
                <a:lnTo>
                  <a:pt x="1324907" y="407193"/>
                </a:lnTo>
                <a:lnTo>
                  <a:pt x="1327097" y="392193"/>
                </a:lnTo>
                <a:lnTo>
                  <a:pt x="1328557" y="401310"/>
                </a:lnTo>
                <a:lnTo>
                  <a:pt x="1330017" y="374055"/>
                </a:lnTo>
                <a:lnTo>
                  <a:pt x="1332207" y="392523"/>
                </a:lnTo>
                <a:lnTo>
                  <a:pt x="1332937" y="383623"/>
                </a:lnTo>
                <a:lnTo>
                  <a:pt x="1333667" y="383269"/>
                </a:lnTo>
                <a:lnTo>
                  <a:pt x="1334397" y="396137"/>
                </a:lnTo>
                <a:lnTo>
                  <a:pt x="1335127" y="373477"/>
                </a:lnTo>
                <a:lnTo>
                  <a:pt x="1335856" y="371564"/>
                </a:lnTo>
                <a:lnTo>
                  <a:pt x="1336586" y="389520"/>
                </a:lnTo>
                <a:lnTo>
                  <a:pt x="1337316" y="380149"/>
                </a:lnTo>
                <a:lnTo>
                  <a:pt x="1338776" y="383451"/>
                </a:lnTo>
                <a:lnTo>
                  <a:pt x="1340236" y="340332"/>
                </a:lnTo>
                <a:lnTo>
                  <a:pt x="1342426" y="395014"/>
                </a:lnTo>
                <a:lnTo>
                  <a:pt x="1343156" y="381066"/>
                </a:lnTo>
                <a:lnTo>
                  <a:pt x="1343886" y="349763"/>
                </a:lnTo>
                <a:lnTo>
                  <a:pt x="1345346" y="350066"/>
                </a:lnTo>
                <a:lnTo>
                  <a:pt x="1348996" y="380694"/>
                </a:lnTo>
                <a:lnTo>
                  <a:pt x="1349726" y="388755"/>
                </a:lnTo>
                <a:lnTo>
                  <a:pt x="1351186" y="383137"/>
                </a:lnTo>
                <a:lnTo>
                  <a:pt x="1351916" y="375103"/>
                </a:lnTo>
                <a:lnTo>
                  <a:pt x="1352646" y="377027"/>
                </a:lnTo>
                <a:lnTo>
                  <a:pt x="1354106" y="438747"/>
                </a:lnTo>
                <a:lnTo>
                  <a:pt x="1354836" y="424696"/>
                </a:lnTo>
                <a:lnTo>
                  <a:pt x="1355566" y="383881"/>
                </a:lnTo>
                <a:lnTo>
                  <a:pt x="1357026" y="435082"/>
                </a:lnTo>
                <a:lnTo>
                  <a:pt x="1357756" y="412670"/>
                </a:lnTo>
                <a:lnTo>
                  <a:pt x="1358486" y="445555"/>
                </a:lnTo>
                <a:lnTo>
                  <a:pt x="1359216" y="467769"/>
                </a:lnTo>
                <a:lnTo>
                  <a:pt x="1359946" y="455130"/>
                </a:lnTo>
                <a:lnTo>
                  <a:pt x="1362866" y="386107"/>
                </a:lnTo>
                <a:lnTo>
                  <a:pt x="1363596" y="407067"/>
                </a:lnTo>
                <a:lnTo>
                  <a:pt x="1364325" y="408426"/>
                </a:lnTo>
                <a:lnTo>
                  <a:pt x="1365785" y="435451"/>
                </a:lnTo>
                <a:lnTo>
                  <a:pt x="1367975" y="422779"/>
                </a:lnTo>
                <a:lnTo>
                  <a:pt x="1368705" y="417207"/>
                </a:lnTo>
                <a:lnTo>
                  <a:pt x="1369435" y="450131"/>
                </a:lnTo>
                <a:lnTo>
                  <a:pt x="1371625" y="435357"/>
                </a:lnTo>
                <a:lnTo>
                  <a:pt x="1372355" y="449228"/>
                </a:lnTo>
                <a:lnTo>
                  <a:pt x="1373815" y="426913"/>
                </a:lnTo>
                <a:lnTo>
                  <a:pt x="1375275" y="394556"/>
                </a:lnTo>
                <a:lnTo>
                  <a:pt x="1377465" y="481591"/>
                </a:lnTo>
                <a:lnTo>
                  <a:pt x="1378195" y="458503"/>
                </a:lnTo>
                <a:lnTo>
                  <a:pt x="1378925" y="462919"/>
                </a:lnTo>
                <a:lnTo>
                  <a:pt x="1379655" y="458706"/>
                </a:lnTo>
                <a:lnTo>
                  <a:pt x="1380385" y="425695"/>
                </a:lnTo>
                <a:lnTo>
                  <a:pt x="1381115" y="460651"/>
                </a:lnTo>
                <a:lnTo>
                  <a:pt x="1383305" y="507391"/>
                </a:lnTo>
                <a:lnTo>
                  <a:pt x="1384035" y="503715"/>
                </a:lnTo>
                <a:lnTo>
                  <a:pt x="1384765" y="498352"/>
                </a:lnTo>
                <a:lnTo>
                  <a:pt x="1385495" y="458761"/>
                </a:lnTo>
                <a:lnTo>
                  <a:pt x="1386225" y="499227"/>
                </a:lnTo>
                <a:lnTo>
                  <a:pt x="1387685" y="468650"/>
                </a:lnTo>
                <a:lnTo>
                  <a:pt x="1390605" y="390473"/>
                </a:lnTo>
                <a:lnTo>
                  <a:pt x="1391335" y="482123"/>
                </a:lnTo>
                <a:lnTo>
                  <a:pt x="1392795" y="402392"/>
                </a:lnTo>
                <a:lnTo>
                  <a:pt x="1393524" y="421599"/>
                </a:lnTo>
                <a:lnTo>
                  <a:pt x="1394984" y="398937"/>
                </a:lnTo>
                <a:lnTo>
                  <a:pt x="1395714" y="402275"/>
                </a:lnTo>
                <a:lnTo>
                  <a:pt x="1396444" y="401521"/>
                </a:lnTo>
                <a:lnTo>
                  <a:pt x="1397174" y="360256"/>
                </a:lnTo>
                <a:lnTo>
                  <a:pt x="1399364" y="381001"/>
                </a:lnTo>
                <a:lnTo>
                  <a:pt x="1400824" y="465384"/>
                </a:lnTo>
                <a:lnTo>
                  <a:pt x="1402284" y="444308"/>
                </a:lnTo>
                <a:lnTo>
                  <a:pt x="1405204" y="365553"/>
                </a:lnTo>
                <a:lnTo>
                  <a:pt x="1403744" y="454054"/>
                </a:lnTo>
                <a:lnTo>
                  <a:pt x="1405934" y="384952"/>
                </a:lnTo>
                <a:lnTo>
                  <a:pt x="1408854" y="432498"/>
                </a:lnTo>
                <a:lnTo>
                  <a:pt x="1409584" y="426503"/>
                </a:lnTo>
                <a:lnTo>
                  <a:pt x="1412504" y="372810"/>
                </a:lnTo>
                <a:lnTo>
                  <a:pt x="1413234" y="390938"/>
                </a:lnTo>
                <a:lnTo>
                  <a:pt x="1413964" y="340841"/>
                </a:lnTo>
                <a:lnTo>
                  <a:pt x="1415424" y="363149"/>
                </a:lnTo>
                <a:lnTo>
                  <a:pt x="1416884" y="431861"/>
                </a:lnTo>
                <a:lnTo>
                  <a:pt x="1417614" y="354979"/>
                </a:lnTo>
                <a:lnTo>
                  <a:pt x="1418344" y="396534"/>
                </a:lnTo>
                <a:lnTo>
                  <a:pt x="1419804" y="369637"/>
                </a:lnTo>
                <a:lnTo>
                  <a:pt x="1421993" y="374721"/>
                </a:lnTo>
                <a:lnTo>
                  <a:pt x="1424183" y="394866"/>
                </a:lnTo>
                <a:lnTo>
                  <a:pt x="1425643" y="334870"/>
                </a:lnTo>
                <a:lnTo>
                  <a:pt x="1427103" y="345445"/>
                </a:lnTo>
                <a:lnTo>
                  <a:pt x="1430753" y="381094"/>
                </a:lnTo>
                <a:lnTo>
                  <a:pt x="1432213" y="370381"/>
                </a:lnTo>
                <a:lnTo>
                  <a:pt x="1433673" y="364919"/>
                </a:lnTo>
                <a:lnTo>
                  <a:pt x="1435133" y="368758"/>
                </a:lnTo>
                <a:lnTo>
                  <a:pt x="1435863" y="370582"/>
                </a:lnTo>
                <a:lnTo>
                  <a:pt x="1436593" y="365170"/>
                </a:lnTo>
                <a:lnTo>
                  <a:pt x="1437323" y="366775"/>
                </a:lnTo>
                <a:lnTo>
                  <a:pt x="1438053" y="420415"/>
                </a:lnTo>
                <a:lnTo>
                  <a:pt x="1440243" y="410573"/>
                </a:lnTo>
                <a:lnTo>
                  <a:pt x="1442433" y="333747"/>
                </a:lnTo>
                <a:lnTo>
                  <a:pt x="1443893" y="349142"/>
                </a:lnTo>
                <a:lnTo>
                  <a:pt x="1446083" y="332971"/>
                </a:lnTo>
                <a:lnTo>
                  <a:pt x="1446813" y="339833"/>
                </a:lnTo>
                <a:lnTo>
                  <a:pt x="1449003" y="413207"/>
                </a:lnTo>
                <a:lnTo>
                  <a:pt x="1451192" y="407310"/>
                </a:lnTo>
                <a:lnTo>
                  <a:pt x="1451922" y="418792"/>
                </a:lnTo>
                <a:lnTo>
                  <a:pt x="1453382" y="371858"/>
                </a:lnTo>
                <a:lnTo>
                  <a:pt x="1454842" y="383521"/>
                </a:lnTo>
                <a:lnTo>
                  <a:pt x="1456302" y="423656"/>
                </a:lnTo>
                <a:lnTo>
                  <a:pt x="1459222" y="333118"/>
                </a:lnTo>
                <a:lnTo>
                  <a:pt x="1459952" y="350874"/>
                </a:lnTo>
                <a:lnTo>
                  <a:pt x="1464332" y="390936"/>
                </a:lnTo>
                <a:lnTo>
                  <a:pt x="1465062" y="382822"/>
                </a:lnTo>
                <a:lnTo>
                  <a:pt x="1465792" y="378612"/>
                </a:lnTo>
                <a:lnTo>
                  <a:pt x="1468712" y="327785"/>
                </a:lnTo>
                <a:lnTo>
                  <a:pt x="1470172" y="371087"/>
                </a:lnTo>
                <a:lnTo>
                  <a:pt x="1471632" y="354013"/>
                </a:lnTo>
                <a:lnTo>
                  <a:pt x="1472362" y="354401"/>
                </a:lnTo>
                <a:lnTo>
                  <a:pt x="1473822" y="329797"/>
                </a:lnTo>
                <a:lnTo>
                  <a:pt x="1474552" y="361952"/>
                </a:lnTo>
                <a:lnTo>
                  <a:pt x="1475282" y="357480"/>
                </a:lnTo>
                <a:lnTo>
                  <a:pt x="1476012" y="334553"/>
                </a:lnTo>
                <a:lnTo>
                  <a:pt x="1477472" y="358736"/>
                </a:lnTo>
                <a:lnTo>
                  <a:pt x="1478202" y="363112"/>
                </a:lnTo>
                <a:lnTo>
                  <a:pt x="1478932" y="344941"/>
                </a:lnTo>
                <a:lnTo>
                  <a:pt x="1480391" y="365493"/>
                </a:lnTo>
                <a:lnTo>
                  <a:pt x="1483311" y="386428"/>
                </a:lnTo>
                <a:lnTo>
                  <a:pt x="1484041" y="380630"/>
                </a:lnTo>
                <a:lnTo>
                  <a:pt x="1484771" y="369503"/>
                </a:lnTo>
                <a:lnTo>
                  <a:pt x="1486231" y="376095"/>
                </a:lnTo>
                <a:lnTo>
                  <a:pt x="1487691" y="388297"/>
                </a:lnTo>
                <a:lnTo>
                  <a:pt x="1488421" y="338049"/>
                </a:lnTo>
                <a:lnTo>
                  <a:pt x="1490611" y="367592"/>
                </a:lnTo>
                <a:lnTo>
                  <a:pt x="1491341" y="357017"/>
                </a:lnTo>
                <a:lnTo>
                  <a:pt x="1492071" y="386573"/>
                </a:lnTo>
                <a:lnTo>
                  <a:pt x="1494261" y="382995"/>
                </a:lnTo>
                <a:lnTo>
                  <a:pt x="1495721" y="416141"/>
                </a:lnTo>
                <a:lnTo>
                  <a:pt x="1497181" y="401141"/>
                </a:lnTo>
                <a:lnTo>
                  <a:pt x="1498641" y="384987"/>
                </a:lnTo>
                <a:lnTo>
                  <a:pt x="1499371" y="398746"/>
                </a:lnTo>
                <a:lnTo>
                  <a:pt x="1503021" y="441186"/>
                </a:lnTo>
                <a:lnTo>
                  <a:pt x="1503751" y="438425"/>
                </a:lnTo>
                <a:lnTo>
                  <a:pt x="1504481" y="423514"/>
                </a:lnTo>
                <a:lnTo>
                  <a:pt x="1505211" y="432348"/>
                </a:lnTo>
                <a:lnTo>
                  <a:pt x="1508131" y="490587"/>
                </a:lnTo>
                <a:lnTo>
                  <a:pt x="1509590" y="489969"/>
                </a:lnTo>
                <a:lnTo>
                  <a:pt x="1510320" y="491581"/>
                </a:lnTo>
                <a:lnTo>
                  <a:pt x="1514700" y="534324"/>
                </a:lnTo>
                <a:lnTo>
                  <a:pt x="1518350" y="562164"/>
                </a:lnTo>
                <a:lnTo>
                  <a:pt x="1519080" y="553375"/>
                </a:lnTo>
                <a:lnTo>
                  <a:pt x="1519810" y="546219"/>
                </a:lnTo>
                <a:lnTo>
                  <a:pt x="1520540" y="560267"/>
                </a:lnTo>
                <a:lnTo>
                  <a:pt x="1525650" y="589774"/>
                </a:lnTo>
                <a:lnTo>
                  <a:pt x="1526380" y="579528"/>
                </a:lnTo>
                <a:lnTo>
                  <a:pt x="1527110" y="595148"/>
                </a:lnTo>
                <a:lnTo>
                  <a:pt x="1540249" y="696417"/>
                </a:lnTo>
                <a:lnTo>
                  <a:pt x="1540979" y="682838"/>
                </a:lnTo>
                <a:lnTo>
                  <a:pt x="1543899" y="733935"/>
                </a:lnTo>
                <a:lnTo>
                  <a:pt x="1545359" y="707205"/>
                </a:lnTo>
                <a:lnTo>
                  <a:pt x="1546089" y="732003"/>
                </a:lnTo>
                <a:lnTo>
                  <a:pt x="1549739" y="805519"/>
                </a:lnTo>
                <a:lnTo>
                  <a:pt x="1551929" y="783215"/>
                </a:lnTo>
                <a:lnTo>
                  <a:pt x="1553389" y="767112"/>
                </a:lnTo>
                <a:lnTo>
                  <a:pt x="1555579" y="827890"/>
                </a:lnTo>
                <a:lnTo>
                  <a:pt x="1559229" y="877723"/>
                </a:lnTo>
                <a:lnTo>
                  <a:pt x="1562149" y="946440"/>
                </a:lnTo>
                <a:lnTo>
                  <a:pt x="1564339" y="847290"/>
                </a:lnTo>
                <a:lnTo>
                  <a:pt x="1565069" y="871432"/>
                </a:lnTo>
                <a:lnTo>
                  <a:pt x="1566528" y="914026"/>
                </a:lnTo>
                <a:lnTo>
                  <a:pt x="1567258" y="889518"/>
                </a:lnTo>
                <a:lnTo>
                  <a:pt x="1570908" y="717753"/>
                </a:lnTo>
                <a:lnTo>
                  <a:pt x="1571638" y="750683"/>
                </a:lnTo>
                <a:lnTo>
                  <a:pt x="1573828" y="826488"/>
                </a:lnTo>
                <a:lnTo>
                  <a:pt x="1575288" y="697908"/>
                </a:lnTo>
                <a:lnTo>
                  <a:pt x="1576748" y="721659"/>
                </a:lnTo>
                <a:lnTo>
                  <a:pt x="1578208" y="760748"/>
                </a:lnTo>
                <a:lnTo>
                  <a:pt x="1578938" y="741766"/>
                </a:lnTo>
                <a:lnTo>
                  <a:pt x="1581128" y="589269"/>
                </a:lnTo>
                <a:lnTo>
                  <a:pt x="1581858" y="746815"/>
                </a:lnTo>
                <a:lnTo>
                  <a:pt x="1584048" y="713546"/>
                </a:lnTo>
                <a:lnTo>
                  <a:pt x="1585508" y="617480"/>
                </a:lnTo>
                <a:lnTo>
                  <a:pt x="1586238" y="695201"/>
                </a:lnTo>
                <a:lnTo>
                  <a:pt x="1586968" y="695848"/>
                </a:lnTo>
                <a:lnTo>
                  <a:pt x="1587698" y="741132"/>
                </a:lnTo>
                <a:lnTo>
                  <a:pt x="1588428" y="659921"/>
                </a:lnTo>
                <a:lnTo>
                  <a:pt x="1589158" y="635873"/>
                </a:lnTo>
                <a:lnTo>
                  <a:pt x="1589888" y="716903"/>
                </a:lnTo>
                <a:lnTo>
                  <a:pt x="1591348" y="623585"/>
                </a:lnTo>
                <a:lnTo>
                  <a:pt x="1592808" y="491855"/>
                </a:lnTo>
                <a:lnTo>
                  <a:pt x="1593538" y="574034"/>
                </a:lnTo>
                <a:lnTo>
                  <a:pt x="1594268" y="644707"/>
                </a:lnTo>
                <a:lnTo>
                  <a:pt x="1595727" y="598641"/>
                </a:lnTo>
                <a:lnTo>
                  <a:pt x="1600837" y="418802"/>
                </a:lnTo>
                <a:lnTo>
                  <a:pt x="1602297" y="461630"/>
                </a:lnTo>
                <a:lnTo>
                  <a:pt x="1603027" y="460509"/>
                </a:lnTo>
                <a:lnTo>
                  <a:pt x="1603757" y="488042"/>
                </a:lnTo>
                <a:lnTo>
                  <a:pt x="1605217" y="462472"/>
                </a:lnTo>
                <a:lnTo>
                  <a:pt x="1605947" y="463594"/>
                </a:lnTo>
                <a:lnTo>
                  <a:pt x="1606677" y="448639"/>
                </a:lnTo>
                <a:lnTo>
                  <a:pt x="1608867" y="451653"/>
                </a:lnTo>
                <a:lnTo>
                  <a:pt x="1611057" y="442671"/>
                </a:lnTo>
                <a:lnTo>
                  <a:pt x="1611787" y="450047"/>
                </a:lnTo>
                <a:lnTo>
                  <a:pt x="1612517" y="464879"/>
                </a:lnTo>
                <a:lnTo>
                  <a:pt x="1613247" y="460553"/>
                </a:lnTo>
                <a:lnTo>
                  <a:pt x="1614707" y="408326"/>
                </a:lnTo>
                <a:lnTo>
                  <a:pt x="1616167" y="434387"/>
                </a:lnTo>
                <a:lnTo>
                  <a:pt x="1616897" y="458122"/>
                </a:lnTo>
                <a:lnTo>
                  <a:pt x="1619087" y="316294"/>
                </a:lnTo>
                <a:lnTo>
                  <a:pt x="1620547" y="323906"/>
                </a:lnTo>
                <a:lnTo>
                  <a:pt x="1622737" y="400018"/>
                </a:lnTo>
                <a:lnTo>
                  <a:pt x="1624196" y="375926"/>
                </a:lnTo>
                <a:lnTo>
                  <a:pt x="1632956" y="445829"/>
                </a:lnTo>
                <a:lnTo>
                  <a:pt x="1633686" y="431323"/>
                </a:lnTo>
                <a:lnTo>
                  <a:pt x="1634416" y="443664"/>
                </a:lnTo>
                <a:lnTo>
                  <a:pt x="1638066" y="467724"/>
                </a:lnTo>
                <a:lnTo>
                  <a:pt x="1640256" y="462714"/>
                </a:lnTo>
                <a:lnTo>
                  <a:pt x="1642446" y="490375"/>
                </a:lnTo>
                <a:lnTo>
                  <a:pt x="1643176" y="486999"/>
                </a:lnTo>
                <a:lnTo>
                  <a:pt x="1644636" y="452198"/>
                </a:lnTo>
                <a:lnTo>
                  <a:pt x="1646096" y="477303"/>
                </a:lnTo>
                <a:lnTo>
                  <a:pt x="1649746" y="529798"/>
                </a:lnTo>
                <a:lnTo>
                  <a:pt x="1650476" y="493055"/>
                </a:lnTo>
                <a:lnTo>
                  <a:pt x="1652665" y="508313"/>
                </a:lnTo>
                <a:lnTo>
                  <a:pt x="1653395" y="517857"/>
                </a:lnTo>
                <a:lnTo>
                  <a:pt x="1654125" y="503962"/>
                </a:lnTo>
                <a:lnTo>
                  <a:pt x="1654855" y="494438"/>
                </a:lnTo>
                <a:lnTo>
                  <a:pt x="1655585" y="501989"/>
                </a:lnTo>
                <a:lnTo>
                  <a:pt x="1657045" y="526154"/>
                </a:lnTo>
                <a:lnTo>
                  <a:pt x="1657775" y="511238"/>
                </a:lnTo>
                <a:lnTo>
                  <a:pt x="1658505" y="487337"/>
                </a:lnTo>
                <a:lnTo>
                  <a:pt x="1659965" y="505124"/>
                </a:lnTo>
                <a:lnTo>
                  <a:pt x="1661425" y="535571"/>
                </a:lnTo>
                <a:lnTo>
                  <a:pt x="1662155" y="515546"/>
                </a:lnTo>
                <a:lnTo>
                  <a:pt x="1663615" y="487383"/>
                </a:lnTo>
                <a:lnTo>
                  <a:pt x="1665075" y="549107"/>
                </a:lnTo>
                <a:lnTo>
                  <a:pt x="1666535" y="510845"/>
                </a:lnTo>
                <a:lnTo>
                  <a:pt x="1667995" y="489790"/>
                </a:lnTo>
                <a:lnTo>
                  <a:pt x="1669455" y="496460"/>
                </a:lnTo>
                <a:lnTo>
                  <a:pt x="1670185" y="508239"/>
                </a:lnTo>
                <a:lnTo>
                  <a:pt x="1671645" y="492360"/>
                </a:lnTo>
                <a:lnTo>
                  <a:pt x="1672375" y="497952"/>
                </a:lnTo>
                <a:lnTo>
                  <a:pt x="1673835" y="530914"/>
                </a:lnTo>
                <a:lnTo>
                  <a:pt x="1674565" y="507912"/>
                </a:lnTo>
                <a:lnTo>
                  <a:pt x="1676755" y="492785"/>
                </a:lnTo>
                <a:lnTo>
                  <a:pt x="1676025" y="508644"/>
                </a:lnTo>
                <a:lnTo>
                  <a:pt x="1677485" y="503365"/>
                </a:lnTo>
                <a:lnTo>
                  <a:pt x="1678215" y="501845"/>
                </a:lnTo>
                <a:lnTo>
                  <a:pt x="1679675" y="525275"/>
                </a:lnTo>
                <a:lnTo>
                  <a:pt x="1680405" y="524797"/>
                </a:lnTo>
                <a:lnTo>
                  <a:pt x="1681864" y="497490"/>
                </a:lnTo>
                <a:lnTo>
                  <a:pt x="1683324" y="501483"/>
                </a:lnTo>
                <a:lnTo>
                  <a:pt x="1684054" y="510661"/>
                </a:lnTo>
                <a:lnTo>
                  <a:pt x="1684784" y="503655"/>
                </a:lnTo>
                <a:lnTo>
                  <a:pt x="1685514" y="494364"/>
                </a:lnTo>
                <a:lnTo>
                  <a:pt x="1686974" y="501783"/>
                </a:lnTo>
                <a:lnTo>
                  <a:pt x="1687704" y="529008"/>
                </a:lnTo>
                <a:lnTo>
                  <a:pt x="1688434" y="521411"/>
                </a:lnTo>
                <a:lnTo>
                  <a:pt x="1689164" y="475772"/>
                </a:lnTo>
                <a:lnTo>
                  <a:pt x="1691354" y="493430"/>
                </a:lnTo>
                <a:lnTo>
                  <a:pt x="1694274" y="534663"/>
                </a:lnTo>
                <a:lnTo>
                  <a:pt x="1696464" y="460027"/>
                </a:lnTo>
                <a:lnTo>
                  <a:pt x="1697194" y="471395"/>
                </a:lnTo>
                <a:lnTo>
                  <a:pt x="1698654" y="517653"/>
                </a:lnTo>
                <a:lnTo>
                  <a:pt x="1700114" y="509106"/>
                </a:lnTo>
                <a:lnTo>
                  <a:pt x="1703034" y="469555"/>
                </a:lnTo>
                <a:lnTo>
                  <a:pt x="1704494" y="509175"/>
                </a:lnTo>
                <a:lnTo>
                  <a:pt x="1705954" y="488046"/>
                </a:lnTo>
                <a:lnTo>
                  <a:pt x="1708874" y="452827"/>
                </a:lnTo>
                <a:lnTo>
                  <a:pt x="1710333" y="470856"/>
                </a:lnTo>
                <a:lnTo>
                  <a:pt x="1711793" y="509024"/>
                </a:lnTo>
                <a:lnTo>
                  <a:pt x="1713253" y="492589"/>
                </a:lnTo>
                <a:lnTo>
                  <a:pt x="1713983" y="474230"/>
                </a:lnTo>
                <a:lnTo>
                  <a:pt x="1715443" y="478342"/>
                </a:lnTo>
                <a:lnTo>
                  <a:pt x="1716173" y="487939"/>
                </a:lnTo>
                <a:lnTo>
                  <a:pt x="1716903" y="485427"/>
                </a:lnTo>
                <a:lnTo>
                  <a:pt x="1719823" y="441440"/>
                </a:lnTo>
                <a:lnTo>
                  <a:pt x="1721283" y="483324"/>
                </a:lnTo>
                <a:lnTo>
                  <a:pt x="1722743" y="468157"/>
                </a:lnTo>
                <a:lnTo>
                  <a:pt x="1724933" y="424909"/>
                </a:lnTo>
                <a:lnTo>
                  <a:pt x="1725663" y="442852"/>
                </a:lnTo>
                <a:lnTo>
                  <a:pt x="1726393" y="481583"/>
                </a:lnTo>
                <a:lnTo>
                  <a:pt x="1727853" y="436390"/>
                </a:lnTo>
                <a:lnTo>
                  <a:pt x="1728583" y="437868"/>
                </a:lnTo>
                <a:lnTo>
                  <a:pt x="1730773" y="477800"/>
                </a:lnTo>
                <a:lnTo>
                  <a:pt x="1731503" y="458374"/>
                </a:lnTo>
                <a:lnTo>
                  <a:pt x="1732233" y="448070"/>
                </a:lnTo>
                <a:lnTo>
                  <a:pt x="1733693" y="457979"/>
                </a:lnTo>
                <a:lnTo>
                  <a:pt x="1734423" y="463279"/>
                </a:lnTo>
                <a:lnTo>
                  <a:pt x="1736613" y="409256"/>
                </a:lnTo>
                <a:lnTo>
                  <a:pt x="1737343" y="422224"/>
                </a:lnTo>
                <a:lnTo>
                  <a:pt x="1738803" y="433042"/>
                </a:lnTo>
                <a:lnTo>
                  <a:pt x="1739532" y="400202"/>
                </a:lnTo>
                <a:lnTo>
                  <a:pt x="1741722" y="426430"/>
                </a:lnTo>
                <a:lnTo>
                  <a:pt x="1742452" y="425272"/>
                </a:lnTo>
                <a:lnTo>
                  <a:pt x="1743182" y="416224"/>
                </a:lnTo>
                <a:lnTo>
                  <a:pt x="1744642" y="424604"/>
                </a:lnTo>
                <a:lnTo>
                  <a:pt x="1745372" y="444068"/>
                </a:lnTo>
                <a:lnTo>
                  <a:pt x="1746102" y="428562"/>
                </a:lnTo>
                <a:lnTo>
                  <a:pt x="1748292" y="381627"/>
                </a:lnTo>
                <a:lnTo>
                  <a:pt x="1751212" y="414531"/>
                </a:lnTo>
                <a:lnTo>
                  <a:pt x="1752672" y="372646"/>
                </a:lnTo>
                <a:lnTo>
                  <a:pt x="1754133" y="377264"/>
                </a:lnTo>
                <a:lnTo>
                  <a:pt x="1754862" y="396562"/>
                </a:lnTo>
                <a:lnTo>
                  <a:pt x="1755592" y="365709"/>
                </a:lnTo>
                <a:lnTo>
                  <a:pt x="1756323" y="381631"/>
                </a:lnTo>
                <a:lnTo>
                  <a:pt x="1757053" y="364711"/>
                </a:lnTo>
                <a:lnTo>
                  <a:pt x="1758512" y="383785"/>
                </a:lnTo>
                <a:lnTo>
                  <a:pt x="1759243" y="383680"/>
                </a:lnTo>
                <a:lnTo>
                  <a:pt x="1760702" y="374421"/>
                </a:lnTo>
                <a:lnTo>
                  <a:pt x="1761432" y="377599"/>
                </a:lnTo>
                <a:lnTo>
                  <a:pt x="1762892" y="382155"/>
                </a:lnTo>
                <a:lnTo>
                  <a:pt x="1764352" y="334412"/>
                </a:lnTo>
                <a:lnTo>
                  <a:pt x="1765082" y="364390"/>
                </a:lnTo>
                <a:lnTo>
                  <a:pt x="1765812" y="372521"/>
                </a:lnTo>
                <a:lnTo>
                  <a:pt x="1766542" y="359743"/>
                </a:lnTo>
                <a:lnTo>
                  <a:pt x="1767272" y="369515"/>
                </a:lnTo>
                <a:lnTo>
                  <a:pt x="1769462" y="343370"/>
                </a:lnTo>
                <a:lnTo>
                  <a:pt x="1770192" y="347795"/>
                </a:lnTo>
                <a:lnTo>
                  <a:pt x="1770922" y="382126"/>
                </a:lnTo>
                <a:lnTo>
                  <a:pt x="1772382" y="354731"/>
                </a:lnTo>
                <a:lnTo>
                  <a:pt x="1774572" y="321779"/>
                </a:lnTo>
                <a:lnTo>
                  <a:pt x="1775302" y="354732"/>
                </a:lnTo>
                <a:lnTo>
                  <a:pt x="1777492" y="335727"/>
                </a:lnTo>
                <a:lnTo>
                  <a:pt x="1778222" y="308697"/>
                </a:lnTo>
                <a:lnTo>
                  <a:pt x="1779682" y="335419"/>
                </a:lnTo>
                <a:lnTo>
                  <a:pt x="1780412" y="370866"/>
                </a:lnTo>
                <a:lnTo>
                  <a:pt x="1781142" y="363755"/>
                </a:lnTo>
                <a:lnTo>
                  <a:pt x="1783332" y="294730"/>
                </a:lnTo>
                <a:lnTo>
                  <a:pt x="1784062" y="296747"/>
                </a:lnTo>
                <a:lnTo>
                  <a:pt x="1788442" y="366308"/>
                </a:lnTo>
                <a:lnTo>
                  <a:pt x="1790631" y="333732"/>
                </a:lnTo>
                <a:lnTo>
                  <a:pt x="1789901" y="377448"/>
                </a:lnTo>
                <a:lnTo>
                  <a:pt x="1792091" y="338187"/>
                </a:lnTo>
                <a:lnTo>
                  <a:pt x="1792821" y="365994"/>
                </a:lnTo>
                <a:lnTo>
                  <a:pt x="1794281" y="321931"/>
                </a:lnTo>
                <a:lnTo>
                  <a:pt x="1795011" y="319930"/>
                </a:lnTo>
                <a:lnTo>
                  <a:pt x="1796471" y="366617"/>
                </a:lnTo>
                <a:lnTo>
                  <a:pt x="1797931" y="342046"/>
                </a:lnTo>
                <a:lnTo>
                  <a:pt x="1799391" y="310090"/>
                </a:lnTo>
                <a:lnTo>
                  <a:pt x="1800121" y="316681"/>
                </a:lnTo>
                <a:lnTo>
                  <a:pt x="1803041" y="370680"/>
                </a:lnTo>
                <a:lnTo>
                  <a:pt x="1805231" y="325275"/>
                </a:lnTo>
                <a:lnTo>
                  <a:pt x="1805961" y="353429"/>
                </a:lnTo>
                <a:lnTo>
                  <a:pt x="1806691" y="369043"/>
                </a:lnTo>
                <a:lnTo>
                  <a:pt x="1807421" y="358859"/>
                </a:lnTo>
                <a:lnTo>
                  <a:pt x="1808151" y="327097"/>
                </a:lnTo>
                <a:lnTo>
                  <a:pt x="1809611" y="351405"/>
                </a:lnTo>
                <a:lnTo>
                  <a:pt x="1810341" y="369920"/>
                </a:lnTo>
                <a:lnTo>
                  <a:pt x="1811071" y="327202"/>
                </a:lnTo>
                <a:lnTo>
                  <a:pt x="1811801" y="331459"/>
                </a:lnTo>
                <a:lnTo>
                  <a:pt x="1813261" y="360581"/>
                </a:lnTo>
                <a:lnTo>
                  <a:pt x="1813991" y="335831"/>
                </a:lnTo>
                <a:lnTo>
                  <a:pt x="1814721" y="309686"/>
                </a:lnTo>
                <a:lnTo>
                  <a:pt x="1816181" y="326195"/>
                </a:lnTo>
                <a:lnTo>
                  <a:pt x="1819830" y="396705"/>
                </a:lnTo>
                <a:lnTo>
                  <a:pt x="1822020" y="308963"/>
                </a:lnTo>
                <a:lnTo>
                  <a:pt x="1823480" y="347728"/>
                </a:lnTo>
                <a:lnTo>
                  <a:pt x="1824940" y="374453"/>
                </a:lnTo>
                <a:lnTo>
                  <a:pt x="1826400" y="301454"/>
                </a:lnTo>
                <a:lnTo>
                  <a:pt x="1827860" y="335910"/>
                </a:lnTo>
                <a:lnTo>
                  <a:pt x="1829320" y="405421"/>
                </a:lnTo>
                <a:lnTo>
                  <a:pt x="1830050" y="370093"/>
                </a:lnTo>
                <a:lnTo>
                  <a:pt x="1832970" y="311900"/>
                </a:lnTo>
                <a:lnTo>
                  <a:pt x="1834430" y="372855"/>
                </a:lnTo>
                <a:lnTo>
                  <a:pt x="1835890" y="326929"/>
                </a:lnTo>
                <a:lnTo>
                  <a:pt x="1837350" y="350906"/>
                </a:lnTo>
                <a:lnTo>
                  <a:pt x="1838080" y="297440"/>
                </a:lnTo>
                <a:lnTo>
                  <a:pt x="1839540" y="379898"/>
                </a:lnTo>
                <a:lnTo>
                  <a:pt x="1841730" y="292946"/>
                </a:lnTo>
                <a:lnTo>
                  <a:pt x="1842460" y="317403"/>
                </a:lnTo>
                <a:lnTo>
                  <a:pt x="1846839" y="408166"/>
                </a:lnTo>
                <a:lnTo>
                  <a:pt x="1849759" y="317098"/>
                </a:lnTo>
                <a:lnTo>
                  <a:pt x="1850489" y="329399"/>
                </a:lnTo>
                <a:lnTo>
                  <a:pt x="1851219" y="328798"/>
                </a:lnTo>
                <a:lnTo>
                  <a:pt x="1851949" y="324708"/>
                </a:lnTo>
                <a:lnTo>
                  <a:pt x="1853409" y="376661"/>
                </a:lnTo>
                <a:lnTo>
                  <a:pt x="1854139" y="360733"/>
                </a:lnTo>
                <a:lnTo>
                  <a:pt x="1855599" y="325370"/>
                </a:lnTo>
                <a:lnTo>
                  <a:pt x="1856329" y="388062"/>
                </a:lnTo>
                <a:lnTo>
                  <a:pt x="1857789" y="322636"/>
                </a:lnTo>
                <a:lnTo>
                  <a:pt x="1858519" y="356128"/>
                </a:lnTo>
                <a:lnTo>
                  <a:pt x="1859249" y="317801"/>
                </a:lnTo>
                <a:lnTo>
                  <a:pt x="1860709" y="325472"/>
                </a:lnTo>
                <a:lnTo>
                  <a:pt x="1862169" y="381213"/>
                </a:lnTo>
                <a:lnTo>
                  <a:pt x="1862899" y="371555"/>
                </a:lnTo>
                <a:lnTo>
                  <a:pt x="1864359" y="298871"/>
                </a:lnTo>
                <a:lnTo>
                  <a:pt x="1865819" y="335225"/>
                </a:lnTo>
                <a:lnTo>
                  <a:pt x="1868009" y="301836"/>
                </a:lnTo>
                <a:lnTo>
                  <a:pt x="1868739" y="330472"/>
                </a:lnTo>
                <a:lnTo>
                  <a:pt x="1870199" y="273176"/>
                </a:lnTo>
                <a:lnTo>
                  <a:pt x="1871659" y="277971"/>
                </a:lnTo>
                <a:lnTo>
                  <a:pt x="1872389" y="327845"/>
                </a:lnTo>
                <a:lnTo>
                  <a:pt x="1873849" y="290926"/>
                </a:lnTo>
                <a:lnTo>
                  <a:pt x="1874579" y="276650"/>
                </a:lnTo>
                <a:lnTo>
                  <a:pt x="1875308" y="334441"/>
                </a:lnTo>
                <a:lnTo>
                  <a:pt x="1876038" y="245451"/>
                </a:lnTo>
                <a:lnTo>
                  <a:pt x="1877498" y="136824"/>
                </a:lnTo>
                <a:lnTo>
                  <a:pt x="1878228" y="292807"/>
                </a:lnTo>
                <a:lnTo>
                  <a:pt x="1880418" y="211283"/>
                </a:lnTo>
                <a:lnTo>
                  <a:pt x="1881148" y="274766"/>
                </a:lnTo>
                <a:lnTo>
                  <a:pt x="1882608" y="227540"/>
                </a:lnTo>
                <a:lnTo>
                  <a:pt x="1883338" y="232383"/>
                </a:lnTo>
                <a:lnTo>
                  <a:pt x="1884068" y="294230"/>
                </a:lnTo>
                <a:lnTo>
                  <a:pt x="1885528" y="231858"/>
                </a:lnTo>
                <a:lnTo>
                  <a:pt x="1886258" y="226282"/>
                </a:lnTo>
                <a:lnTo>
                  <a:pt x="1887718" y="256692"/>
                </a:lnTo>
                <a:lnTo>
                  <a:pt x="1888448" y="250310"/>
                </a:lnTo>
                <a:lnTo>
                  <a:pt x="1889178" y="219558"/>
                </a:lnTo>
                <a:lnTo>
                  <a:pt x="1889908" y="253988"/>
                </a:lnTo>
                <a:lnTo>
                  <a:pt x="1890638" y="253310"/>
                </a:lnTo>
                <a:lnTo>
                  <a:pt x="1892098" y="281829"/>
                </a:lnTo>
                <a:lnTo>
                  <a:pt x="1892828" y="255944"/>
                </a:lnTo>
                <a:lnTo>
                  <a:pt x="1893558" y="252617"/>
                </a:lnTo>
                <a:lnTo>
                  <a:pt x="1894288" y="261222"/>
                </a:lnTo>
                <a:lnTo>
                  <a:pt x="1895018" y="271095"/>
                </a:lnTo>
                <a:lnTo>
                  <a:pt x="1895748" y="213250"/>
                </a:lnTo>
                <a:lnTo>
                  <a:pt x="1897208" y="234448"/>
                </a:lnTo>
                <a:lnTo>
                  <a:pt x="1898668" y="282116"/>
                </a:lnTo>
                <a:lnTo>
                  <a:pt x="1900128" y="280381"/>
                </a:lnTo>
                <a:lnTo>
                  <a:pt x="1900858" y="285166"/>
                </a:lnTo>
                <a:lnTo>
                  <a:pt x="1901588" y="223647"/>
                </a:lnTo>
                <a:lnTo>
                  <a:pt x="1903048" y="264927"/>
                </a:lnTo>
                <a:lnTo>
                  <a:pt x="1903778" y="264198"/>
                </a:lnTo>
                <a:lnTo>
                  <a:pt x="1905237" y="312990"/>
                </a:lnTo>
                <a:lnTo>
                  <a:pt x="1905967" y="290949"/>
                </a:lnTo>
                <a:lnTo>
                  <a:pt x="1907427" y="250100"/>
                </a:lnTo>
                <a:lnTo>
                  <a:pt x="1908157" y="274681"/>
                </a:lnTo>
                <a:lnTo>
                  <a:pt x="1908887" y="305135"/>
                </a:lnTo>
                <a:lnTo>
                  <a:pt x="1909617" y="263913"/>
                </a:lnTo>
                <a:lnTo>
                  <a:pt x="1910347" y="222460"/>
                </a:lnTo>
                <a:lnTo>
                  <a:pt x="1911077" y="272674"/>
                </a:lnTo>
                <a:lnTo>
                  <a:pt x="1912537" y="316627"/>
                </a:lnTo>
                <a:lnTo>
                  <a:pt x="1913267" y="272283"/>
                </a:lnTo>
                <a:lnTo>
                  <a:pt x="1913997" y="302687"/>
                </a:lnTo>
                <a:lnTo>
                  <a:pt x="1916917" y="339577"/>
                </a:lnTo>
                <a:lnTo>
                  <a:pt x="1917647" y="338169"/>
                </a:lnTo>
                <a:lnTo>
                  <a:pt x="1919107" y="242876"/>
                </a:lnTo>
                <a:lnTo>
                  <a:pt x="1920567" y="298386"/>
                </a:lnTo>
                <a:lnTo>
                  <a:pt x="1921297" y="322251"/>
                </a:lnTo>
                <a:lnTo>
                  <a:pt x="1922757" y="322140"/>
                </a:lnTo>
                <a:lnTo>
                  <a:pt x="1924217" y="255302"/>
                </a:lnTo>
                <a:lnTo>
                  <a:pt x="1924947" y="292325"/>
                </a:lnTo>
                <a:lnTo>
                  <a:pt x="1926407" y="328611"/>
                </a:lnTo>
                <a:lnTo>
                  <a:pt x="1927137" y="280795"/>
                </a:lnTo>
                <a:lnTo>
                  <a:pt x="1928597" y="288278"/>
                </a:lnTo>
                <a:lnTo>
                  <a:pt x="1930057" y="332386"/>
                </a:lnTo>
                <a:lnTo>
                  <a:pt x="1931517" y="304835"/>
                </a:lnTo>
                <a:lnTo>
                  <a:pt x="1932247" y="304260"/>
                </a:lnTo>
                <a:lnTo>
                  <a:pt x="1934436" y="349553"/>
                </a:lnTo>
                <a:lnTo>
                  <a:pt x="1936626" y="285527"/>
                </a:lnTo>
                <a:lnTo>
                  <a:pt x="1937356" y="318732"/>
                </a:lnTo>
                <a:lnTo>
                  <a:pt x="1938086" y="316879"/>
                </a:lnTo>
                <a:lnTo>
                  <a:pt x="1938816" y="274633"/>
                </a:lnTo>
                <a:lnTo>
                  <a:pt x="1939546" y="278830"/>
                </a:lnTo>
                <a:lnTo>
                  <a:pt x="1940276" y="347484"/>
                </a:lnTo>
                <a:lnTo>
                  <a:pt x="1942466" y="307310"/>
                </a:lnTo>
                <a:lnTo>
                  <a:pt x="1943196" y="278119"/>
                </a:lnTo>
                <a:lnTo>
                  <a:pt x="1943926" y="326385"/>
                </a:lnTo>
                <a:lnTo>
                  <a:pt x="1945386" y="378479"/>
                </a:lnTo>
                <a:lnTo>
                  <a:pt x="1946116" y="320954"/>
                </a:lnTo>
                <a:lnTo>
                  <a:pt x="1949036" y="376267"/>
                </a:lnTo>
                <a:lnTo>
                  <a:pt x="1949766" y="368274"/>
                </a:lnTo>
                <a:lnTo>
                  <a:pt x="1951226" y="347708"/>
                </a:lnTo>
                <a:lnTo>
                  <a:pt x="1952686" y="387606"/>
                </a:lnTo>
                <a:lnTo>
                  <a:pt x="1953416" y="344409"/>
                </a:lnTo>
                <a:lnTo>
                  <a:pt x="1955606" y="313356"/>
                </a:lnTo>
                <a:lnTo>
                  <a:pt x="1959256" y="396049"/>
                </a:lnTo>
                <a:lnTo>
                  <a:pt x="1960716" y="326087"/>
                </a:lnTo>
                <a:lnTo>
                  <a:pt x="1962175" y="350908"/>
                </a:lnTo>
                <a:lnTo>
                  <a:pt x="1963635" y="385060"/>
                </a:lnTo>
                <a:lnTo>
                  <a:pt x="1964365" y="345118"/>
                </a:lnTo>
                <a:lnTo>
                  <a:pt x="1965095" y="325236"/>
                </a:lnTo>
                <a:lnTo>
                  <a:pt x="1965825" y="346800"/>
                </a:lnTo>
                <a:lnTo>
                  <a:pt x="1966555" y="333469"/>
                </a:lnTo>
                <a:lnTo>
                  <a:pt x="1967285" y="347342"/>
                </a:lnTo>
                <a:lnTo>
                  <a:pt x="1968015" y="331527"/>
                </a:lnTo>
                <a:lnTo>
                  <a:pt x="1968745" y="334830"/>
                </a:lnTo>
                <a:lnTo>
                  <a:pt x="1969475" y="328340"/>
                </a:lnTo>
                <a:lnTo>
                  <a:pt x="1970205" y="346289"/>
                </a:lnTo>
                <a:lnTo>
                  <a:pt x="1971665" y="325552"/>
                </a:lnTo>
                <a:lnTo>
                  <a:pt x="1972395" y="318484"/>
                </a:lnTo>
                <a:lnTo>
                  <a:pt x="1973125" y="323218"/>
                </a:lnTo>
                <a:lnTo>
                  <a:pt x="1973855" y="351153"/>
                </a:lnTo>
                <a:lnTo>
                  <a:pt x="1976045" y="349130"/>
                </a:lnTo>
                <a:lnTo>
                  <a:pt x="1977505" y="310060"/>
                </a:lnTo>
                <a:lnTo>
                  <a:pt x="1978235" y="354345"/>
                </a:lnTo>
                <a:lnTo>
                  <a:pt x="1978965" y="328270"/>
                </a:lnTo>
                <a:lnTo>
                  <a:pt x="1979695" y="312315"/>
                </a:lnTo>
                <a:lnTo>
                  <a:pt x="1980425" y="344173"/>
                </a:lnTo>
                <a:lnTo>
                  <a:pt x="1981155" y="327261"/>
                </a:lnTo>
                <a:lnTo>
                  <a:pt x="1981885" y="322170"/>
                </a:lnTo>
                <a:lnTo>
                  <a:pt x="1982615" y="323386"/>
                </a:lnTo>
                <a:lnTo>
                  <a:pt x="1983345" y="367769"/>
                </a:lnTo>
                <a:lnTo>
                  <a:pt x="1984805" y="324456"/>
                </a:lnTo>
                <a:lnTo>
                  <a:pt x="1985535" y="318608"/>
                </a:lnTo>
                <a:lnTo>
                  <a:pt x="1986265" y="319392"/>
                </a:lnTo>
                <a:lnTo>
                  <a:pt x="1986995" y="353095"/>
                </a:lnTo>
                <a:lnTo>
                  <a:pt x="1987725" y="333019"/>
                </a:lnTo>
                <a:lnTo>
                  <a:pt x="1988455" y="286146"/>
                </a:lnTo>
                <a:lnTo>
                  <a:pt x="1989915" y="333299"/>
                </a:lnTo>
                <a:lnTo>
                  <a:pt x="1990644" y="331160"/>
                </a:lnTo>
                <a:lnTo>
                  <a:pt x="1991374" y="363266"/>
                </a:lnTo>
                <a:lnTo>
                  <a:pt x="1992104" y="309705"/>
                </a:lnTo>
                <a:lnTo>
                  <a:pt x="1992834" y="338795"/>
                </a:lnTo>
                <a:lnTo>
                  <a:pt x="1994294" y="340442"/>
                </a:lnTo>
                <a:lnTo>
                  <a:pt x="1995024" y="314359"/>
                </a:lnTo>
                <a:lnTo>
                  <a:pt x="1995754" y="348858"/>
                </a:lnTo>
                <a:lnTo>
                  <a:pt x="1997214" y="307349"/>
                </a:lnTo>
                <a:lnTo>
                  <a:pt x="1998674" y="366812"/>
                </a:lnTo>
                <a:lnTo>
                  <a:pt x="1999404" y="345122"/>
                </a:lnTo>
                <a:lnTo>
                  <a:pt x="2001594" y="288148"/>
                </a:lnTo>
                <a:lnTo>
                  <a:pt x="2002324" y="302047"/>
                </a:lnTo>
                <a:lnTo>
                  <a:pt x="2003784" y="349387"/>
                </a:lnTo>
                <a:lnTo>
                  <a:pt x="2004514" y="306352"/>
                </a:lnTo>
                <a:lnTo>
                  <a:pt x="2006704" y="287399"/>
                </a:lnTo>
                <a:lnTo>
                  <a:pt x="2007434" y="289506"/>
                </a:lnTo>
                <a:lnTo>
                  <a:pt x="2008894" y="344753"/>
                </a:lnTo>
                <a:lnTo>
                  <a:pt x="2010354" y="325876"/>
                </a:lnTo>
                <a:lnTo>
                  <a:pt x="2011084" y="329440"/>
                </a:lnTo>
                <a:lnTo>
                  <a:pt x="2011814" y="299531"/>
                </a:lnTo>
                <a:lnTo>
                  <a:pt x="2013274" y="300882"/>
                </a:lnTo>
                <a:lnTo>
                  <a:pt x="2014734" y="337527"/>
                </a:lnTo>
                <a:lnTo>
                  <a:pt x="2015464" y="316285"/>
                </a:lnTo>
                <a:lnTo>
                  <a:pt x="2016194" y="299849"/>
                </a:lnTo>
                <a:lnTo>
                  <a:pt x="2016924" y="349389"/>
                </a:lnTo>
                <a:lnTo>
                  <a:pt x="2018384" y="326659"/>
                </a:lnTo>
                <a:lnTo>
                  <a:pt x="2021303" y="277500"/>
                </a:lnTo>
                <a:lnTo>
                  <a:pt x="2024953" y="308715"/>
                </a:lnTo>
                <a:lnTo>
                  <a:pt x="2026413" y="326365"/>
                </a:lnTo>
                <a:lnTo>
                  <a:pt x="2027143" y="311161"/>
                </a:lnTo>
                <a:lnTo>
                  <a:pt x="2028603" y="331014"/>
                </a:lnTo>
                <a:lnTo>
                  <a:pt x="2030793" y="270150"/>
                </a:lnTo>
                <a:lnTo>
                  <a:pt x="2032253" y="306286"/>
                </a:lnTo>
                <a:lnTo>
                  <a:pt x="2032983" y="304228"/>
                </a:lnTo>
                <a:lnTo>
                  <a:pt x="2035173" y="256922"/>
                </a:lnTo>
                <a:lnTo>
                  <a:pt x="2034443" y="304770"/>
                </a:lnTo>
                <a:lnTo>
                  <a:pt x="2035903" y="267370"/>
                </a:lnTo>
                <a:lnTo>
                  <a:pt x="2036633" y="301363"/>
                </a:lnTo>
                <a:lnTo>
                  <a:pt x="2037363" y="263201"/>
                </a:lnTo>
                <a:lnTo>
                  <a:pt x="2038093" y="271021"/>
                </a:lnTo>
                <a:lnTo>
                  <a:pt x="2041013" y="288997"/>
                </a:lnTo>
                <a:lnTo>
                  <a:pt x="2041743" y="276724"/>
                </a:lnTo>
                <a:lnTo>
                  <a:pt x="2043933" y="310173"/>
                </a:lnTo>
                <a:lnTo>
                  <a:pt x="2044663" y="281091"/>
                </a:lnTo>
              </a:path>
            </a:pathLst>
          </a:custGeom>
          <a:noFill/>
          <a:ln w="2013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Editable path 180"/>
          <p:cNvSpPr/>
          <p:nvPr/>
        </p:nvSpPr>
        <p:spPr>
          <a:xfrm>
            <a:off x="9862223" y="2579593"/>
            <a:ext cx="2044663" cy="536339"/>
          </a:xfrm>
          <a:custGeom>
            <a:avLst/>
            <a:gdLst/>
            <a:ahLst/>
            <a:cxnLst/>
            <a:rect l="l" t="t" r="r" b="b"/>
            <a:pathLst>
              <a:path w="2044663" h="536339">
                <a:moveTo>
                  <a:pt x="0" y="239771"/>
                </a:moveTo>
                <a:lnTo>
                  <a:pt x="21900" y="231885"/>
                </a:lnTo>
                <a:lnTo>
                  <a:pt x="22630" y="229283"/>
                </a:lnTo>
                <a:lnTo>
                  <a:pt x="24820" y="230623"/>
                </a:lnTo>
                <a:lnTo>
                  <a:pt x="25550" y="231595"/>
                </a:lnTo>
                <a:lnTo>
                  <a:pt x="26280" y="230910"/>
                </a:lnTo>
                <a:lnTo>
                  <a:pt x="29930" y="228211"/>
                </a:lnTo>
                <a:lnTo>
                  <a:pt x="32850" y="228613"/>
                </a:lnTo>
                <a:lnTo>
                  <a:pt x="36499" y="220479"/>
                </a:lnTo>
                <a:lnTo>
                  <a:pt x="37229" y="227058"/>
                </a:lnTo>
                <a:lnTo>
                  <a:pt x="38689" y="223883"/>
                </a:lnTo>
                <a:lnTo>
                  <a:pt x="40149" y="223035"/>
                </a:lnTo>
                <a:lnTo>
                  <a:pt x="42339" y="226935"/>
                </a:lnTo>
                <a:lnTo>
                  <a:pt x="43069" y="226209"/>
                </a:lnTo>
                <a:lnTo>
                  <a:pt x="43799" y="222822"/>
                </a:lnTo>
                <a:lnTo>
                  <a:pt x="45259" y="225341"/>
                </a:lnTo>
                <a:lnTo>
                  <a:pt x="46719" y="225320"/>
                </a:lnTo>
                <a:lnTo>
                  <a:pt x="50369" y="221546"/>
                </a:lnTo>
                <a:lnTo>
                  <a:pt x="54019" y="222976"/>
                </a:lnTo>
                <a:lnTo>
                  <a:pt x="58399" y="219248"/>
                </a:lnTo>
                <a:lnTo>
                  <a:pt x="60589" y="213469"/>
                </a:lnTo>
                <a:lnTo>
                  <a:pt x="61319" y="217584"/>
                </a:lnTo>
                <a:lnTo>
                  <a:pt x="63508" y="219492"/>
                </a:lnTo>
                <a:lnTo>
                  <a:pt x="64238" y="213809"/>
                </a:lnTo>
                <a:lnTo>
                  <a:pt x="66428" y="216454"/>
                </a:lnTo>
                <a:lnTo>
                  <a:pt x="68618" y="211808"/>
                </a:lnTo>
                <a:lnTo>
                  <a:pt x="69348" y="214715"/>
                </a:lnTo>
                <a:lnTo>
                  <a:pt x="70078" y="214464"/>
                </a:lnTo>
                <a:lnTo>
                  <a:pt x="70808" y="217096"/>
                </a:lnTo>
                <a:lnTo>
                  <a:pt x="72268" y="213220"/>
                </a:lnTo>
                <a:lnTo>
                  <a:pt x="72998" y="215194"/>
                </a:lnTo>
                <a:lnTo>
                  <a:pt x="74458" y="210807"/>
                </a:lnTo>
                <a:lnTo>
                  <a:pt x="75188" y="213626"/>
                </a:lnTo>
                <a:lnTo>
                  <a:pt x="75918" y="215822"/>
                </a:lnTo>
                <a:lnTo>
                  <a:pt x="76648" y="213193"/>
                </a:lnTo>
                <a:lnTo>
                  <a:pt x="78108" y="209507"/>
                </a:lnTo>
                <a:lnTo>
                  <a:pt x="78838" y="213774"/>
                </a:lnTo>
                <a:lnTo>
                  <a:pt x="82488" y="207605"/>
                </a:lnTo>
                <a:lnTo>
                  <a:pt x="83218" y="208167"/>
                </a:lnTo>
                <a:lnTo>
                  <a:pt x="86138" y="211485"/>
                </a:lnTo>
                <a:lnTo>
                  <a:pt x="88328" y="207215"/>
                </a:lnTo>
                <a:lnTo>
                  <a:pt x="89058" y="209571"/>
                </a:lnTo>
                <a:lnTo>
                  <a:pt x="90518" y="212986"/>
                </a:lnTo>
                <a:lnTo>
                  <a:pt x="91247" y="212095"/>
                </a:lnTo>
                <a:lnTo>
                  <a:pt x="94167" y="203426"/>
                </a:lnTo>
                <a:lnTo>
                  <a:pt x="94897" y="209610"/>
                </a:lnTo>
                <a:lnTo>
                  <a:pt x="96357" y="204924"/>
                </a:lnTo>
                <a:lnTo>
                  <a:pt x="97087" y="205667"/>
                </a:lnTo>
                <a:lnTo>
                  <a:pt x="98547" y="205484"/>
                </a:lnTo>
                <a:lnTo>
                  <a:pt x="100007" y="211536"/>
                </a:lnTo>
                <a:lnTo>
                  <a:pt x="102927" y="208052"/>
                </a:lnTo>
                <a:lnTo>
                  <a:pt x="105847" y="212652"/>
                </a:lnTo>
                <a:lnTo>
                  <a:pt x="108767" y="205054"/>
                </a:lnTo>
                <a:lnTo>
                  <a:pt x="109497" y="206877"/>
                </a:lnTo>
                <a:lnTo>
                  <a:pt x="110957" y="209134"/>
                </a:lnTo>
                <a:lnTo>
                  <a:pt x="112417" y="209828"/>
                </a:lnTo>
                <a:lnTo>
                  <a:pt x="113147" y="209160"/>
                </a:lnTo>
                <a:lnTo>
                  <a:pt x="118257" y="205385"/>
                </a:lnTo>
                <a:lnTo>
                  <a:pt x="119716" y="208480"/>
                </a:lnTo>
                <a:lnTo>
                  <a:pt x="120446" y="205963"/>
                </a:lnTo>
                <a:lnTo>
                  <a:pt x="123366" y="205448"/>
                </a:lnTo>
                <a:lnTo>
                  <a:pt x="124096" y="205531"/>
                </a:lnTo>
                <a:lnTo>
                  <a:pt x="125556" y="210014"/>
                </a:lnTo>
                <a:lnTo>
                  <a:pt x="126286" y="206038"/>
                </a:lnTo>
                <a:lnTo>
                  <a:pt x="134316" y="200409"/>
                </a:lnTo>
                <a:lnTo>
                  <a:pt x="135046" y="203137"/>
                </a:lnTo>
                <a:lnTo>
                  <a:pt x="136506" y="202125"/>
                </a:lnTo>
                <a:lnTo>
                  <a:pt x="139426" y="200365"/>
                </a:lnTo>
                <a:lnTo>
                  <a:pt x="140156" y="201416"/>
                </a:lnTo>
                <a:lnTo>
                  <a:pt x="140886" y="200734"/>
                </a:lnTo>
                <a:lnTo>
                  <a:pt x="141616" y="201678"/>
                </a:lnTo>
                <a:lnTo>
                  <a:pt x="144536" y="204503"/>
                </a:lnTo>
                <a:lnTo>
                  <a:pt x="147456" y="197558"/>
                </a:lnTo>
                <a:lnTo>
                  <a:pt x="151835" y="201282"/>
                </a:lnTo>
                <a:lnTo>
                  <a:pt x="154025" y="200135"/>
                </a:lnTo>
                <a:lnTo>
                  <a:pt x="154755" y="202060"/>
                </a:lnTo>
                <a:lnTo>
                  <a:pt x="156215" y="199378"/>
                </a:lnTo>
                <a:lnTo>
                  <a:pt x="158405" y="201078"/>
                </a:lnTo>
                <a:lnTo>
                  <a:pt x="159135" y="199961"/>
                </a:lnTo>
                <a:lnTo>
                  <a:pt x="162055" y="198669"/>
                </a:lnTo>
                <a:lnTo>
                  <a:pt x="162785" y="198872"/>
                </a:lnTo>
                <a:lnTo>
                  <a:pt x="165705" y="195297"/>
                </a:lnTo>
                <a:lnTo>
                  <a:pt x="170085" y="198324"/>
                </a:lnTo>
                <a:lnTo>
                  <a:pt x="173735" y="198707"/>
                </a:lnTo>
                <a:lnTo>
                  <a:pt x="175925" y="196328"/>
                </a:lnTo>
                <a:lnTo>
                  <a:pt x="179574" y="195148"/>
                </a:lnTo>
                <a:lnTo>
                  <a:pt x="189794" y="193646"/>
                </a:lnTo>
                <a:lnTo>
                  <a:pt x="191254" y="189202"/>
                </a:lnTo>
                <a:lnTo>
                  <a:pt x="192714" y="191220"/>
                </a:lnTo>
                <a:lnTo>
                  <a:pt x="194904" y="193580"/>
                </a:lnTo>
                <a:lnTo>
                  <a:pt x="197094" y="191851"/>
                </a:lnTo>
                <a:lnTo>
                  <a:pt x="197824" y="192527"/>
                </a:lnTo>
                <a:lnTo>
                  <a:pt x="202204" y="190105"/>
                </a:lnTo>
                <a:lnTo>
                  <a:pt x="204394" y="192633"/>
                </a:lnTo>
                <a:lnTo>
                  <a:pt x="205124" y="190177"/>
                </a:lnTo>
                <a:lnTo>
                  <a:pt x="208773" y="189599"/>
                </a:lnTo>
                <a:lnTo>
                  <a:pt x="210963" y="190915"/>
                </a:lnTo>
                <a:lnTo>
                  <a:pt x="211693" y="190266"/>
                </a:lnTo>
                <a:lnTo>
                  <a:pt x="229943" y="185119"/>
                </a:lnTo>
                <a:lnTo>
                  <a:pt x="230673" y="184409"/>
                </a:lnTo>
                <a:lnTo>
                  <a:pt x="231403" y="185390"/>
                </a:lnTo>
                <a:lnTo>
                  <a:pt x="232863" y="188530"/>
                </a:lnTo>
                <a:lnTo>
                  <a:pt x="234323" y="186720"/>
                </a:lnTo>
                <a:lnTo>
                  <a:pt x="237972" y="184881"/>
                </a:lnTo>
                <a:lnTo>
                  <a:pt x="240162" y="184129"/>
                </a:lnTo>
                <a:lnTo>
                  <a:pt x="240892" y="184987"/>
                </a:lnTo>
                <a:lnTo>
                  <a:pt x="242352" y="185485"/>
                </a:lnTo>
                <a:lnTo>
                  <a:pt x="243082" y="189322"/>
                </a:lnTo>
                <a:lnTo>
                  <a:pt x="244542" y="187749"/>
                </a:lnTo>
                <a:lnTo>
                  <a:pt x="245272" y="184827"/>
                </a:lnTo>
                <a:lnTo>
                  <a:pt x="246732" y="188530"/>
                </a:lnTo>
                <a:lnTo>
                  <a:pt x="248192" y="184449"/>
                </a:lnTo>
                <a:lnTo>
                  <a:pt x="249652" y="188225"/>
                </a:lnTo>
                <a:lnTo>
                  <a:pt x="254032" y="185601"/>
                </a:lnTo>
                <a:lnTo>
                  <a:pt x="257682" y="181590"/>
                </a:lnTo>
                <a:lnTo>
                  <a:pt x="259142" y="185334"/>
                </a:lnTo>
                <a:lnTo>
                  <a:pt x="259872" y="185296"/>
                </a:lnTo>
                <a:lnTo>
                  <a:pt x="260602" y="181391"/>
                </a:lnTo>
                <a:lnTo>
                  <a:pt x="262792" y="182568"/>
                </a:lnTo>
                <a:lnTo>
                  <a:pt x="265711" y="184932"/>
                </a:lnTo>
                <a:lnTo>
                  <a:pt x="267901" y="178560"/>
                </a:lnTo>
                <a:lnTo>
                  <a:pt x="269361" y="179712"/>
                </a:lnTo>
                <a:lnTo>
                  <a:pt x="270821" y="178016"/>
                </a:lnTo>
                <a:lnTo>
                  <a:pt x="271551" y="179776"/>
                </a:lnTo>
                <a:lnTo>
                  <a:pt x="274471" y="178692"/>
                </a:lnTo>
                <a:lnTo>
                  <a:pt x="291261" y="175094"/>
                </a:lnTo>
                <a:lnTo>
                  <a:pt x="294910" y="177482"/>
                </a:lnTo>
                <a:lnTo>
                  <a:pt x="307320" y="177883"/>
                </a:lnTo>
                <a:lnTo>
                  <a:pt x="308780" y="178605"/>
                </a:lnTo>
                <a:lnTo>
                  <a:pt x="309510" y="177363"/>
                </a:lnTo>
                <a:lnTo>
                  <a:pt x="311700" y="174585"/>
                </a:lnTo>
                <a:lnTo>
                  <a:pt x="312430" y="175084"/>
                </a:lnTo>
                <a:lnTo>
                  <a:pt x="313890" y="178898"/>
                </a:lnTo>
                <a:lnTo>
                  <a:pt x="315350" y="177210"/>
                </a:lnTo>
                <a:lnTo>
                  <a:pt x="317540" y="174216"/>
                </a:lnTo>
                <a:lnTo>
                  <a:pt x="318270" y="176852"/>
                </a:lnTo>
                <a:lnTo>
                  <a:pt x="319730" y="178529"/>
                </a:lnTo>
                <a:lnTo>
                  <a:pt x="320460" y="176614"/>
                </a:lnTo>
                <a:lnTo>
                  <a:pt x="322649" y="174339"/>
                </a:lnTo>
                <a:lnTo>
                  <a:pt x="323379" y="175732"/>
                </a:lnTo>
                <a:lnTo>
                  <a:pt x="326299" y="179895"/>
                </a:lnTo>
                <a:lnTo>
                  <a:pt x="328489" y="173951"/>
                </a:lnTo>
                <a:lnTo>
                  <a:pt x="329219" y="175287"/>
                </a:lnTo>
                <a:lnTo>
                  <a:pt x="334329" y="177598"/>
                </a:lnTo>
                <a:lnTo>
                  <a:pt x="335789" y="175215"/>
                </a:lnTo>
                <a:lnTo>
                  <a:pt x="336519" y="175745"/>
                </a:lnTo>
                <a:lnTo>
                  <a:pt x="337979" y="178029"/>
                </a:lnTo>
                <a:lnTo>
                  <a:pt x="339439" y="176202"/>
                </a:lnTo>
                <a:lnTo>
                  <a:pt x="342359" y="177714"/>
                </a:lnTo>
                <a:lnTo>
                  <a:pt x="343089" y="177209"/>
                </a:lnTo>
                <a:lnTo>
                  <a:pt x="358418" y="177497"/>
                </a:lnTo>
                <a:lnTo>
                  <a:pt x="359878" y="180256"/>
                </a:lnTo>
                <a:lnTo>
                  <a:pt x="361338" y="178781"/>
                </a:lnTo>
                <a:lnTo>
                  <a:pt x="362798" y="179998"/>
                </a:lnTo>
                <a:lnTo>
                  <a:pt x="363528" y="179287"/>
                </a:lnTo>
                <a:lnTo>
                  <a:pt x="369368" y="177211"/>
                </a:lnTo>
                <a:lnTo>
                  <a:pt x="373748" y="179779"/>
                </a:lnTo>
                <a:lnTo>
                  <a:pt x="377398" y="178280"/>
                </a:lnTo>
                <a:lnTo>
                  <a:pt x="380317" y="182652"/>
                </a:lnTo>
                <a:lnTo>
                  <a:pt x="381047" y="182305"/>
                </a:lnTo>
                <a:lnTo>
                  <a:pt x="389807" y="183803"/>
                </a:lnTo>
                <a:lnTo>
                  <a:pt x="391997" y="184208"/>
                </a:lnTo>
                <a:lnTo>
                  <a:pt x="394917" y="183873"/>
                </a:lnTo>
                <a:lnTo>
                  <a:pt x="397837" y="183754"/>
                </a:lnTo>
                <a:lnTo>
                  <a:pt x="398567" y="182247"/>
                </a:lnTo>
                <a:lnTo>
                  <a:pt x="399297" y="185176"/>
                </a:lnTo>
                <a:lnTo>
                  <a:pt x="401487" y="185575"/>
                </a:lnTo>
                <a:lnTo>
                  <a:pt x="402217" y="183947"/>
                </a:lnTo>
                <a:lnTo>
                  <a:pt x="402947" y="181805"/>
                </a:lnTo>
                <a:lnTo>
                  <a:pt x="405137" y="183246"/>
                </a:lnTo>
                <a:lnTo>
                  <a:pt x="407327" y="186184"/>
                </a:lnTo>
                <a:lnTo>
                  <a:pt x="408786" y="181980"/>
                </a:lnTo>
                <a:lnTo>
                  <a:pt x="410246" y="185067"/>
                </a:lnTo>
                <a:lnTo>
                  <a:pt x="410976" y="185737"/>
                </a:lnTo>
                <a:lnTo>
                  <a:pt x="412436" y="184006"/>
                </a:lnTo>
                <a:lnTo>
                  <a:pt x="413896" y="183110"/>
                </a:lnTo>
                <a:lnTo>
                  <a:pt x="416816" y="186213"/>
                </a:lnTo>
                <a:lnTo>
                  <a:pt x="425576" y="188832"/>
                </a:lnTo>
                <a:lnTo>
                  <a:pt x="429956" y="186898"/>
                </a:lnTo>
                <a:lnTo>
                  <a:pt x="434336" y="189928"/>
                </a:lnTo>
                <a:lnTo>
                  <a:pt x="435066" y="187522"/>
                </a:lnTo>
                <a:lnTo>
                  <a:pt x="437255" y="188623"/>
                </a:lnTo>
                <a:lnTo>
                  <a:pt x="440905" y="187377"/>
                </a:lnTo>
                <a:lnTo>
                  <a:pt x="448205" y="188677"/>
                </a:lnTo>
                <a:lnTo>
                  <a:pt x="450396" y="188229"/>
                </a:lnTo>
                <a:lnTo>
                  <a:pt x="451125" y="190108"/>
                </a:lnTo>
                <a:lnTo>
                  <a:pt x="452586" y="187496"/>
                </a:lnTo>
                <a:lnTo>
                  <a:pt x="454046" y="185894"/>
                </a:lnTo>
                <a:lnTo>
                  <a:pt x="457695" y="192911"/>
                </a:lnTo>
                <a:lnTo>
                  <a:pt x="459885" y="194183"/>
                </a:lnTo>
                <a:lnTo>
                  <a:pt x="462805" y="188393"/>
                </a:lnTo>
                <a:lnTo>
                  <a:pt x="464265" y="189936"/>
                </a:lnTo>
                <a:lnTo>
                  <a:pt x="469375" y="192153"/>
                </a:lnTo>
                <a:lnTo>
                  <a:pt x="478135" y="187532"/>
                </a:lnTo>
                <a:lnTo>
                  <a:pt x="478865" y="189071"/>
                </a:lnTo>
                <a:lnTo>
                  <a:pt x="481785" y="188965"/>
                </a:lnTo>
                <a:lnTo>
                  <a:pt x="482515" y="188107"/>
                </a:lnTo>
                <a:lnTo>
                  <a:pt x="483975" y="190137"/>
                </a:lnTo>
                <a:lnTo>
                  <a:pt x="486894" y="190339"/>
                </a:lnTo>
                <a:lnTo>
                  <a:pt x="500034" y="188172"/>
                </a:lnTo>
                <a:lnTo>
                  <a:pt x="501494" y="188753"/>
                </a:lnTo>
                <a:lnTo>
                  <a:pt x="502954" y="185429"/>
                </a:lnTo>
                <a:lnTo>
                  <a:pt x="504414" y="187675"/>
                </a:lnTo>
                <a:lnTo>
                  <a:pt x="505874" y="189157"/>
                </a:lnTo>
                <a:lnTo>
                  <a:pt x="506604" y="187220"/>
                </a:lnTo>
                <a:lnTo>
                  <a:pt x="509524" y="188367"/>
                </a:lnTo>
                <a:lnTo>
                  <a:pt x="520473" y="187950"/>
                </a:lnTo>
                <a:lnTo>
                  <a:pt x="524123" y="185626"/>
                </a:lnTo>
                <a:lnTo>
                  <a:pt x="527773" y="183828"/>
                </a:lnTo>
                <a:lnTo>
                  <a:pt x="532153" y="186727"/>
                </a:lnTo>
                <a:lnTo>
                  <a:pt x="535073" y="186049"/>
                </a:lnTo>
                <a:lnTo>
                  <a:pt x="538723" y="189176"/>
                </a:lnTo>
                <a:lnTo>
                  <a:pt x="543103" y="188505"/>
                </a:lnTo>
                <a:lnTo>
                  <a:pt x="548942" y="189218"/>
                </a:lnTo>
                <a:lnTo>
                  <a:pt x="553322" y="190258"/>
                </a:lnTo>
                <a:lnTo>
                  <a:pt x="556972" y="192775"/>
                </a:lnTo>
                <a:lnTo>
                  <a:pt x="559162" y="192437"/>
                </a:lnTo>
                <a:lnTo>
                  <a:pt x="562082" y="194228"/>
                </a:lnTo>
                <a:lnTo>
                  <a:pt x="565002" y="194251"/>
                </a:lnTo>
                <a:lnTo>
                  <a:pt x="567922" y="197715"/>
                </a:lnTo>
                <a:lnTo>
                  <a:pt x="571572" y="196217"/>
                </a:lnTo>
                <a:lnTo>
                  <a:pt x="575951" y="197523"/>
                </a:lnTo>
                <a:lnTo>
                  <a:pt x="578871" y="199592"/>
                </a:lnTo>
                <a:lnTo>
                  <a:pt x="582521" y="196983"/>
                </a:lnTo>
                <a:lnTo>
                  <a:pt x="610990" y="203323"/>
                </a:lnTo>
                <a:lnTo>
                  <a:pt x="614640" y="202504"/>
                </a:lnTo>
                <a:lnTo>
                  <a:pt x="621210" y="202074"/>
                </a:lnTo>
                <a:lnTo>
                  <a:pt x="621940" y="203197"/>
                </a:lnTo>
                <a:lnTo>
                  <a:pt x="623400" y="201007"/>
                </a:lnTo>
                <a:lnTo>
                  <a:pt x="626320" y="196239"/>
                </a:lnTo>
                <a:lnTo>
                  <a:pt x="627050" y="197844"/>
                </a:lnTo>
                <a:lnTo>
                  <a:pt x="629970" y="195271"/>
                </a:lnTo>
                <a:lnTo>
                  <a:pt x="633619" y="191604"/>
                </a:lnTo>
                <a:lnTo>
                  <a:pt x="637999" y="188860"/>
                </a:lnTo>
                <a:lnTo>
                  <a:pt x="651139" y="183629"/>
                </a:lnTo>
                <a:lnTo>
                  <a:pt x="651869" y="184413"/>
                </a:lnTo>
                <a:lnTo>
                  <a:pt x="653329" y="182867"/>
                </a:lnTo>
                <a:lnTo>
                  <a:pt x="658439" y="180282"/>
                </a:lnTo>
                <a:lnTo>
                  <a:pt x="659169" y="182173"/>
                </a:lnTo>
                <a:lnTo>
                  <a:pt x="661358" y="183763"/>
                </a:lnTo>
                <a:lnTo>
                  <a:pt x="662088" y="182933"/>
                </a:lnTo>
                <a:lnTo>
                  <a:pt x="665738" y="180646"/>
                </a:lnTo>
                <a:lnTo>
                  <a:pt x="669388" y="180999"/>
                </a:lnTo>
                <a:lnTo>
                  <a:pt x="676688" y="180322"/>
                </a:lnTo>
                <a:lnTo>
                  <a:pt x="692747" y="181317"/>
                </a:lnTo>
                <a:lnTo>
                  <a:pt x="694937" y="178804"/>
                </a:lnTo>
                <a:lnTo>
                  <a:pt x="704427" y="171545"/>
                </a:lnTo>
                <a:lnTo>
                  <a:pt x="705157" y="172808"/>
                </a:lnTo>
                <a:lnTo>
                  <a:pt x="722676" y="193285"/>
                </a:lnTo>
                <a:lnTo>
                  <a:pt x="729246" y="191966"/>
                </a:lnTo>
                <a:lnTo>
                  <a:pt x="732896" y="195809"/>
                </a:lnTo>
                <a:lnTo>
                  <a:pt x="740926" y="198415"/>
                </a:lnTo>
                <a:lnTo>
                  <a:pt x="746765" y="204777"/>
                </a:lnTo>
                <a:lnTo>
                  <a:pt x="750415" y="203946"/>
                </a:lnTo>
                <a:lnTo>
                  <a:pt x="758445" y="207887"/>
                </a:lnTo>
                <a:lnTo>
                  <a:pt x="762095" y="212729"/>
                </a:lnTo>
                <a:lnTo>
                  <a:pt x="765015" y="211849"/>
                </a:lnTo>
                <a:lnTo>
                  <a:pt x="769395" y="214200"/>
                </a:lnTo>
                <a:lnTo>
                  <a:pt x="770125" y="212618"/>
                </a:lnTo>
                <a:lnTo>
                  <a:pt x="770855" y="210578"/>
                </a:lnTo>
                <a:lnTo>
                  <a:pt x="771585" y="212012"/>
                </a:lnTo>
                <a:lnTo>
                  <a:pt x="772315" y="216163"/>
                </a:lnTo>
                <a:lnTo>
                  <a:pt x="773775" y="211904"/>
                </a:lnTo>
                <a:lnTo>
                  <a:pt x="774505" y="211505"/>
                </a:lnTo>
                <a:lnTo>
                  <a:pt x="775964" y="216264"/>
                </a:lnTo>
                <a:lnTo>
                  <a:pt x="777424" y="212999"/>
                </a:lnTo>
                <a:lnTo>
                  <a:pt x="780344" y="212569"/>
                </a:lnTo>
                <a:lnTo>
                  <a:pt x="781074" y="214209"/>
                </a:lnTo>
                <a:lnTo>
                  <a:pt x="783264" y="213193"/>
                </a:lnTo>
                <a:lnTo>
                  <a:pt x="786914" y="214393"/>
                </a:lnTo>
                <a:lnTo>
                  <a:pt x="787644" y="216549"/>
                </a:lnTo>
                <a:lnTo>
                  <a:pt x="789104" y="214702"/>
                </a:lnTo>
                <a:lnTo>
                  <a:pt x="790564" y="216132"/>
                </a:lnTo>
                <a:lnTo>
                  <a:pt x="793484" y="220071"/>
                </a:lnTo>
                <a:lnTo>
                  <a:pt x="800784" y="225782"/>
                </a:lnTo>
                <a:lnTo>
                  <a:pt x="802244" y="234239"/>
                </a:lnTo>
                <a:lnTo>
                  <a:pt x="803703" y="229881"/>
                </a:lnTo>
                <a:lnTo>
                  <a:pt x="804433" y="228624"/>
                </a:lnTo>
                <a:lnTo>
                  <a:pt x="805163" y="230114"/>
                </a:lnTo>
                <a:lnTo>
                  <a:pt x="807353" y="236824"/>
                </a:lnTo>
                <a:lnTo>
                  <a:pt x="808083" y="236065"/>
                </a:lnTo>
                <a:lnTo>
                  <a:pt x="808813" y="235077"/>
                </a:lnTo>
                <a:lnTo>
                  <a:pt x="810273" y="240185"/>
                </a:lnTo>
                <a:lnTo>
                  <a:pt x="811733" y="239081"/>
                </a:lnTo>
                <a:lnTo>
                  <a:pt x="814653" y="238312"/>
                </a:lnTo>
                <a:lnTo>
                  <a:pt x="816113" y="240416"/>
                </a:lnTo>
                <a:lnTo>
                  <a:pt x="817573" y="239711"/>
                </a:lnTo>
                <a:lnTo>
                  <a:pt x="818303" y="238015"/>
                </a:lnTo>
                <a:lnTo>
                  <a:pt x="819763" y="240690"/>
                </a:lnTo>
                <a:lnTo>
                  <a:pt x="824143" y="247650"/>
                </a:lnTo>
                <a:lnTo>
                  <a:pt x="827793" y="248913"/>
                </a:lnTo>
                <a:lnTo>
                  <a:pt x="829253" y="246508"/>
                </a:lnTo>
                <a:lnTo>
                  <a:pt x="830713" y="247952"/>
                </a:lnTo>
                <a:lnTo>
                  <a:pt x="832173" y="247004"/>
                </a:lnTo>
                <a:lnTo>
                  <a:pt x="835822" y="251221"/>
                </a:lnTo>
                <a:lnTo>
                  <a:pt x="840202" y="251779"/>
                </a:lnTo>
                <a:lnTo>
                  <a:pt x="853342" y="257505"/>
                </a:lnTo>
                <a:lnTo>
                  <a:pt x="857722" y="258636"/>
                </a:lnTo>
                <a:lnTo>
                  <a:pt x="862831" y="260768"/>
                </a:lnTo>
                <a:lnTo>
                  <a:pt x="867211" y="259887"/>
                </a:lnTo>
                <a:lnTo>
                  <a:pt x="881082" y="264293"/>
                </a:lnTo>
                <a:lnTo>
                  <a:pt x="881811" y="266801"/>
                </a:lnTo>
                <a:lnTo>
                  <a:pt x="882541" y="263788"/>
                </a:lnTo>
                <a:lnTo>
                  <a:pt x="883271" y="265737"/>
                </a:lnTo>
                <a:lnTo>
                  <a:pt x="884731" y="262478"/>
                </a:lnTo>
                <a:lnTo>
                  <a:pt x="886191" y="264277"/>
                </a:lnTo>
                <a:lnTo>
                  <a:pt x="888381" y="265050"/>
                </a:lnTo>
                <a:lnTo>
                  <a:pt x="889111" y="261873"/>
                </a:lnTo>
                <a:lnTo>
                  <a:pt x="891301" y="262914"/>
                </a:lnTo>
                <a:lnTo>
                  <a:pt x="919770" y="260673"/>
                </a:lnTo>
                <a:lnTo>
                  <a:pt x="929990" y="253953"/>
                </a:lnTo>
                <a:lnTo>
                  <a:pt x="932910" y="253937"/>
                </a:lnTo>
                <a:lnTo>
                  <a:pt x="940939" y="254207"/>
                </a:lnTo>
                <a:lnTo>
                  <a:pt x="946779" y="256505"/>
                </a:lnTo>
                <a:lnTo>
                  <a:pt x="951889" y="254800"/>
                </a:lnTo>
                <a:lnTo>
                  <a:pt x="956269" y="252128"/>
                </a:lnTo>
                <a:lnTo>
                  <a:pt x="960649" y="249097"/>
                </a:lnTo>
                <a:lnTo>
                  <a:pt x="968678" y="241789"/>
                </a:lnTo>
                <a:lnTo>
                  <a:pt x="989848" y="214694"/>
                </a:lnTo>
                <a:lnTo>
                  <a:pt x="993498" y="209870"/>
                </a:lnTo>
                <a:lnTo>
                  <a:pt x="1008097" y="192433"/>
                </a:lnTo>
                <a:lnTo>
                  <a:pt x="1013937" y="182584"/>
                </a:lnTo>
                <a:lnTo>
                  <a:pt x="1024157" y="163536"/>
                </a:lnTo>
                <a:lnTo>
                  <a:pt x="1029266" y="155725"/>
                </a:lnTo>
                <a:lnTo>
                  <a:pt x="1030726" y="157523"/>
                </a:lnTo>
                <a:lnTo>
                  <a:pt x="1033646" y="158992"/>
                </a:lnTo>
                <a:lnTo>
                  <a:pt x="1034376" y="155208"/>
                </a:lnTo>
                <a:lnTo>
                  <a:pt x="1035836" y="158465"/>
                </a:lnTo>
                <a:lnTo>
                  <a:pt x="1040946" y="157770"/>
                </a:lnTo>
                <a:lnTo>
                  <a:pt x="1043136" y="157804"/>
                </a:lnTo>
                <a:lnTo>
                  <a:pt x="1043866" y="157082"/>
                </a:lnTo>
                <a:lnTo>
                  <a:pt x="1048246" y="150849"/>
                </a:lnTo>
                <a:lnTo>
                  <a:pt x="1051166" y="156868"/>
                </a:lnTo>
                <a:lnTo>
                  <a:pt x="1052626" y="156933"/>
                </a:lnTo>
                <a:lnTo>
                  <a:pt x="1056275" y="160791"/>
                </a:lnTo>
                <a:lnTo>
                  <a:pt x="1063575" y="171117"/>
                </a:lnTo>
                <a:lnTo>
                  <a:pt x="1064305" y="170479"/>
                </a:lnTo>
                <a:lnTo>
                  <a:pt x="1067955" y="179142"/>
                </a:lnTo>
                <a:lnTo>
                  <a:pt x="1068685" y="180340"/>
                </a:lnTo>
                <a:lnTo>
                  <a:pt x="1069415" y="178422"/>
                </a:lnTo>
                <a:lnTo>
                  <a:pt x="1070145" y="177558"/>
                </a:lnTo>
                <a:lnTo>
                  <a:pt x="1070875" y="180684"/>
                </a:lnTo>
                <a:lnTo>
                  <a:pt x="1071605" y="180197"/>
                </a:lnTo>
                <a:lnTo>
                  <a:pt x="1075255" y="188411"/>
                </a:lnTo>
                <a:lnTo>
                  <a:pt x="1076715" y="188571"/>
                </a:lnTo>
                <a:lnTo>
                  <a:pt x="1081825" y="203536"/>
                </a:lnTo>
                <a:lnTo>
                  <a:pt x="1082555" y="200215"/>
                </a:lnTo>
                <a:lnTo>
                  <a:pt x="1083285" y="202767"/>
                </a:lnTo>
                <a:lnTo>
                  <a:pt x="1089854" y="226404"/>
                </a:lnTo>
                <a:lnTo>
                  <a:pt x="1090584" y="225744"/>
                </a:lnTo>
                <a:lnTo>
                  <a:pt x="1094234" y="233181"/>
                </a:lnTo>
                <a:lnTo>
                  <a:pt x="1096424" y="236790"/>
                </a:lnTo>
                <a:lnTo>
                  <a:pt x="1097154" y="234769"/>
                </a:lnTo>
                <a:lnTo>
                  <a:pt x="1105184" y="250481"/>
                </a:lnTo>
                <a:lnTo>
                  <a:pt x="1108834" y="244717"/>
                </a:lnTo>
                <a:lnTo>
                  <a:pt x="1110294" y="251852"/>
                </a:lnTo>
                <a:lnTo>
                  <a:pt x="1111754" y="250397"/>
                </a:lnTo>
                <a:lnTo>
                  <a:pt x="1113213" y="257100"/>
                </a:lnTo>
                <a:lnTo>
                  <a:pt x="1115403" y="254276"/>
                </a:lnTo>
                <a:lnTo>
                  <a:pt x="1116863" y="249007"/>
                </a:lnTo>
                <a:lnTo>
                  <a:pt x="1117593" y="255013"/>
                </a:lnTo>
                <a:lnTo>
                  <a:pt x="1118323" y="250864"/>
                </a:lnTo>
                <a:lnTo>
                  <a:pt x="1120513" y="260354"/>
                </a:lnTo>
                <a:lnTo>
                  <a:pt x="1121243" y="259791"/>
                </a:lnTo>
                <a:lnTo>
                  <a:pt x="1121973" y="260306"/>
                </a:lnTo>
                <a:lnTo>
                  <a:pt x="1124163" y="258683"/>
                </a:lnTo>
                <a:lnTo>
                  <a:pt x="1124893" y="266651"/>
                </a:lnTo>
                <a:lnTo>
                  <a:pt x="1125623" y="260715"/>
                </a:lnTo>
                <a:lnTo>
                  <a:pt x="1127083" y="265243"/>
                </a:lnTo>
                <a:lnTo>
                  <a:pt x="1131463" y="274310"/>
                </a:lnTo>
                <a:lnTo>
                  <a:pt x="1132193" y="270300"/>
                </a:lnTo>
                <a:lnTo>
                  <a:pt x="1132923" y="270747"/>
                </a:lnTo>
                <a:lnTo>
                  <a:pt x="1134383" y="282049"/>
                </a:lnTo>
                <a:lnTo>
                  <a:pt x="1135843" y="276973"/>
                </a:lnTo>
                <a:lnTo>
                  <a:pt x="1139493" y="287526"/>
                </a:lnTo>
                <a:lnTo>
                  <a:pt x="1138033" y="275783"/>
                </a:lnTo>
                <a:lnTo>
                  <a:pt x="1140223" y="285822"/>
                </a:lnTo>
                <a:lnTo>
                  <a:pt x="1140953" y="283558"/>
                </a:lnTo>
                <a:lnTo>
                  <a:pt x="1141682" y="287434"/>
                </a:lnTo>
                <a:lnTo>
                  <a:pt x="1143142" y="291667"/>
                </a:lnTo>
                <a:lnTo>
                  <a:pt x="1143872" y="282971"/>
                </a:lnTo>
                <a:lnTo>
                  <a:pt x="1144602" y="293315"/>
                </a:lnTo>
                <a:lnTo>
                  <a:pt x="1146062" y="287792"/>
                </a:lnTo>
                <a:lnTo>
                  <a:pt x="1148982" y="283719"/>
                </a:lnTo>
                <a:lnTo>
                  <a:pt x="1149712" y="284664"/>
                </a:lnTo>
                <a:lnTo>
                  <a:pt x="1150442" y="286435"/>
                </a:lnTo>
                <a:lnTo>
                  <a:pt x="1151172" y="281077"/>
                </a:lnTo>
                <a:lnTo>
                  <a:pt x="1151902" y="286637"/>
                </a:lnTo>
                <a:lnTo>
                  <a:pt x="1152632" y="284470"/>
                </a:lnTo>
                <a:lnTo>
                  <a:pt x="1154822" y="283400"/>
                </a:lnTo>
                <a:lnTo>
                  <a:pt x="1155552" y="289725"/>
                </a:lnTo>
                <a:lnTo>
                  <a:pt x="1157012" y="286738"/>
                </a:lnTo>
                <a:lnTo>
                  <a:pt x="1159202" y="281695"/>
                </a:lnTo>
                <a:lnTo>
                  <a:pt x="1158472" y="288769"/>
                </a:lnTo>
                <a:lnTo>
                  <a:pt x="1159932" y="286208"/>
                </a:lnTo>
                <a:lnTo>
                  <a:pt x="1160662" y="285287"/>
                </a:lnTo>
                <a:lnTo>
                  <a:pt x="1161392" y="278608"/>
                </a:lnTo>
                <a:lnTo>
                  <a:pt x="1163582" y="280869"/>
                </a:lnTo>
                <a:lnTo>
                  <a:pt x="1165042" y="275957"/>
                </a:lnTo>
                <a:lnTo>
                  <a:pt x="1165772" y="282465"/>
                </a:lnTo>
                <a:lnTo>
                  <a:pt x="1166502" y="284317"/>
                </a:lnTo>
                <a:lnTo>
                  <a:pt x="1167232" y="281287"/>
                </a:lnTo>
                <a:lnTo>
                  <a:pt x="1168692" y="272209"/>
                </a:lnTo>
                <a:lnTo>
                  <a:pt x="1169422" y="281575"/>
                </a:lnTo>
                <a:lnTo>
                  <a:pt x="1170152" y="282124"/>
                </a:lnTo>
                <a:lnTo>
                  <a:pt x="1170881" y="272578"/>
                </a:lnTo>
                <a:lnTo>
                  <a:pt x="1171611" y="291950"/>
                </a:lnTo>
                <a:lnTo>
                  <a:pt x="1173071" y="288696"/>
                </a:lnTo>
                <a:lnTo>
                  <a:pt x="1173801" y="294007"/>
                </a:lnTo>
                <a:lnTo>
                  <a:pt x="1174531" y="282903"/>
                </a:lnTo>
                <a:lnTo>
                  <a:pt x="1176721" y="289683"/>
                </a:lnTo>
                <a:lnTo>
                  <a:pt x="1177451" y="289622"/>
                </a:lnTo>
                <a:lnTo>
                  <a:pt x="1178181" y="293338"/>
                </a:lnTo>
                <a:lnTo>
                  <a:pt x="1178911" y="286766"/>
                </a:lnTo>
                <a:lnTo>
                  <a:pt x="1179641" y="291142"/>
                </a:lnTo>
                <a:lnTo>
                  <a:pt x="1181831" y="282726"/>
                </a:lnTo>
                <a:lnTo>
                  <a:pt x="1182561" y="284784"/>
                </a:lnTo>
                <a:lnTo>
                  <a:pt x="1183291" y="290044"/>
                </a:lnTo>
                <a:lnTo>
                  <a:pt x="1184021" y="285183"/>
                </a:lnTo>
                <a:lnTo>
                  <a:pt x="1184751" y="273585"/>
                </a:lnTo>
                <a:lnTo>
                  <a:pt x="1185481" y="291000"/>
                </a:lnTo>
                <a:lnTo>
                  <a:pt x="1186211" y="290789"/>
                </a:lnTo>
                <a:lnTo>
                  <a:pt x="1186941" y="289770"/>
                </a:lnTo>
                <a:lnTo>
                  <a:pt x="1187671" y="293335"/>
                </a:lnTo>
                <a:lnTo>
                  <a:pt x="1189131" y="288258"/>
                </a:lnTo>
                <a:lnTo>
                  <a:pt x="1189861" y="285819"/>
                </a:lnTo>
                <a:lnTo>
                  <a:pt x="1190591" y="288567"/>
                </a:lnTo>
                <a:lnTo>
                  <a:pt x="1194241" y="294806"/>
                </a:lnTo>
                <a:lnTo>
                  <a:pt x="1194971" y="294881"/>
                </a:lnTo>
                <a:lnTo>
                  <a:pt x="1195701" y="286953"/>
                </a:lnTo>
                <a:lnTo>
                  <a:pt x="1197891" y="290156"/>
                </a:lnTo>
                <a:lnTo>
                  <a:pt x="1200080" y="292609"/>
                </a:lnTo>
                <a:lnTo>
                  <a:pt x="1201540" y="286470"/>
                </a:lnTo>
                <a:lnTo>
                  <a:pt x="1202270" y="289786"/>
                </a:lnTo>
                <a:lnTo>
                  <a:pt x="1205920" y="308425"/>
                </a:lnTo>
                <a:lnTo>
                  <a:pt x="1206650" y="305819"/>
                </a:lnTo>
                <a:lnTo>
                  <a:pt x="1207380" y="303812"/>
                </a:lnTo>
                <a:lnTo>
                  <a:pt x="1208110" y="307994"/>
                </a:lnTo>
                <a:lnTo>
                  <a:pt x="1209570" y="305118"/>
                </a:lnTo>
                <a:lnTo>
                  <a:pt x="1210300" y="316551"/>
                </a:lnTo>
                <a:lnTo>
                  <a:pt x="1212490" y="310322"/>
                </a:lnTo>
                <a:lnTo>
                  <a:pt x="1215410" y="313980"/>
                </a:lnTo>
                <a:lnTo>
                  <a:pt x="1216870" y="329252"/>
                </a:lnTo>
                <a:lnTo>
                  <a:pt x="1217600" y="317273"/>
                </a:lnTo>
                <a:lnTo>
                  <a:pt x="1218330" y="315171"/>
                </a:lnTo>
                <a:lnTo>
                  <a:pt x="1219060" y="320950"/>
                </a:lnTo>
                <a:lnTo>
                  <a:pt x="1220520" y="336722"/>
                </a:lnTo>
                <a:lnTo>
                  <a:pt x="1221250" y="325619"/>
                </a:lnTo>
                <a:lnTo>
                  <a:pt x="1221980" y="325561"/>
                </a:lnTo>
                <a:lnTo>
                  <a:pt x="1224170" y="341066"/>
                </a:lnTo>
                <a:lnTo>
                  <a:pt x="1224900" y="337926"/>
                </a:lnTo>
                <a:lnTo>
                  <a:pt x="1225630" y="337457"/>
                </a:lnTo>
                <a:lnTo>
                  <a:pt x="1227090" y="322092"/>
                </a:lnTo>
                <a:lnTo>
                  <a:pt x="1227820" y="339376"/>
                </a:lnTo>
                <a:lnTo>
                  <a:pt x="1231469" y="332362"/>
                </a:lnTo>
                <a:lnTo>
                  <a:pt x="1237309" y="360236"/>
                </a:lnTo>
                <a:lnTo>
                  <a:pt x="1238769" y="352574"/>
                </a:lnTo>
                <a:lnTo>
                  <a:pt x="1239499" y="348584"/>
                </a:lnTo>
                <a:lnTo>
                  <a:pt x="1240229" y="353475"/>
                </a:lnTo>
                <a:lnTo>
                  <a:pt x="1240959" y="355855"/>
                </a:lnTo>
                <a:lnTo>
                  <a:pt x="1241689" y="353426"/>
                </a:lnTo>
                <a:lnTo>
                  <a:pt x="1242419" y="345035"/>
                </a:lnTo>
                <a:lnTo>
                  <a:pt x="1243879" y="350238"/>
                </a:lnTo>
                <a:lnTo>
                  <a:pt x="1247529" y="362195"/>
                </a:lnTo>
                <a:lnTo>
                  <a:pt x="1248259" y="358467"/>
                </a:lnTo>
                <a:lnTo>
                  <a:pt x="1248989" y="362339"/>
                </a:lnTo>
                <a:lnTo>
                  <a:pt x="1251179" y="360271"/>
                </a:lnTo>
                <a:lnTo>
                  <a:pt x="1252639" y="370256"/>
                </a:lnTo>
                <a:lnTo>
                  <a:pt x="1253369" y="362643"/>
                </a:lnTo>
                <a:lnTo>
                  <a:pt x="1254829" y="373904"/>
                </a:lnTo>
                <a:lnTo>
                  <a:pt x="1255559" y="373923"/>
                </a:lnTo>
                <a:lnTo>
                  <a:pt x="1257018" y="370064"/>
                </a:lnTo>
                <a:lnTo>
                  <a:pt x="1258478" y="370876"/>
                </a:lnTo>
                <a:lnTo>
                  <a:pt x="1265048" y="387245"/>
                </a:lnTo>
                <a:lnTo>
                  <a:pt x="1266508" y="388182"/>
                </a:lnTo>
                <a:lnTo>
                  <a:pt x="1267238" y="384262"/>
                </a:lnTo>
                <a:lnTo>
                  <a:pt x="1268698" y="386818"/>
                </a:lnTo>
                <a:lnTo>
                  <a:pt x="1272348" y="407528"/>
                </a:lnTo>
                <a:lnTo>
                  <a:pt x="1273078" y="402676"/>
                </a:lnTo>
                <a:lnTo>
                  <a:pt x="1277458" y="411389"/>
                </a:lnTo>
                <a:lnTo>
                  <a:pt x="1278188" y="408149"/>
                </a:lnTo>
                <a:lnTo>
                  <a:pt x="1278918" y="413405"/>
                </a:lnTo>
                <a:lnTo>
                  <a:pt x="1281838" y="414993"/>
                </a:lnTo>
                <a:lnTo>
                  <a:pt x="1282568" y="412287"/>
                </a:lnTo>
                <a:lnTo>
                  <a:pt x="1284028" y="414270"/>
                </a:lnTo>
                <a:lnTo>
                  <a:pt x="1286217" y="421520"/>
                </a:lnTo>
                <a:lnTo>
                  <a:pt x="1286947" y="417812"/>
                </a:lnTo>
                <a:lnTo>
                  <a:pt x="1287677" y="416850"/>
                </a:lnTo>
                <a:lnTo>
                  <a:pt x="1289867" y="425742"/>
                </a:lnTo>
                <a:lnTo>
                  <a:pt x="1290597" y="424418"/>
                </a:lnTo>
                <a:lnTo>
                  <a:pt x="1293517" y="419478"/>
                </a:lnTo>
                <a:lnTo>
                  <a:pt x="1292057" y="426743"/>
                </a:lnTo>
                <a:lnTo>
                  <a:pt x="1294247" y="422600"/>
                </a:lnTo>
                <a:lnTo>
                  <a:pt x="1299357" y="467641"/>
                </a:lnTo>
                <a:lnTo>
                  <a:pt x="1303007" y="452371"/>
                </a:lnTo>
                <a:lnTo>
                  <a:pt x="1303737" y="458309"/>
                </a:lnTo>
                <a:lnTo>
                  <a:pt x="1305197" y="454257"/>
                </a:lnTo>
                <a:lnTo>
                  <a:pt x="1308117" y="440866"/>
                </a:lnTo>
                <a:lnTo>
                  <a:pt x="1310307" y="465814"/>
                </a:lnTo>
                <a:lnTo>
                  <a:pt x="1311037" y="459849"/>
                </a:lnTo>
                <a:lnTo>
                  <a:pt x="1311767" y="458907"/>
                </a:lnTo>
                <a:lnTo>
                  <a:pt x="1314686" y="481017"/>
                </a:lnTo>
                <a:lnTo>
                  <a:pt x="1315416" y="479625"/>
                </a:lnTo>
                <a:lnTo>
                  <a:pt x="1319067" y="441272"/>
                </a:lnTo>
                <a:lnTo>
                  <a:pt x="1320526" y="443236"/>
                </a:lnTo>
                <a:lnTo>
                  <a:pt x="1321256" y="450494"/>
                </a:lnTo>
                <a:lnTo>
                  <a:pt x="1321987" y="431959"/>
                </a:lnTo>
                <a:lnTo>
                  <a:pt x="1322717" y="443293"/>
                </a:lnTo>
                <a:lnTo>
                  <a:pt x="1323447" y="442120"/>
                </a:lnTo>
                <a:lnTo>
                  <a:pt x="1328557" y="462562"/>
                </a:lnTo>
                <a:lnTo>
                  <a:pt x="1333667" y="451489"/>
                </a:lnTo>
                <a:lnTo>
                  <a:pt x="1334397" y="455237"/>
                </a:lnTo>
                <a:lnTo>
                  <a:pt x="1335127" y="452129"/>
                </a:lnTo>
                <a:lnTo>
                  <a:pt x="1336586" y="454526"/>
                </a:lnTo>
                <a:lnTo>
                  <a:pt x="1338046" y="441555"/>
                </a:lnTo>
                <a:lnTo>
                  <a:pt x="1338776" y="448628"/>
                </a:lnTo>
                <a:lnTo>
                  <a:pt x="1339506" y="440937"/>
                </a:lnTo>
                <a:lnTo>
                  <a:pt x="1340236" y="431001"/>
                </a:lnTo>
                <a:lnTo>
                  <a:pt x="1340966" y="447397"/>
                </a:lnTo>
                <a:lnTo>
                  <a:pt x="1341696" y="437490"/>
                </a:lnTo>
                <a:lnTo>
                  <a:pt x="1342426" y="451132"/>
                </a:lnTo>
                <a:lnTo>
                  <a:pt x="1343886" y="437225"/>
                </a:lnTo>
                <a:lnTo>
                  <a:pt x="1344616" y="441213"/>
                </a:lnTo>
                <a:lnTo>
                  <a:pt x="1345346" y="434033"/>
                </a:lnTo>
                <a:lnTo>
                  <a:pt x="1346076" y="439662"/>
                </a:lnTo>
                <a:lnTo>
                  <a:pt x="1346806" y="437602"/>
                </a:lnTo>
                <a:lnTo>
                  <a:pt x="1347536" y="441482"/>
                </a:lnTo>
                <a:lnTo>
                  <a:pt x="1348996" y="444350"/>
                </a:lnTo>
                <a:lnTo>
                  <a:pt x="1350456" y="449420"/>
                </a:lnTo>
                <a:lnTo>
                  <a:pt x="1351186" y="447775"/>
                </a:lnTo>
                <a:lnTo>
                  <a:pt x="1352646" y="440814"/>
                </a:lnTo>
                <a:lnTo>
                  <a:pt x="1353376" y="449819"/>
                </a:lnTo>
                <a:lnTo>
                  <a:pt x="1354106" y="466222"/>
                </a:lnTo>
                <a:lnTo>
                  <a:pt x="1355566" y="448718"/>
                </a:lnTo>
                <a:lnTo>
                  <a:pt x="1356296" y="460521"/>
                </a:lnTo>
                <a:lnTo>
                  <a:pt x="1359216" y="477838"/>
                </a:lnTo>
                <a:lnTo>
                  <a:pt x="1359946" y="473485"/>
                </a:lnTo>
                <a:lnTo>
                  <a:pt x="1362866" y="441025"/>
                </a:lnTo>
                <a:lnTo>
                  <a:pt x="1363596" y="451797"/>
                </a:lnTo>
                <a:lnTo>
                  <a:pt x="1365785" y="459786"/>
                </a:lnTo>
                <a:lnTo>
                  <a:pt x="1367975" y="456774"/>
                </a:lnTo>
                <a:lnTo>
                  <a:pt x="1368705" y="455942"/>
                </a:lnTo>
                <a:lnTo>
                  <a:pt x="1369435" y="466465"/>
                </a:lnTo>
                <a:lnTo>
                  <a:pt x="1370895" y="460537"/>
                </a:lnTo>
                <a:lnTo>
                  <a:pt x="1371625" y="459694"/>
                </a:lnTo>
                <a:lnTo>
                  <a:pt x="1372355" y="463143"/>
                </a:lnTo>
                <a:lnTo>
                  <a:pt x="1373815" y="459190"/>
                </a:lnTo>
                <a:lnTo>
                  <a:pt x="1375275" y="441072"/>
                </a:lnTo>
                <a:lnTo>
                  <a:pt x="1377465" y="474070"/>
                </a:lnTo>
                <a:lnTo>
                  <a:pt x="1378195" y="468253"/>
                </a:lnTo>
                <a:lnTo>
                  <a:pt x="1379655" y="471404"/>
                </a:lnTo>
                <a:lnTo>
                  <a:pt x="1380385" y="457949"/>
                </a:lnTo>
                <a:lnTo>
                  <a:pt x="1381115" y="468917"/>
                </a:lnTo>
                <a:lnTo>
                  <a:pt x="1383305" y="484476"/>
                </a:lnTo>
                <a:lnTo>
                  <a:pt x="1384035" y="480267"/>
                </a:lnTo>
                <a:lnTo>
                  <a:pt x="1384765" y="481782"/>
                </a:lnTo>
                <a:lnTo>
                  <a:pt x="1385495" y="472095"/>
                </a:lnTo>
                <a:lnTo>
                  <a:pt x="1386225" y="486562"/>
                </a:lnTo>
                <a:lnTo>
                  <a:pt x="1386955" y="482146"/>
                </a:lnTo>
                <a:lnTo>
                  <a:pt x="1387685" y="480825"/>
                </a:lnTo>
                <a:lnTo>
                  <a:pt x="1390605" y="440722"/>
                </a:lnTo>
                <a:lnTo>
                  <a:pt x="1391335" y="475465"/>
                </a:lnTo>
                <a:lnTo>
                  <a:pt x="1393524" y="460924"/>
                </a:lnTo>
                <a:lnTo>
                  <a:pt x="1397174" y="440245"/>
                </a:lnTo>
                <a:lnTo>
                  <a:pt x="1397904" y="444779"/>
                </a:lnTo>
                <a:lnTo>
                  <a:pt x="1398634" y="442181"/>
                </a:lnTo>
                <a:lnTo>
                  <a:pt x="1399364" y="447886"/>
                </a:lnTo>
                <a:lnTo>
                  <a:pt x="1400824" y="480686"/>
                </a:lnTo>
                <a:lnTo>
                  <a:pt x="1403744" y="480242"/>
                </a:lnTo>
                <a:lnTo>
                  <a:pt x="1405204" y="446644"/>
                </a:lnTo>
                <a:lnTo>
                  <a:pt x="1406664" y="462544"/>
                </a:lnTo>
                <a:lnTo>
                  <a:pt x="1409584" y="470564"/>
                </a:lnTo>
                <a:lnTo>
                  <a:pt x="1412504" y="454615"/>
                </a:lnTo>
                <a:lnTo>
                  <a:pt x="1413234" y="462082"/>
                </a:lnTo>
                <a:lnTo>
                  <a:pt x="1413964" y="443570"/>
                </a:lnTo>
                <a:lnTo>
                  <a:pt x="1414694" y="450758"/>
                </a:lnTo>
                <a:lnTo>
                  <a:pt x="1416154" y="459824"/>
                </a:lnTo>
                <a:lnTo>
                  <a:pt x="1416884" y="481018"/>
                </a:lnTo>
                <a:lnTo>
                  <a:pt x="1417614" y="457557"/>
                </a:lnTo>
                <a:lnTo>
                  <a:pt x="1418344" y="465566"/>
                </a:lnTo>
                <a:lnTo>
                  <a:pt x="1419804" y="455495"/>
                </a:lnTo>
                <a:lnTo>
                  <a:pt x="1421264" y="458371"/>
                </a:lnTo>
                <a:lnTo>
                  <a:pt x="1421993" y="458902"/>
                </a:lnTo>
                <a:lnTo>
                  <a:pt x="1424183" y="474280"/>
                </a:lnTo>
                <a:lnTo>
                  <a:pt x="1425643" y="445751"/>
                </a:lnTo>
                <a:lnTo>
                  <a:pt x="1427103" y="452693"/>
                </a:lnTo>
                <a:lnTo>
                  <a:pt x="1430753" y="473882"/>
                </a:lnTo>
                <a:lnTo>
                  <a:pt x="1432213" y="471454"/>
                </a:lnTo>
                <a:lnTo>
                  <a:pt x="1434403" y="466982"/>
                </a:lnTo>
                <a:lnTo>
                  <a:pt x="1435133" y="470638"/>
                </a:lnTo>
                <a:lnTo>
                  <a:pt x="1437323" y="472982"/>
                </a:lnTo>
                <a:lnTo>
                  <a:pt x="1438053" y="495185"/>
                </a:lnTo>
                <a:lnTo>
                  <a:pt x="1440243" y="490102"/>
                </a:lnTo>
                <a:lnTo>
                  <a:pt x="1442433" y="460574"/>
                </a:lnTo>
                <a:lnTo>
                  <a:pt x="1443893" y="470493"/>
                </a:lnTo>
                <a:lnTo>
                  <a:pt x="1446083" y="460924"/>
                </a:lnTo>
                <a:lnTo>
                  <a:pt x="1446813" y="463341"/>
                </a:lnTo>
                <a:lnTo>
                  <a:pt x="1449003" y="497635"/>
                </a:lnTo>
                <a:lnTo>
                  <a:pt x="1450463" y="497516"/>
                </a:lnTo>
                <a:lnTo>
                  <a:pt x="1451922" y="498947"/>
                </a:lnTo>
                <a:lnTo>
                  <a:pt x="1452652" y="487881"/>
                </a:lnTo>
                <a:lnTo>
                  <a:pt x="1453382" y="480013"/>
                </a:lnTo>
                <a:lnTo>
                  <a:pt x="1454842" y="489527"/>
                </a:lnTo>
                <a:lnTo>
                  <a:pt x="1456302" y="502743"/>
                </a:lnTo>
                <a:lnTo>
                  <a:pt x="1459222" y="462364"/>
                </a:lnTo>
                <a:lnTo>
                  <a:pt x="1459952" y="466201"/>
                </a:lnTo>
                <a:lnTo>
                  <a:pt x="1464332" y="484309"/>
                </a:lnTo>
                <a:lnTo>
                  <a:pt x="1465792" y="481509"/>
                </a:lnTo>
                <a:lnTo>
                  <a:pt x="1468712" y="453705"/>
                </a:lnTo>
                <a:lnTo>
                  <a:pt x="1470172" y="473705"/>
                </a:lnTo>
                <a:lnTo>
                  <a:pt x="1472362" y="468943"/>
                </a:lnTo>
                <a:lnTo>
                  <a:pt x="1473822" y="455535"/>
                </a:lnTo>
                <a:lnTo>
                  <a:pt x="1474552" y="465293"/>
                </a:lnTo>
                <a:lnTo>
                  <a:pt x="1475282" y="466713"/>
                </a:lnTo>
                <a:lnTo>
                  <a:pt x="1476012" y="456531"/>
                </a:lnTo>
                <a:lnTo>
                  <a:pt x="1477472" y="465582"/>
                </a:lnTo>
                <a:lnTo>
                  <a:pt x="1478202" y="468097"/>
                </a:lnTo>
                <a:lnTo>
                  <a:pt x="1478932" y="461069"/>
                </a:lnTo>
                <a:lnTo>
                  <a:pt x="1480391" y="466774"/>
                </a:lnTo>
                <a:lnTo>
                  <a:pt x="1483311" y="473494"/>
                </a:lnTo>
                <a:lnTo>
                  <a:pt x="1484771" y="467045"/>
                </a:lnTo>
                <a:lnTo>
                  <a:pt x="1486961" y="469021"/>
                </a:lnTo>
                <a:lnTo>
                  <a:pt x="1487691" y="471526"/>
                </a:lnTo>
                <a:lnTo>
                  <a:pt x="1489151" y="449771"/>
                </a:lnTo>
                <a:lnTo>
                  <a:pt x="1490611" y="458829"/>
                </a:lnTo>
                <a:lnTo>
                  <a:pt x="1491341" y="452673"/>
                </a:lnTo>
                <a:lnTo>
                  <a:pt x="1492071" y="465423"/>
                </a:lnTo>
                <a:lnTo>
                  <a:pt x="1493531" y="461809"/>
                </a:lnTo>
                <a:lnTo>
                  <a:pt x="1494261" y="462800"/>
                </a:lnTo>
                <a:lnTo>
                  <a:pt x="1495721" y="473233"/>
                </a:lnTo>
                <a:lnTo>
                  <a:pt x="1497181" y="466487"/>
                </a:lnTo>
                <a:lnTo>
                  <a:pt x="1498641" y="455027"/>
                </a:lnTo>
                <a:lnTo>
                  <a:pt x="1499371" y="461480"/>
                </a:lnTo>
                <a:lnTo>
                  <a:pt x="1502291" y="476163"/>
                </a:lnTo>
                <a:lnTo>
                  <a:pt x="1503021" y="474772"/>
                </a:lnTo>
                <a:lnTo>
                  <a:pt x="1504481" y="466847"/>
                </a:lnTo>
                <a:lnTo>
                  <a:pt x="1505211" y="467270"/>
                </a:lnTo>
                <a:lnTo>
                  <a:pt x="1508131" y="491603"/>
                </a:lnTo>
                <a:lnTo>
                  <a:pt x="1508860" y="489264"/>
                </a:lnTo>
                <a:lnTo>
                  <a:pt x="1510320" y="479575"/>
                </a:lnTo>
                <a:lnTo>
                  <a:pt x="1511050" y="487176"/>
                </a:lnTo>
                <a:lnTo>
                  <a:pt x="1511780" y="487962"/>
                </a:lnTo>
                <a:lnTo>
                  <a:pt x="1515430" y="502600"/>
                </a:lnTo>
                <a:lnTo>
                  <a:pt x="1516890" y="507675"/>
                </a:lnTo>
                <a:lnTo>
                  <a:pt x="1517620" y="503561"/>
                </a:lnTo>
                <a:lnTo>
                  <a:pt x="1519810" y="497251"/>
                </a:lnTo>
                <a:lnTo>
                  <a:pt x="1520540" y="500896"/>
                </a:lnTo>
                <a:lnTo>
                  <a:pt x="1523460" y="507538"/>
                </a:lnTo>
                <a:lnTo>
                  <a:pt x="1524920" y="504074"/>
                </a:lnTo>
                <a:lnTo>
                  <a:pt x="1526380" y="498708"/>
                </a:lnTo>
                <a:lnTo>
                  <a:pt x="1527110" y="504327"/>
                </a:lnTo>
                <a:lnTo>
                  <a:pt x="1527840" y="506904"/>
                </a:lnTo>
                <a:lnTo>
                  <a:pt x="1528570" y="502361"/>
                </a:lnTo>
                <a:lnTo>
                  <a:pt x="1530030" y="496793"/>
                </a:lnTo>
                <a:lnTo>
                  <a:pt x="1533680" y="511733"/>
                </a:lnTo>
                <a:lnTo>
                  <a:pt x="1536600" y="504518"/>
                </a:lnTo>
                <a:lnTo>
                  <a:pt x="1537329" y="509102"/>
                </a:lnTo>
                <a:lnTo>
                  <a:pt x="1543169" y="526062"/>
                </a:lnTo>
                <a:lnTo>
                  <a:pt x="1543899" y="526951"/>
                </a:lnTo>
                <a:lnTo>
                  <a:pt x="1545359" y="516456"/>
                </a:lnTo>
                <a:lnTo>
                  <a:pt x="1546089" y="525025"/>
                </a:lnTo>
                <a:lnTo>
                  <a:pt x="1549739" y="536339"/>
                </a:lnTo>
                <a:lnTo>
                  <a:pt x="1548279" y="523769"/>
                </a:lnTo>
                <a:lnTo>
                  <a:pt x="1550469" y="533478"/>
                </a:lnTo>
                <a:lnTo>
                  <a:pt x="1553389" y="511390"/>
                </a:lnTo>
                <a:lnTo>
                  <a:pt x="1554849" y="520801"/>
                </a:lnTo>
                <a:lnTo>
                  <a:pt x="1555579" y="522751"/>
                </a:lnTo>
                <a:lnTo>
                  <a:pt x="1556309" y="520904"/>
                </a:lnTo>
                <a:lnTo>
                  <a:pt x="1558499" y="514212"/>
                </a:lnTo>
                <a:lnTo>
                  <a:pt x="1559959" y="531119"/>
                </a:lnTo>
                <a:lnTo>
                  <a:pt x="1562149" y="527362"/>
                </a:lnTo>
                <a:lnTo>
                  <a:pt x="1576748" y="37862"/>
                </a:lnTo>
                <a:lnTo>
                  <a:pt x="1578208" y="49255"/>
                </a:lnTo>
                <a:lnTo>
                  <a:pt x="1578938" y="46492"/>
                </a:lnTo>
                <a:lnTo>
                  <a:pt x="1581128" y="0"/>
                </a:lnTo>
                <a:lnTo>
                  <a:pt x="1581858" y="28534"/>
                </a:lnTo>
                <a:lnTo>
                  <a:pt x="1582588" y="27836"/>
                </a:lnTo>
                <a:lnTo>
                  <a:pt x="1584048" y="30643"/>
                </a:lnTo>
                <a:lnTo>
                  <a:pt x="1585508" y="9162"/>
                </a:lnTo>
                <a:lnTo>
                  <a:pt x="1587698" y="43048"/>
                </a:lnTo>
                <a:lnTo>
                  <a:pt x="1588428" y="30563"/>
                </a:lnTo>
                <a:lnTo>
                  <a:pt x="1589158" y="25124"/>
                </a:lnTo>
                <a:lnTo>
                  <a:pt x="1589888" y="41781"/>
                </a:lnTo>
                <a:lnTo>
                  <a:pt x="1591348" y="25215"/>
                </a:lnTo>
                <a:lnTo>
                  <a:pt x="1592808" y="2454"/>
                </a:lnTo>
                <a:lnTo>
                  <a:pt x="1593538" y="24132"/>
                </a:lnTo>
                <a:lnTo>
                  <a:pt x="1597187" y="58726"/>
                </a:lnTo>
                <a:lnTo>
                  <a:pt x="1597917" y="50753"/>
                </a:lnTo>
                <a:lnTo>
                  <a:pt x="1598647" y="59957"/>
                </a:lnTo>
                <a:lnTo>
                  <a:pt x="1599377" y="73956"/>
                </a:lnTo>
                <a:lnTo>
                  <a:pt x="1600837" y="52483"/>
                </a:lnTo>
                <a:lnTo>
                  <a:pt x="1601567" y="67236"/>
                </a:lnTo>
                <a:lnTo>
                  <a:pt x="1608867" y="119737"/>
                </a:lnTo>
                <a:lnTo>
                  <a:pt x="1616897" y="166003"/>
                </a:lnTo>
                <a:lnTo>
                  <a:pt x="1617627" y="153774"/>
                </a:lnTo>
                <a:lnTo>
                  <a:pt x="1618357" y="148443"/>
                </a:lnTo>
                <a:lnTo>
                  <a:pt x="1619087" y="154529"/>
                </a:lnTo>
                <a:lnTo>
                  <a:pt x="1622737" y="188879"/>
                </a:lnTo>
                <a:lnTo>
                  <a:pt x="1624196" y="185509"/>
                </a:lnTo>
                <a:lnTo>
                  <a:pt x="1632956" y="229668"/>
                </a:lnTo>
                <a:lnTo>
                  <a:pt x="1633686" y="227760"/>
                </a:lnTo>
                <a:lnTo>
                  <a:pt x="1634416" y="230900"/>
                </a:lnTo>
                <a:lnTo>
                  <a:pt x="1642446" y="261969"/>
                </a:lnTo>
                <a:lnTo>
                  <a:pt x="1643176" y="262125"/>
                </a:lnTo>
                <a:lnTo>
                  <a:pt x="1645366" y="253263"/>
                </a:lnTo>
                <a:lnTo>
                  <a:pt x="1646096" y="259988"/>
                </a:lnTo>
                <a:lnTo>
                  <a:pt x="1649746" y="281842"/>
                </a:lnTo>
                <a:lnTo>
                  <a:pt x="1651206" y="269380"/>
                </a:lnTo>
                <a:lnTo>
                  <a:pt x="1651936" y="274816"/>
                </a:lnTo>
                <a:lnTo>
                  <a:pt x="1653395" y="287536"/>
                </a:lnTo>
                <a:lnTo>
                  <a:pt x="1654855" y="280949"/>
                </a:lnTo>
                <a:lnTo>
                  <a:pt x="1657045" y="289234"/>
                </a:lnTo>
                <a:lnTo>
                  <a:pt x="1657775" y="286778"/>
                </a:lnTo>
                <a:lnTo>
                  <a:pt x="1658505" y="280487"/>
                </a:lnTo>
                <a:lnTo>
                  <a:pt x="1659965" y="286981"/>
                </a:lnTo>
                <a:lnTo>
                  <a:pt x="1661425" y="295498"/>
                </a:lnTo>
                <a:lnTo>
                  <a:pt x="1662155" y="289464"/>
                </a:lnTo>
                <a:lnTo>
                  <a:pt x="1663615" y="280842"/>
                </a:lnTo>
                <a:lnTo>
                  <a:pt x="1664345" y="288163"/>
                </a:lnTo>
                <a:lnTo>
                  <a:pt x="1665805" y="302202"/>
                </a:lnTo>
                <a:lnTo>
                  <a:pt x="1666535" y="291858"/>
                </a:lnTo>
                <a:lnTo>
                  <a:pt x="1669455" y="279798"/>
                </a:lnTo>
                <a:lnTo>
                  <a:pt x="1673105" y="291302"/>
                </a:lnTo>
                <a:lnTo>
                  <a:pt x="1673835" y="291948"/>
                </a:lnTo>
                <a:lnTo>
                  <a:pt x="1676755" y="285742"/>
                </a:lnTo>
                <a:lnTo>
                  <a:pt x="1679675" y="294323"/>
                </a:lnTo>
                <a:lnTo>
                  <a:pt x="1680405" y="293390"/>
                </a:lnTo>
                <a:lnTo>
                  <a:pt x="1681864" y="287337"/>
                </a:lnTo>
                <a:lnTo>
                  <a:pt x="1683324" y="287903"/>
                </a:lnTo>
                <a:lnTo>
                  <a:pt x="1686244" y="290370"/>
                </a:lnTo>
                <a:lnTo>
                  <a:pt x="1686974" y="289924"/>
                </a:lnTo>
                <a:lnTo>
                  <a:pt x="1687704" y="294913"/>
                </a:lnTo>
                <a:lnTo>
                  <a:pt x="1688434" y="292877"/>
                </a:lnTo>
                <a:lnTo>
                  <a:pt x="1689164" y="282386"/>
                </a:lnTo>
                <a:lnTo>
                  <a:pt x="1691354" y="287247"/>
                </a:lnTo>
                <a:lnTo>
                  <a:pt x="1694274" y="297895"/>
                </a:lnTo>
                <a:lnTo>
                  <a:pt x="1696464" y="283787"/>
                </a:lnTo>
                <a:lnTo>
                  <a:pt x="1697194" y="286682"/>
                </a:lnTo>
                <a:lnTo>
                  <a:pt x="1698654" y="298687"/>
                </a:lnTo>
                <a:lnTo>
                  <a:pt x="1700114" y="297738"/>
                </a:lnTo>
                <a:lnTo>
                  <a:pt x="1700844" y="291528"/>
                </a:lnTo>
                <a:lnTo>
                  <a:pt x="1703034" y="295126"/>
                </a:lnTo>
                <a:lnTo>
                  <a:pt x="1704494" y="304036"/>
                </a:lnTo>
                <a:lnTo>
                  <a:pt x="1705954" y="302265"/>
                </a:lnTo>
                <a:lnTo>
                  <a:pt x="1708144" y="302366"/>
                </a:lnTo>
                <a:lnTo>
                  <a:pt x="1708874" y="297002"/>
                </a:lnTo>
                <a:lnTo>
                  <a:pt x="1709604" y="303690"/>
                </a:lnTo>
                <a:lnTo>
                  <a:pt x="1711793" y="314435"/>
                </a:lnTo>
                <a:lnTo>
                  <a:pt x="1713253" y="309070"/>
                </a:lnTo>
                <a:lnTo>
                  <a:pt x="1713983" y="307013"/>
                </a:lnTo>
                <a:lnTo>
                  <a:pt x="1715443" y="308429"/>
                </a:lnTo>
                <a:lnTo>
                  <a:pt x="1716903" y="311248"/>
                </a:lnTo>
                <a:lnTo>
                  <a:pt x="1718363" y="302449"/>
                </a:lnTo>
                <a:lnTo>
                  <a:pt x="1719823" y="304228"/>
                </a:lnTo>
                <a:lnTo>
                  <a:pt x="1722013" y="313128"/>
                </a:lnTo>
                <a:lnTo>
                  <a:pt x="1722743" y="311202"/>
                </a:lnTo>
                <a:lnTo>
                  <a:pt x="1724933" y="305002"/>
                </a:lnTo>
                <a:lnTo>
                  <a:pt x="1726393" y="318935"/>
                </a:lnTo>
                <a:lnTo>
                  <a:pt x="1727853" y="309534"/>
                </a:lnTo>
                <a:lnTo>
                  <a:pt x="1730773" y="319020"/>
                </a:lnTo>
                <a:lnTo>
                  <a:pt x="1733693" y="316088"/>
                </a:lnTo>
                <a:lnTo>
                  <a:pt x="1736613" y="302794"/>
                </a:lnTo>
                <a:lnTo>
                  <a:pt x="1738073" y="304451"/>
                </a:lnTo>
                <a:lnTo>
                  <a:pt x="1738803" y="312267"/>
                </a:lnTo>
                <a:lnTo>
                  <a:pt x="1740992" y="310252"/>
                </a:lnTo>
                <a:lnTo>
                  <a:pt x="1744642" y="314330"/>
                </a:lnTo>
                <a:lnTo>
                  <a:pt x="1745372" y="320045"/>
                </a:lnTo>
                <a:lnTo>
                  <a:pt x="1746102" y="314787"/>
                </a:lnTo>
                <a:lnTo>
                  <a:pt x="1747562" y="305383"/>
                </a:lnTo>
                <a:lnTo>
                  <a:pt x="1748292" y="305977"/>
                </a:lnTo>
                <a:lnTo>
                  <a:pt x="1751212" y="313577"/>
                </a:lnTo>
                <a:lnTo>
                  <a:pt x="1752672" y="300844"/>
                </a:lnTo>
                <a:lnTo>
                  <a:pt x="1754133" y="305732"/>
                </a:lnTo>
                <a:lnTo>
                  <a:pt x="1754862" y="310227"/>
                </a:lnTo>
                <a:lnTo>
                  <a:pt x="1755592" y="303835"/>
                </a:lnTo>
                <a:lnTo>
                  <a:pt x="1756323" y="309064"/>
                </a:lnTo>
                <a:lnTo>
                  <a:pt x="1757053" y="304570"/>
                </a:lnTo>
                <a:lnTo>
                  <a:pt x="1758512" y="310651"/>
                </a:lnTo>
                <a:lnTo>
                  <a:pt x="1760702" y="308897"/>
                </a:lnTo>
                <a:lnTo>
                  <a:pt x="1762892" y="312836"/>
                </a:lnTo>
                <a:lnTo>
                  <a:pt x="1764352" y="299621"/>
                </a:lnTo>
                <a:lnTo>
                  <a:pt x="1765082" y="307019"/>
                </a:lnTo>
                <a:lnTo>
                  <a:pt x="1765812" y="311610"/>
                </a:lnTo>
                <a:lnTo>
                  <a:pt x="1766542" y="306187"/>
                </a:lnTo>
                <a:lnTo>
                  <a:pt x="1768002" y="310519"/>
                </a:lnTo>
                <a:lnTo>
                  <a:pt x="1770192" y="310685"/>
                </a:lnTo>
                <a:lnTo>
                  <a:pt x="1770922" y="318388"/>
                </a:lnTo>
                <a:lnTo>
                  <a:pt x="1772382" y="310696"/>
                </a:lnTo>
                <a:lnTo>
                  <a:pt x="1774572" y="302408"/>
                </a:lnTo>
                <a:lnTo>
                  <a:pt x="1776032" y="310827"/>
                </a:lnTo>
                <a:lnTo>
                  <a:pt x="1777492" y="305573"/>
                </a:lnTo>
                <a:lnTo>
                  <a:pt x="1778222" y="299525"/>
                </a:lnTo>
                <a:lnTo>
                  <a:pt x="1779682" y="304771"/>
                </a:lnTo>
                <a:lnTo>
                  <a:pt x="1780412" y="318901"/>
                </a:lnTo>
                <a:lnTo>
                  <a:pt x="1781872" y="302496"/>
                </a:lnTo>
                <a:lnTo>
                  <a:pt x="1782602" y="308483"/>
                </a:lnTo>
                <a:lnTo>
                  <a:pt x="1783332" y="296599"/>
                </a:lnTo>
                <a:lnTo>
                  <a:pt x="1784062" y="297216"/>
                </a:lnTo>
                <a:lnTo>
                  <a:pt x="1788442" y="317962"/>
                </a:lnTo>
                <a:lnTo>
                  <a:pt x="1789901" y="321262"/>
                </a:lnTo>
                <a:lnTo>
                  <a:pt x="1792091" y="309110"/>
                </a:lnTo>
                <a:lnTo>
                  <a:pt x="1793551" y="317280"/>
                </a:lnTo>
                <a:lnTo>
                  <a:pt x="1794281" y="310795"/>
                </a:lnTo>
                <a:lnTo>
                  <a:pt x="1795011" y="305895"/>
                </a:lnTo>
                <a:lnTo>
                  <a:pt x="1795741" y="314999"/>
                </a:lnTo>
                <a:lnTo>
                  <a:pt x="1796471" y="319764"/>
                </a:lnTo>
                <a:lnTo>
                  <a:pt x="1797931" y="312904"/>
                </a:lnTo>
                <a:lnTo>
                  <a:pt x="1799391" y="294129"/>
                </a:lnTo>
                <a:lnTo>
                  <a:pt x="1800851" y="307830"/>
                </a:lnTo>
                <a:lnTo>
                  <a:pt x="1801581" y="303175"/>
                </a:lnTo>
                <a:lnTo>
                  <a:pt x="1803041" y="308598"/>
                </a:lnTo>
                <a:lnTo>
                  <a:pt x="1803771" y="304643"/>
                </a:lnTo>
                <a:lnTo>
                  <a:pt x="1805231" y="302519"/>
                </a:lnTo>
                <a:lnTo>
                  <a:pt x="1807421" y="313265"/>
                </a:lnTo>
                <a:lnTo>
                  <a:pt x="1808151" y="302206"/>
                </a:lnTo>
                <a:lnTo>
                  <a:pt x="1809611" y="306985"/>
                </a:lnTo>
                <a:lnTo>
                  <a:pt x="1810341" y="314988"/>
                </a:lnTo>
                <a:lnTo>
                  <a:pt x="1811801" y="305260"/>
                </a:lnTo>
                <a:lnTo>
                  <a:pt x="1812531" y="312852"/>
                </a:lnTo>
                <a:lnTo>
                  <a:pt x="1813991" y="304460"/>
                </a:lnTo>
                <a:lnTo>
                  <a:pt x="1814721" y="294424"/>
                </a:lnTo>
                <a:lnTo>
                  <a:pt x="1816181" y="299310"/>
                </a:lnTo>
                <a:lnTo>
                  <a:pt x="1819830" y="318730"/>
                </a:lnTo>
                <a:lnTo>
                  <a:pt x="1821290" y="309680"/>
                </a:lnTo>
                <a:lnTo>
                  <a:pt x="1822020" y="299151"/>
                </a:lnTo>
                <a:lnTo>
                  <a:pt x="1822750" y="310101"/>
                </a:lnTo>
                <a:lnTo>
                  <a:pt x="1823480" y="309689"/>
                </a:lnTo>
                <a:lnTo>
                  <a:pt x="1824940" y="318732"/>
                </a:lnTo>
                <a:lnTo>
                  <a:pt x="1825670" y="307305"/>
                </a:lnTo>
                <a:lnTo>
                  <a:pt x="1827130" y="294070"/>
                </a:lnTo>
                <a:lnTo>
                  <a:pt x="1827860" y="294360"/>
                </a:lnTo>
                <a:lnTo>
                  <a:pt x="1829320" y="319016"/>
                </a:lnTo>
                <a:lnTo>
                  <a:pt x="1830780" y="302818"/>
                </a:lnTo>
                <a:lnTo>
                  <a:pt x="1832240" y="304879"/>
                </a:lnTo>
                <a:lnTo>
                  <a:pt x="1832970" y="299125"/>
                </a:lnTo>
                <a:lnTo>
                  <a:pt x="1833700" y="305854"/>
                </a:lnTo>
                <a:lnTo>
                  <a:pt x="1834430" y="313286"/>
                </a:lnTo>
                <a:lnTo>
                  <a:pt x="1835890" y="303717"/>
                </a:lnTo>
                <a:lnTo>
                  <a:pt x="1836620" y="303615"/>
                </a:lnTo>
                <a:lnTo>
                  <a:pt x="1837350" y="307648"/>
                </a:lnTo>
                <a:lnTo>
                  <a:pt x="1838810" y="289789"/>
                </a:lnTo>
                <a:lnTo>
                  <a:pt x="1839540" y="312314"/>
                </a:lnTo>
                <a:lnTo>
                  <a:pt x="1841730" y="291168"/>
                </a:lnTo>
                <a:lnTo>
                  <a:pt x="1841000" y="313510"/>
                </a:lnTo>
                <a:lnTo>
                  <a:pt x="1843190" y="301293"/>
                </a:lnTo>
                <a:lnTo>
                  <a:pt x="1844650" y="291258"/>
                </a:lnTo>
                <a:lnTo>
                  <a:pt x="1845380" y="299560"/>
                </a:lnTo>
                <a:lnTo>
                  <a:pt x="1846839" y="321929"/>
                </a:lnTo>
                <a:lnTo>
                  <a:pt x="1848299" y="315107"/>
                </a:lnTo>
                <a:lnTo>
                  <a:pt x="1849759" y="298482"/>
                </a:lnTo>
                <a:lnTo>
                  <a:pt x="1851219" y="304178"/>
                </a:lnTo>
                <a:lnTo>
                  <a:pt x="1851949" y="306289"/>
                </a:lnTo>
                <a:lnTo>
                  <a:pt x="1852679" y="316755"/>
                </a:lnTo>
                <a:lnTo>
                  <a:pt x="1854139" y="302927"/>
                </a:lnTo>
                <a:lnTo>
                  <a:pt x="1855599" y="293667"/>
                </a:lnTo>
                <a:lnTo>
                  <a:pt x="1856329" y="311248"/>
                </a:lnTo>
                <a:lnTo>
                  <a:pt x="1858519" y="306741"/>
                </a:lnTo>
                <a:lnTo>
                  <a:pt x="1859249" y="296677"/>
                </a:lnTo>
                <a:lnTo>
                  <a:pt x="1860709" y="301008"/>
                </a:lnTo>
                <a:lnTo>
                  <a:pt x="1862169" y="314266"/>
                </a:lnTo>
                <a:lnTo>
                  <a:pt x="1862899" y="307797"/>
                </a:lnTo>
                <a:lnTo>
                  <a:pt x="1864359" y="291180"/>
                </a:lnTo>
                <a:lnTo>
                  <a:pt x="1865819" y="297272"/>
                </a:lnTo>
                <a:lnTo>
                  <a:pt x="1867279" y="301220"/>
                </a:lnTo>
                <a:lnTo>
                  <a:pt x="1870199" y="283561"/>
                </a:lnTo>
                <a:lnTo>
                  <a:pt x="1873119" y="299967"/>
                </a:lnTo>
                <a:lnTo>
                  <a:pt x="1873849" y="301230"/>
                </a:lnTo>
                <a:lnTo>
                  <a:pt x="1874579" y="297000"/>
                </a:lnTo>
                <a:lnTo>
                  <a:pt x="1875308" y="310802"/>
                </a:lnTo>
                <a:lnTo>
                  <a:pt x="1876038" y="288230"/>
                </a:lnTo>
                <a:lnTo>
                  <a:pt x="1877498" y="266277"/>
                </a:lnTo>
                <a:lnTo>
                  <a:pt x="1878228" y="308323"/>
                </a:lnTo>
                <a:lnTo>
                  <a:pt x="1879688" y="282202"/>
                </a:lnTo>
                <a:lnTo>
                  <a:pt x="1880418" y="282517"/>
                </a:lnTo>
                <a:lnTo>
                  <a:pt x="1881148" y="300062"/>
                </a:lnTo>
                <a:lnTo>
                  <a:pt x="1883338" y="290205"/>
                </a:lnTo>
                <a:lnTo>
                  <a:pt x="1884068" y="306840"/>
                </a:lnTo>
                <a:lnTo>
                  <a:pt x="1885528" y="294161"/>
                </a:lnTo>
                <a:lnTo>
                  <a:pt x="1886258" y="294420"/>
                </a:lnTo>
                <a:lnTo>
                  <a:pt x="1886988" y="303368"/>
                </a:lnTo>
                <a:lnTo>
                  <a:pt x="1888448" y="301934"/>
                </a:lnTo>
                <a:lnTo>
                  <a:pt x="1889178" y="296811"/>
                </a:lnTo>
                <a:lnTo>
                  <a:pt x="1890638" y="304555"/>
                </a:lnTo>
                <a:lnTo>
                  <a:pt x="1892098" y="310916"/>
                </a:lnTo>
                <a:lnTo>
                  <a:pt x="1893558" y="307084"/>
                </a:lnTo>
                <a:lnTo>
                  <a:pt x="1895018" y="312571"/>
                </a:lnTo>
                <a:lnTo>
                  <a:pt x="1895748" y="297671"/>
                </a:lnTo>
                <a:lnTo>
                  <a:pt x="1897208" y="307361"/>
                </a:lnTo>
                <a:lnTo>
                  <a:pt x="1900128" y="318830"/>
                </a:lnTo>
                <a:lnTo>
                  <a:pt x="1900858" y="318060"/>
                </a:lnTo>
                <a:lnTo>
                  <a:pt x="1901588" y="303587"/>
                </a:lnTo>
                <a:lnTo>
                  <a:pt x="1903048" y="313591"/>
                </a:lnTo>
                <a:lnTo>
                  <a:pt x="1903778" y="313200"/>
                </a:lnTo>
                <a:lnTo>
                  <a:pt x="1905237" y="327108"/>
                </a:lnTo>
                <a:lnTo>
                  <a:pt x="1905967" y="325311"/>
                </a:lnTo>
                <a:lnTo>
                  <a:pt x="1906697" y="313877"/>
                </a:lnTo>
                <a:lnTo>
                  <a:pt x="1908157" y="320882"/>
                </a:lnTo>
                <a:lnTo>
                  <a:pt x="1908887" y="331032"/>
                </a:lnTo>
                <a:lnTo>
                  <a:pt x="1909617" y="320588"/>
                </a:lnTo>
                <a:lnTo>
                  <a:pt x="1910347" y="311674"/>
                </a:lnTo>
                <a:lnTo>
                  <a:pt x="1911077" y="323125"/>
                </a:lnTo>
                <a:lnTo>
                  <a:pt x="1912537" y="334355"/>
                </a:lnTo>
                <a:lnTo>
                  <a:pt x="1913997" y="333426"/>
                </a:lnTo>
                <a:lnTo>
                  <a:pt x="1916917" y="342027"/>
                </a:lnTo>
                <a:lnTo>
                  <a:pt x="1917647" y="341428"/>
                </a:lnTo>
                <a:lnTo>
                  <a:pt x="1919107" y="319658"/>
                </a:lnTo>
                <a:lnTo>
                  <a:pt x="1920567" y="332589"/>
                </a:lnTo>
                <a:lnTo>
                  <a:pt x="1921297" y="339453"/>
                </a:lnTo>
                <a:lnTo>
                  <a:pt x="1922027" y="331920"/>
                </a:lnTo>
                <a:lnTo>
                  <a:pt x="1922757" y="335611"/>
                </a:lnTo>
                <a:lnTo>
                  <a:pt x="1924217" y="325510"/>
                </a:lnTo>
                <a:lnTo>
                  <a:pt x="1924947" y="333996"/>
                </a:lnTo>
                <a:lnTo>
                  <a:pt x="1925677" y="334819"/>
                </a:lnTo>
                <a:lnTo>
                  <a:pt x="1927137" y="331688"/>
                </a:lnTo>
                <a:lnTo>
                  <a:pt x="1927867" y="342848"/>
                </a:lnTo>
                <a:lnTo>
                  <a:pt x="1928597" y="332680"/>
                </a:lnTo>
                <a:lnTo>
                  <a:pt x="1930057" y="340205"/>
                </a:lnTo>
                <a:lnTo>
                  <a:pt x="1934436" y="350367"/>
                </a:lnTo>
                <a:lnTo>
                  <a:pt x="1935166" y="335581"/>
                </a:lnTo>
                <a:lnTo>
                  <a:pt x="1937356" y="340915"/>
                </a:lnTo>
                <a:lnTo>
                  <a:pt x="1938086" y="340094"/>
                </a:lnTo>
                <a:lnTo>
                  <a:pt x="1938816" y="333018"/>
                </a:lnTo>
                <a:lnTo>
                  <a:pt x="1939546" y="335124"/>
                </a:lnTo>
                <a:lnTo>
                  <a:pt x="1940276" y="354046"/>
                </a:lnTo>
                <a:lnTo>
                  <a:pt x="1941736" y="342736"/>
                </a:lnTo>
                <a:lnTo>
                  <a:pt x="1943196" y="331118"/>
                </a:lnTo>
                <a:lnTo>
                  <a:pt x="1943926" y="341373"/>
                </a:lnTo>
                <a:lnTo>
                  <a:pt x="1945386" y="360415"/>
                </a:lnTo>
                <a:lnTo>
                  <a:pt x="1946846" y="348807"/>
                </a:lnTo>
                <a:lnTo>
                  <a:pt x="1949036" y="359783"/>
                </a:lnTo>
                <a:lnTo>
                  <a:pt x="1949766" y="356832"/>
                </a:lnTo>
                <a:lnTo>
                  <a:pt x="1951226" y="351934"/>
                </a:lnTo>
                <a:lnTo>
                  <a:pt x="1952686" y="364382"/>
                </a:lnTo>
                <a:lnTo>
                  <a:pt x="1953416" y="352307"/>
                </a:lnTo>
                <a:lnTo>
                  <a:pt x="1954876" y="355213"/>
                </a:lnTo>
                <a:lnTo>
                  <a:pt x="1955606" y="347004"/>
                </a:lnTo>
                <a:lnTo>
                  <a:pt x="1959256" y="366093"/>
                </a:lnTo>
                <a:lnTo>
                  <a:pt x="1960716" y="348439"/>
                </a:lnTo>
                <a:lnTo>
                  <a:pt x="1962175" y="354771"/>
                </a:lnTo>
                <a:lnTo>
                  <a:pt x="1963635" y="363822"/>
                </a:lnTo>
                <a:lnTo>
                  <a:pt x="1964365" y="352378"/>
                </a:lnTo>
                <a:lnTo>
                  <a:pt x="1965095" y="349653"/>
                </a:lnTo>
                <a:lnTo>
                  <a:pt x="1965825" y="357676"/>
                </a:lnTo>
                <a:lnTo>
                  <a:pt x="1967285" y="354147"/>
                </a:lnTo>
                <a:lnTo>
                  <a:pt x="1969475" y="351673"/>
                </a:lnTo>
                <a:lnTo>
                  <a:pt x="1968745" y="355129"/>
                </a:lnTo>
                <a:lnTo>
                  <a:pt x="1970205" y="352173"/>
                </a:lnTo>
                <a:lnTo>
                  <a:pt x="1971665" y="351697"/>
                </a:lnTo>
                <a:lnTo>
                  <a:pt x="1972395" y="348413"/>
                </a:lnTo>
                <a:lnTo>
                  <a:pt x="1973125" y="349666"/>
                </a:lnTo>
                <a:lnTo>
                  <a:pt x="1973855" y="357741"/>
                </a:lnTo>
                <a:lnTo>
                  <a:pt x="1974585" y="348632"/>
                </a:lnTo>
                <a:lnTo>
                  <a:pt x="1976045" y="354251"/>
                </a:lnTo>
                <a:lnTo>
                  <a:pt x="1977505" y="345662"/>
                </a:lnTo>
                <a:lnTo>
                  <a:pt x="1978235" y="357962"/>
                </a:lnTo>
                <a:lnTo>
                  <a:pt x="1980425" y="357240"/>
                </a:lnTo>
                <a:lnTo>
                  <a:pt x="1981885" y="345248"/>
                </a:lnTo>
                <a:lnTo>
                  <a:pt x="1982615" y="348153"/>
                </a:lnTo>
                <a:lnTo>
                  <a:pt x="1983345" y="358576"/>
                </a:lnTo>
                <a:lnTo>
                  <a:pt x="1984805" y="351090"/>
                </a:lnTo>
                <a:lnTo>
                  <a:pt x="1985535" y="351051"/>
                </a:lnTo>
                <a:lnTo>
                  <a:pt x="1986995" y="357631"/>
                </a:lnTo>
                <a:lnTo>
                  <a:pt x="1987725" y="349425"/>
                </a:lnTo>
                <a:lnTo>
                  <a:pt x="1988455" y="335230"/>
                </a:lnTo>
                <a:lnTo>
                  <a:pt x="1989915" y="351379"/>
                </a:lnTo>
                <a:lnTo>
                  <a:pt x="1990644" y="350060"/>
                </a:lnTo>
                <a:lnTo>
                  <a:pt x="1991374" y="358641"/>
                </a:lnTo>
                <a:lnTo>
                  <a:pt x="1992104" y="345258"/>
                </a:lnTo>
                <a:lnTo>
                  <a:pt x="1992834" y="351751"/>
                </a:lnTo>
                <a:lnTo>
                  <a:pt x="1993564" y="352067"/>
                </a:lnTo>
                <a:lnTo>
                  <a:pt x="1994294" y="355668"/>
                </a:lnTo>
                <a:lnTo>
                  <a:pt x="1997214" y="341816"/>
                </a:lnTo>
                <a:lnTo>
                  <a:pt x="1998674" y="358845"/>
                </a:lnTo>
                <a:lnTo>
                  <a:pt x="1999404" y="352225"/>
                </a:lnTo>
                <a:lnTo>
                  <a:pt x="2001594" y="342460"/>
                </a:lnTo>
                <a:lnTo>
                  <a:pt x="2000864" y="353906"/>
                </a:lnTo>
                <a:lnTo>
                  <a:pt x="2002324" y="345480"/>
                </a:lnTo>
                <a:lnTo>
                  <a:pt x="2003054" y="344764"/>
                </a:lnTo>
                <a:lnTo>
                  <a:pt x="2003784" y="351957"/>
                </a:lnTo>
                <a:lnTo>
                  <a:pt x="2004514" y="342733"/>
                </a:lnTo>
                <a:lnTo>
                  <a:pt x="2005244" y="339477"/>
                </a:lnTo>
                <a:lnTo>
                  <a:pt x="2008894" y="355032"/>
                </a:lnTo>
                <a:lnTo>
                  <a:pt x="2011814" y="343919"/>
                </a:lnTo>
                <a:lnTo>
                  <a:pt x="2014734" y="351536"/>
                </a:lnTo>
                <a:lnTo>
                  <a:pt x="2016194" y="345572"/>
                </a:lnTo>
                <a:lnTo>
                  <a:pt x="2016924" y="355392"/>
                </a:lnTo>
                <a:lnTo>
                  <a:pt x="2018384" y="353018"/>
                </a:lnTo>
                <a:lnTo>
                  <a:pt x="2019114" y="341040"/>
                </a:lnTo>
                <a:lnTo>
                  <a:pt x="2021303" y="341777"/>
                </a:lnTo>
                <a:lnTo>
                  <a:pt x="2022763" y="340305"/>
                </a:lnTo>
                <a:lnTo>
                  <a:pt x="2025683" y="349849"/>
                </a:lnTo>
                <a:lnTo>
                  <a:pt x="2026413" y="349126"/>
                </a:lnTo>
                <a:lnTo>
                  <a:pt x="2027143" y="349014"/>
                </a:lnTo>
                <a:lnTo>
                  <a:pt x="2028603" y="352473"/>
                </a:lnTo>
                <a:lnTo>
                  <a:pt x="2030793" y="337157"/>
                </a:lnTo>
                <a:lnTo>
                  <a:pt x="2032253" y="349459"/>
                </a:lnTo>
                <a:lnTo>
                  <a:pt x="2032983" y="344714"/>
                </a:lnTo>
                <a:lnTo>
                  <a:pt x="2033713" y="336022"/>
                </a:lnTo>
                <a:lnTo>
                  <a:pt x="2034443" y="347332"/>
                </a:lnTo>
                <a:lnTo>
                  <a:pt x="2035903" y="338507"/>
                </a:lnTo>
                <a:lnTo>
                  <a:pt x="2036633" y="345976"/>
                </a:lnTo>
                <a:lnTo>
                  <a:pt x="2037363" y="337125"/>
                </a:lnTo>
                <a:lnTo>
                  <a:pt x="2038093" y="339242"/>
                </a:lnTo>
                <a:lnTo>
                  <a:pt x="2040283" y="337879"/>
                </a:lnTo>
                <a:lnTo>
                  <a:pt x="2042473" y="346809"/>
                </a:lnTo>
                <a:lnTo>
                  <a:pt x="2043933" y="346344"/>
                </a:lnTo>
                <a:lnTo>
                  <a:pt x="2044663" y="339109"/>
                </a:lnTo>
              </a:path>
            </a:pathLst>
          </a:custGeom>
          <a:noFill/>
          <a:ln w="20130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Editable path 181"/>
          <p:cNvSpPr/>
          <p:nvPr/>
        </p:nvSpPr>
        <p:spPr>
          <a:xfrm>
            <a:off x="9862223" y="2652984"/>
            <a:ext cx="2044663" cy="575591"/>
          </a:xfrm>
          <a:custGeom>
            <a:avLst/>
            <a:gdLst/>
            <a:ahLst/>
            <a:cxnLst/>
            <a:rect l="l" t="t" r="r" b="b"/>
            <a:pathLst>
              <a:path w="2044663" h="575591">
                <a:moveTo>
                  <a:pt x="0" y="172356"/>
                </a:moveTo>
                <a:lnTo>
                  <a:pt x="3650" y="171541"/>
                </a:lnTo>
                <a:lnTo>
                  <a:pt x="6570" y="168810"/>
                </a:lnTo>
                <a:lnTo>
                  <a:pt x="13139" y="168731"/>
                </a:lnTo>
                <a:lnTo>
                  <a:pt x="16059" y="171246"/>
                </a:lnTo>
                <a:lnTo>
                  <a:pt x="17519" y="167520"/>
                </a:lnTo>
                <a:lnTo>
                  <a:pt x="18250" y="170786"/>
                </a:lnTo>
                <a:lnTo>
                  <a:pt x="18980" y="173285"/>
                </a:lnTo>
                <a:lnTo>
                  <a:pt x="20439" y="170956"/>
                </a:lnTo>
                <a:lnTo>
                  <a:pt x="24090" y="169093"/>
                </a:lnTo>
                <a:lnTo>
                  <a:pt x="24820" y="170314"/>
                </a:lnTo>
                <a:lnTo>
                  <a:pt x="25550" y="172150"/>
                </a:lnTo>
                <a:lnTo>
                  <a:pt x="27010" y="169857"/>
                </a:lnTo>
                <a:lnTo>
                  <a:pt x="29930" y="168443"/>
                </a:lnTo>
                <a:lnTo>
                  <a:pt x="33579" y="170749"/>
                </a:lnTo>
                <a:lnTo>
                  <a:pt x="34309" y="168451"/>
                </a:lnTo>
                <a:lnTo>
                  <a:pt x="35039" y="164845"/>
                </a:lnTo>
                <a:lnTo>
                  <a:pt x="36499" y="168078"/>
                </a:lnTo>
                <a:lnTo>
                  <a:pt x="37229" y="169312"/>
                </a:lnTo>
                <a:lnTo>
                  <a:pt x="37959" y="167059"/>
                </a:lnTo>
                <a:lnTo>
                  <a:pt x="38689" y="162786"/>
                </a:lnTo>
                <a:lnTo>
                  <a:pt x="40149" y="164392"/>
                </a:lnTo>
                <a:lnTo>
                  <a:pt x="42339" y="166346"/>
                </a:lnTo>
                <a:lnTo>
                  <a:pt x="43069" y="165431"/>
                </a:lnTo>
                <a:lnTo>
                  <a:pt x="45259" y="166212"/>
                </a:lnTo>
                <a:lnTo>
                  <a:pt x="46719" y="164495"/>
                </a:lnTo>
                <a:lnTo>
                  <a:pt x="49639" y="161435"/>
                </a:lnTo>
                <a:lnTo>
                  <a:pt x="51829" y="165137"/>
                </a:lnTo>
                <a:lnTo>
                  <a:pt x="53289" y="163801"/>
                </a:lnTo>
                <a:lnTo>
                  <a:pt x="56209" y="168951"/>
                </a:lnTo>
                <a:lnTo>
                  <a:pt x="57669" y="165733"/>
                </a:lnTo>
                <a:lnTo>
                  <a:pt x="59859" y="156358"/>
                </a:lnTo>
                <a:lnTo>
                  <a:pt x="62048" y="160297"/>
                </a:lnTo>
                <a:lnTo>
                  <a:pt x="64968" y="163545"/>
                </a:lnTo>
                <a:lnTo>
                  <a:pt x="68618" y="155709"/>
                </a:lnTo>
                <a:lnTo>
                  <a:pt x="70808" y="161905"/>
                </a:lnTo>
                <a:lnTo>
                  <a:pt x="71538" y="159199"/>
                </a:lnTo>
                <a:lnTo>
                  <a:pt x="72998" y="161080"/>
                </a:lnTo>
                <a:lnTo>
                  <a:pt x="74458" y="155981"/>
                </a:lnTo>
                <a:lnTo>
                  <a:pt x="78838" y="162712"/>
                </a:lnTo>
                <a:lnTo>
                  <a:pt x="81758" y="152279"/>
                </a:lnTo>
                <a:lnTo>
                  <a:pt x="83218" y="158039"/>
                </a:lnTo>
                <a:lnTo>
                  <a:pt x="86138" y="162862"/>
                </a:lnTo>
                <a:lnTo>
                  <a:pt x="87598" y="153501"/>
                </a:lnTo>
                <a:lnTo>
                  <a:pt x="89058" y="158477"/>
                </a:lnTo>
                <a:lnTo>
                  <a:pt x="92707" y="163158"/>
                </a:lnTo>
                <a:lnTo>
                  <a:pt x="95627" y="151321"/>
                </a:lnTo>
                <a:lnTo>
                  <a:pt x="98547" y="154770"/>
                </a:lnTo>
                <a:lnTo>
                  <a:pt x="102197" y="160101"/>
                </a:lnTo>
                <a:lnTo>
                  <a:pt x="105847" y="160723"/>
                </a:lnTo>
                <a:lnTo>
                  <a:pt x="108767" y="149149"/>
                </a:lnTo>
                <a:lnTo>
                  <a:pt x="110227" y="155631"/>
                </a:lnTo>
                <a:lnTo>
                  <a:pt x="111687" y="162170"/>
                </a:lnTo>
                <a:lnTo>
                  <a:pt x="113147" y="158617"/>
                </a:lnTo>
                <a:lnTo>
                  <a:pt x="116797" y="157408"/>
                </a:lnTo>
                <a:lnTo>
                  <a:pt x="117527" y="154856"/>
                </a:lnTo>
                <a:lnTo>
                  <a:pt x="118257" y="160707"/>
                </a:lnTo>
                <a:lnTo>
                  <a:pt x="118987" y="161635"/>
                </a:lnTo>
                <a:lnTo>
                  <a:pt x="119716" y="158998"/>
                </a:lnTo>
                <a:lnTo>
                  <a:pt x="120446" y="152106"/>
                </a:lnTo>
                <a:lnTo>
                  <a:pt x="121906" y="155507"/>
                </a:lnTo>
                <a:lnTo>
                  <a:pt x="127016" y="158146"/>
                </a:lnTo>
                <a:lnTo>
                  <a:pt x="130666" y="154916"/>
                </a:lnTo>
                <a:lnTo>
                  <a:pt x="131396" y="153478"/>
                </a:lnTo>
                <a:lnTo>
                  <a:pt x="132856" y="155180"/>
                </a:lnTo>
                <a:lnTo>
                  <a:pt x="134316" y="156686"/>
                </a:lnTo>
                <a:lnTo>
                  <a:pt x="135046" y="154343"/>
                </a:lnTo>
                <a:lnTo>
                  <a:pt x="137236" y="154952"/>
                </a:lnTo>
                <a:lnTo>
                  <a:pt x="140886" y="162709"/>
                </a:lnTo>
                <a:lnTo>
                  <a:pt x="142346" y="161320"/>
                </a:lnTo>
                <a:lnTo>
                  <a:pt x="144536" y="159697"/>
                </a:lnTo>
                <a:lnTo>
                  <a:pt x="145996" y="152643"/>
                </a:lnTo>
                <a:lnTo>
                  <a:pt x="147456" y="154223"/>
                </a:lnTo>
                <a:lnTo>
                  <a:pt x="153295" y="156054"/>
                </a:lnTo>
                <a:lnTo>
                  <a:pt x="156215" y="155410"/>
                </a:lnTo>
                <a:lnTo>
                  <a:pt x="158405" y="160400"/>
                </a:lnTo>
                <a:lnTo>
                  <a:pt x="159135" y="158422"/>
                </a:lnTo>
                <a:lnTo>
                  <a:pt x="160595" y="155108"/>
                </a:lnTo>
                <a:lnTo>
                  <a:pt x="161325" y="158311"/>
                </a:lnTo>
                <a:lnTo>
                  <a:pt x="162055" y="160877"/>
                </a:lnTo>
                <a:lnTo>
                  <a:pt x="162785" y="158249"/>
                </a:lnTo>
                <a:lnTo>
                  <a:pt x="163515" y="150191"/>
                </a:lnTo>
                <a:lnTo>
                  <a:pt x="165705" y="151376"/>
                </a:lnTo>
                <a:lnTo>
                  <a:pt x="168625" y="153381"/>
                </a:lnTo>
                <a:lnTo>
                  <a:pt x="171545" y="155368"/>
                </a:lnTo>
                <a:lnTo>
                  <a:pt x="172275" y="154762"/>
                </a:lnTo>
                <a:lnTo>
                  <a:pt x="183954" y="151519"/>
                </a:lnTo>
                <a:lnTo>
                  <a:pt x="186874" y="154359"/>
                </a:lnTo>
                <a:lnTo>
                  <a:pt x="187604" y="158134"/>
                </a:lnTo>
                <a:lnTo>
                  <a:pt x="189064" y="152275"/>
                </a:lnTo>
                <a:lnTo>
                  <a:pt x="191984" y="140095"/>
                </a:lnTo>
                <a:lnTo>
                  <a:pt x="192714" y="143599"/>
                </a:lnTo>
                <a:lnTo>
                  <a:pt x="194904" y="150821"/>
                </a:lnTo>
                <a:lnTo>
                  <a:pt x="195634" y="148885"/>
                </a:lnTo>
                <a:lnTo>
                  <a:pt x="200014" y="147990"/>
                </a:lnTo>
                <a:lnTo>
                  <a:pt x="203664" y="151134"/>
                </a:lnTo>
                <a:lnTo>
                  <a:pt x="204394" y="152454"/>
                </a:lnTo>
                <a:lnTo>
                  <a:pt x="205124" y="149807"/>
                </a:lnTo>
                <a:lnTo>
                  <a:pt x="207313" y="145890"/>
                </a:lnTo>
                <a:lnTo>
                  <a:pt x="208773" y="147599"/>
                </a:lnTo>
                <a:lnTo>
                  <a:pt x="211693" y="156990"/>
                </a:lnTo>
                <a:lnTo>
                  <a:pt x="213153" y="152951"/>
                </a:lnTo>
                <a:lnTo>
                  <a:pt x="215343" y="138457"/>
                </a:lnTo>
                <a:lnTo>
                  <a:pt x="216073" y="142575"/>
                </a:lnTo>
                <a:lnTo>
                  <a:pt x="216803" y="146154"/>
                </a:lnTo>
                <a:lnTo>
                  <a:pt x="218993" y="145339"/>
                </a:lnTo>
                <a:lnTo>
                  <a:pt x="221913" y="143927"/>
                </a:lnTo>
                <a:lnTo>
                  <a:pt x="224833" y="144260"/>
                </a:lnTo>
                <a:lnTo>
                  <a:pt x="226293" y="143717"/>
                </a:lnTo>
                <a:lnTo>
                  <a:pt x="228483" y="132256"/>
                </a:lnTo>
                <a:lnTo>
                  <a:pt x="229943" y="133321"/>
                </a:lnTo>
                <a:lnTo>
                  <a:pt x="231403" y="118129"/>
                </a:lnTo>
                <a:lnTo>
                  <a:pt x="232133" y="127128"/>
                </a:lnTo>
                <a:lnTo>
                  <a:pt x="232863" y="136345"/>
                </a:lnTo>
                <a:lnTo>
                  <a:pt x="235052" y="135181"/>
                </a:lnTo>
                <a:lnTo>
                  <a:pt x="236512" y="142376"/>
                </a:lnTo>
                <a:lnTo>
                  <a:pt x="237242" y="133849"/>
                </a:lnTo>
                <a:lnTo>
                  <a:pt x="241622" y="119861"/>
                </a:lnTo>
                <a:lnTo>
                  <a:pt x="242352" y="121148"/>
                </a:lnTo>
                <a:lnTo>
                  <a:pt x="243812" y="132421"/>
                </a:lnTo>
                <a:lnTo>
                  <a:pt x="245272" y="128560"/>
                </a:lnTo>
                <a:lnTo>
                  <a:pt x="246002" y="126637"/>
                </a:lnTo>
                <a:lnTo>
                  <a:pt x="246732" y="129280"/>
                </a:lnTo>
                <a:lnTo>
                  <a:pt x="248922" y="128006"/>
                </a:lnTo>
                <a:lnTo>
                  <a:pt x="251112" y="132860"/>
                </a:lnTo>
                <a:lnTo>
                  <a:pt x="256222" y="131265"/>
                </a:lnTo>
                <a:lnTo>
                  <a:pt x="257682" y="123752"/>
                </a:lnTo>
                <a:lnTo>
                  <a:pt x="259142" y="126648"/>
                </a:lnTo>
                <a:lnTo>
                  <a:pt x="259872" y="127595"/>
                </a:lnTo>
                <a:lnTo>
                  <a:pt x="260602" y="124689"/>
                </a:lnTo>
                <a:lnTo>
                  <a:pt x="264981" y="122332"/>
                </a:lnTo>
                <a:lnTo>
                  <a:pt x="265711" y="125795"/>
                </a:lnTo>
                <a:lnTo>
                  <a:pt x="266441" y="120792"/>
                </a:lnTo>
                <a:lnTo>
                  <a:pt x="268631" y="112286"/>
                </a:lnTo>
                <a:lnTo>
                  <a:pt x="270091" y="113070"/>
                </a:lnTo>
                <a:lnTo>
                  <a:pt x="270821" y="112400"/>
                </a:lnTo>
                <a:lnTo>
                  <a:pt x="271551" y="113862"/>
                </a:lnTo>
                <a:lnTo>
                  <a:pt x="273011" y="114996"/>
                </a:lnTo>
                <a:lnTo>
                  <a:pt x="273741" y="112868"/>
                </a:lnTo>
                <a:lnTo>
                  <a:pt x="275201" y="109512"/>
                </a:lnTo>
                <a:lnTo>
                  <a:pt x="277391" y="111417"/>
                </a:lnTo>
                <a:lnTo>
                  <a:pt x="280311" y="115381"/>
                </a:lnTo>
                <a:lnTo>
                  <a:pt x="281041" y="113974"/>
                </a:lnTo>
                <a:lnTo>
                  <a:pt x="286881" y="112925"/>
                </a:lnTo>
                <a:lnTo>
                  <a:pt x="289071" y="115016"/>
                </a:lnTo>
                <a:lnTo>
                  <a:pt x="289801" y="114056"/>
                </a:lnTo>
                <a:lnTo>
                  <a:pt x="294180" y="118414"/>
                </a:lnTo>
                <a:lnTo>
                  <a:pt x="295640" y="123302"/>
                </a:lnTo>
                <a:lnTo>
                  <a:pt x="297100" y="120773"/>
                </a:lnTo>
                <a:lnTo>
                  <a:pt x="298560" y="119668"/>
                </a:lnTo>
                <a:lnTo>
                  <a:pt x="300020" y="120702"/>
                </a:lnTo>
                <a:lnTo>
                  <a:pt x="303670" y="119818"/>
                </a:lnTo>
                <a:lnTo>
                  <a:pt x="305130" y="123797"/>
                </a:lnTo>
                <a:lnTo>
                  <a:pt x="306590" y="121727"/>
                </a:lnTo>
                <a:lnTo>
                  <a:pt x="309510" y="120529"/>
                </a:lnTo>
                <a:lnTo>
                  <a:pt x="312430" y="116025"/>
                </a:lnTo>
                <a:lnTo>
                  <a:pt x="314620" y="125169"/>
                </a:lnTo>
                <a:lnTo>
                  <a:pt x="316080" y="119758"/>
                </a:lnTo>
                <a:lnTo>
                  <a:pt x="318270" y="120223"/>
                </a:lnTo>
                <a:lnTo>
                  <a:pt x="319730" y="125325"/>
                </a:lnTo>
                <a:lnTo>
                  <a:pt x="320460" y="123422"/>
                </a:lnTo>
                <a:lnTo>
                  <a:pt x="322649" y="113019"/>
                </a:lnTo>
                <a:lnTo>
                  <a:pt x="323379" y="118810"/>
                </a:lnTo>
                <a:lnTo>
                  <a:pt x="326299" y="130056"/>
                </a:lnTo>
                <a:lnTo>
                  <a:pt x="327029" y="124246"/>
                </a:lnTo>
                <a:lnTo>
                  <a:pt x="328489" y="108898"/>
                </a:lnTo>
                <a:lnTo>
                  <a:pt x="330679" y="112390"/>
                </a:lnTo>
                <a:lnTo>
                  <a:pt x="334329" y="120324"/>
                </a:lnTo>
                <a:lnTo>
                  <a:pt x="335059" y="118089"/>
                </a:lnTo>
                <a:lnTo>
                  <a:pt x="340169" y="112356"/>
                </a:lnTo>
                <a:lnTo>
                  <a:pt x="340899" y="113679"/>
                </a:lnTo>
                <a:lnTo>
                  <a:pt x="346009" y="118679"/>
                </a:lnTo>
                <a:lnTo>
                  <a:pt x="348199" y="116540"/>
                </a:lnTo>
                <a:lnTo>
                  <a:pt x="348929" y="118022"/>
                </a:lnTo>
                <a:lnTo>
                  <a:pt x="349659" y="119471"/>
                </a:lnTo>
                <a:lnTo>
                  <a:pt x="351118" y="116992"/>
                </a:lnTo>
                <a:lnTo>
                  <a:pt x="356958" y="118373"/>
                </a:lnTo>
                <a:lnTo>
                  <a:pt x="359878" y="123410"/>
                </a:lnTo>
                <a:lnTo>
                  <a:pt x="360608" y="122240"/>
                </a:lnTo>
                <a:lnTo>
                  <a:pt x="361338" y="121416"/>
                </a:lnTo>
                <a:lnTo>
                  <a:pt x="362068" y="123271"/>
                </a:lnTo>
                <a:lnTo>
                  <a:pt x="362798" y="125436"/>
                </a:lnTo>
                <a:lnTo>
                  <a:pt x="364258" y="122607"/>
                </a:lnTo>
                <a:lnTo>
                  <a:pt x="374478" y="123618"/>
                </a:lnTo>
                <a:lnTo>
                  <a:pt x="375208" y="121260"/>
                </a:lnTo>
                <a:lnTo>
                  <a:pt x="377398" y="122517"/>
                </a:lnTo>
                <a:lnTo>
                  <a:pt x="383237" y="134847"/>
                </a:lnTo>
                <a:lnTo>
                  <a:pt x="391267" y="133698"/>
                </a:lnTo>
                <a:lnTo>
                  <a:pt x="397837" y="134681"/>
                </a:lnTo>
                <a:lnTo>
                  <a:pt x="398567" y="133642"/>
                </a:lnTo>
                <a:lnTo>
                  <a:pt x="400027" y="135530"/>
                </a:lnTo>
                <a:lnTo>
                  <a:pt x="404407" y="136906"/>
                </a:lnTo>
                <a:lnTo>
                  <a:pt x="405137" y="135822"/>
                </a:lnTo>
                <a:lnTo>
                  <a:pt x="405867" y="138064"/>
                </a:lnTo>
                <a:lnTo>
                  <a:pt x="406597" y="139801"/>
                </a:lnTo>
                <a:lnTo>
                  <a:pt x="407327" y="139302"/>
                </a:lnTo>
                <a:lnTo>
                  <a:pt x="408786" y="134003"/>
                </a:lnTo>
                <a:lnTo>
                  <a:pt x="410246" y="136351"/>
                </a:lnTo>
                <a:lnTo>
                  <a:pt x="413166" y="134687"/>
                </a:lnTo>
                <a:lnTo>
                  <a:pt x="414626" y="136122"/>
                </a:lnTo>
                <a:lnTo>
                  <a:pt x="418276" y="139743"/>
                </a:lnTo>
                <a:lnTo>
                  <a:pt x="421196" y="141079"/>
                </a:lnTo>
                <a:lnTo>
                  <a:pt x="425576" y="149681"/>
                </a:lnTo>
                <a:lnTo>
                  <a:pt x="426306" y="148684"/>
                </a:lnTo>
                <a:lnTo>
                  <a:pt x="428496" y="145168"/>
                </a:lnTo>
                <a:lnTo>
                  <a:pt x="429956" y="145705"/>
                </a:lnTo>
                <a:lnTo>
                  <a:pt x="433606" y="153058"/>
                </a:lnTo>
                <a:lnTo>
                  <a:pt x="434336" y="151733"/>
                </a:lnTo>
                <a:lnTo>
                  <a:pt x="438715" y="145968"/>
                </a:lnTo>
                <a:lnTo>
                  <a:pt x="440175" y="148594"/>
                </a:lnTo>
                <a:lnTo>
                  <a:pt x="440905" y="144864"/>
                </a:lnTo>
                <a:lnTo>
                  <a:pt x="442365" y="146652"/>
                </a:lnTo>
                <a:lnTo>
                  <a:pt x="443095" y="147147"/>
                </a:lnTo>
                <a:lnTo>
                  <a:pt x="443825" y="144299"/>
                </a:lnTo>
                <a:lnTo>
                  <a:pt x="444555" y="145223"/>
                </a:lnTo>
                <a:lnTo>
                  <a:pt x="446015" y="144694"/>
                </a:lnTo>
                <a:lnTo>
                  <a:pt x="447475" y="150640"/>
                </a:lnTo>
                <a:lnTo>
                  <a:pt x="451125" y="149721"/>
                </a:lnTo>
                <a:lnTo>
                  <a:pt x="451855" y="151719"/>
                </a:lnTo>
                <a:lnTo>
                  <a:pt x="453316" y="148843"/>
                </a:lnTo>
                <a:lnTo>
                  <a:pt x="454046" y="146899"/>
                </a:lnTo>
                <a:lnTo>
                  <a:pt x="454775" y="151268"/>
                </a:lnTo>
                <a:lnTo>
                  <a:pt x="458425" y="161046"/>
                </a:lnTo>
                <a:lnTo>
                  <a:pt x="461345" y="154199"/>
                </a:lnTo>
                <a:lnTo>
                  <a:pt x="462805" y="149519"/>
                </a:lnTo>
                <a:lnTo>
                  <a:pt x="464265" y="151715"/>
                </a:lnTo>
                <a:lnTo>
                  <a:pt x="470105" y="158396"/>
                </a:lnTo>
                <a:lnTo>
                  <a:pt x="470835" y="157593"/>
                </a:lnTo>
                <a:lnTo>
                  <a:pt x="473755" y="152037"/>
                </a:lnTo>
                <a:lnTo>
                  <a:pt x="475945" y="155056"/>
                </a:lnTo>
                <a:lnTo>
                  <a:pt x="476675" y="154026"/>
                </a:lnTo>
                <a:lnTo>
                  <a:pt x="478135" y="147603"/>
                </a:lnTo>
                <a:lnTo>
                  <a:pt x="479595" y="150920"/>
                </a:lnTo>
                <a:lnTo>
                  <a:pt x="480325" y="154085"/>
                </a:lnTo>
                <a:lnTo>
                  <a:pt x="481785" y="151658"/>
                </a:lnTo>
                <a:lnTo>
                  <a:pt x="483245" y="150622"/>
                </a:lnTo>
                <a:lnTo>
                  <a:pt x="483975" y="152016"/>
                </a:lnTo>
                <a:lnTo>
                  <a:pt x="486165" y="154979"/>
                </a:lnTo>
                <a:lnTo>
                  <a:pt x="486894" y="154496"/>
                </a:lnTo>
                <a:lnTo>
                  <a:pt x="493464" y="146134"/>
                </a:lnTo>
                <a:lnTo>
                  <a:pt x="497844" y="141422"/>
                </a:lnTo>
                <a:lnTo>
                  <a:pt x="498574" y="141723"/>
                </a:lnTo>
                <a:lnTo>
                  <a:pt x="501494" y="149831"/>
                </a:lnTo>
                <a:lnTo>
                  <a:pt x="502224" y="147416"/>
                </a:lnTo>
                <a:lnTo>
                  <a:pt x="502954" y="145505"/>
                </a:lnTo>
                <a:lnTo>
                  <a:pt x="504414" y="148232"/>
                </a:lnTo>
                <a:lnTo>
                  <a:pt x="505874" y="148987"/>
                </a:lnTo>
                <a:lnTo>
                  <a:pt x="508064" y="141200"/>
                </a:lnTo>
                <a:lnTo>
                  <a:pt x="509524" y="145190"/>
                </a:lnTo>
                <a:lnTo>
                  <a:pt x="515363" y="151944"/>
                </a:lnTo>
                <a:lnTo>
                  <a:pt x="516823" y="148990"/>
                </a:lnTo>
                <a:lnTo>
                  <a:pt x="518283" y="149831"/>
                </a:lnTo>
                <a:lnTo>
                  <a:pt x="519743" y="152553"/>
                </a:lnTo>
                <a:lnTo>
                  <a:pt x="520473" y="150684"/>
                </a:lnTo>
                <a:lnTo>
                  <a:pt x="527043" y="136193"/>
                </a:lnTo>
                <a:lnTo>
                  <a:pt x="529233" y="144833"/>
                </a:lnTo>
                <a:lnTo>
                  <a:pt x="529963" y="143548"/>
                </a:lnTo>
                <a:lnTo>
                  <a:pt x="531423" y="138266"/>
                </a:lnTo>
                <a:lnTo>
                  <a:pt x="532883" y="140760"/>
                </a:lnTo>
                <a:lnTo>
                  <a:pt x="538723" y="144995"/>
                </a:lnTo>
                <a:lnTo>
                  <a:pt x="542373" y="140826"/>
                </a:lnTo>
                <a:lnTo>
                  <a:pt x="546022" y="133670"/>
                </a:lnTo>
                <a:lnTo>
                  <a:pt x="547482" y="134997"/>
                </a:lnTo>
                <a:lnTo>
                  <a:pt x="549672" y="137021"/>
                </a:lnTo>
                <a:lnTo>
                  <a:pt x="551132" y="135235"/>
                </a:lnTo>
                <a:lnTo>
                  <a:pt x="553322" y="132134"/>
                </a:lnTo>
                <a:lnTo>
                  <a:pt x="554052" y="133438"/>
                </a:lnTo>
                <a:lnTo>
                  <a:pt x="554782" y="135021"/>
                </a:lnTo>
                <a:lnTo>
                  <a:pt x="555512" y="133057"/>
                </a:lnTo>
                <a:lnTo>
                  <a:pt x="556972" y="130905"/>
                </a:lnTo>
                <a:lnTo>
                  <a:pt x="558432" y="132630"/>
                </a:lnTo>
                <a:lnTo>
                  <a:pt x="560622" y="134464"/>
                </a:lnTo>
                <a:lnTo>
                  <a:pt x="565002" y="124065"/>
                </a:lnTo>
                <a:lnTo>
                  <a:pt x="566462" y="128246"/>
                </a:lnTo>
                <a:lnTo>
                  <a:pt x="567922" y="127714"/>
                </a:lnTo>
                <a:lnTo>
                  <a:pt x="571572" y="120864"/>
                </a:lnTo>
                <a:lnTo>
                  <a:pt x="573031" y="126889"/>
                </a:lnTo>
                <a:lnTo>
                  <a:pt x="573761" y="128557"/>
                </a:lnTo>
                <a:lnTo>
                  <a:pt x="574491" y="126649"/>
                </a:lnTo>
                <a:lnTo>
                  <a:pt x="578871" y="121166"/>
                </a:lnTo>
                <a:lnTo>
                  <a:pt x="580331" y="122536"/>
                </a:lnTo>
                <a:lnTo>
                  <a:pt x="581061" y="120127"/>
                </a:lnTo>
                <a:lnTo>
                  <a:pt x="583251" y="116221"/>
                </a:lnTo>
                <a:lnTo>
                  <a:pt x="583981" y="117662"/>
                </a:lnTo>
                <a:lnTo>
                  <a:pt x="587631" y="121517"/>
                </a:lnTo>
                <a:lnTo>
                  <a:pt x="588361" y="119269"/>
                </a:lnTo>
                <a:lnTo>
                  <a:pt x="589821" y="111623"/>
                </a:lnTo>
                <a:lnTo>
                  <a:pt x="591281" y="115362"/>
                </a:lnTo>
                <a:lnTo>
                  <a:pt x="594931" y="120330"/>
                </a:lnTo>
                <a:lnTo>
                  <a:pt x="605150" y="108641"/>
                </a:lnTo>
                <a:lnTo>
                  <a:pt x="606610" y="111546"/>
                </a:lnTo>
                <a:lnTo>
                  <a:pt x="608070" y="110023"/>
                </a:lnTo>
                <a:lnTo>
                  <a:pt x="611720" y="108941"/>
                </a:lnTo>
                <a:lnTo>
                  <a:pt x="613180" y="104485"/>
                </a:lnTo>
                <a:lnTo>
                  <a:pt x="614640" y="106603"/>
                </a:lnTo>
                <a:lnTo>
                  <a:pt x="615370" y="105660"/>
                </a:lnTo>
                <a:lnTo>
                  <a:pt x="616100" y="108042"/>
                </a:lnTo>
                <a:lnTo>
                  <a:pt x="621940" y="121399"/>
                </a:lnTo>
                <a:lnTo>
                  <a:pt x="623400" y="120412"/>
                </a:lnTo>
                <a:lnTo>
                  <a:pt x="624860" y="114486"/>
                </a:lnTo>
                <a:lnTo>
                  <a:pt x="626320" y="115446"/>
                </a:lnTo>
                <a:lnTo>
                  <a:pt x="629240" y="122319"/>
                </a:lnTo>
                <a:lnTo>
                  <a:pt x="632889" y="114421"/>
                </a:lnTo>
                <a:lnTo>
                  <a:pt x="633619" y="115232"/>
                </a:lnTo>
                <a:lnTo>
                  <a:pt x="636539" y="117921"/>
                </a:lnTo>
                <a:lnTo>
                  <a:pt x="637269" y="117180"/>
                </a:lnTo>
                <a:lnTo>
                  <a:pt x="637999" y="115817"/>
                </a:lnTo>
                <a:lnTo>
                  <a:pt x="638729" y="116437"/>
                </a:lnTo>
                <a:lnTo>
                  <a:pt x="642379" y="122354"/>
                </a:lnTo>
                <a:lnTo>
                  <a:pt x="646029" y="120294"/>
                </a:lnTo>
                <a:lnTo>
                  <a:pt x="646759" y="121820"/>
                </a:lnTo>
                <a:lnTo>
                  <a:pt x="648219" y="125296"/>
                </a:lnTo>
                <a:lnTo>
                  <a:pt x="649679" y="122533"/>
                </a:lnTo>
                <a:lnTo>
                  <a:pt x="657709" y="127089"/>
                </a:lnTo>
                <a:lnTo>
                  <a:pt x="658439" y="122483"/>
                </a:lnTo>
                <a:lnTo>
                  <a:pt x="659169" y="121259"/>
                </a:lnTo>
                <a:lnTo>
                  <a:pt x="660628" y="123203"/>
                </a:lnTo>
                <a:lnTo>
                  <a:pt x="663548" y="129099"/>
                </a:lnTo>
                <a:lnTo>
                  <a:pt x="665738" y="127061"/>
                </a:lnTo>
                <a:lnTo>
                  <a:pt x="666468" y="129589"/>
                </a:lnTo>
                <a:lnTo>
                  <a:pt x="667198" y="132703"/>
                </a:lnTo>
                <a:lnTo>
                  <a:pt x="669388" y="131138"/>
                </a:lnTo>
                <a:lnTo>
                  <a:pt x="672308" y="129121"/>
                </a:lnTo>
                <a:lnTo>
                  <a:pt x="675228" y="130785"/>
                </a:lnTo>
                <a:lnTo>
                  <a:pt x="679608" y="132443"/>
                </a:lnTo>
                <a:lnTo>
                  <a:pt x="682528" y="132135"/>
                </a:lnTo>
                <a:lnTo>
                  <a:pt x="695667" y="133785"/>
                </a:lnTo>
                <a:lnTo>
                  <a:pt x="697857" y="128474"/>
                </a:lnTo>
                <a:lnTo>
                  <a:pt x="698587" y="129960"/>
                </a:lnTo>
                <a:lnTo>
                  <a:pt x="699317" y="131415"/>
                </a:lnTo>
                <a:lnTo>
                  <a:pt x="700047" y="129409"/>
                </a:lnTo>
                <a:lnTo>
                  <a:pt x="702967" y="119184"/>
                </a:lnTo>
                <a:lnTo>
                  <a:pt x="703697" y="120629"/>
                </a:lnTo>
                <a:lnTo>
                  <a:pt x="705887" y="129769"/>
                </a:lnTo>
                <a:lnTo>
                  <a:pt x="707347" y="126331"/>
                </a:lnTo>
                <a:lnTo>
                  <a:pt x="708807" y="120552"/>
                </a:lnTo>
                <a:lnTo>
                  <a:pt x="710267" y="123915"/>
                </a:lnTo>
                <a:lnTo>
                  <a:pt x="713917" y="138199"/>
                </a:lnTo>
                <a:lnTo>
                  <a:pt x="715377" y="136899"/>
                </a:lnTo>
                <a:lnTo>
                  <a:pt x="720486" y="138999"/>
                </a:lnTo>
                <a:lnTo>
                  <a:pt x="726326" y="145178"/>
                </a:lnTo>
                <a:lnTo>
                  <a:pt x="729246" y="139987"/>
                </a:lnTo>
                <a:lnTo>
                  <a:pt x="732896" y="146903"/>
                </a:lnTo>
                <a:lnTo>
                  <a:pt x="736546" y="145418"/>
                </a:lnTo>
                <a:lnTo>
                  <a:pt x="740196" y="147400"/>
                </a:lnTo>
                <a:lnTo>
                  <a:pt x="740926" y="146618"/>
                </a:lnTo>
                <a:lnTo>
                  <a:pt x="741656" y="147797"/>
                </a:lnTo>
                <a:lnTo>
                  <a:pt x="743846" y="149659"/>
                </a:lnTo>
                <a:lnTo>
                  <a:pt x="744576" y="148864"/>
                </a:lnTo>
                <a:lnTo>
                  <a:pt x="751145" y="148509"/>
                </a:lnTo>
                <a:lnTo>
                  <a:pt x="754065" y="157592"/>
                </a:lnTo>
                <a:lnTo>
                  <a:pt x="754795" y="153004"/>
                </a:lnTo>
                <a:lnTo>
                  <a:pt x="756255" y="155288"/>
                </a:lnTo>
                <a:lnTo>
                  <a:pt x="759905" y="158501"/>
                </a:lnTo>
                <a:lnTo>
                  <a:pt x="762825" y="156397"/>
                </a:lnTo>
                <a:lnTo>
                  <a:pt x="772315" y="159674"/>
                </a:lnTo>
                <a:lnTo>
                  <a:pt x="773045" y="157024"/>
                </a:lnTo>
                <a:lnTo>
                  <a:pt x="774505" y="154765"/>
                </a:lnTo>
                <a:lnTo>
                  <a:pt x="775234" y="157853"/>
                </a:lnTo>
                <a:lnTo>
                  <a:pt x="775964" y="160770"/>
                </a:lnTo>
                <a:lnTo>
                  <a:pt x="777424" y="157396"/>
                </a:lnTo>
                <a:lnTo>
                  <a:pt x="780344" y="155913"/>
                </a:lnTo>
                <a:lnTo>
                  <a:pt x="781074" y="159843"/>
                </a:lnTo>
                <a:lnTo>
                  <a:pt x="782534" y="156875"/>
                </a:lnTo>
                <a:lnTo>
                  <a:pt x="784724" y="154043"/>
                </a:lnTo>
                <a:lnTo>
                  <a:pt x="786184" y="154873"/>
                </a:lnTo>
                <a:lnTo>
                  <a:pt x="787644" y="157630"/>
                </a:lnTo>
                <a:lnTo>
                  <a:pt x="788374" y="158050"/>
                </a:lnTo>
                <a:lnTo>
                  <a:pt x="789104" y="155788"/>
                </a:lnTo>
                <a:lnTo>
                  <a:pt x="792754" y="156223"/>
                </a:lnTo>
                <a:lnTo>
                  <a:pt x="793484" y="158980"/>
                </a:lnTo>
                <a:lnTo>
                  <a:pt x="794944" y="157480"/>
                </a:lnTo>
                <a:lnTo>
                  <a:pt x="797864" y="156304"/>
                </a:lnTo>
                <a:lnTo>
                  <a:pt x="801514" y="165386"/>
                </a:lnTo>
                <a:lnTo>
                  <a:pt x="802974" y="161295"/>
                </a:lnTo>
                <a:lnTo>
                  <a:pt x="805163" y="162475"/>
                </a:lnTo>
                <a:lnTo>
                  <a:pt x="810273" y="164742"/>
                </a:lnTo>
                <a:lnTo>
                  <a:pt x="812463" y="162704"/>
                </a:lnTo>
                <a:lnTo>
                  <a:pt x="813193" y="163884"/>
                </a:lnTo>
                <a:lnTo>
                  <a:pt x="816113" y="162217"/>
                </a:lnTo>
                <a:lnTo>
                  <a:pt x="818303" y="155673"/>
                </a:lnTo>
                <a:lnTo>
                  <a:pt x="819763" y="158644"/>
                </a:lnTo>
                <a:lnTo>
                  <a:pt x="827063" y="164429"/>
                </a:lnTo>
                <a:lnTo>
                  <a:pt x="827793" y="158658"/>
                </a:lnTo>
                <a:lnTo>
                  <a:pt x="829253" y="163663"/>
                </a:lnTo>
                <a:lnTo>
                  <a:pt x="829983" y="163730"/>
                </a:lnTo>
                <a:lnTo>
                  <a:pt x="833632" y="173881"/>
                </a:lnTo>
                <a:lnTo>
                  <a:pt x="834362" y="173196"/>
                </a:lnTo>
                <a:lnTo>
                  <a:pt x="837282" y="175491"/>
                </a:lnTo>
                <a:lnTo>
                  <a:pt x="840932" y="177984"/>
                </a:lnTo>
                <a:lnTo>
                  <a:pt x="843852" y="176384"/>
                </a:lnTo>
                <a:lnTo>
                  <a:pt x="844582" y="177238"/>
                </a:lnTo>
                <a:lnTo>
                  <a:pt x="851882" y="177259"/>
                </a:lnTo>
                <a:lnTo>
                  <a:pt x="854802" y="174389"/>
                </a:lnTo>
                <a:lnTo>
                  <a:pt x="861371" y="173200"/>
                </a:lnTo>
                <a:lnTo>
                  <a:pt x="862831" y="174727"/>
                </a:lnTo>
                <a:lnTo>
                  <a:pt x="863561" y="172972"/>
                </a:lnTo>
                <a:lnTo>
                  <a:pt x="877431" y="161866"/>
                </a:lnTo>
                <a:lnTo>
                  <a:pt x="878161" y="162960"/>
                </a:lnTo>
                <a:lnTo>
                  <a:pt x="879621" y="161464"/>
                </a:lnTo>
                <a:lnTo>
                  <a:pt x="882541" y="159883"/>
                </a:lnTo>
                <a:lnTo>
                  <a:pt x="883271" y="160920"/>
                </a:lnTo>
                <a:lnTo>
                  <a:pt x="885461" y="158777"/>
                </a:lnTo>
                <a:lnTo>
                  <a:pt x="892031" y="146701"/>
                </a:lnTo>
                <a:lnTo>
                  <a:pt x="893491" y="147824"/>
                </a:lnTo>
                <a:lnTo>
                  <a:pt x="894221" y="146953"/>
                </a:lnTo>
                <a:lnTo>
                  <a:pt x="900061" y="141000"/>
                </a:lnTo>
                <a:lnTo>
                  <a:pt x="908091" y="131991"/>
                </a:lnTo>
                <a:lnTo>
                  <a:pt x="909551" y="134336"/>
                </a:lnTo>
                <a:lnTo>
                  <a:pt x="915390" y="131910"/>
                </a:lnTo>
                <a:lnTo>
                  <a:pt x="919040" y="131853"/>
                </a:lnTo>
                <a:lnTo>
                  <a:pt x="921230" y="134963"/>
                </a:lnTo>
                <a:lnTo>
                  <a:pt x="926340" y="137518"/>
                </a:lnTo>
                <a:lnTo>
                  <a:pt x="934370" y="121476"/>
                </a:lnTo>
                <a:lnTo>
                  <a:pt x="935100" y="123647"/>
                </a:lnTo>
                <a:lnTo>
                  <a:pt x="935830" y="121832"/>
                </a:lnTo>
                <a:lnTo>
                  <a:pt x="936560" y="116130"/>
                </a:lnTo>
                <a:lnTo>
                  <a:pt x="938750" y="116991"/>
                </a:lnTo>
                <a:lnTo>
                  <a:pt x="944589" y="108501"/>
                </a:lnTo>
                <a:lnTo>
                  <a:pt x="948239" y="98409"/>
                </a:lnTo>
                <a:lnTo>
                  <a:pt x="949699" y="95968"/>
                </a:lnTo>
                <a:lnTo>
                  <a:pt x="968678" y="50154"/>
                </a:lnTo>
                <a:lnTo>
                  <a:pt x="970138" y="50941"/>
                </a:lnTo>
                <a:lnTo>
                  <a:pt x="988388" y="73836"/>
                </a:lnTo>
                <a:lnTo>
                  <a:pt x="998607" y="87091"/>
                </a:lnTo>
                <a:lnTo>
                  <a:pt x="1005907" y="95633"/>
                </a:lnTo>
                <a:lnTo>
                  <a:pt x="1010287" y="99854"/>
                </a:lnTo>
                <a:lnTo>
                  <a:pt x="1025617" y="112193"/>
                </a:lnTo>
                <a:lnTo>
                  <a:pt x="1027076" y="110135"/>
                </a:lnTo>
                <a:lnTo>
                  <a:pt x="1027806" y="112061"/>
                </a:lnTo>
                <a:lnTo>
                  <a:pt x="1028536" y="113400"/>
                </a:lnTo>
                <a:lnTo>
                  <a:pt x="1029266" y="110620"/>
                </a:lnTo>
                <a:lnTo>
                  <a:pt x="1036566" y="101666"/>
                </a:lnTo>
                <a:lnTo>
                  <a:pt x="1051166" y="79395"/>
                </a:lnTo>
                <a:lnTo>
                  <a:pt x="1054086" y="81971"/>
                </a:lnTo>
                <a:lnTo>
                  <a:pt x="1054816" y="81254"/>
                </a:lnTo>
                <a:lnTo>
                  <a:pt x="1059925" y="77790"/>
                </a:lnTo>
                <a:lnTo>
                  <a:pt x="1064305" y="79475"/>
                </a:lnTo>
                <a:lnTo>
                  <a:pt x="1067955" y="80527"/>
                </a:lnTo>
                <a:lnTo>
                  <a:pt x="1069415" y="87300"/>
                </a:lnTo>
                <a:lnTo>
                  <a:pt x="1070875" y="83265"/>
                </a:lnTo>
                <a:lnTo>
                  <a:pt x="1071605" y="81628"/>
                </a:lnTo>
                <a:lnTo>
                  <a:pt x="1072335" y="83797"/>
                </a:lnTo>
                <a:lnTo>
                  <a:pt x="1077445" y="91197"/>
                </a:lnTo>
                <a:lnTo>
                  <a:pt x="1079635" y="97906"/>
                </a:lnTo>
                <a:lnTo>
                  <a:pt x="1081825" y="100748"/>
                </a:lnTo>
                <a:lnTo>
                  <a:pt x="1082555" y="98530"/>
                </a:lnTo>
                <a:lnTo>
                  <a:pt x="1084014" y="103428"/>
                </a:lnTo>
                <a:lnTo>
                  <a:pt x="1087664" y="116613"/>
                </a:lnTo>
                <a:lnTo>
                  <a:pt x="1091314" y="128696"/>
                </a:lnTo>
                <a:lnTo>
                  <a:pt x="1093504" y="134918"/>
                </a:lnTo>
                <a:lnTo>
                  <a:pt x="1094964" y="132642"/>
                </a:lnTo>
                <a:lnTo>
                  <a:pt x="1108834" y="153922"/>
                </a:lnTo>
                <a:lnTo>
                  <a:pt x="1109564" y="151103"/>
                </a:lnTo>
                <a:lnTo>
                  <a:pt x="1111024" y="152979"/>
                </a:lnTo>
                <a:lnTo>
                  <a:pt x="1118323" y="159869"/>
                </a:lnTo>
                <a:lnTo>
                  <a:pt x="1119053" y="158424"/>
                </a:lnTo>
                <a:lnTo>
                  <a:pt x="1121243" y="165608"/>
                </a:lnTo>
                <a:lnTo>
                  <a:pt x="1121973" y="162477"/>
                </a:lnTo>
                <a:lnTo>
                  <a:pt x="1122703" y="162841"/>
                </a:lnTo>
                <a:lnTo>
                  <a:pt x="1123433" y="167907"/>
                </a:lnTo>
                <a:lnTo>
                  <a:pt x="1125623" y="166428"/>
                </a:lnTo>
                <a:lnTo>
                  <a:pt x="1126353" y="165887"/>
                </a:lnTo>
                <a:lnTo>
                  <a:pt x="1127083" y="168050"/>
                </a:lnTo>
                <a:lnTo>
                  <a:pt x="1131463" y="176700"/>
                </a:lnTo>
                <a:lnTo>
                  <a:pt x="1134383" y="174730"/>
                </a:lnTo>
                <a:lnTo>
                  <a:pt x="1136573" y="178849"/>
                </a:lnTo>
                <a:lnTo>
                  <a:pt x="1140223" y="167103"/>
                </a:lnTo>
                <a:lnTo>
                  <a:pt x="1143872" y="176897"/>
                </a:lnTo>
                <a:lnTo>
                  <a:pt x="1144602" y="175774"/>
                </a:lnTo>
                <a:lnTo>
                  <a:pt x="1146792" y="171119"/>
                </a:lnTo>
                <a:lnTo>
                  <a:pt x="1147522" y="177236"/>
                </a:lnTo>
                <a:lnTo>
                  <a:pt x="1149712" y="173940"/>
                </a:lnTo>
                <a:lnTo>
                  <a:pt x="1150442" y="173557"/>
                </a:lnTo>
                <a:lnTo>
                  <a:pt x="1153362" y="177025"/>
                </a:lnTo>
                <a:lnTo>
                  <a:pt x="1156282" y="169839"/>
                </a:lnTo>
                <a:lnTo>
                  <a:pt x="1157012" y="177075"/>
                </a:lnTo>
                <a:lnTo>
                  <a:pt x="1159202" y="173021"/>
                </a:lnTo>
                <a:lnTo>
                  <a:pt x="1161392" y="174815"/>
                </a:lnTo>
                <a:lnTo>
                  <a:pt x="1165042" y="167439"/>
                </a:lnTo>
                <a:lnTo>
                  <a:pt x="1166502" y="170562"/>
                </a:lnTo>
                <a:lnTo>
                  <a:pt x="1167232" y="168872"/>
                </a:lnTo>
                <a:lnTo>
                  <a:pt x="1167962" y="165329"/>
                </a:lnTo>
                <a:lnTo>
                  <a:pt x="1168692" y="169010"/>
                </a:lnTo>
                <a:lnTo>
                  <a:pt x="1170152" y="177261"/>
                </a:lnTo>
                <a:lnTo>
                  <a:pt x="1170881" y="175940"/>
                </a:lnTo>
                <a:lnTo>
                  <a:pt x="1171611" y="166855"/>
                </a:lnTo>
                <a:lnTo>
                  <a:pt x="1173801" y="168366"/>
                </a:lnTo>
                <a:lnTo>
                  <a:pt x="1174531" y="166646"/>
                </a:lnTo>
                <a:lnTo>
                  <a:pt x="1175991" y="169499"/>
                </a:lnTo>
                <a:lnTo>
                  <a:pt x="1176721" y="171313"/>
                </a:lnTo>
                <a:lnTo>
                  <a:pt x="1177451" y="169752"/>
                </a:lnTo>
                <a:lnTo>
                  <a:pt x="1180371" y="165561"/>
                </a:lnTo>
                <a:lnTo>
                  <a:pt x="1182561" y="166481"/>
                </a:lnTo>
                <a:lnTo>
                  <a:pt x="1184751" y="171632"/>
                </a:lnTo>
                <a:lnTo>
                  <a:pt x="1187671" y="163582"/>
                </a:lnTo>
                <a:lnTo>
                  <a:pt x="1189131" y="159352"/>
                </a:lnTo>
                <a:lnTo>
                  <a:pt x="1189861" y="161655"/>
                </a:lnTo>
                <a:lnTo>
                  <a:pt x="1192051" y="170084"/>
                </a:lnTo>
                <a:lnTo>
                  <a:pt x="1192781" y="168632"/>
                </a:lnTo>
                <a:lnTo>
                  <a:pt x="1194241" y="164535"/>
                </a:lnTo>
                <a:lnTo>
                  <a:pt x="1194971" y="166100"/>
                </a:lnTo>
                <a:lnTo>
                  <a:pt x="1195701" y="170503"/>
                </a:lnTo>
                <a:lnTo>
                  <a:pt x="1196431" y="165103"/>
                </a:lnTo>
                <a:lnTo>
                  <a:pt x="1197161" y="167351"/>
                </a:lnTo>
                <a:lnTo>
                  <a:pt x="1198621" y="165545"/>
                </a:lnTo>
                <a:lnTo>
                  <a:pt x="1203000" y="162995"/>
                </a:lnTo>
                <a:lnTo>
                  <a:pt x="1205920" y="169077"/>
                </a:lnTo>
                <a:lnTo>
                  <a:pt x="1207380" y="167036"/>
                </a:lnTo>
                <a:lnTo>
                  <a:pt x="1209570" y="169186"/>
                </a:lnTo>
                <a:lnTo>
                  <a:pt x="1210300" y="164341"/>
                </a:lnTo>
                <a:lnTo>
                  <a:pt x="1211760" y="167346"/>
                </a:lnTo>
                <a:lnTo>
                  <a:pt x="1213950" y="170505"/>
                </a:lnTo>
                <a:lnTo>
                  <a:pt x="1214680" y="169406"/>
                </a:lnTo>
                <a:lnTo>
                  <a:pt x="1216870" y="165505"/>
                </a:lnTo>
                <a:lnTo>
                  <a:pt x="1219060" y="172465"/>
                </a:lnTo>
                <a:lnTo>
                  <a:pt x="1219790" y="168139"/>
                </a:lnTo>
                <a:lnTo>
                  <a:pt x="1220520" y="168043"/>
                </a:lnTo>
                <a:lnTo>
                  <a:pt x="1221250" y="172706"/>
                </a:lnTo>
                <a:lnTo>
                  <a:pt x="1222710" y="172298"/>
                </a:lnTo>
                <a:lnTo>
                  <a:pt x="1224170" y="167988"/>
                </a:lnTo>
                <a:lnTo>
                  <a:pt x="1224900" y="172677"/>
                </a:lnTo>
                <a:lnTo>
                  <a:pt x="1227090" y="176221"/>
                </a:lnTo>
                <a:lnTo>
                  <a:pt x="1227820" y="168471"/>
                </a:lnTo>
                <a:lnTo>
                  <a:pt x="1230009" y="169992"/>
                </a:lnTo>
                <a:lnTo>
                  <a:pt x="1230739" y="170162"/>
                </a:lnTo>
                <a:lnTo>
                  <a:pt x="1234389" y="176679"/>
                </a:lnTo>
                <a:lnTo>
                  <a:pt x="1236579" y="170875"/>
                </a:lnTo>
                <a:lnTo>
                  <a:pt x="1237309" y="173067"/>
                </a:lnTo>
                <a:lnTo>
                  <a:pt x="1238769" y="180522"/>
                </a:lnTo>
                <a:lnTo>
                  <a:pt x="1240229" y="175227"/>
                </a:lnTo>
                <a:lnTo>
                  <a:pt x="1240959" y="173127"/>
                </a:lnTo>
                <a:lnTo>
                  <a:pt x="1241689" y="175766"/>
                </a:lnTo>
                <a:lnTo>
                  <a:pt x="1242419" y="179591"/>
                </a:lnTo>
                <a:lnTo>
                  <a:pt x="1243879" y="175738"/>
                </a:lnTo>
                <a:lnTo>
                  <a:pt x="1244609" y="173823"/>
                </a:lnTo>
                <a:lnTo>
                  <a:pt x="1246799" y="174777"/>
                </a:lnTo>
                <a:lnTo>
                  <a:pt x="1249719" y="174751"/>
                </a:lnTo>
                <a:lnTo>
                  <a:pt x="1252639" y="172420"/>
                </a:lnTo>
                <a:lnTo>
                  <a:pt x="1253369" y="177715"/>
                </a:lnTo>
                <a:lnTo>
                  <a:pt x="1255559" y="174905"/>
                </a:lnTo>
                <a:lnTo>
                  <a:pt x="1258478" y="177995"/>
                </a:lnTo>
                <a:lnTo>
                  <a:pt x="1259208" y="175418"/>
                </a:lnTo>
                <a:lnTo>
                  <a:pt x="1259938" y="173749"/>
                </a:lnTo>
                <a:lnTo>
                  <a:pt x="1260668" y="177046"/>
                </a:lnTo>
                <a:lnTo>
                  <a:pt x="1261398" y="177505"/>
                </a:lnTo>
                <a:lnTo>
                  <a:pt x="1262128" y="174849"/>
                </a:lnTo>
                <a:lnTo>
                  <a:pt x="1263588" y="179026"/>
                </a:lnTo>
                <a:lnTo>
                  <a:pt x="1265048" y="176782"/>
                </a:lnTo>
                <a:lnTo>
                  <a:pt x="1267238" y="176303"/>
                </a:lnTo>
                <a:lnTo>
                  <a:pt x="1270158" y="178336"/>
                </a:lnTo>
                <a:lnTo>
                  <a:pt x="1272348" y="174428"/>
                </a:lnTo>
                <a:lnTo>
                  <a:pt x="1273078" y="177518"/>
                </a:lnTo>
                <a:lnTo>
                  <a:pt x="1282568" y="181147"/>
                </a:lnTo>
                <a:lnTo>
                  <a:pt x="1285488" y="180133"/>
                </a:lnTo>
                <a:lnTo>
                  <a:pt x="1287677" y="184396"/>
                </a:lnTo>
                <a:lnTo>
                  <a:pt x="1288407" y="180820"/>
                </a:lnTo>
                <a:lnTo>
                  <a:pt x="1292787" y="181358"/>
                </a:lnTo>
                <a:lnTo>
                  <a:pt x="1293517" y="182487"/>
                </a:lnTo>
                <a:lnTo>
                  <a:pt x="1294247" y="179123"/>
                </a:lnTo>
                <a:lnTo>
                  <a:pt x="1296437" y="176379"/>
                </a:lnTo>
                <a:lnTo>
                  <a:pt x="1300087" y="183365"/>
                </a:lnTo>
                <a:lnTo>
                  <a:pt x="1308117" y="190793"/>
                </a:lnTo>
                <a:lnTo>
                  <a:pt x="1309577" y="181470"/>
                </a:lnTo>
                <a:lnTo>
                  <a:pt x="1311037" y="187825"/>
                </a:lnTo>
                <a:lnTo>
                  <a:pt x="1311767" y="189700"/>
                </a:lnTo>
                <a:lnTo>
                  <a:pt x="1312497" y="186049"/>
                </a:lnTo>
                <a:lnTo>
                  <a:pt x="1314686" y="181777"/>
                </a:lnTo>
                <a:lnTo>
                  <a:pt x="1315416" y="184857"/>
                </a:lnTo>
                <a:lnTo>
                  <a:pt x="1317606" y="192727"/>
                </a:lnTo>
                <a:lnTo>
                  <a:pt x="1318336" y="191097"/>
                </a:lnTo>
                <a:lnTo>
                  <a:pt x="1319067" y="190370"/>
                </a:lnTo>
                <a:lnTo>
                  <a:pt x="1321256" y="182569"/>
                </a:lnTo>
                <a:lnTo>
                  <a:pt x="1321987" y="189920"/>
                </a:lnTo>
                <a:lnTo>
                  <a:pt x="1323447" y="186513"/>
                </a:lnTo>
                <a:lnTo>
                  <a:pt x="1324907" y="181135"/>
                </a:lnTo>
                <a:lnTo>
                  <a:pt x="1327097" y="182888"/>
                </a:lnTo>
                <a:lnTo>
                  <a:pt x="1330017" y="186991"/>
                </a:lnTo>
                <a:lnTo>
                  <a:pt x="1332207" y="183690"/>
                </a:lnTo>
                <a:lnTo>
                  <a:pt x="1332937" y="184507"/>
                </a:lnTo>
                <a:lnTo>
                  <a:pt x="1333667" y="187333"/>
                </a:lnTo>
                <a:lnTo>
                  <a:pt x="1335127" y="183033"/>
                </a:lnTo>
                <a:lnTo>
                  <a:pt x="1337316" y="181920"/>
                </a:lnTo>
                <a:lnTo>
                  <a:pt x="1340236" y="186314"/>
                </a:lnTo>
                <a:lnTo>
                  <a:pt x="1340966" y="181731"/>
                </a:lnTo>
                <a:lnTo>
                  <a:pt x="1343156" y="184119"/>
                </a:lnTo>
                <a:lnTo>
                  <a:pt x="1343886" y="186431"/>
                </a:lnTo>
                <a:lnTo>
                  <a:pt x="1345346" y="184837"/>
                </a:lnTo>
                <a:lnTo>
                  <a:pt x="1348996" y="182397"/>
                </a:lnTo>
                <a:lnTo>
                  <a:pt x="1352646" y="186998"/>
                </a:lnTo>
                <a:lnTo>
                  <a:pt x="1353376" y="185066"/>
                </a:lnTo>
                <a:lnTo>
                  <a:pt x="1354106" y="180894"/>
                </a:lnTo>
                <a:lnTo>
                  <a:pt x="1355566" y="185807"/>
                </a:lnTo>
                <a:lnTo>
                  <a:pt x="1356296" y="182013"/>
                </a:lnTo>
                <a:lnTo>
                  <a:pt x="1358486" y="179828"/>
                </a:lnTo>
                <a:lnTo>
                  <a:pt x="1359216" y="181602"/>
                </a:lnTo>
                <a:lnTo>
                  <a:pt x="1362136" y="186937"/>
                </a:lnTo>
                <a:lnTo>
                  <a:pt x="1364325" y="177135"/>
                </a:lnTo>
                <a:lnTo>
                  <a:pt x="1365785" y="178302"/>
                </a:lnTo>
                <a:lnTo>
                  <a:pt x="1367975" y="180650"/>
                </a:lnTo>
                <a:lnTo>
                  <a:pt x="1369435" y="175777"/>
                </a:lnTo>
                <a:lnTo>
                  <a:pt x="1370895" y="179330"/>
                </a:lnTo>
                <a:lnTo>
                  <a:pt x="1372355" y="181067"/>
                </a:lnTo>
                <a:lnTo>
                  <a:pt x="1376005" y="174452"/>
                </a:lnTo>
                <a:lnTo>
                  <a:pt x="1378195" y="179374"/>
                </a:lnTo>
                <a:lnTo>
                  <a:pt x="1378925" y="176360"/>
                </a:lnTo>
                <a:lnTo>
                  <a:pt x="1381845" y="172146"/>
                </a:lnTo>
                <a:lnTo>
                  <a:pt x="1382575" y="175602"/>
                </a:lnTo>
                <a:lnTo>
                  <a:pt x="1384035" y="182483"/>
                </a:lnTo>
                <a:lnTo>
                  <a:pt x="1386225" y="181515"/>
                </a:lnTo>
                <a:lnTo>
                  <a:pt x="1387685" y="183470"/>
                </a:lnTo>
                <a:lnTo>
                  <a:pt x="1390605" y="211876"/>
                </a:lnTo>
                <a:lnTo>
                  <a:pt x="1392065" y="204432"/>
                </a:lnTo>
                <a:lnTo>
                  <a:pt x="1394254" y="209727"/>
                </a:lnTo>
                <a:lnTo>
                  <a:pt x="1400094" y="228378"/>
                </a:lnTo>
                <a:lnTo>
                  <a:pt x="1400824" y="223799"/>
                </a:lnTo>
                <a:lnTo>
                  <a:pt x="1401554" y="228115"/>
                </a:lnTo>
                <a:lnTo>
                  <a:pt x="1408854" y="255213"/>
                </a:lnTo>
                <a:lnTo>
                  <a:pt x="1409584" y="253368"/>
                </a:lnTo>
                <a:lnTo>
                  <a:pt x="1410314" y="255885"/>
                </a:lnTo>
                <a:lnTo>
                  <a:pt x="1414694" y="276275"/>
                </a:lnTo>
                <a:lnTo>
                  <a:pt x="1416154" y="275978"/>
                </a:lnTo>
                <a:lnTo>
                  <a:pt x="1416884" y="272616"/>
                </a:lnTo>
                <a:lnTo>
                  <a:pt x="1417614" y="277429"/>
                </a:lnTo>
                <a:lnTo>
                  <a:pt x="1421993" y="297109"/>
                </a:lnTo>
                <a:lnTo>
                  <a:pt x="1423453" y="295455"/>
                </a:lnTo>
                <a:lnTo>
                  <a:pt x="1424183" y="297027"/>
                </a:lnTo>
                <a:lnTo>
                  <a:pt x="1428563" y="318450"/>
                </a:lnTo>
                <a:lnTo>
                  <a:pt x="1430023" y="319001"/>
                </a:lnTo>
                <a:lnTo>
                  <a:pt x="1463602" y="433553"/>
                </a:lnTo>
                <a:lnTo>
                  <a:pt x="1464332" y="432915"/>
                </a:lnTo>
                <a:lnTo>
                  <a:pt x="1465792" y="436224"/>
                </a:lnTo>
                <a:lnTo>
                  <a:pt x="1468712" y="452674"/>
                </a:lnTo>
                <a:lnTo>
                  <a:pt x="1470172" y="449955"/>
                </a:lnTo>
                <a:lnTo>
                  <a:pt x="1476742" y="474173"/>
                </a:lnTo>
                <a:lnTo>
                  <a:pt x="1481121" y="485564"/>
                </a:lnTo>
                <a:lnTo>
                  <a:pt x="1489151" y="515941"/>
                </a:lnTo>
                <a:lnTo>
                  <a:pt x="1490611" y="515555"/>
                </a:lnTo>
                <a:lnTo>
                  <a:pt x="1492071" y="515040"/>
                </a:lnTo>
                <a:lnTo>
                  <a:pt x="1494261" y="520286"/>
                </a:lnTo>
                <a:lnTo>
                  <a:pt x="1495721" y="523868"/>
                </a:lnTo>
                <a:lnTo>
                  <a:pt x="1498641" y="534834"/>
                </a:lnTo>
                <a:lnTo>
                  <a:pt x="1500101" y="532482"/>
                </a:lnTo>
                <a:lnTo>
                  <a:pt x="1504481" y="543636"/>
                </a:lnTo>
                <a:lnTo>
                  <a:pt x="1505211" y="546145"/>
                </a:lnTo>
                <a:lnTo>
                  <a:pt x="1505941" y="543067"/>
                </a:lnTo>
                <a:lnTo>
                  <a:pt x="1507401" y="544933"/>
                </a:lnTo>
                <a:lnTo>
                  <a:pt x="1508131" y="543749"/>
                </a:lnTo>
                <a:lnTo>
                  <a:pt x="1508860" y="546099"/>
                </a:lnTo>
                <a:lnTo>
                  <a:pt x="1510320" y="558489"/>
                </a:lnTo>
                <a:lnTo>
                  <a:pt x="1512510" y="557095"/>
                </a:lnTo>
                <a:lnTo>
                  <a:pt x="1513240" y="558553"/>
                </a:lnTo>
                <a:lnTo>
                  <a:pt x="1513970" y="555814"/>
                </a:lnTo>
                <a:lnTo>
                  <a:pt x="1514700" y="554435"/>
                </a:lnTo>
                <a:lnTo>
                  <a:pt x="1516160" y="556459"/>
                </a:lnTo>
                <a:lnTo>
                  <a:pt x="1525650" y="567797"/>
                </a:lnTo>
                <a:lnTo>
                  <a:pt x="1528570" y="567988"/>
                </a:lnTo>
                <a:lnTo>
                  <a:pt x="1531490" y="571530"/>
                </a:lnTo>
                <a:lnTo>
                  <a:pt x="1532220" y="571157"/>
                </a:lnTo>
                <a:lnTo>
                  <a:pt x="1533680" y="569534"/>
                </a:lnTo>
                <a:lnTo>
                  <a:pt x="1534410" y="570226"/>
                </a:lnTo>
                <a:lnTo>
                  <a:pt x="1536600" y="575591"/>
                </a:lnTo>
                <a:lnTo>
                  <a:pt x="1538059" y="573674"/>
                </a:lnTo>
                <a:lnTo>
                  <a:pt x="1544629" y="574506"/>
                </a:lnTo>
                <a:lnTo>
                  <a:pt x="1546089" y="569092"/>
                </a:lnTo>
                <a:lnTo>
                  <a:pt x="1547549" y="570201"/>
                </a:lnTo>
                <a:lnTo>
                  <a:pt x="1561419" y="539629"/>
                </a:lnTo>
                <a:lnTo>
                  <a:pt x="1565069" y="462125"/>
                </a:lnTo>
                <a:lnTo>
                  <a:pt x="1576018" y="111291"/>
                </a:lnTo>
                <a:lnTo>
                  <a:pt x="1576748" y="110629"/>
                </a:lnTo>
                <a:lnTo>
                  <a:pt x="1584048" y="74841"/>
                </a:lnTo>
                <a:lnTo>
                  <a:pt x="1584778" y="76145"/>
                </a:lnTo>
                <a:lnTo>
                  <a:pt x="1585508" y="75044"/>
                </a:lnTo>
                <a:lnTo>
                  <a:pt x="1589888" y="61712"/>
                </a:lnTo>
                <a:lnTo>
                  <a:pt x="1593538" y="55783"/>
                </a:lnTo>
                <a:lnTo>
                  <a:pt x="1597187" y="47025"/>
                </a:lnTo>
                <a:lnTo>
                  <a:pt x="1597917" y="47696"/>
                </a:lnTo>
                <a:lnTo>
                  <a:pt x="1606677" y="32115"/>
                </a:lnTo>
                <a:lnTo>
                  <a:pt x="1608137" y="34589"/>
                </a:lnTo>
                <a:lnTo>
                  <a:pt x="1611787" y="35651"/>
                </a:lnTo>
                <a:lnTo>
                  <a:pt x="1613247" y="37223"/>
                </a:lnTo>
                <a:lnTo>
                  <a:pt x="1614707" y="36432"/>
                </a:lnTo>
                <a:lnTo>
                  <a:pt x="1615437" y="34919"/>
                </a:lnTo>
                <a:lnTo>
                  <a:pt x="1616167" y="36534"/>
                </a:lnTo>
                <a:lnTo>
                  <a:pt x="1620547" y="43411"/>
                </a:lnTo>
                <a:lnTo>
                  <a:pt x="1632226" y="65659"/>
                </a:lnTo>
                <a:lnTo>
                  <a:pt x="1633686" y="64082"/>
                </a:lnTo>
                <a:lnTo>
                  <a:pt x="1634416" y="64519"/>
                </a:lnTo>
                <a:lnTo>
                  <a:pt x="1638796" y="68466"/>
                </a:lnTo>
                <a:lnTo>
                  <a:pt x="1642446" y="69440"/>
                </a:lnTo>
                <a:lnTo>
                  <a:pt x="1643906" y="73346"/>
                </a:lnTo>
                <a:lnTo>
                  <a:pt x="1644636" y="70569"/>
                </a:lnTo>
                <a:lnTo>
                  <a:pt x="1646096" y="63903"/>
                </a:lnTo>
                <a:lnTo>
                  <a:pt x="1647556" y="66170"/>
                </a:lnTo>
                <a:lnTo>
                  <a:pt x="1653395" y="75496"/>
                </a:lnTo>
                <a:lnTo>
                  <a:pt x="1655585" y="67157"/>
                </a:lnTo>
                <a:lnTo>
                  <a:pt x="1656315" y="69301"/>
                </a:lnTo>
                <a:lnTo>
                  <a:pt x="1657775" y="72408"/>
                </a:lnTo>
                <a:lnTo>
                  <a:pt x="1658505" y="70228"/>
                </a:lnTo>
                <a:lnTo>
                  <a:pt x="1659965" y="67425"/>
                </a:lnTo>
                <a:lnTo>
                  <a:pt x="1660695" y="68110"/>
                </a:lnTo>
                <a:lnTo>
                  <a:pt x="1665075" y="74048"/>
                </a:lnTo>
                <a:lnTo>
                  <a:pt x="1665805" y="75184"/>
                </a:lnTo>
                <a:lnTo>
                  <a:pt x="1666535" y="73464"/>
                </a:lnTo>
                <a:lnTo>
                  <a:pt x="1670915" y="63599"/>
                </a:lnTo>
                <a:lnTo>
                  <a:pt x="1672375" y="60663"/>
                </a:lnTo>
                <a:lnTo>
                  <a:pt x="1673105" y="63813"/>
                </a:lnTo>
                <a:lnTo>
                  <a:pt x="1674565" y="67304"/>
                </a:lnTo>
                <a:lnTo>
                  <a:pt x="1675295" y="64145"/>
                </a:lnTo>
                <a:lnTo>
                  <a:pt x="1678945" y="60027"/>
                </a:lnTo>
                <a:lnTo>
                  <a:pt x="1680405" y="62299"/>
                </a:lnTo>
                <a:lnTo>
                  <a:pt x="1681864" y="60867"/>
                </a:lnTo>
                <a:lnTo>
                  <a:pt x="1684054" y="58994"/>
                </a:lnTo>
                <a:lnTo>
                  <a:pt x="1684784" y="59974"/>
                </a:lnTo>
                <a:lnTo>
                  <a:pt x="1689164" y="57778"/>
                </a:lnTo>
                <a:lnTo>
                  <a:pt x="1692084" y="52982"/>
                </a:lnTo>
                <a:lnTo>
                  <a:pt x="1694274" y="62585"/>
                </a:lnTo>
                <a:lnTo>
                  <a:pt x="1695734" y="57953"/>
                </a:lnTo>
                <a:lnTo>
                  <a:pt x="1704494" y="66702"/>
                </a:lnTo>
                <a:lnTo>
                  <a:pt x="1708144" y="72903"/>
                </a:lnTo>
                <a:lnTo>
                  <a:pt x="1710333" y="70742"/>
                </a:lnTo>
                <a:lnTo>
                  <a:pt x="1711063" y="72346"/>
                </a:lnTo>
                <a:lnTo>
                  <a:pt x="1715443" y="82605"/>
                </a:lnTo>
                <a:lnTo>
                  <a:pt x="1718363" y="81477"/>
                </a:lnTo>
                <a:lnTo>
                  <a:pt x="1720553" y="78758"/>
                </a:lnTo>
                <a:lnTo>
                  <a:pt x="1721283" y="81571"/>
                </a:lnTo>
                <a:lnTo>
                  <a:pt x="1723473" y="80944"/>
                </a:lnTo>
                <a:lnTo>
                  <a:pt x="1725663" y="73893"/>
                </a:lnTo>
                <a:lnTo>
                  <a:pt x="1726393" y="77553"/>
                </a:lnTo>
                <a:lnTo>
                  <a:pt x="1727123" y="78791"/>
                </a:lnTo>
                <a:lnTo>
                  <a:pt x="1727853" y="76657"/>
                </a:lnTo>
                <a:lnTo>
                  <a:pt x="1728583" y="74440"/>
                </a:lnTo>
                <a:lnTo>
                  <a:pt x="1730043" y="78198"/>
                </a:lnTo>
                <a:lnTo>
                  <a:pt x="1732963" y="73041"/>
                </a:lnTo>
                <a:lnTo>
                  <a:pt x="1733693" y="75516"/>
                </a:lnTo>
                <a:lnTo>
                  <a:pt x="1734423" y="79308"/>
                </a:lnTo>
                <a:lnTo>
                  <a:pt x="1735883" y="76990"/>
                </a:lnTo>
                <a:lnTo>
                  <a:pt x="1740992" y="67426"/>
                </a:lnTo>
                <a:lnTo>
                  <a:pt x="1741722" y="69037"/>
                </a:lnTo>
                <a:lnTo>
                  <a:pt x="1742452" y="67710"/>
                </a:lnTo>
                <a:lnTo>
                  <a:pt x="1745372" y="64881"/>
                </a:lnTo>
                <a:lnTo>
                  <a:pt x="1746102" y="65846"/>
                </a:lnTo>
                <a:lnTo>
                  <a:pt x="1746832" y="64023"/>
                </a:lnTo>
                <a:lnTo>
                  <a:pt x="1749752" y="60708"/>
                </a:lnTo>
                <a:lnTo>
                  <a:pt x="1750483" y="62381"/>
                </a:lnTo>
                <a:lnTo>
                  <a:pt x="1752672" y="61413"/>
                </a:lnTo>
                <a:lnTo>
                  <a:pt x="1762162" y="51393"/>
                </a:lnTo>
                <a:lnTo>
                  <a:pt x="1764352" y="50566"/>
                </a:lnTo>
                <a:lnTo>
                  <a:pt x="1770192" y="42858"/>
                </a:lnTo>
                <a:lnTo>
                  <a:pt x="1770922" y="44730"/>
                </a:lnTo>
                <a:lnTo>
                  <a:pt x="1771652" y="47088"/>
                </a:lnTo>
                <a:lnTo>
                  <a:pt x="1773112" y="44469"/>
                </a:lnTo>
                <a:lnTo>
                  <a:pt x="1776762" y="41812"/>
                </a:lnTo>
                <a:lnTo>
                  <a:pt x="1781142" y="42154"/>
                </a:lnTo>
                <a:lnTo>
                  <a:pt x="1784792" y="38625"/>
                </a:lnTo>
                <a:lnTo>
                  <a:pt x="1786982" y="42004"/>
                </a:lnTo>
                <a:lnTo>
                  <a:pt x="1787712" y="39197"/>
                </a:lnTo>
                <a:lnTo>
                  <a:pt x="1792821" y="40285"/>
                </a:lnTo>
                <a:lnTo>
                  <a:pt x="1794281" y="37728"/>
                </a:lnTo>
                <a:lnTo>
                  <a:pt x="1795011" y="39090"/>
                </a:lnTo>
                <a:lnTo>
                  <a:pt x="1797931" y="38904"/>
                </a:lnTo>
                <a:lnTo>
                  <a:pt x="1800851" y="34217"/>
                </a:lnTo>
                <a:lnTo>
                  <a:pt x="1801581" y="37463"/>
                </a:lnTo>
                <a:lnTo>
                  <a:pt x="1803041" y="39622"/>
                </a:lnTo>
                <a:lnTo>
                  <a:pt x="1803771" y="38050"/>
                </a:lnTo>
                <a:lnTo>
                  <a:pt x="1807421" y="35456"/>
                </a:lnTo>
                <a:lnTo>
                  <a:pt x="1810341" y="36368"/>
                </a:lnTo>
                <a:lnTo>
                  <a:pt x="1811801" y="33222"/>
                </a:lnTo>
                <a:lnTo>
                  <a:pt x="1813261" y="34369"/>
                </a:lnTo>
                <a:lnTo>
                  <a:pt x="1831510" y="31138"/>
                </a:lnTo>
                <a:lnTo>
                  <a:pt x="1833700" y="27647"/>
                </a:lnTo>
                <a:lnTo>
                  <a:pt x="1834430" y="28275"/>
                </a:lnTo>
                <a:lnTo>
                  <a:pt x="1836620" y="27194"/>
                </a:lnTo>
                <a:lnTo>
                  <a:pt x="1840270" y="24846"/>
                </a:lnTo>
                <a:lnTo>
                  <a:pt x="1843920" y="21832"/>
                </a:lnTo>
                <a:lnTo>
                  <a:pt x="1844650" y="22859"/>
                </a:lnTo>
                <a:lnTo>
                  <a:pt x="1847569" y="26905"/>
                </a:lnTo>
                <a:lnTo>
                  <a:pt x="1851949" y="17185"/>
                </a:lnTo>
                <a:lnTo>
                  <a:pt x="1852679" y="18092"/>
                </a:lnTo>
                <a:lnTo>
                  <a:pt x="1854139" y="21858"/>
                </a:lnTo>
                <a:lnTo>
                  <a:pt x="1855599" y="19838"/>
                </a:lnTo>
                <a:lnTo>
                  <a:pt x="1857789" y="20599"/>
                </a:lnTo>
                <a:lnTo>
                  <a:pt x="1861439" y="17484"/>
                </a:lnTo>
                <a:lnTo>
                  <a:pt x="1863629" y="21010"/>
                </a:lnTo>
                <a:lnTo>
                  <a:pt x="1864359" y="18868"/>
                </a:lnTo>
                <a:lnTo>
                  <a:pt x="1868739" y="17758"/>
                </a:lnTo>
                <a:lnTo>
                  <a:pt x="1870199" y="18932"/>
                </a:lnTo>
                <a:lnTo>
                  <a:pt x="1870929" y="16432"/>
                </a:lnTo>
                <a:lnTo>
                  <a:pt x="1874579" y="14248"/>
                </a:lnTo>
                <a:lnTo>
                  <a:pt x="1878228" y="5666"/>
                </a:lnTo>
                <a:lnTo>
                  <a:pt x="1878958" y="8778"/>
                </a:lnTo>
                <a:lnTo>
                  <a:pt x="1879688" y="13213"/>
                </a:lnTo>
                <a:lnTo>
                  <a:pt x="1881878" y="10796"/>
                </a:lnTo>
                <a:lnTo>
                  <a:pt x="1884068" y="12799"/>
                </a:lnTo>
                <a:lnTo>
                  <a:pt x="1884798" y="12089"/>
                </a:lnTo>
                <a:lnTo>
                  <a:pt x="1889178" y="10033"/>
                </a:lnTo>
                <a:lnTo>
                  <a:pt x="1892098" y="13369"/>
                </a:lnTo>
                <a:lnTo>
                  <a:pt x="1892828" y="12299"/>
                </a:lnTo>
                <a:lnTo>
                  <a:pt x="1905237" y="11431"/>
                </a:lnTo>
                <a:lnTo>
                  <a:pt x="1905967" y="8921"/>
                </a:lnTo>
                <a:lnTo>
                  <a:pt x="1908157" y="10099"/>
                </a:lnTo>
                <a:lnTo>
                  <a:pt x="1913267" y="6437"/>
                </a:lnTo>
                <a:lnTo>
                  <a:pt x="1923487" y="7467"/>
                </a:lnTo>
                <a:lnTo>
                  <a:pt x="1924217" y="5305"/>
                </a:lnTo>
                <a:lnTo>
                  <a:pt x="1925677" y="7213"/>
                </a:lnTo>
                <a:lnTo>
                  <a:pt x="1926407" y="8154"/>
                </a:lnTo>
                <a:lnTo>
                  <a:pt x="1927137" y="7057"/>
                </a:lnTo>
                <a:lnTo>
                  <a:pt x="1927867" y="4902"/>
                </a:lnTo>
                <a:lnTo>
                  <a:pt x="1928597" y="7183"/>
                </a:lnTo>
                <a:lnTo>
                  <a:pt x="1929327" y="9267"/>
                </a:lnTo>
                <a:lnTo>
                  <a:pt x="1930787" y="7355"/>
                </a:lnTo>
                <a:lnTo>
                  <a:pt x="1934436" y="5601"/>
                </a:lnTo>
                <a:lnTo>
                  <a:pt x="1935166" y="6737"/>
                </a:lnTo>
                <a:lnTo>
                  <a:pt x="1935896" y="3850"/>
                </a:lnTo>
                <a:lnTo>
                  <a:pt x="1936626" y="1146"/>
                </a:lnTo>
                <a:lnTo>
                  <a:pt x="1938086" y="4049"/>
                </a:lnTo>
                <a:lnTo>
                  <a:pt x="1940276" y="0"/>
                </a:lnTo>
                <a:lnTo>
                  <a:pt x="1941006" y="4193"/>
                </a:lnTo>
                <a:lnTo>
                  <a:pt x="1943926" y="6082"/>
                </a:lnTo>
                <a:lnTo>
                  <a:pt x="1944656" y="6646"/>
                </a:lnTo>
                <a:lnTo>
                  <a:pt x="1946116" y="4506"/>
                </a:lnTo>
                <a:lnTo>
                  <a:pt x="1951956" y="5376"/>
                </a:lnTo>
                <a:lnTo>
                  <a:pt x="1954876" y="2186"/>
                </a:lnTo>
                <a:lnTo>
                  <a:pt x="1955606" y="3000"/>
                </a:lnTo>
                <a:lnTo>
                  <a:pt x="1956336" y="2491"/>
                </a:lnTo>
                <a:lnTo>
                  <a:pt x="1957066" y="4202"/>
                </a:lnTo>
                <a:lnTo>
                  <a:pt x="1957796" y="7484"/>
                </a:lnTo>
                <a:lnTo>
                  <a:pt x="1959986" y="5932"/>
                </a:lnTo>
                <a:lnTo>
                  <a:pt x="1965095" y="4277"/>
                </a:lnTo>
                <a:lnTo>
                  <a:pt x="1965825" y="1088"/>
                </a:lnTo>
                <a:lnTo>
                  <a:pt x="1968015" y="2593"/>
                </a:lnTo>
                <a:lnTo>
                  <a:pt x="1968745" y="1085"/>
                </a:lnTo>
                <a:lnTo>
                  <a:pt x="1969475" y="2498"/>
                </a:lnTo>
                <a:lnTo>
                  <a:pt x="1970205" y="4132"/>
                </a:lnTo>
                <a:lnTo>
                  <a:pt x="1970935" y="3285"/>
                </a:lnTo>
                <a:lnTo>
                  <a:pt x="1971665" y="593"/>
                </a:lnTo>
                <a:lnTo>
                  <a:pt x="1973855" y="1686"/>
                </a:lnTo>
                <a:lnTo>
                  <a:pt x="1975315" y="5421"/>
                </a:lnTo>
                <a:lnTo>
                  <a:pt x="1976775" y="3288"/>
                </a:lnTo>
                <a:lnTo>
                  <a:pt x="1980425" y="1777"/>
                </a:lnTo>
                <a:lnTo>
                  <a:pt x="1981885" y="7893"/>
                </a:lnTo>
                <a:lnTo>
                  <a:pt x="1983345" y="3987"/>
                </a:lnTo>
                <a:lnTo>
                  <a:pt x="1984805" y="4642"/>
                </a:lnTo>
                <a:lnTo>
                  <a:pt x="1985535" y="2949"/>
                </a:lnTo>
                <a:lnTo>
                  <a:pt x="1986265" y="742"/>
                </a:lnTo>
                <a:lnTo>
                  <a:pt x="1986995" y="3273"/>
                </a:lnTo>
                <a:lnTo>
                  <a:pt x="1988455" y="8628"/>
                </a:lnTo>
                <a:lnTo>
                  <a:pt x="1989915" y="5959"/>
                </a:lnTo>
                <a:lnTo>
                  <a:pt x="1993564" y="6781"/>
                </a:lnTo>
                <a:lnTo>
                  <a:pt x="1994294" y="6410"/>
                </a:lnTo>
                <a:lnTo>
                  <a:pt x="1997944" y="12528"/>
                </a:lnTo>
                <a:lnTo>
                  <a:pt x="2001594" y="8525"/>
                </a:lnTo>
                <a:lnTo>
                  <a:pt x="2002324" y="7606"/>
                </a:lnTo>
                <a:lnTo>
                  <a:pt x="2003054" y="9878"/>
                </a:lnTo>
                <a:lnTo>
                  <a:pt x="2004514" y="13024"/>
                </a:lnTo>
                <a:lnTo>
                  <a:pt x="2005244" y="11884"/>
                </a:lnTo>
                <a:lnTo>
                  <a:pt x="2006704" y="8070"/>
                </a:lnTo>
                <a:lnTo>
                  <a:pt x="2008164" y="10353"/>
                </a:lnTo>
                <a:lnTo>
                  <a:pt x="2008894" y="9054"/>
                </a:lnTo>
                <a:lnTo>
                  <a:pt x="2009624" y="11928"/>
                </a:lnTo>
                <a:lnTo>
                  <a:pt x="2011084" y="14410"/>
                </a:lnTo>
                <a:lnTo>
                  <a:pt x="2011814" y="11832"/>
                </a:lnTo>
                <a:lnTo>
                  <a:pt x="2012544" y="9263"/>
                </a:lnTo>
                <a:lnTo>
                  <a:pt x="2014004" y="12370"/>
                </a:lnTo>
                <a:lnTo>
                  <a:pt x="2017654" y="11778"/>
                </a:lnTo>
                <a:lnTo>
                  <a:pt x="2019114" y="12439"/>
                </a:lnTo>
                <a:lnTo>
                  <a:pt x="2021303" y="9065"/>
                </a:lnTo>
                <a:lnTo>
                  <a:pt x="2022763" y="11585"/>
                </a:lnTo>
                <a:lnTo>
                  <a:pt x="2024223" y="10246"/>
                </a:lnTo>
                <a:lnTo>
                  <a:pt x="2027143" y="9520"/>
                </a:lnTo>
                <a:lnTo>
                  <a:pt x="2031523" y="13028"/>
                </a:lnTo>
                <a:lnTo>
                  <a:pt x="2034443" y="8605"/>
                </a:lnTo>
                <a:lnTo>
                  <a:pt x="2044663" y="11424"/>
                </a:lnTo>
              </a:path>
            </a:pathLst>
          </a:custGeom>
          <a:noFill/>
          <a:ln w="2013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Editable path 182"/>
          <p:cNvSpPr/>
          <p:nvPr/>
        </p:nvSpPr>
        <p:spPr>
          <a:xfrm>
            <a:off x="9759990" y="2526184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Editable path 183"/>
          <p:cNvSpPr/>
          <p:nvPr/>
        </p:nvSpPr>
        <p:spPr>
          <a:xfrm>
            <a:off x="12009119" y="2526184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Editable path 184"/>
          <p:cNvSpPr/>
          <p:nvPr/>
        </p:nvSpPr>
        <p:spPr>
          <a:xfrm>
            <a:off x="9759990" y="3701192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Editable path 185"/>
          <p:cNvSpPr/>
          <p:nvPr/>
        </p:nvSpPr>
        <p:spPr>
          <a:xfrm>
            <a:off x="9759990" y="2526184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10351317" y="2238670"/>
            <a:ext cx="1110316" cy="2131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98" b="0" i="0">
                <a:solidFill>
                  <a:srgbClr val="3A9A94"/>
                </a:solidFill>
                <a:latin typeface="Times New Roman"/>
              </a:rPr>
              <a:t>Robot B · right</a:t>
            </a:r>
          </a:p>
        </p:txBody>
      </p:sp>
      <p:sp>
        <p:nvSpPr>
          <p:cNvPr id="260" name="Editable path 186"/>
          <p:cNvSpPr/>
          <p:nvPr/>
        </p:nvSpPr>
        <p:spPr>
          <a:xfrm>
            <a:off x="9759990" y="4302013"/>
            <a:ext cx="2249129" cy="1175008"/>
          </a:xfrm>
          <a:custGeom>
            <a:avLst/>
            <a:gdLst/>
            <a:ahLst/>
            <a:cxnLst/>
            <a:rect l="l" t="t" r="r" b="b"/>
            <a:pathLst>
              <a:path w="2249129" h="1175008">
                <a:moveTo>
                  <a:pt x="0" y="0"/>
                </a:moveTo>
                <a:lnTo>
                  <a:pt x="2249129" y="0"/>
                </a:lnTo>
                <a:lnTo>
                  <a:pt x="2249129" y="1175008"/>
                </a:lnTo>
                <a:lnTo>
                  <a:pt x="0" y="11750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Editable path 187"/>
          <p:cNvSpPr/>
          <p:nvPr/>
        </p:nvSpPr>
        <p:spPr>
          <a:xfrm>
            <a:off x="9862223" y="4302013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Editable path 188"/>
          <p:cNvSpPr/>
          <p:nvPr/>
        </p:nvSpPr>
        <p:spPr>
          <a:xfrm>
            <a:off x="9862223" y="5477021"/>
            <a:ext cx="0" cy="82890"/>
          </a:xfrm>
          <a:custGeom>
            <a:avLst/>
            <a:gdLst/>
            <a:ahLst/>
            <a:cxnLst/>
            <a:rect l="l" t="t" r="r" b="b"/>
            <a:pathLst>
              <a:path w="0" h="82890">
                <a:moveTo>
                  <a:pt x="0" y="0"/>
                </a:moveTo>
                <a:lnTo>
                  <a:pt x="0" y="8289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9826698" y="5623421"/>
            <a:ext cx="106573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264" name="Editable path 189"/>
          <p:cNvSpPr/>
          <p:nvPr/>
        </p:nvSpPr>
        <p:spPr>
          <a:xfrm>
            <a:off x="10592199" y="4302013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Editable path 190"/>
          <p:cNvSpPr/>
          <p:nvPr/>
        </p:nvSpPr>
        <p:spPr>
          <a:xfrm>
            <a:off x="10592199" y="5477021"/>
            <a:ext cx="0" cy="82890"/>
          </a:xfrm>
          <a:custGeom>
            <a:avLst/>
            <a:gdLst/>
            <a:ahLst/>
            <a:cxnLst/>
            <a:rect l="l" t="t" r="r" b="b"/>
            <a:pathLst>
              <a:path w="0" h="82890">
                <a:moveTo>
                  <a:pt x="0" y="0"/>
                </a:moveTo>
                <a:lnTo>
                  <a:pt x="0" y="8289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10521150" y="5623421"/>
            <a:ext cx="177622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20</a:t>
            </a:r>
          </a:p>
        </p:txBody>
      </p:sp>
      <p:sp>
        <p:nvSpPr>
          <p:cNvPr id="267" name="Editable path 191"/>
          <p:cNvSpPr/>
          <p:nvPr/>
        </p:nvSpPr>
        <p:spPr>
          <a:xfrm>
            <a:off x="11322175" y="4302013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Editable path 192"/>
          <p:cNvSpPr/>
          <p:nvPr/>
        </p:nvSpPr>
        <p:spPr>
          <a:xfrm>
            <a:off x="11322175" y="5477021"/>
            <a:ext cx="0" cy="82890"/>
          </a:xfrm>
          <a:custGeom>
            <a:avLst/>
            <a:gdLst/>
            <a:ahLst/>
            <a:cxnLst/>
            <a:rect l="l" t="t" r="r" b="b"/>
            <a:pathLst>
              <a:path w="0" h="82890">
                <a:moveTo>
                  <a:pt x="0" y="0"/>
                </a:moveTo>
                <a:lnTo>
                  <a:pt x="0" y="8289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11251126" y="5623421"/>
            <a:ext cx="177622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40</a:t>
            </a:r>
          </a:p>
        </p:txBody>
      </p:sp>
      <p:sp>
        <p:nvSpPr>
          <p:cNvPr id="270" name="TextBox 269"/>
          <p:cNvSpPr txBox="1"/>
          <p:nvPr/>
        </p:nvSpPr>
        <p:spPr>
          <a:xfrm>
            <a:off x="10315052" y="5852407"/>
            <a:ext cx="1175481" cy="184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12" b="0" i="0">
                <a:solidFill>
                  <a:srgbClr val="2B2B2B"/>
                </a:solidFill>
                <a:latin typeface="Times New Roman"/>
              </a:rPr>
              <a:t>Reference time (s)</a:t>
            </a:r>
          </a:p>
        </p:txBody>
      </p:sp>
      <p:sp>
        <p:nvSpPr>
          <p:cNvPr id="271" name="Editable path 193"/>
          <p:cNvSpPr/>
          <p:nvPr/>
        </p:nvSpPr>
        <p:spPr>
          <a:xfrm>
            <a:off x="9759990" y="5195890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Editable path 194"/>
          <p:cNvSpPr/>
          <p:nvPr/>
        </p:nvSpPr>
        <p:spPr>
          <a:xfrm>
            <a:off x="9677100" y="5195890"/>
            <a:ext cx="82890" cy="0"/>
          </a:xfrm>
          <a:custGeom>
            <a:avLst/>
            <a:gdLst/>
            <a:ahLst/>
            <a:cxnLst/>
            <a:rect l="l" t="t" r="r" b="b"/>
            <a:pathLst>
              <a:path w="82890" h="0">
                <a:moveTo>
                  <a:pt x="8289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9523160" y="5128034"/>
            <a:ext cx="106573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0</a:t>
            </a:r>
          </a:p>
        </p:txBody>
      </p:sp>
      <p:sp>
        <p:nvSpPr>
          <p:cNvPr id="274" name="Editable path 195"/>
          <p:cNvSpPr/>
          <p:nvPr/>
        </p:nvSpPr>
        <p:spPr>
          <a:xfrm>
            <a:off x="9759990" y="4783490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Editable path 196"/>
          <p:cNvSpPr/>
          <p:nvPr/>
        </p:nvSpPr>
        <p:spPr>
          <a:xfrm>
            <a:off x="9677100" y="4783490"/>
            <a:ext cx="82890" cy="0"/>
          </a:xfrm>
          <a:custGeom>
            <a:avLst/>
            <a:gdLst/>
            <a:ahLst/>
            <a:cxnLst/>
            <a:rect l="l" t="t" r="r" b="b"/>
            <a:pathLst>
              <a:path w="82890" h="0">
                <a:moveTo>
                  <a:pt x="8289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9452111" y="4715633"/>
            <a:ext cx="177622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50</a:t>
            </a:r>
          </a:p>
        </p:txBody>
      </p:sp>
      <p:sp>
        <p:nvSpPr>
          <p:cNvPr id="277" name="Editable path 197"/>
          <p:cNvSpPr/>
          <p:nvPr/>
        </p:nvSpPr>
        <p:spPr>
          <a:xfrm>
            <a:off x="9759990" y="4371089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8946">
            <a:solidFill>
              <a:srgbClr val="B0B0B0">
                <a:alpha val="18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Editable path 198"/>
          <p:cNvSpPr/>
          <p:nvPr/>
        </p:nvSpPr>
        <p:spPr>
          <a:xfrm>
            <a:off x="9677100" y="4371089"/>
            <a:ext cx="82890" cy="0"/>
          </a:xfrm>
          <a:custGeom>
            <a:avLst/>
            <a:gdLst/>
            <a:ahLst/>
            <a:cxnLst/>
            <a:rect l="l" t="t" r="r" b="b"/>
            <a:pathLst>
              <a:path w="82890" h="0">
                <a:moveTo>
                  <a:pt x="8289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2B2B2B"/>
          </a:solidFill>
          <a:ln w="18946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9381062" y="4303233"/>
            <a:ext cx="248671" cy="1705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118" b="0" i="0">
                <a:solidFill>
                  <a:srgbClr val="2B2B2B"/>
                </a:solidFill>
                <a:latin typeface="Times New Roman"/>
              </a:rPr>
              <a:t>100</a:t>
            </a:r>
          </a:p>
        </p:txBody>
      </p:sp>
      <p:sp>
        <p:nvSpPr>
          <p:cNvPr id="280" name="Editable path 199"/>
          <p:cNvSpPr/>
          <p:nvPr/>
        </p:nvSpPr>
        <p:spPr>
          <a:xfrm>
            <a:off x="9862223" y="4975653"/>
            <a:ext cx="2044663" cy="260385"/>
          </a:xfrm>
          <a:custGeom>
            <a:avLst/>
            <a:gdLst/>
            <a:ahLst/>
            <a:cxnLst/>
            <a:rect l="l" t="t" r="r" b="b"/>
            <a:pathLst>
              <a:path w="2044663" h="260385">
                <a:moveTo>
                  <a:pt x="0" y="175034"/>
                </a:moveTo>
                <a:lnTo>
                  <a:pt x="730" y="174087"/>
                </a:lnTo>
                <a:lnTo>
                  <a:pt x="2190" y="175451"/>
                </a:lnTo>
                <a:lnTo>
                  <a:pt x="5840" y="177435"/>
                </a:lnTo>
                <a:lnTo>
                  <a:pt x="6570" y="175329"/>
                </a:lnTo>
                <a:lnTo>
                  <a:pt x="8030" y="174442"/>
                </a:lnTo>
                <a:lnTo>
                  <a:pt x="8760" y="177114"/>
                </a:lnTo>
                <a:lnTo>
                  <a:pt x="9490" y="174838"/>
                </a:lnTo>
                <a:lnTo>
                  <a:pt x="13139" y="171642"/>
                </a:lnTo>
                <a:lnTo>
                  <a:pt x="14599" y="171425"/>
                </a:lnTo>
                <a:lnTo>
                  <a:pt x="18980" y="188376"/>
                </a:lnTo>
                <a:lnTo>
                  <a:pt x="19709" y="187829"/>
                </a:lnTo>
                <a:lnTo>
                  <a:pt x="20439" y="181976"/>
                </a:lnTo>
                <a:lnTo>
                  <a:pt x="22630" y="182443"/>
                </a:lnTo>
                <a:lnTo>
                  <a:pt x="23359" y="180971"/>
                </a:lnTo>
                <a:lnTo>
                  <a:pt x="24090" y="181783"/>
                </a:lnTo>
                <a:lnTo>
                  <a:pt x="25550" y="185490"/>
                </a:lnTo>
                <a:lnTo>
                  <a:pt x="27010" y="183554"/>
                </a:lnTo>
                <a:lnTo>
                  <a:pt x="27740" y="181470"/>
                </a:lnTo>
                <a:lnTo>
                  <a:pt x="29200" y="183875"/>
                </a:lnTo>
                <a:lnTo>
                  <a:pt x="36499" y="196163"/>
                </a:lnTo>
                <a:lnTo>
                  <a:pt x="37229" y="190577"/>
                </a:lnTo>
                <a:lnTo>
                  <a:pt x="39419" y="192693"/>
                </a:lnTo>
                <a:lnTo>
                  <a:pt x="41609" y="186987"/>
                </a:lnTo>
                <a:lnTo>
                  <a:pt x="43069" y="193406"/>
                </a:lnTo>
                <a:lnTo>
                  <a:pt x="44529" y="190227"/>
                </a:lnTo>
                <a:lnTo>
                  <a:pt x="47449" y="195178"/>
                </a:lnTo>
                <a:lnTo>
                  <a:pt x="48179" y="194424"/>
                </a:lnTo>
                <a:lnTo>
                  <a:pt x="48909" y="192425"/>
                </a:lnTo>
                <a:lnTo>
                  <a:pt x="50369" y="195876"/>
                </a:lnTo>
                <a:lnTo>
                  <a:pt x="52559" y="194789"/>
                </a:lnTo>
                <a:lnTo>
                  <a:pt x="55479" y="204231"/>
                </a:lnTo>
                <a:lnTo>
                  <a:pt x="56209" y="200863"/>
                </a:lnTo>
                <a:lnTo>
                  <a:pt x="56939" y="198705"/>
                </a:lnTo>
                <a:lnTo>
                  <a:pt x="57669" y="199964"/>
                </a:lnTo>
                <a:lnTo>
                  <a:pt x="59859" y="204774"/>
                </a:lnTo>
                <a:lnTo>
                  <a:pt x="60589" y="204014"/>
                </a:lnTo>
                <a:lnTo>
                  <a:pt x="62048" y="200367"/>
                </a:lnTo>
                <a:lnTo>
                  <a:pt x="63508" y="201384"/>
                </a:lnTo>
                <a:lnTo>
                  <a:pt x="67158" y="205784"/>
                </a:lnTo>
                <a:lnTo>
                  <a:pt x="67888" y="201966"/>
                </a:lnTo>
                <a:lnTo>
                  <a:pt x="69348" y="204246"/>
                </a:lnTo>
                <a:lnTo>
                  <a:pt x="70808" y="204517"/>
                </a:lnTo>
                <a:lnTo>
                  <a:pt x="71538" y="202603"/>
                </a:lnTo>
                <a:lnTo>
                  <a:pt x="72268" y="205149"/>
                </a:lnTo>
                <a:lnTo>
                  <a:pt x="74458" y="210727"/>
                </a:lnTo>
                <a:lnTo>
                  <a:pt x="73728" y="204641"/>
                </a:lnTo>
                <a:lnTo>
                  <a:pt x="75188" y="207119"/>
                </a:lnTo>
                <a:lnTo>
                  <a:pt x="75918" y="204577"/>
                </a:lnTo>
                <a:lnTo>
                  <a:pt x="76648" y="205870"/>
                </a:lnTo>
                <a:lnTo>
                  <a:pt x="78108" y="211279"/>
                </a:lnTo>
                <a:lnTo>
                  <a:pt x="78838" y="208012"/>
                </a:lnTo>
                <a:lnTo>
                  <a:pt x="79568" y="205608"/>
                </a:lnTo>
                <a:lnTo>
                  <a:pt x="81028" y="207944"/>
                </a:lnTo>
                <a:lnTo>
                  <a:pt x="83218" y="215417"/>
                </a:lnTo>
                <a:lnTo>
                  <a:pt x="85408" y="213749"/>
                </a:lnTo>
                <a:lnTo>
                  <a:pt x="86868" y="209339"/>
                </a:lnTo>
                <a:lnTo>
                  <a:pt x="87598" y="210255"/>
                </a:lnTo>
                <a:lnTo>
                  <a:pt x="88328" y="215156"/>
                </a:lnTo>
                <a:lnTo>
                  <a:pt x="89788" y="212844"/>
                </a:lnTo>
                <a:lnTo>
                  <a:pt x="90518" y="206230"/>
                </a:lnTo>
                <a:lnTo>
                  <a:pt x="91977" y="216018"/>
                </a:lnTo>
                <a:lnTo>
                  <a:pt x="92707" y="207667"/>
                </a:lnTo>
                <a:lnTo>
                  <a:pt x="94167" y="215338"/>
                </a:lnTo>
                <a:lnTo>
                  <a:pt x="94897" y="206826"/>
                </a:lnTo>
                <a:lnTo>
                  <a:pt x="97087" y="210993"/>
                </a:lnTo>
                <a:lnTo>
                  <a:pt x="98547" y="211454"/>
                </a:lnTo>
                <a:lnTo>
                  <a:pt x="100007" y="204359"/>
                </a:lnTo>
                <a:lnTo>
                  <a:pt x="102927" y="210575"/>
                </a:lnTo>
                <a:lnTo>
                  <a:pt x="103657" y="206209"/>
                </a:lnTo>
                <a:lnTo>
                  <a:pt x="105847" y="208874"/>
                </a:lnTo>
                <a:lnTo>
                  <a:pt x="106577" y="210552"/>
                </a:lnTo>
                <a:lnTo>
                  <a:pt x="107307" y="208485"/>
                </a:lnTo>
                <a:lnTo>
                  <a:pt x="108037" y="206581"/>
                </a:lnTo>
                <a:lnTo>
                  <a:pt x="108767" y="210896"/>
                </a:lnTo>
                <a:lnTo>
                  <a:pt x="111687" y="210060"/>
                </a:lnTo>
                <a:lnTo>
                  <a:pt x="112417" y="205932"/>
                </a:lnTo>
                <a:lnTo>
                  <a:pt x="113147" y="210686"/>
                </a:lnTo>
                <a:lnTo>
                  <a:pt x="114607" y="207853"/>
                </a:lnTo>
                <a:lnTo>
                  <a:pt x="116797" y="211877"/>
                </a:lnTo>
                <a:lnTo>
                  <a:pt x="117527" y="208462"/>
                </a:lnTo>
                <a:lnTo>
                  <a:pt x="118257" y="217172"/>
                </a:lnTo>
                <a:lnTo>
                  <a:pt x="118987" y="211921"/>
                </a:lnTo>
                <a:lnTo>
                  <a:pt x="120446" y="209017"/>
                </a:lnTo>
                <a:lnTo>
                  <a:pt x="121176" y="220521"/>
                </a:lnTo>
                <a:lnTo>
                  <a:pt x="122636" y="209357"/>
                </a:lnTo>
                <a:lnTo>
                  <a:pt x="128476" y="214463"/>
                </a:lnTo>
                <a:lnTo>
                  <a:pt x="129206" y="211347"/>
                </a:lnTo>
                <a:lnTo>
                  <a:pt x="131396" y="209705"/>
                </a:lnTo>
                <a:lnTo>
                  <a:pt x="132126" y="211673"/>
                </a:lnTo>
                <a:lnTo>
                  <a:pt x="136506" y="218556"/>
                </a:lnTo>
                <a:lnTo>
                  <a:pt x="139426" y="211503"/>
                </a:lnTo>
                <a:lnTo>
                  <a:pt x="140886" y="220454"/>
                </a:lnTo>
                <a:lnTo>
                  <a:pt x="141616" y="213965"/>
                </a:lnTo>
                <a:lnTo>
                  <a:pt x="142346" y="211111"/>
                </a:lnTo>
                <a:lnTo>
                  <a:pt x="143076" y="217015"/>
                </a:lnTo>
                <a:lnTo>
                  <a:pt x="144536" y="215405"/>
                </a:lnTo>
                <a:lnTo>
                  <a:pt x="145996" y="218590"/>
                </a:lnTo>
                <a:lnTo>
                  <a:pt x="146726" y="217981"/>
                </a:lnTo>
                <a:lnTo>
                  <a:pt x="148186" y="220064"/>
                </a:lnTo>
                <a:lnTo>
                  <a:pt x="148915" y="219906"/>
                </a:lnTo>
                <a:lnTo>
                  <a:pt x="152565" y="214559"/>
                </a:lnTo>
                <a:lnTo>
                  <a:pt x="154025" y="214423"/>
                </a:lnTo>
                <a:lnTo>
                  <a:pt x="156945" y="220025"/>
                </a:lnTo>
                <a:lnTo>
                  <a:pt x="157675" y="218736"/>
                </a:lnTo>
                <a:lnTo>
                  <a:pt x="159135" y="214952"/>
                </a:lnTo>
                <a:lnTo>
                  <a:pt x="159865" y="217167"/>
                </a:lnTo>
                <a:lnTo>
                  <a:pt x="162055" y="221894"/>
                </a:lnTo>
                <a:lnTo>
                  <a:pt x="162785" y="217740"/>
                </a:lnTo>
                <a:lnTo>
                  <a:pt x="165705" y="212950"/>
                </a:lnTo>
                <a:lnTo>
                  <a:pt x="166435" y="213638"/>
                </a:lnTo>
                <a:lnTo>
                  <a:pt x="167895" y="223954"/>
                </a:lnTo>
                <a:lnTo>
                  <a:pt x="169355" y="217818"/>
                </a:lnTo>
                <a:lnTo>
                  <a:pt x="172275" y="218226"/>
                </a:lnTo>
                <a:lnTo>
                  <a:pt x="174465" y="228012"/>
                </a:lnTo>
                <a:lnTo>
                  <a:pt x="175195" y="223440"/>
                </a:lnTo>
                <a:lnTo>
                  <a:pt x="177384" y="212946"/>
                </a:lnTo>
                <a:lnTo>
                  <a:pt x="178114" y="218080"/>
                </a:lnTo>
                <a:lnTo>
                  <a:pt x="178844" y="219355"/>
                </a:lnTo>
                <a:lnTo>
                  <a:pt x="180304" y="216861"/>
                </a:lnTo>
                <a:lnTo>
                  <a:pt x="181034" y="216655"/>
                </a:lnTo>
                <a:lnTo>
                  <a:pt x="181764" y="224795"/>
                </a:lnTo>
                <a:lnTo>
                  <a:pt x="183954" y="221048"/>
                </a:lnTo>
                <a:lnTo>
                  <a:pt x="188334" y="218887"/>
                </a:lnTo>
                <a:lnTo>
                  <a:pt x="192714" y="229089"/>
                </a:lnTo>
                <a:lnTo>
                  <a:pt x="195634" y="218422"/>
                </a:lnTo>
                <a:lnTo>
                  <a:pt x="196364" y="218694"/>
                </a:lnTo>
                <a:lnTo>
                  <a:pt x="197824" y="222836"/>
                </a:lnTo>
                <a:lnTo>
                  <a:pt x="199284" y="221586"/>
                </a:lnTo>
                <a:lnTo>
                  <a:pt x="204394" y="225471"/>
                </a:lnTo>
                <a:lnTo>
                  <a:pt x="205124" y="221609"/>
                </a:lnTo>
                <a:lnTo>
                  <a:pt x="206583" y="224837"/>
                </a:lnTo>
                <a:lnTo>
                  <a:pt x="208043" y="231656"/>
                </a:lnTo>
                <a:lnTo>
                  <a:pt x="209503" y="226900"/>
                </a:lnTo>
                <a:lnTo>
                  <a:pt x="211693" y="235298"/>
                </a:lnTo>
                <a:lnTo>
                  <a:pt x="213153" y="223285"/>
                </a:lnTo>
                <a:lnTo>
                  <a:pt x="214613" y="223622"/>
                </a:lnTo>
                <a:lnTo>
                  <a:pt x="216073" y="232060"/>
                </a:lnTo>
                <a:lnTo>
                  <a:pt x="217533" y="226588"/>
                </a:lnTo>
                <a:lnTo>
                  <a:pt x="219723" y="227424"/>
                </a:lnTo>
                <a:lnTo>
                  <a:pt x="220453" y="223583"/>
                </a:lnTo>
                <a:lnTo>
                  <a:pt x="223373" y="223859"/>
                </a:lnTo>
                <a:lnTo>
                  <a:pt x="224103" y="220904"/>
                </a:lnTo>
                <a:lnTo>
                  <a:pt x="226293" y="222625"/>
                </a:lnTo>
                <a:lnTo>
                  <a:pt x="229213" y="229538"/>
                </a:lnTo>
                <a:lnTo>
                  <a:pt x="230673" y="221080"/>
                </a:lnTo>
                <a:lnTo>
                  <a:pt x="232133" y="226702"/>
                </a:lnTo>
                <a:lnTo>
                  <a:pt x="232863" y="233185"/>
                </a:lnTo>
                <a:lnTo>
                  <a:pt x="233593" y="223495"/>
                </a:lnTo>
                <a:lnTo>
                  <a:pt x="235052" y="230689"/>
                </a:lnTo>
                <a:lnTo>
                  <a:pt x="236512" y="235342"/>
                </a:lnTo>
                <a:lnTo>
                  <a:pt x="237242" y="229573"/>
                </a:lnTo>
                <a:lnTo>
                  <a:pt x="238702" y="227077"/>
                </a:lnTo>
                <a:lnTo>
                  <a:pt x="240892" y="224945"/>
                </a:lnTo>
                <a:lnTo>
                  <a:pt x="241622" y="231371"/>
                </a:lnTo>
                <a:lnTo>
                  <a:pt x="242352" y="230405"/>
                </a:lnTo>
                <a:lnTo>
                  <a:pt x="243082" y="233645"/>
                </a:lnTo>
                <a:lnTo>
                  <a:pt x="243812" y="234796"/>
                </a:lnTo>
                <a:lnTo>
                  <a:pt x="246002" y="230362"/>
                </a:lnTo>
                <a:lnTo>
                  <a:pt x="246732" y="231807"/>
                </a:lnTo>
                <a:lnTo>
                  <a:pt x="250382" y="237569"/>
                </a:lnTo>
                <a:lnTo>
                  <a:pt x="254032" y="231872"/>
                </a:lnTo>
                <a:lnTo>
                  <a:pt x="254762" y="234052"/>
                </a:lnTo>
                <a:lnTo>
                  <a:pt x="256952" y="241614"/>
                </a:lnTo>
                <a:lnTo>
                  <a:pt x="257682" y="237416"/>
                </a:lnTo>
                <a:lnTo>
                  <a:pt x="258412" y="236379"/>
                </a:lnTo>
                <a:lnTo>
                  <a:pt x="259142" y="237508"/>
                </a:lnTo>
                <a:lnTo>
                  <a:pt x="262062" y="241883"/>
                </a:lnTo>
                <a:lnTo>
                  <a:pt x="262792" y="238872"/>
                </a:lnTo>
                <a:lnTo>
                  <a:pt x="264981" y="240205"/>
                </a:lnTo>
                <a:lnTo>
                  <a:pt x="265711" y="241663"/>
                </a:lnTo>
                <a:lnTo>
                  <a:pt x="267171" y="239471"/>
                </a:lnTo>
                <a:lnTo>
                  <a:pt x="267901" y="239103"/>
                </a:lnTo>
                <a:lnTo>
                  <a:pt x="268631" y="246483"/>
                </a:lnTo>
                <a:lnTo>
                  <a:pt x="270821" y="244820"/>
                </a:lnTo>
                <a:lnTo>
                  <a:pt x="275201" y="240321"/>
                </a:lnTo>
                <a:lnTo>
                  <a:pt x="278121" y="247533"/>
                </a:lnTo>
                <a:lnTo>
                  <a:pt x="281771" y="245937"/>
                </a:lnTo>
                <a:lnTo>
                  <a:pt x="283961" y="250514"/>
                </a:lnTo>
                <a:lnTo>
                  <a:pt x="284691" y="247872"/>
                </a:lnTo>
                <a:lnTo>
                  <a:pt x="285421" y="246376"/>
                </a:lnTo>
                <a:lnTo>
                  <a:pt x="286151" y="249877"/>
                </a:lnTo>
                <a:lnTo>
                  <a:pt x="286881" y="250141"/>
                </a:lnTo>
                <a:lnTo>
                  <a:pt x="287611" y="253849"/>
                </a:lnTo>
                <a:lnTo>
                  <a:pt x="289071" y="252197"/>
                </a:lnTo>
                <a:lnTo>
                  <a:pt x="289801" y="248722"/>
                </a:lnTo>
                <a:lnTo>
                  <a:pt x="291261" y="249435"/>
                </a:lnTo>
                <a:lnTo>
                  <a:pt x="292720" y="254725"/>
                </a:lnTo>
                <a:lnTo>
                  <a:pt x="294180" y="253818"/>
                </a:lnTo>
                <a:lnTo>
                  <a:pt x="294910" y="254163"/>
                </a:lnTo>
                <a:lnTo>
                  <a:pt x="295640" y="252001"/>
                </a:lnTo>
                <a:lnTo>
                  <a:pt x="297100" y="249146"/>
                </a:lnTo>
                <a:lnTo>
                  <a:pt x="298560" y="250890"/>
                </a:lnTo>
                <a:lnTo>
                  <a:pt x="299290" y="254448"/>
                </a:lnTo>
                <a:lnTo>
                  <a:pt x="300750" y="250504"/>
                </a:lnTo>
                <a:lnTo>
                  <a:pt x="301480" y="247350"/>
                </a:lnTo>
                <a:lnTo>
                  <a:pt x="303670" y="248168"/>
                </a:lnTo>
                <a:lnTo>
                  <a:pt x="304400" y="253362"/>
                </a:lnTo>
                <a:lnTo>
                  <a:pt x="306590" y="252547"/>
                </a:lnTo>
                <a:lnTo>
                  <a:pt x="309510" y="248946"/>
                </a:lnTo>
                <a:lnTo>
                  <a:pt x="310970" y="260136"/>
                </a:lnTo>
                <a:lnTo>
                  <a:pt x="312430" y="252387"/>
                </a:lnTo>
                <a:lnTo>
                  <a:pt x="313890" y="253844"/>
                </a:lnTo>
                <a:lnTo>
                  <a:pt x="315350" y="250755"/>
                </a:lnTo>
                <a:lnTo>
                  <a:pt x="317540" y="257737"/>
                </a:lnTo>
                <a:lnTo>
                  <a:pt x="319000" y="254888"/>
                </a:lnTo>
                <a:lnTo>
                  <a:pt x="320460" y="250810"/>
                </a:lnTo>
                <a:lnTo>
                  <a:pt x="321919" y="252702"/>
                </a:lnTo>
                <a:lnTo>
                  <a:pt x="323379" y="257913"/>
                </a:lnTo>
                <a:lnTo>
                  <a:pt x="324839" y="254143"/>
                </a:lnTo>
                <a:lnTo>
                  <a:pt x="325569" y="254798"/>
                </a:lnTo>
                <a:lnTo>
                  <a:pt x="326299" y="260385"/>
                </a:lnTo>
                <a:lnTo>
                  <a:pt x="327759" y="252133"/>
                </a:lnTo>
                <a:lnTo>
                  <a:pt x="328489" y="244746"/>
                </a:lnTo>
                <a:lnTo>
                  <a:pt x="329219" y="256197"/>
                </a:lnTo>
                <a:lnTo>
                  <a:pt x="329949" y="255934"/>
                </a:lnTo>
                <a:lnTo>
                  <a:pt x="332139" y="251043"/>
                </a:lnTo>
                <a:lnTo>
                  <a:pt x="332869" y="253578"/>
                </a:lnTo>
                <a:lnTo>
                  <a:pt x="333599" y="254963"/>
                </a:lnTo>
                <a:lnTo>
                  <a:pt x="334329" y="252921"/>
                </a:lnTo>
                <a:lnTo>
                  <a:pt x="335059" y="249514"/>
                </a:lnTo>
                <a:lnTo>
                  <a:pt x="336519" y="254913"/>
                </a:lnTo>
                <a:lnTo>
                  <a:pt x="338709" y="250902"/>
                </a:lnTo>
                <a:lnTo>
                  <a:pt x="339439" y="246911"/>
                </a:lnTo>
                <a:lnTo>
                  <a:pt x="340169" y="252637"/>
                </a:lnTo>
                <a:lnTo>
                  <a:pt x="340899" y="249967"/>
                </a:lnTo>
                <a:lnTo>
                  <a:pt x="343819" y="253128"/>
                </a:lnTo>
                <a:lnTo>
                  <a:pt x="350388" y="252545"/>
                </a:lnTo>
                <a:lnTo>
                  <a:pt x="352578" y="248000"/>
                </a:lnTo>
                <a:lnTo>
                  <a:pt x="354768" y="253826"/>
                </a:lnTo>
                <a:lnTo>
                  <a:pt x="355498" y="253187"/>
                </a:lnTo>
                <a:lnTo>
                  <a:pt x="358418" y="250046"/>
                </a:lnTo>
                <a:lnTo>
                  <a:pt x="359148" y="254917"/>
                </a:lnTo>
                <a:lnTo>
                  <a:pt x="361338" y="253276"/>
                </a:lnTo>
                <a:lnTo>
                  <a:pt x="362068" y="255115"/>
                </a:lnTo>
                <a:lnTo>
                  <a:pt x="363528" y="252906"/>
                </a:lnTo>
                <a:lnTo>
                  <a:pt x="364258" y="251060"/>
                </a:lnTo>
                <a:lnTo>
                  <a:pt x="364988" y="253630"/>
                </a:lnTo>
                <a:lnTo>
                  <a:pt x="365718" y="253689"/>
                </a:lnTo>
                <a:lnTo>
                  <a:pt x="368638" y="256201"/>
                </a:lnTo>
                <a:lnTo>
                  <a:pt x="373018" y="254109"/>
                </a:lnTo>
                <a:lnTo>
                  <a:pt x="375208" y="253716"/>
                </a:lnTo>
                <a:lnTo>
                  <a:pt x="375938" y="258825"/>
                </a:lnTo>
                <a:lnTo>
                  <a:pt x="377398" y="256343"/>
                </a:lnTo>
                <a:lnTo>
                  <a:pt x="379587" y="252095"/>
                </a:lnTo>
                <a:lnTo>
                  <a:pt x="381047" y="252784"/>
                </a:lnTo>
                <a:lnTo>
                  <a:pt x="382507" y="258801"/>
                </a:lnTo>
                <a:lnTo>
                  <a:pt x="383967" y="256668"/>
                </a:lnTo>
                <a:lnTo>
                  <a:pt x="385427" y="260109"/>
                </a:lnTo>
                <a:lnTo>
                  <a:pt x="387617" y="252647"/>
                </a:lnTo>
                <a:lnTo>
                  <a:pt x="388347" y="259065"/>
                </a:lnTo>
                <a:lnTo>
                  <a:pt x="389807" y="252173"/>
                </a:lnTo>
                <a:lnTo>
                  <a:pt x="391997" y="258886"/>
                </a:lnTo>
                <a:lnTo>
                  <a:pt x="393457" y="255505"/>
                </a:lnTo>
                <a:lnTo>
                  <a:pt x="397107" y="251048"/>
                </a:lnTo>
                <a:lnTo>
                  <a:pt x="400027" y="259188"/>
                </a:lnTo>
                <a:lnTo>
                  <a:pt x="400757" y="255954"/>
                </a:lnTo>
                <a:lnTo>
                  <a:pt x="404407" y="248875"/>
                </a:lnTo>
                <a:lnTo>
                  <a:pt x="407327" y="256579"/>
                </a:lnTo>
                <a:lnTo>
                  <a:pt x="409516" y="251781"/>
                </a:lnTo>
                <a:lnTo>
                  <a:pt x="410246" y="253841"/>
                </a:lnTo>
                <a:lnTo>
                  <a:pt x="410976" y="257937"/>
                </a:lnTo>
                <a:lnTo>
                  <a:pt x="412436" y="253047"/>
                </a:lnTo>
                <a:lnTo>
                  <a:pt x="413166" y="253660"/>
                </a:lnTo>
                <a:lnTo>
                  <a:pt x="413896" y="250818"/>
                </a:lnTo>
                <a:lnTo>
                  <a:pt x="416086" y="252293"/>
                </a:lnTo>
                <a:lnTo>
                  <a:pt x="417546" y="252663"/>
                </a:lnTo>
                <a:lnTo>
                  <a:pt x="418276" y="249037"/>
                </a:lnTo>
                <a:lnTo>
                  <a:pt x="420466" y="250840"/>
                </a:lnTo>
                <a:lnTo>
                  <a:pt x="424116" y="251204"/>
                </a:lnTo>
                <a:lnTo>
                  <a:pt x="424846" y="252579"/>
                </a:lnTo>
                <a:lnTo>
                  <a:pt x="426306" y="251391"/>
                </a:lnTo>
                <a:lnTo>
                  <a:pt x="427766" y="249448"/>
                </a:lnTo>
                <a:lnTo>
                  <a:pt x="428496" y="246793"/>
                </a:lnTo>
                <a:lnTo>
                  <a:pt x="429226" y="250912"/>
                </a:lnTo>
                <a:lnTo>
                  <a:pt x="429956" y="250676"/>
                </a:lnTo>
                <a:lnTo>
                  <a:pt x="432876" y="249235"/>
                </a:lnTo>
                <a:lnTo>
                  <a:pt x="434336" y="254661"/>
                </a:lnTo>
                <a:lnTo>
                  <a:pt x="435066" y="250151"/>
                </a:lnTo>
                <a:lnTo>
                  <a:pt x="440175" y="249553"/>
                </a:lnTo>
                <a:lnTo>
                  <a:pt x="441635" y="252741"/>
                </a:lnTo>
                <a:lnTo>
                  <a:pt x="442365" y="249240"/>
                </a:lnTo>
                <a:lnTo>
                  <a:pt x="443095" y="248618"/>
                </a:lnTo>
                <a:lnTo>
                  <a:pt x="446015" y="252640"/>
                </a:lnTo>
                <a:lnTo>
                  <a:pt x="446746" y="252747"/>
                </a:lnTo>
                <a:lnTo>
                  <a:pt x="450396" y="246820"/>
                </a:lnTo>
                <a:lnTo>
                  <a:pt x="451855" y="249662"/>
                </a:lnTo>
                <a:lnTo>
                  <a:pt x="452586" y="247834"/>
                </a:lnTo>
                <a:lnTo>
                  <a:pt x="453316" y="246843"/>
                </a:lnTo>
                <a:lnTo>
                  <a:pt x="454775" y="255980"/>
                </a:lnTo>
                <a:lnTo>
                  <a:pt x="455506" y="247539"/>
                </a:lnTo>
                <a:lnTo>
                  <a:pt x="456966" y="251371"/>
                </a:lnTo>
                <a:lnTo>
                  <a:pt x="459155" y="247783"/>
                </a:lnTo>
                <a:lnTo>
                  <a:pt x="461345" y="244947"/>
                </a:lnTo>
                <a:lnTo>
                  <a:pt x="463535" y="253031"/>
                </a:lnTo>
                <a:lnTo>
                  <a:pt x="464265" y="249610"/>
                </a:lnTo>
                <a:lnTo>
                  <a:pt x="466455" y="248593"/>
                </a:lnTo>
                <a:lnTo>
                  <a:pt x="467915" y="253869"/>
                </a:lnTo>
                <a:lnTo>
                  <a:pt x="468645" y="252078"/>
                </a:lnTo>
                <a:lnTo>
                  <a:pt x="470835" y="246180"/>
                </a:lnTo>
                <a:lnTo>
                  <a:pt x="473025" y="251350"/>
                </a:lnTo>
                <a:lnTo>
                  <a:pt x="473755" y="250239"/>
                </a:lnTo>
                <a:lnTo>
                  <a:pt x="475215" y="248164"/>
                </a:lnTo>
                <a:lnTo>
                  <a:pt x="476675" y="254504"/>
                </a:lnTo>
                <a:lnTo>
                  <a:pt x="478865" y="253553"/>
                </a:lnTo>
                <a:lnTo>
                  <a:pt x="481055" y="250078"/>
                </a:lnTo>
                <a:lnTo>
                  <a:pt x="481785" y="253717"/>
                </a:lnTo>
                <a:lnTo>
                  <a:pt x="483975" y="252431"/>
                </a:lnTo>
                <a:lnTo>
                  <a:pt x="486165" y="247765"/>
                </a:lnTo>
                <a:lnTo>
                  <a:pt x="486894" y="248645"/>
                </a:lnTo>
                <a:lnTo>
                  <a:pt x="487624" y="253774"/>
                </a:lnTo>
                <a:lnTo>
                  <a:pt x="489814" y="252491"/>
                </a:lnTo>
                <a:lnTo>
                  <a:pt x="490544" y="247139"/>
                </a:lnTo>
                <a:lnTo>
                  <a:pt x="492004" y="251686"/>
                </a:lnTo>
                <a:lnTo>
                  <a:pt x="498574" y="253902"/>
                </a:lnTo>
                <a:lnTo>
                  <a:pt x="499304" y="250161"/>
                </a:lnTo>
                <a:lnTo>
                  <a:pt x="500764" y="251206"/>
                </a:lnTo>
                <a:lnTo>
                  <a:pt x="504414" y="253745"/>
                </a:lnTo>
                <a:lnTo>
                  <a:pt x="505874" y="256571"/>
                </a:lnTo>
                <a:lnTo>
                  <a:pt x="506604" y="252923"/>
                </a:lnTo>
                <a:lnTo>
                  <a:pt x="507334" y="252324"/>
                </a:lnTo>
                <a:lnTo>
                  <a:pt x="508064" y="254997"/>
                </a:lnTo>
                <a:lnTo>
                  <a:pt x="508794" y="255889"/>
                </a:lnTo>
                <a:lnTo>
                  <a:pt x="512444" y="249860"/>
                </a:lnTo>
                <a:lnTo>
                  <a:pt x="515363" y="250962"/>
                </a:lnTo>
                <a:lnTo>
                  <a:pt x="517553" y="257819"/>
                </a:lnTo>
                <a:lnTo>
                  <a:pt x="518283" y="257586"/>
                </a:lnTo>
                <a:lnTo>
                  <a:pt x="519013" y="250897"/>
                </a:lnTo>
                <a:lnTo>
                  <a:pt x="521203" y="252724"/>
                </a:lnTo>
                <a:lnTo>
                  <a:pt x="524123" y="258147"/>
                </a:lnTo>
                <a:lnTo>
                  <a:pt x="524853" y="254518"/>
                </a:lnTo>
                <a:lnTo>
                  <a:pt x="527043" y="256787"/>
                </a:lnTo>
                <a:lnTo>
                  <a:pt x="528503" y="259375"/>
                </a:lnTo>
                <a:lnTo>
                  <a:pt x="530693" y="252099"/>
                </a:lnTo>
                <a:lnTo>
                  <a:pt x="531423" y="254324"/>
                </a:lnTo>
                <a:lnTo>
                  <a:pt x="532153" y="252163"/>
                </a:lnTo>
                <a:lnTo>
                  <a:pt x="533613" y="254599"/>
                </a:lnTo>
                <a:lnTo>
                  <a:pt x="534343" y="256588"/>
                </a:lnTo>
                <a:lnTo>
                  <a:pt x="535073" y="254747"/>
                </a:lnTo>
                <a:lnTo>
                  <a:pt x="537993" y="244260"/>
                </a:lnTo>
                <a:lnTo>
                  <a:pt x="538723" y="244859"/>
                </a:lnTo>
                <a:lnTo>
                  <a:pt x="544562" y="244879"/>
                </a:lnTo>
                <a:lnTo>
                  <a:pt x="545292" y="240638"/>
                </a:lnTo>
                <a:lnTo>
                  <a:pt x="547482" y="242013"/>
                </a:lnTo>
                <a:lnTo>
                  <a:pt x="556242" y="228465"/>
                </a:lnTo>
                <a:lnTo>
                  <a:pt x="556972" y="228892"/>
                </a:lnTo>
                <a:lnTo>
                  <a:pt x="558432" y="230591"/>
                </a:lnTo>
                <a:lnTo>
                  <a:pt x="559162" y="229323"/>
                </a:lnTo>
                <a:lnTo>
                  <a:pt x="561352" y="219842"/>
                </a:lnTo>
                <a:lnTo>
                  <a:pt x="562082" y="221118"/>
                </a:lnTo>
                <a:lnTo>
                  <a:pt x="564272" y="219825"/>
                </a:lnTo>
                <a:lnTo>
                  <a:pt x="568652" y="210338"/>
                </a:lnTo>
                <a:lnTo>
                  <a:pt x="569382" y="212394"/>
                </a:lnTo>
                <a:lnTo>
                  <a:pt x="570112" y="212210"/>
                </a:lnTo>
                <a:lnTo>
                  <a:pt x="574491" y="201580"/>
                </a:lnTo>
                <a:lnTo>
                  <a:pt x="577411" y="204434"/>
                </a:lnTo>
                <a:lnTo>
                  <a:pt x="578141" y="203607"/>
                </a:lnTo>
                <a:lnTo>
                  <a:pt x="579601" y="204655"/>
                </a:lnTo>
                <a:lnTo>
                  <a:pt x="581791" y="195372"/>
                </a:lnTo>
                <a:lnTo>
                  <a:pt x="582521" y="197821"/>
                </a:lnTo>
                <a:lnTo>
                  <a:pt x="583251" y="195447"/>
                </a:lnTo>
                <a:lnTo>
                  <a:pt x="586901" y="189273"/>
                </a:lnTo>
                <a:lnTo>
                  <a:pt x="587631" y="190477"/>
                </a:lnTo>
                <a:lnTo>
                  <a:pt x="588361" y="186646"/>
                </a:lnTo>
                <a:lnTo>
                  <a:pt x="593471" y="176667"/>
                </a:lnTo>
                <a:lnTo>
                  <a:pt x="595661" y="178430"/>
                </a:lnTo>
                <a:lnTo>
                  <a:pt x="597121" y="174130"/>
                </a:lnTo>
                <a:lnTo>
                  <a:pt x="598581" y="175056"/>
                </a:lnTo>
                <a:lnTo>
                  <a:pt x="602960" y="168134"/>
                </a:lnTo>
                <a:lnTo>
                  <a:pt x="605880" y="159723"/>
                </a:lnTo>
                <a:lnTo>
                  <a:pt x="606610" y="159968"/>
                </a:lnTo>
                <a:lnTo>
                  <a:pt x="608070" y="160047"/>
                </a:lnTo>
                <a:lnTo>
                  <a:pt x="608800" y="159140"/>
                </a:lnTo>
                <a:lnTo>
                  <a:pt x="611720" y="147824"/>
                </a:lnTo>
                <a:lnTo>
                  <a:pt x="612450" y="151789"/>
                </a:lnTo>
                <a:lnTo>
                  <a:pt x="614640" y="153325"/>
                </a:lnTo>
                <a:lnTo>
                  <a:pt x="615370" y="151567"/>
                </a:lnTo>
                <a:lnTo>
                  <a:pt x="616100" y="154008"/>
                </a:lnTo>
                <a:lnTo>
                  <a:pt x="616830" y="153695"/>
                </a:lnTo>
                <a:lnTo>
                  <a:pt x="620480" y="153251"/>
                </a:lnTo>
                <a:lnTo>
                  <a:pt x="621940" y="144286"/>
                </a:lnTo>
                <a:lnTo>
                  <a:pt x="623400" y="148869"/>
                </a:lnTo>
                <a:lnTo>
                  <a:pt x="626320" y="156064"/>
                </a:lnTo>
                <a:lnTo>
                  <a:pt x="627780" y="154873"/>
                </a:lnTo>
                <a:lnTo>
                  <a:pt x="628510" y="155972"/>
                </a:lnTo>
                <a:lnTo>
                  <a:pt x="629240" y="145047"/>
                </a:lnTo>
                <a:lnTo>
                  <a:pt x="629970" y="157443"/>
                </a:lnTo>
                <a:lnTo>
                  <a:pt x="630699" y="157168"/>
                </a:lnTo>
                <a:lnTo>
                  <a:pt x="632159" y="159694"/>
                </a:lnTo>
                <a:lnTo>
                  <a:pt x="633619" y="158908"/>
                </a:lnTo>
                <a:lnTo>
                  <a:pt x="637999" y="156589"/>
                </a:lnTo>
                <a:lnTo>
                  <a:pt x="638729" y="160497"/>
                </a:lnTo>
                <a:lnTo>
                  <a:pt x="639459" y="151054"/>
                </a:lnTo>
                <a:lnTo>
                  <a:pt x="640919" y="159412"/>
                </a:lnTo>
                <a:lnTo>
                  <a:pt x="644569" y="160288"/>
                </a:lnTo>
                <a:lnTo>
                  <a:pt x="645299" y="162637"/>
                </a:lnTo>
                <a:lnTo>
                  <a:pt x="646029" y="158200"/>
                </a:lnTo>
                <a:lnTo>
                  <a:pt x="646759" y="155878"/>
                </a:lnTo>
                <a:lnTo>
                  <a:pt x="648219" y="157443"/>
                </a:lnTo>
                <a:lnTo>
                  <a:pt x="648949" y="162645"/>
                </a:lnTo>
                <a:lnTo>
                  <a:pt x="651139" y="159702"/>
                </a:lnTo>
                <a:lnTo>
                  <a:pt x="651869" y="157044"/>
                </a:lnTo>
                <a:lnTo>
                  <a:pt x="652599" y="161390"/>
                </a:lnTo>
                <a:lnTo>
                  <a:pt x="653329" y="160473"/>
                </a:lnTo>
                <a:lnTo>
                  <a:pt x="654059" y="162778"/>
                </a:lnTo>
                <a:lnTo>
                  <a:pt x="654789" y="159519"/>
                </a:lnTo>
                <a:lnTo>
                  <a:pt x="656249" y="156059"/>
                </a:lnTo>
                <a:lnTo>
                  <a:pt x="656979" y="160661"/>
                </a:lnTo>
                <a:lnTo>
                  <a:pt x="658439" y="161292"/>
                </a:lnTo>
                <a:lnTo>
                  <a:pt x="661358" y="153025"/>
                </a:lnTo>
                <a:lnTo>
                  <a:pt x="662818" y="159229"/>
                </a:lnTo>
                <a:lnTo>
                  <a:pt x="664278" y="156692"/>
                </a:lnTo>
                <a:lnTo>
                  <a:pt x="667198" y="155062"/>
                </a:lnTo>
                <a:lnTo>
                  <a:pt x="667928" y="160336"/>
                </a:lnTo>
                <a:lnTo>
                  <a:pt x="669388" y="156307"/>
                </a:lnTo>
                <a:lnTo>
                  <a:pt x="670848" y="156179"/>
                </a:lnTo>
                <a:lnTo>
                  <a:pt x="673038" y="161138"/>
                </a:lnTo>
                <a:lnTo>
                  <a:pt x="673768" y="158387"/>
                </a:lnTo>
                <a:lnTo>
                  <a:pt x="675228" y="155442"/>
                </a:lnTo>
                <a:lnTo>
                  <a:pt x="675958" y="156750"/>
                </a:lnTo>
                <a:lnTo>
                  <a:pt x="678878" y="156616"/>
                </a:lnTo>
                <a:lnTo>
                  <a:pt x="679608" y="156638"/>
                </a:lnTo>
                <a:lnTo>
                  <a:pt x="680338" y="159489"/>
                </a:lnTo>
                <a:lnTo>
                  <a:pt x="681068" y="155270"/>
                </a:lnTo>
                <a:lnTo>
                  <a:pt x="681798" y="156255"/>
                </a:lnTo>
                <a:lnTo>
                  <a:pt x="694207" y="156354"/>
                </a:lnTo>
                <a:lnTo>
                  <a:pt x="694937" y="164617"/>
                </a:lnTo>
                <a:lnTo>
                  <a:pt x="697127" y="162107"/>
                </a:lnTo>
                <a:lnTo>
                  <a:pt x="700777" y="168347"/>
                </a:lnTo>
                <a:lnTo>
                  <a:pt x="705157" y="168981"/>
                </a:lnTo>
                <a:lnTo>
                  <a:pt x="705887" y="167134"/>
                </a:lnTo>
                <a:lnTo>
                  <a:pt x="708077" y="168440"/>
                </a:lnTo>
                <a:lnTo>
                  <a:pt x="717566" y="159731"/>
                </a:lnTo>
                <a:lnTo>
                  <a:pt x="721216" y="157913"/>
                </a:lnTo>
                <a:lnTo>
                  <a:pt x="726326" y="155297"/>
                </a:lnTo>
                <a:lnTo>
                  <a:pt x="729246" y="157366"/>
                </a:lnTo>
                <a:lnTo>
                  <a:pt x="732166" y="154973"/>
                </a:lnTo>
                <a:lnTo>
                  <a:pt x="751875" y="148083"/>
                </a:lnTo>
                <a:lnTo>
                  <a:pt x="752605" y="143802"/>
                </a:lnTo>
                <a:lnTo>
                  <a:pt x="754065" y="145713"/>
                </a:lnTo>
                <a:lnTo>
                  <a:pt x="755525" y="149254"/>
                </a:lnTo>
                <a:lnTo>
                  <a:pt x="756255" y="148031"/>
                </a:lnTo>
                <a:lnTo>
                  <a:pt x="759905" y="142882"/>
                </a:lnTo>
                <a:lnTo>
                  <a:pt x="760635" y="145966"/>
                </a:lnTo>
                <a:lnTo>
                  <a:pt x="762825" y="145303"/>
                </a:lnTo>
                <a:lnTo>
                  <a:pt x="769395" y="141741"/>
                </a:lnTo>
                <a:lnTo>
                  <a:pt x="770855" y="144527"/>
                </a:lnTo>
                <a:lnTo>
                  <a:pt x="771585" y="142769"/>
                </a:lnTo>
                <a:lnTo>
                  <a:pt x="772315" y="139638"/>
                </a:lnTo>
                <a:lnTo>
                  <a:pt x="773045" y="143993"/>
                </a:lnTo>
                <a:lnTo>
                  <a:pt x="773775" y="144003"/>
                </a:lnTo>
                <a:lnTo>
                  <a:pt x="774505" y="143949"/>
                </a:lnTo>
                <a:lnTo>
                  <a:pt x="775964" y="139799"/>
                </a:lnTo>
                <a:lnTo>
                  <a:pt x="777424" y="142035"/>
                </a:lnTo>
                <a:lnTo>
                  <a:pt x="780344" y="143507"/>
                </a:lnTo>
                <a:lnTo>
                  <a:pt x="781804" y="140492"/>
                </a:lnTo>
                <a:lnTo>
                  <a:pt x="783264" y="142165"/>
                </a:lnTo>
                <a:lnTo>
                  <a:pt x="784724" y="143161"/>
                </a:lnTo>
                <a:lnTo>
                  <a:pt x="785454" y="140333"/>
                </a:lnTo>
                <a:lnTo>
                  <a:pt x="787644" y="142029"/>
                </a:lnTo>
                <a:lnTo>
                  <a:pt x="792024" y="139139"/>
                </a:lnTo>
                <a:lnTo>
                  <a:pt x="794944" y="138229"/>
                </a:lnTo>
                <a:lnTo>
                  <a:pt x="799324" y="137153"/>
                </a:lnTo>
                <a:lnTo>
                  <a:pt x="802244" y="127225"/>
                </a:lnTo>
                <a:lnTo>
                  <a:pt x="803703" y="131241"/>
                </a:lnTo>
                <a:lnTo>
                  <a:pt x="804433" y="132961"/>
                </a:lnTo>
                <a:lnTo>
                  <a:pt x="805163" y="130181"/>
                </a:lnTo>
                <a:lnTo>
                  <a:pt x="810273" y="119933"/>
                </a:lnTo>
                <a:lnTo>
                  <a:pt x="812463" y="123218"/>
                </a:lnTo>
                <a:lnTo>
                  <a:pt x="813193" y="120948"/>
                </a:lnTo>
                <a:lnTo>
                  <a:pt x="813923" y="122230"/>
                </a:lnTo>
                <a:lnTo>
                  <a:pt x="815383" y="119944"/>
                </a:lnTo>
                <a:lnTo>
                  <a:pt x="817573" y="122193"/>
                </a:lnTo>
                <a:lnTo>
                  <a:pt x="819033" y="122715"/>
                </a:lnTo>
                <a:lnTo>
                  <a:pt x="819763" y="121203"/>
                </a:lnTo>
                <a:lnTo>
                  <a:pt x="824143" y="116709"/>
                </a:lnTo>
                <a:lnTo>
                  <a:pt x="828523" y="116329"/>
                </a:lnTo>
                <a:lnTo>
                  <a:pt x="832173" y="119693"/>
                </a:lnTo>
                <a:lnTo>
                  <a:pt x="832902" y="110560"/>
                </a:lnTo>
                <a:lnTo>
                  <a:pt x="835092" y="112928"/>
                </a:lnTo>
                <a:lnTo>
                  <a:pt x="839472" y="111666"/>
                </a:lnTo>
                <a:lnTo>
                  <a:pt x="840932" y="109352"/>
                </a:lnTo>
                <a:lnTo>
                  <a:pt x="842392" y="113302"/>
                </a:lnTo>
                <a:lnTo>
                  <a:pt x="843852" y="111726"/>
                </a:lnTo>
                <a:lnTo>
                  <a:pt x="846042" y="108380"/>
                </a:lnTo>
                <a:lnTo>
                  <a:pt x="846772" y="108590"/>
                </a:lnTo>
                <a:lnTo>
                  <a:pt x="851152" y="108624"/>
                </a:lnTo>
                <a:lnTo>
                  <a:pt x="851882" y="109953"/>
                </a:lnTo>
                <a:lnTo>
                  <a:pt x="852612" y="107570"/>
                </a:lnTo>
                <a:lnTo>
                  <a:pt x="853342" y="107717"/>
                </a:lnTo>
                <a:lnTo>
                  <a:pt x="856262" y="106639"/>
                </a:lnTo>
                <a:lnTo>
                  <a:pt x="856992" y="107684"/>
                </a:lnTo>
                <a:lnTo>
                  <a:pt x="865751" y="105788"/>
                </a:lnTo>
                <a:lnTo>
                  <a:pt x="867941" y="108123"/>
                </a:lnTo>
                <a:lnTo>
                  <a:pt x="869401" y="101353"/>
                </a:lnTo>
                <a:lnTo>
                  <a:pt x="870131" y="104645"/>
                </a:lnTo>
                <a:lnTo>
                  <a:pt x="873051" y="109028"/>
                </a:lnTo>
                <a:lnTo>
                  <a:pt x="881811" y="99081"/>
                </a:lnTo>
                <a:lnTo>
                  <a:pt x="883271" y="98616"/>
                </a:lnTo>
                <a:lnTo>
                  <a:pt x="884731" y="108943"/>
                </a:lnTo>
                <a:lnTo>
                  <a:pt x="886921" y="102319"/>
                </a:lnTo>
                <a:lnTo>
                  <a:pt x="887651" y="104092"/>
                </a:lnTo>
                <a:lnTo>
                  <a:pt x="889111" y="111229"/>
                </a:lnTo>
                <a:lnTo>
                  <a:pt x="889841" y="103342"/>
                </a:lnTo>
                <a:lnTo>
                  <a:pt x="890571" y="102836"/>
                </a:lnTo>
                <a:lnTo>
                  <a:pt x="891301" y="104395"/>
                </a:lnTo>
                <a:lnTo>
                  <a:pt x="894951" y="110473"/>
                </a:lnTo>
                <a:lnTo>
                  <a:pt x="895681" y="114048"/>
                </a:lnTo>
                <a:lnTo>
                  <a:pt x="897141" y="113526"/>
                </a:lnTo>
                <a:lnTo>
                  <a:pt x="897871" y="110319"/>
                </a:lnTo>
                <a:lnTo>
                  <a:pt x="898601" y="115243"/>
                </a:lnTo>
                <a:lnTo>
                  <a:pt x="899331" y="114106"/>
                </a:lnTo>
                <a:lnTo>
                  <a:pt x="902251" y="114725"/>
                </a:lnTo>
                <a:lnTo>
                  <a:pt x="902981" y="117479"/>
                </a:lnTo>
                <a:lnTo>
                  <a:pt x="903711" y="113747"/>
                </a:lnTo>
                <a:lnTo>
                  <a:pt x="904441" y="114279"/>
                </a:lnTo>
                <a:lnTo>
                  <a:pt x="905171" y="113386"/>
                </a:lnTo>
                <a:lnTo>
                  <a:pt x="905901" y="116202"/>
                </a:lnTo>
                <a:lnTo>
                  <a:pt x="906631" y="115190"/>
                </a:lnTo>
                <a:lnTo>
                  <a:pt x="908821" y="117895"/>
                </a:lnTo>
                <a:lnTo>
                  <a:pt x="909551" y="116334"/>
                </a:lnTo>
                <a:lnTo>
                  <a:pt x="918310" y="118190"/>
                </a:lnTo>
                <a:lnTo>
                  <a:pt x="920500" y="118835"/>
                </a:lnTo>
                <a:lnTo>
                  <a:pt x="923420" y="125383"/>
                </a:lnTo>
                <a:lnTo>
                  <a:pt x="924150" y="123600"/>
                </a:lnTo>
                <a:lnTo>
                  <a:pt x="926340" y="125361"/>
                </a:lnTo>
                <a:lnTo>
                  <a:pt x="929990" y="120094"/>
                </a:lnTo>
                <a:lnTo>
                  <a:pt x="932910" y="128211"/>
                </a:lnTo>
                <a:lnTo>
                  <a:pt x="935830" y="121936"/>
                </a:lnTo>
                <a:lnTo>
                  <a:pt x="935100" y="129056"/>
                </a:lnTo>
                <a:lnTo>
                  <a:pt x="936560" y="124200"/>
                </a:lnTo>
                <a:lnTo>
                  <a:pt x="937290" y="127826"/>
                </a:lnTo>
                <a:lnTo>
                  <a:pt x="939480" y="126564"/>
                </a:lnTo>
                <a:lnTo>
                  <a:pt x="940209" y="127131"/>
                </a:lnTo>
                <a:lnTo>
                  <a:pt x="940939" y="126086"/>
                </a:lnTo>
                <a:lnTo>
                  <a:pt x="945319" y="117740"/>
                </a:lnTo>
                <a:lnTo>
                  <a:pt x="948239" y="119035"/>
                </a:lnTo>
                <a:lnTo>
                  <a:pt x="951159" y="120446"/>
                </a:lnTo>
                <a:lnTo>
                  <a:pt x="959919" y="128214"/>
                </a:lnTo>
                <a:lnTo>
                  <a:pt x="973058" y="134272"/>
                </a:lnTo>
                <a:lnTo>
                  <a:pt x="975978" y="133543"/>
                </a:lnTo>
                <a:lnTo>
                  <a:pt x="986198" y="131930"/>
                </a:lnTo>
                <a:lnTo>
                  <a:pt x="991308" y="131946"/>
                </a:lnTo>
                <a:lnTo>
                  <a:pt x="993498" y="140922"/>
                </a:lnTo>
                <a:lnTo>
                  <a:pt x="994958" y="140429"/>
                </a:lnTo>
                <a:lnTo>
                  <a:pt x="1000067" y="141420"/>
                </a:lnTo>
                <a:lnTo>
                  <a:pt x="1002987" y="143767"/>
                </a:lnTo>
                <a:lnTo>
                  <a:pt x="1003717" y="142870"/>
                </a:lnTo>
                <a:lnTo>
                  <a:pt x="1005177" y="141825"/>
                </a:lnTo>
                <a:lnTo>
                  <a:pt x="1005907" y="138053"/>
                </a:lnTo>
                <a:lnTo>
                  <a:pt x="1007367" y="141397"/>
                </a:lnTo>
                <a:lnTo>
                  <a:pt x="1008097" y="141222"/>
                </a:lnTo>
                <a:lnTo>
                  <a:pt x="1011017" y="135717"/>
                </a:lnTo>
                <a:lnTo>
                  <a:pt x="1011747" y="140089"/>
                </a:lnTo>
                <a:lnTo>
                  <a:pt x="1013937" y="138666"/>
                </a:lnTo>
                <a:lnTo>
                  <a:pt x="1040216" y="122409"/>
                </a:lnTo>
                <a:lnTo>
                  <a:pt x="1043866" y="126447"/>
                </a:lnTo>
                <a:lnTo>
                  <a:pt x="1044596" y="124721"/>
                </a:lnTo>
                <a:lnTo>
                  <a:pt x="1046056" y="127831"/>
                </a:lnTo>
                <a:lnTo>
                  <a:pt x="1047516" y="131675"/>
                </a:lnTo>
                <a:lnTo>
                  <a:pt x="1048976" y="131027"/>
                </a:lnTo>
                <a:lnTo>
                  <a:pt x="1049706" y="130411"/>
                </a:lnTo>
                <a:lnTo>
                  <a:pt x="1050436" y="131496"/>
                </a:lnTo>
                <a:lnTo>
                  <a:pt x="1053356" y="132657"/>
                </a:lnTo>
                <a:lnTo>
                  <a:pt x="1055545" y="131085"/>
                </a:lnTo>
                <a:lnTo>
                  <a:pt x="1056275" y="131873"/>
                </a:lnTo>
                <a:lnTo>
                  <a:pt x="1059925" y="132602"/>
                </a:lnTo>
                <a:lnTo>
                  <a:pt x="1062845" y="131543"/>
                </a:lnTo>
                <a:lnTo>
                  <a:pt x="1065035" y="134245"/>
                </a:lnTo>
                <a:lnTo>
                  <a:pt x="1065765" y="131134"/>
                </a:lnTo>
                <a:lnTo>
                  <a:pt x="1067955" y="132823"/>
                </a:lnTo>
                <a:lnTo>
                  <a:pt x="1070145" y="129560"/>
                </a:lnTo>
                <a:lnTo>
                  <a:pt x="1070875" y="132387"/>
                </a:lnTo>
                <a:lnTo>
                  <a:pt x="1074525" y="129823"/>
                </a:lnTo>
                <a:lnTo>
                  <a:pt x="1077445" y="132773"/>
                </a:lnTo>
                <a:lnTo>
                  <a:pt x="1082555" y="133390"/>
                </a:lnTo>
                <a:lnTo>
                  <a:pt x="1083285" y="134985"/>
                </a:lnTo>
                <a:lnTo>
                  <a:pt x="1084014" y="133003"/>
                </a:lnTo>
                <a:lnTo>
                  <a:pt x="1085474" y="130802"/>
                </a:lnTo>
                <a:lnTo>
                  <a:pt x="1086204" y="132163"/>
                </a:lnTo>
                <a:lnTo>
                  <a:pt x="1089854" y="134564"/>
                </a:lnTo>
                <a:lnTo>
                  <a:pt x="1092044" y="129624"/>
                </a:lnTo>
                <a:lnTo>
                  <a:pt x="1092774" y="129950"/>
                </a:lnTo>
                <a:lnTo>
                  <a:pt x="1095694" y="135995"/>
                </a:lnTo>
                <a:lnTo>
                  <a:pt x="1096424" y="134273"/>
                </a:lnTo>
                <a:lnTo>
                  <a:pt x="1097884" y="136338"/>
                </a:lnTo>
                <a:lnTo>
                  <a:pt x="1098614" y="136881"/>
                </a:lnTo>
                <a:lnTo>
                  <a:pt x="1099344" y="134895"/>
                </a:lnTo>
                <a:lnTo>
                  <a:pt x="1100804" y="132815"/>
                </a:lnTo>
                <a:lnTo>
                  <a:pt x="1102264" y="135037"/>
                </a:lnTo>
                <a:lnTo>
                  <a:pt x="1106644" y="139287"/>
                </a:lnTo>
                <a:lnTo>
                  <a:pt x="1107374" y="138559"/>
                </a:lnTo>
                <a:lnTo>
                  <a:pt x="1109564" y="141953"/>
                </a:lnTo>
                <a:lnTo>
                  <a:pt x="1110294" y="140660"/>
                </a:lnTo>
                <a:lnTo>
                  <a:pt x="1111024" y="139792"/>
                </a:lnTo>
                <a:lnTo>
                  <a:pt x="1114673" y="145198"/>
                </a:lnTo>
                <a:lnTo>
                  <a:pt x="1116133" y="138289"/>
                </a:lnTo>
                <a:lnTo>
                  <a:pt x="1117593" y="141563"/>
                </a:lnTo>
                <a:lnTo>
                  <a:pt x="1118323" y="147552"/>
                </a:lnTo>
                <a:lnTo>
                  <a:pt x="1120513" y="146199"/>
                </a:lnTo>
                <a:lnTo>
                  <a:pt x="1121973" y="147443"/>
                </a:lnTo>
                <a:lnTo>
                  <a:pt x="1124163" y="144132"/>
                </a:lnTo>
                <a:lnTo>
                  <a:pt x="1124893" y="147894"/>
                </a:lnTo>
                <a:lnTo>
                  <a:pt x="1126353" y="146960"/>
                </a:lnTo>
                <a:lnTo>
                  <a:pt x="1127083" y="144421"/>
                </a:lnTo>
                <a:lnTo>
                  <a:pt x="1127813" y="149033"/>
                </a:lnTo>
                <a:lnTo>
                  <a:pt x="1128543" y="148468"/>
                </a:lnTo>
                <a:lnTo>
                  <a:pt x="1133653" y="145351"/>
                </a:lnTo>
                <a:lnTo>
                  <a:pt x="1134383" y="152692"/>
                </a:lnTo>
                <a:lnTo>
                  <a:pt x="1135843" y="149172"/>
                </a:lnTo>
                <a:lnTo>
                  <a:pt x="1136573" y="145941"/>
                </a:lnTo>
                <a:lnTo>
                  <a:pt x="1137303" y="154154"/>
                </a:lnTo>
                <a:lnTo>
                  <a:pt x="1138033" y="150005"/>
                </a:lnTo>
                <a:lnTo>
                  <a:pt x="1138763" y="149062"/>
                </a:lnTo>
                <a:lnTo>
                  <a:pt x="1142412" y="157322"/>
                </a:lnTo>
                <a:lnTo>
                  <a:pt x="1143142" y="157915"/>
                </a:lnTo>
                <a:lnTo>
                  <a:pt x="1143872" y="150436"/>
                </a:lnTo>
                <a:lnTo>
                  <a:pt x="1146062" y="151094"/>
                </a:lnTo>
                <a:lnTo>
                  <a:pt x="1148252" y="155808"/>
                </a:lnTo>
                <a:lnTo>
                  <a:pt x="1150442" y="153649"/>
                </a:lnTo>
                <a:lnTo>
                  <a:pt x="1151172" y="153791"/>
                </a:lnTo>
                <a:lnTo>
                  <a:pt x="1153362" y="158458"/>
                </a:lnTo>
                <a:lnTo>
                  <a:pt x="1154092" y="156179"/>
                </a:lnTo>
                <a:lnTo>
                  <a:pt x="1154822" y="156035"/>
                </a:lnTo>
                <a:lnTo>
                  <a:pt x="1158472" y="161812"/>
                </a:lnTo>
                <a:lnTo>
                  <a:pt x="1159202" y="156166"/>
                </a:lnTo>
                <a:lnTo>
                  <a:pt x="1160662" y="158523"/>
                </a:lnTo>
                <a:lnTo>
                  <a:pt x="1161392" y="159819"/>
                </a:lnTo>
                <a:lnTo>
                  <a:pt x="1162122" y="156980"/>
                </a:lnTo>
                <a:lnTo>
                  <a:pt x="1162852" y="156259"/>
                </a:lnTo>
                <a:lnTo>
                  <a:pt x="1163582" y="159209"/>
                </a:lnTo>
                <a:lnTo>
                  <a:pt x="1164312" y="160522"/>
                </a:lnTo>
                <a:lnTo>
                  <a:pt x="1165042" y="157294"/>
                </a:lnTo>
                <a:lnTo>
                  <a:pt x="1165772" y="159440"/>
                </a:lnTo>
                <a:lnTo>
                  <a:pt x="1169422" y="159006"/>
                </a:lnTo>
                <a:lnTo>
                  <a:pt x="1170881" y="161719"/>
                </a:lnTo>
                <a:lnTo>
                  <a:pt x="1171611" y="168836"/>
                </a:lnTo>
                <a:lnTo>
                  <a:pt x="1173071" y="160466"/>
                </a:lnTo>
                <a:lnTo>
                  <a:pt x="1175261" y="163264"/>
                </a:lnTo>
                <a:lnTo>
                  <a:pt x="1175991" y="160598"/>
                </a:lnTo>
                <a:lnTo>
                  <a:pt x="1177451" y="163397"/>
                </a:lnTo>
                <a:lnTo>
                  <a:pt x="1178181" y="168362"/>
                </a:lnTo>
                <a:lnTo>
                  <a:pt x="1179641" y="165575"/>
                </a:lnTo>
                <a:lnTo>
                  <a:pt x="1182561" y="163619"/>
                </a:lnTo>
                <a:lnTo>
                  <a:pt x="1184021" y="164975"/>
                </a:lnTo>
                <a:lnTo>
                  <a:pt x="1185481" y="170009"/>
                </a:lnTo>
                <a:lnTo>
                  <a:pt x="1186941" y="166622"/>
                </a:lnTo>
                <a:lnTo>
                  <a:pt x="1189861" y="166472"/>
                </a:lnTo>
                <a:lnTo>
                  <a:pt x="1191321" y="167612"/>
                </a:lnTo>
                <a:lnTo>
                  <a:pt x="1195701" y="173849"/>
                </a:lnTo>
                <a:lnTo>
                  <a:pt x="1196431" y="170832"/>
                </a:lnTo>
                <a:lnTo>
                  <a:pt x="1197891" y="172895"/>
                </a:lnTo>
                <a:lnTo>
                  <a:pt x="1199350" y="170757"/>
                </a:lnTo>
                <a:lnTo>
                  <a:pt x="1200810" y="174467"/>
                </a:lnTo>
                <a:lnTo>
                  <a:pt x="1201540" y="170865"/>
                </a:lnTo>
                <a:lnTo>
                  <a:pt x="1202270" y="170229"/>
                </a:lnTo>
                <a:lnTo>
                  <a:pt x="1203000" y="172826"/>
                </a:lnTo>
                <a:lnTo>
                  <a:pt x="1205920" y="178516"/>
                </a:lnTo>
                <a:lnTo>
                  <a:pt x="1206650" y="175438"/>
                </a:lnTo>
                <a:lnTo>
                  <a:pt x="1208110" y="178700"/>
                </a:lnTo>
                <a:lnTo>
                  <a:pt x="1213950" y="182454"/>
                </a:lnTo>
                <a:lnTo>
                  <a:pt x="1215410" y="181678"/>
                </a:lnTo>
                <a:lnTo>
                  <a:pt x="1216140" y="183920"/>
                </a:lnTo>
                <a:lnTo>
                  <a:pt x="1219790" y="192627"/>
                </a:lnTo>
                <a:lnTo>
                  <a:pt x="1220520" y="192616"/>
                </a:lnTo>
                <a:lnTo>
                  <a:pt x="1221250" y="188681"/>
                </a:lnTo>
                <a:lnTo>
                  <a:pt x="1222710" y="191544"/>
                </a:lnTo>
                <a:lnTo>
                  <a:pt x="1227820" y="192688"/>
                </a:lnTo>
                <a:lnTo>
                  <a:pt x="1228549" y="190405"/>
                </a:lnTo>
                <a:lnTo>
                  <a:pt x="1230009" y="192472"/>
                </a:lnTo>
                <a:lnTo>
                  <a:pt x="1234389" y="196064"/>
                </a:lnTo>
                <a:lnTo>
                  <a:pt x="1235119" y="194593"/>
                </a:lnTo>
                <a:lnTo>
                  <a:pt x="1235849" y="195483"/>
                </a:lnTo>
                <a:lnTo>
                  <a:pt x="1237309" y="202773"/>
                </a:lnTo>
                <a:lnTo>
                  <a:pt x="1240229" y="201304"/>
                </a:lnTo>
                <a:lnTo>
                  <a:pt x="1242419" y="199884"/>
                </a:lnTo>
                <a:lnTo>
                  <a:pt x="1243149" y="200842"/>
                </a:lnTo>
                <a:lnTo>
                  <a:pt x="1246069" y="196994"/>
                </a:lnTo>
                <a:lnTo>
                  <a:pt x="1248989" y="202750"/>
                </a:lnTo>
                <a:lnTo>
                  <a:pt x="1250449" y="202001"/>
                </a:lnTo>
                <a:lnTo>
                  <a:pt x="1251179" y="203145"/>
                </a:lnTo>
                <a:lnTo>
                  <a:pt x="1281838" y="219242"/>
                </a:lnTo>
                <a:lnTo>
                  <a:pt x="1284758" y="218496"/>
                </a:lnTo>
                <a:lnTo>
                  <a:pt x="1288407" y="221792"/>
                </a:lnTo>
                <a:lnTo>
                  <a:pt x="1290597" y="219697"/>
                </a:lnTo>
                <a:lnTo>
                  <a:pt x="1291327" y="221190"/>
                </a:lnTo>
                <a:lnTo>
                  <a:pt x="1294977" y="222037"/>
                </a:lnTo>
                <a:lnTo>
                  <a:pt x="1297897" y="234250"/>
                </a:lnTo>
                <a:lnTo>
                  <a:pt x="1298627" y="232872"/>
                </a:lnTo>
                <a:lnTo>
                  <a:pt x="1303737" y="231612"/>
                </a:lnTo>
                <a:lnTo>
                  <a:pt x="1308117" y="231164"/>
                </a:lnTo>
                <a:lnTo>
                  <a:pt x="1309577" y="229706"/>
                </a:lnTo>
                <a:lnTo>
                  <a:pt x="1310307" y="231639"/>
                </a:lnTo>
                <a:lnTo>
                  <a:pt x="1316876" y="236419"/>
                </a:lnTo>
                <a:lnTo>
                  <a:pt x="1317606" y="235336"/>
                </a:lnTo>
                <a:lnTo>
                  <a:pt x="1321256" y="226308"/>
                </a:lnTo>
                <a:lnTo>
                  <a:pt x="1329287" y="230242"/>
                </a:lnTo>
                <a:lnTo>
                  <a:pt x="1332937" y="228661"/>
                </a:lnTo>
                <a:lnTo>
                  <a:pt x="1334397" y="229133"/>
                </a:lnTo>
                <a:lnTo>
                  <a:pt x="1335127" y="225218"/>
                </a:lnTo>
                <a:lnTo>
                  <a:pt x="1337316" y="226899"/>
                </a:lnTo>
                <a:lnTo>
                  <a:pt x="1341696" y="224652"/>
                </a:lnTo>
                <a:lnTo>
                  <a:pt x="1343156" y="226760"/>
                </a:lnTo>
                <a:lnTo>
                  <a:pt x="1344616" y="225408"/>
                </a:lnTo>
                <a:lnTo>
                  <a:pt x="1347536" y="224116"/>
                </a:lnTo>
                <a:lnTo>
                  <a:pt x="1362136" y="228955"/>
                </a:lnTo>
                <a:lnTo>
                  <a:pt x="1364325" y="224630"/>
                </a:lnTo>
                <a:lnTo>
                  <a:pt x="1365055" y="225431"/>
                </a:lnTo>
                <a:lnTo>
                  <a:pt x="1367975" y="227624"/>
                </a:lnTo>
                <a:lnTo>
                  <a:pt x="1370165" y="226085"/>
                </a:lnTo>
                <a:lnTo>
                  <a:pt x="1370895" y="227441"/>
                </a:lnTo>
                <a:lnTo>
                  <a:pt x="1372355" y="228071"/>
                </a:lnTo>
                <a:lnTo>
                  <a:pt x="1373085" y="226647"/>
                </a:lnTo>
                <a:lnTo>
                  <a:pt x="1375275" y="223775"/>
                </a:lnTo>
                <a:lnTo>
                  <a:pt x="1376005" y="224678"/>
                </a:lnTo>
                <a:lnTo>
                  <a:pt x="1378195" y="228863"/>
                </a:lnTo>
                <a:lnTo>
                  <a:pt x="1379655" y="227667"/>
                </a:lnTo>
                <a:lnTo>
                  <a:pt x="1382575" y="228804"/>
                </a:lnTo>
                <a:lnTo>
                  <a:pt x="1383305" y="232095"/>
                </a:lnTo>
                <a:lnTo>
                  <a:pt x="1384765" y="231417"/>
                </a:lnTo>
                <a:lnTo>
                  <a:pt x="1389145" y="205715"/>
                </a:lnTo>
                <a:lnTo>
                  <a:pt x="1391335" y="206749"/>
                </a:lnTo>
                <a:lnTo>
                  <a:pt x="1394984" y="188146"/>
                </a:lnTo>
                <a:lnTo>
                  <a:pt x="1395714" y="189270"/>
                </a:lnTo>
                <a:lnTo>
                  <a:pt x="1399364" y="174451"/>
                </a:lnTo>
                <a:lnTo>
                  <a:pt x="1400094" y="178353"/>
                </a:lnTo>
                <a:lnTo>
                  <a:pt x="1400824" y="187660"/>
                </a:lnTo>
                <a:lnTo>
                  <a:pt x="1402284" y="182112"/>
                </a:lnTo>
                <a:lnTo>
                  <a:pt x="1412504" y="154798"/>
                </a:lnTo>
                <a:lnTo>
                  <a:pt x="1413234" y="156984"/>
                </a:lnTo>
                <a:lnTo>
                  <a:pt x="1413964" y="152638"/>
                </a:lnTo>
                <a:lnTo>
                  <a:pt x="1414694" y="155318"/>
                </a:lnTo>
                <a:lnTo>
                  <a:pt x="1415424" y="151538"/>
                </a:lnTo>
                <a:lnTo>
                  <a:pt x="1416154" y="154741"/>
                </a:lnTo>
                <a:lnTo>
                  <a:pt x="1417614" y="150380"/>
                </a:lnTo>
                <a:lnTo>
                  <a:pt x="1418344" y="160060"/>
                </a:lnTo>
                <a:lnTo>
                  <a:pt x="1420534" y="153085"/>
                </a:lnTo>
                <a:lnTo>
                  <a:pt x="1421264" y="155869"/>
                </a:lnTo>
                <a:lnTo>
                  <a:pt x="1427833" y="149532"/>
                </a:lnTo>
                <a:lnTo>
                  <a:pt x="1432213" y="151034"/>
                </a:lnTo>
                <a:lnTo>
                  <a:pt x="1435133" y="149579"/>
                </a:lnTo>
                <a:lnTo>
                  <a:pt x="1439513" y="154096"/>
                </a:lnTo>
                <a:lnTo>
                  <a:pt x="1440243" y="155111"/>
                </a:lnTo>
                <a:lnTo>
                  <a:pt x="1440973" y="152655"/>
                </a:lnTo>
                <a:lnTo>
                  <a:pt x="1443893" y="144547"/>
                </a:lnTo>
                <a:lnTo>
                  <a:pt x="1445353" y="145601"/>
                </a:lnTo>
                <a:lnTo>
                  <a:pt x="1446083" y="144314"/>
                </a:lnTo>
                <a:lnTo>
                  <a:pt x="1446813" y="142249"/>
                </a:lnTo>
                <a:lnTo>
                  <a:pt x="1447543" y="144063"/>
                </a:lnTo>
                <a:lnTo>
                  <a:pt x="1450463" y="152094"/>
                </a:lnTo>
                <a:lnTo>
                  <a:pt x="1451922" y="151589"/>
                </a:lnTo>
                <a:lnTo>
                  <a:pt x="1454842" y="149035"/>
                </a:lnTo>
                <a:lnTo>
                  <a:pt x="1456302" y="152449"/>
                </a:lnTo>
                <a:lnTo>
                  <a:pt x="1457032" y="149757"/>
                </a:lnTo>
                <a:lnTo>
                  <a:pt x="1460682" y="141568"/>
                </a:lnTo>
                <a:lnTo>
                  <a:pt x="1465792" y="141919"/>
                </a:lnTo>
                <a:lnTo>
                  <a:pt x="1469442" y="132366"/>
                </a:lnTo>
                <a:lnTo>
                  <a:pt x="1472362" y="131037"/>
                </a:lnTo>
                <a:lnTo>
                  <a:pt x="1476742" y="125250"/>
                </a:lnTo>
                <a:lnTo>
                  <a:pt x="1487691" y="120492"/>
                </a:lnTo>
                <a:lnTo>
                  <a:pt x="1493531" y="110798"/>
                </a:lnTo>
                <a:lnTo>
                  <a:pt x="1497181" y="110538"/>
                </a:lnTo>
                <a:lnTo>
                  <a:pt x="1508131" y="104251"/>
                </a:lnTo>
                <a:lnTo>
                  <a:pt x="1513240" y="109052"/>
                </a:lnTo>
                <a:lnTo>
                  <a:pt x="1521270" y="101451"/>
                </a:lnTo>
                <a:lnTo>
                  <a:pt x="1537329" y="79459"/>
                </a:lnTo>
                <a:lnTo>
                  <a:pt x="1540979" y="82056"/>
                </a:lnTo>
                <a:lnTo>
                  <a:pt x="1543899" y="76082"/>
                </a:lnTo>
                <a:lnTo>
                  <a:pt x="1545359" y="80258"/>
                </a:lnTo>
                <a:lnTo>
                  <a:pt x="1546089" y="74225"/>
                </a:lnTo>
                <a:lnTo>
                  <a:pt x="1549739" y="57810"/>
                </a:lnTo>
                <a:lnTo>
                  <a:pt x="1551929" y="57494"/>
                </a:lnTo>
                <a:lnTo>
                  <a:pt x="1559959" y="26519"/>
                </a:lnTo>
                <a:lnTo>
                  <a:pt x="1560689" y="27872"/>
                </a:lnTo>
                <a:lnTo>
                  <a:pt x="1561419" y="26656"/>
                </a:lnTo>
                <a:lnTo>
                  <a:pt x="1562149" y="24785"/>
                </a:lnTo>
                <a:lnTo>
                  <a:pt x="1564339" y="39135"/>
                </a:lnTo>
                <a:lnTo>
                  <a:pt x="1565069" y="31630"/>
                </a:lnTo>
                <a:lnTo>
                  <a:pt x="1566528" y="15325"/>
                </a:lnTo>
                <a:lnTo>
                  <a:pt x="1567988" y="18693"/>
                </a:lnTo>
                <a:lnTo>
                  <a:pt x="1568718" y="40444"/>
                </a:lnTo>
                <a:lnTo>
                  <a:pt x="1570908" y="29719"/>
                </a:lnTo>
                <a:lnTo>
                  <a:pt x="1573828" y="0"/>
                </a:lnTo>
                <a:lnTo>
                  <a:pt x="1575288" y="17345"/>
                </a:lnTo>
                <a:lnTo>
                  <a:pt x="1576748" y="12467"/>
                </a:lnTo>
                <a:lnTo>
                  <a:pt x="1578208" y="4979"/>
                </a:lnTo>
                <a:lnTo>
                  <a:pt x="1578938" y="6791"/>
                </a:lnTo>
                <a:lnTo>
                  <a:pt x="1580398" y="21299"/>
                </a:lnTo>
                <a:lnTo>
                  <a:pt x="1581128" y="20424"/>
                </a:lnTo>
                <a:lnTo>
                  <a:pt x="1581858" y="778"/>
                </a:lnTo>
                <a:lnTo>
                  <a:pt x="1584048" y="6606"/>
                </a:lnTo>
                <a:lnTo>
                  <a:pt x="1585508" y="16336"/>
                </a:lnTo>
                <a:lnTo>
                  <a:pt x="1586238" y="5685"/>
                </a:lnTo>
                <a:lnTo>
                  <a:pt x="1586968" y="9681"/>
                </a:lnTo>
                <a:lnTo>
                  <a:pt x="1587698" y="3824"/>
                </a:lnTo>
                <a:lnTo>
                  <a:pt x="1588428" y="10356"/>
                </a:lnTo>
                <a:lnTo>
                  <a:pt x="1592808" y="47897"/>
                </a:lnTo>
                <a:lnTo>
                  <a:pt x="1589888" y="8802"/>
                </a:lnTo>
                <a:lnTo>
                  <a:pt x="1593538" y="38333"/>
                </a:lnTo>
                <a:lnTo>
                  <a:pt x="1594268" y="30015"/>
                </a:lnTo>
                <a:lnTo>
                  <a:pt x="1595727" y="41920"/>
                </a:lnTo>
                <a:lnTo>
                  <a:pt x="1603027" y="94646"/>
                </a:lnTo>
                <a:lnTo>
                  <a:pt x="1603757" y="94281"/>
                </a:lnTo>
                <a:lnTo>
                  <a:pt x="1604487" y="96640"/>
                </a:lnTo>
                <a:lnTo>
                  <a:pt x="1610327" y="119723"/>
                </a:lnTo>
                <a:lnTo>
                  <a:pt x="1618357" y="146896"/>
                </a:lnTo>
                <a:lnTo>
                  <a:pt x="1620547" y="146055"/>
                </a:lnTo>
                <a:lnTo>
                  <a:pt x="1626386" y="118868"/>
                </a:lnTo>
                <a:lnTo>
                  <a:pt x="1627846" y="122732"/>
                </a:lnTo>
                <a:lnTo>
                  <a:pt x="1628576" y="120696"/>
                </a:lnTo>
                <a:lnTo>
                  <a:pt x="1631496" y="113379"/>
                </a:lnTo>
                <a:lnTo>
                  <a:pt x="1632956" y="115613"/>
                </a:lnTo>
                <a:lnTo>
                  <a:pt x="1633686" y="118576"/>
                </a:lnTo>
                <a:lnTo>
                  <a:pt x="1634416" y="116836"/>
                </a:lnTo>
                <a:lnTo>
                  <a:pt x="1635876" y="106609"/>
                </a:lnTo>
                <a:lnTo>
                  <a:pt x="1637336" y="114735"/>
                </a:lnTo>
                <a:lnTo>
                  <a:pt x="1639526" y="109738"/>
                </a:lnTo>
                <a:lnTo>
                  <a:pt x="1640256" y="112666"/>
                </a:lnTo>
                <a:lnTo>
                  <a:pt x="1641716" y="105944"/>
                </a:lnTo>
                <a:lnTo>
                  <a:pt x="1642446" y="101803"/>
                </a:lnTo>
                <a:lnTo>
                  <a:pt x="1643176" y="103924"/>
                </a:lnTo>
                <a:lnTo>
                  <a:pt x="1645366" y="119618"/>
                </a:lnTo>
                <a:lnTo>
                  <a:pt x="1646096" y="111212"/>
                </a:lnTo>
                <a:lnTo>
                  <a:pt x="1649746" y="96498"/>
                </a:lnTo>
                <a:lnTo>
                  <a:pt x="1650476" y="105655"/>
                </a:lnTo>
                <a:lnTo>
                  <a:pt x="1651206" y="109025"/>
                </a:lnTo>
                <a:lnTo>
                  <a:pt x="1652665" y="104011"/>
                </a:lnTo>
                <a:lnTo>
                  <a:pt x="1654125" y="105715"/>
                </a:lnTo>
                <a:lnTo>
                  <a:pt x="1654855" y="111339"/>
                </a:lnTo>
                <a:lnTo>
                  <a:pt x="1656315" y="102355"/>
                </a:lnTo>
                <a:lnTo>
                  <a:pt x="1657045" y="99537"/>
                </a:lnTo>
                <a:lnTo>
                  <a:pt x="1657775" y="102325"/>
                </a:lnTo>
                <a:lnTo>
                  <a:pt x="1658505" y="115593"/>
                </a:lnTo>
                <a:lnTo>
                  <a:pt x="1659965" y="110465"/>
                </a:lnTo>
                <a:lnTo>
                  <a:pt x="1661425" y="97910"/>
                </a:lnTo>
                <a:lnTo>
                  <a:pt x="1662885" y="106181"/>
                </a:lnTo>
                <a:lnTo>
                  <a:pt x="1663615" y="115498"/>
                </a:lnTo>
                <a:lnTo>
                  <a:pt x="1664345" y="102294"/>
                </a:lnTo>
                <a:lnTo>
                  <a:pt x="1665075" y="98529"/>
                </a:lnTo>
                <a:lnTo>
                  <a:pt x="1665805" y="99528"/>
                </a:lnTo>
                <a:lnTo>
                  <a:pt x="1668725" y="120824"/>
                </a:lnTo>
                <a:lnTo>
                  <a:pt x="1669455" y="111663"/>
                </a:lnTo>
                <a:lnTo>
                  <a:pt x="1670185" y="107275"/>
                </a:lnTo>
                <a:lnTo>
                  <a:pt x="1670915" y="109584"/>
                </a:lnTo>
                <a:lnTo>
                  <a:pt x="1671645" y="116558"/>
                </a:lnTo>
                <a:lnTo>
                  <a:pt x="1672375" y="114749"/>
                </a:lnTo>
                <a:lnTo>
                  <a:pt x="1673835" y="102827"/>
                </a:lnTo>
                <a:lnTo>
                  <a:pt x="1674565" y="110740"/>
                </a:lnTo>
                <a:lnTo>
                  <a:pt x="1676755" y="116614"/>
                </a:lnTo>
                <a:lnTo>
                  <a:pt x="1676025" y="110375"/>
                </a:lnTo>
                <a:lnTo>
                  <a:pt x="1677485" y="114807"/>
                </a:lnTo>
                <a:lnTo>
                  <a:pt x="1680405" y="106683"/>
                </a:lnTo>
                <a:lnTo>
                  <a:pt x="1681135" y="111921"/>
                </a:lnTo>
                <a:lnTo>
                  <a:pt x="1681864" y="115646"/>
                </a:lnTo>
                <a:lnTo>
                  <a:pt x="1683324" y="114428"/>
                </a:lnTo>
                <a:lnTo>
                  <a:pt x="1684054" y="111831"/>
                </a:lnTo>
                <a:lnTo>
                  <a:pt x="1684784" y="112236"/>
                </a:lnTo>
                <a:lnTo>
                  <a:pt x="1685514" y="118422"/>
                </a:lnTo>
                <a:lnTo>
                  <a:pt x="1686974" y="114557"/>
                </a:lnTo>
                <a:lnTo>
                  <a:pt x="1687704" y="107053"/>
                </a:lnTo>
                <a:lnTo>
                  <a:pt x="1688434" y="108061"/>
                </a:lnTo>
                <a:lnTo>
                  <a:pt x="1689164" y="123282"/>
                </a:lnTo>
                <a:lnTo>
                  <a:pt x="1691354" y="120138"/>
                </a:lnTo>
                <a:lnTo>
                  <a:pt x="1693544" y="103616"/>
                </a:lnTo>
                <a:lnTo>
                  <a:pt x="1694274" y="108030"/>
                </a:lnTo>
                <a:lnTo>
                  <a:pt x="1695734" y="120821"/>
                </a:lnTo>
                <a:lnTo>
                  <a:pt x="1697194" y="115835"/>
                </a:lnTo>
                <a:lnTo>
                  <a:pt x="1699384" y="103492"/>
                </a:lnTo>
                <a:lnTo>
                  <a:pt x="1700114" y="105289"/>
                </a:lnTo>
                <a:lnTo>
                  <a:pt x="1700844" y="115223"/>
                </a:lnTo>
                <a:lnTo>
                  <a:pt x="1703034" y="112372"/>
                </a:lnTo>
                <a:lnTo>
                  <a:pt x="1704494" y="98254"/>
                </a:lnTo>
                <a:lnTo>
                  <a:pt x="1705954" y="103762"/>
                </a:lnTo>
                <a:lnTo>
                  <a:pt x="1706684" y="105045"/>
                </a:lnTo>
                <a:lnTo>
                  <a:pt x="1707414" y="102716"/>
                </a:lnTo>
                <a:lnTo>
                  <a:pt x="1708144" y="99710"/>
                </a:lnTo>
                <a:lnTo>
                  <a:pt x="1709604" y="104020"/>
                </a:lnTo>
                <a:lnTo>
                  <a:pt x="1710333" y="106344"/>
                </a:lnTo>
                <a:lnTo>
                  <a:pt x="1711793" y="91000"/>
                </a:lnTo>
                <a:lnTo>
                  <a:pt x="1713253" y="97078"/>
                </a:lnTo>
                <a:lnTo>
                  <a:pt x="1713983" y="98868"/>
                </a:lnTo>
                <a:lnTo>
                  <a:pt x="1715443" y="96132"/>
                </a:lnTo>
                <a:lnTo>
                  <a:pt x="1716173" y="91653"/>
                </a:lnTo>
                <a:lnTo>
                  <a:pt x="1717633" y="98246"/>
                </a:lnTo>
                <a:lnTo>
                  <a:pt x="1721283" y="90830"/>
                </a:lnTo>
                <a:lnTo>
                  <a:pt x="1722013" y="91230"/>
                </a:lnTo>
                <a:lnTo>
                  <a:pt x="1724933" y="100977"/>
                </a:lnTo>
                <a:lnTo>
                  <a:pt x="1725663" y="99187"/>
                </a:lnTo>
                <a:lnTo>
                  <a:pt x="1726393" y="92907"/>
                </a:lnTo>
                <a:lnTo>
                  <a:pt x="1727853" y="100786"/>
                </a:lnTo>
                <a:lnTo>
                  <a:pt x="1729313" y="98122"/>
                </a:lnTo>
                <a:lnTo>
                  <a:pt x="1730773" y="94523"/>
                </a:lnTo>
                <a:lnTo>
                  <a:pt x="1731503" y="98634"/>
                </a:lnTo>
                <a:lnTo>
                  <a:pt x="1732963" y="100578"/>
                </a:lnTo>
                <a:lnTo>
                  <a:pt x="1733693" y="99324"/>
                </a:lnTo>
                <a:lnTo>
                  <a:pt x="1734423" y="97962"/>
                </a:lnTo>
                <a:lnTo>
                  <a:pt x="1735883" y="104249"/>
                </a:lnTo>
                <a:lnTo>
                  <a:pt x="1737343" y="103664"/>
                </a:lnTo>
                <a:lnTo>
                  <a:pt x="1740262" y="103406"/>
                </a:lnTo>
                <a:lnTo>
                  <a:pt x="1742452" y="101480"/>
                </a:lnTo>
                <a:lnTo>
                  <a:pt x="1743182" y="103057"/>
                </a:lnTo>
                <a:lnTo>
                  <a:pt x="1746102" y="101456"/>
                </a:lnTo>
                <a:lnTo>
                  <a:pt x="1748292" y="109380"/>
                </a:lnTo>
                <a:lnTo>
                  <a:pt x="1749022" y="103308"/>
                </a:lnTo>
                <a:lnTo>
                  <a:pt x="1751212" y="103636"/>
                </a:lnTo>
                <a:lnTo>
                  <a:pt x="1754133" y="108715"/>
                </a:lnTo>
                <a:lnTo>
                  <a:pt x="1754862" y="105967"/>
                </a:lnTo>
                <a:lnTo>
                  <a:pt x="1755592" y="110310"/>
                </a:lnTo>
                <a:lnTo>
                  <a:pt x="1756323" y="108263"/>
                </a:lnTo>
                <a:lnTo>
                  <a:pt x="1757053" y="110749"/>
                </a:lnTo>
                <a:lnTo>
                  <a:pt x="1758512" y="107446"/>
                </a:lnTo>
                <a:lnTo>
                  <a:pt x="1760702" y="108474"/>
                </a:lnTo>
                <a:lnTo>
                  <a:pt x="1764352" y="112724"/>
                </a:lnTo>
                <a:lnTo>
                  <a:pt x="1765082" y="110953"/>
                </a:lnTo>
                <a:lnTo>
                  <a:pt x="1768002" y="109828"/>
                </a:lnTo>
                <a:lnTo>
                  <a:pt x="1770192" y="111657"/>
                </a:lnTo>
                <a:lnTo>
                  <a:pt x="1771652" y="107400"/>
                </a:lnTo>
                <a:lnTo>
                  <a:pt x="1772382" y="111773"/>
                </a:lnTo>
                <a:lnTo>
                  <a:pt x="1774572" y="118050"/>
                </a:lnTo>
                <a:lnTo>
                  <a:pt x="1776762" y="111193"/>
                </a:lnTo>
                <a:lnTo>
                  <a:pt x="1777492" y="113537"/>
                </a:lnTo>
                <a:lnTo>
                  <a:pt x="1778952" y="115725"/>
                </a:lnTo>
                <a:lnTo>
                  <a:pt x="1779682" y="113865"/>
                </a:lnTo>
                <a:lnTo>
                  <a:pt x="1781142" y="110240"/>
                </a:lnTo>
                <a:lnTo>
                  <a:pt x="1782602" y="113059"/>
                </a:lnTo>
                <a:lnTo>
                  <a:pt x="1784062" y="118306"/>
                </a:lnTo>
                <a:lnTo>
                  <a:pt x="1785522" y="116945"/>
                </a:lnTo>
                <a:lnTo>
                  <a:pt x="1789901" y="109252"/>
                </a:lnTo>
                <a:lnTo>
                  <a:pt x="1791361" y="115150"/>
                </a:lnTo>
                <a:lnTo>
                  <a:pt x="1792821" y="110820"/>
                </a:lnTo>
                <a:lnTo>
                  <a:pt x="1795011" y="116646"/>
                </a:lnTo>
                <a:lnTo>
                  <a:pt x="1797201" y="109990"/>
                </a:lnTo>
                <a:lnTo>
                  <a:pt x="1797931" y="113496"/>
                </a:lnTo>
                <a:lnTo>
                  <a:pt x="1799391" y="112370"/>
                </a:lnTo>
                <a:lnTo>
                  <a:pt x="1800121" y="117466"/>
                </a:lnTo>
                <a:lnTo>
                  <a:pt x="1803041" y="107598"/>
                </a:lnTo>
                <a:lnTo>
                  <a:pt x="1803771" y="116642"/>
                </a:lnTo>
                <a:lnTo>
                  <a:pt x="1805231" y="115132"/>
                </a:lnTo>
                <a:lnTo>
                  <a:pt x="1806691" y="108291"/>
                </a:lnTo>
                <a:lnTo>
                  <a:pt x="1807421" y="109928"/>
                </a:lnTo>
                <a:lnTo>
                  <a:pt x="1808151" y="113214"/>
                </a:lnTo>
                <a:lnTo>
                  <a:pt x="1810341" y="111115"/>
                </a:lnTo>
                <a:lnTo>
                  <a:pt x="1811071" y="113092"/>
                </a:lnTo>
                <a:lnTo>
                  <a:pt x="1812531" y="110514"/>
                </a:lnTo>
                <a:lnTo>
                  <a:pt x="1813261" y="108467"/>
                </a:lnTo>
                <a:lnTo>
                  <a:pt x="1813991" y="111779"/>
                </a:lnTo>
                <a:lnTo>
                  <a:pt x="1815451" y="120955"/>
                </a:lnTo>
                <a:lnTo>
                  <a:pt x="1816181" y="116832"/>
                </a:lnTo>
                <a:lnTo>
                  <a:pt x="1819830" y="104848"/>
                </a:lnTo>
                <a:lnTo>
                  <a:pt x="1822020" y="118895"/>
                </a:lnTo>
                <a:lnTo>
                  <a:pt x="1823480" y="113491"/>
                </a:lnTo>
                <a:lnTo>
                  <a:pt x="1824940" y="106762"/>
                </a:lnTo>
                <a:lnTo>
                  <a:pt x="1825670" y="110481"/>
                </a:lnTo>
                <a:lnTo>
                  <a:pt x="1826400" y="114836"/>
                </a:lnTo>
                <a:lnTo>
                  <a:pt x="1827130" y="108297"/>
                </a:lnTo>
                <a:lnTo>
                  <a:pt x="1827860" y="111314"/>
                </a:lnTo>
                <a:lnTo>
                  <a:pt x="1828590" y="104923"/>
                </a:lnTo>
                <a:lnTo>
                  <a:pt x="1830050" y="111390"/>
                </a:lnTo>
                <a:lnTo>
                  <a:pt x="1830780" y="113565"/>
                </a:lnTo>
                <a:lnTo>
                  <a:pt x="1831510" y="108844"/>
                </a:lnTo>
                <a:lnTo>
                  <a:pt x="1834430" y="106305"/>
                </a:lnTo>
                <a:lnTo>
                  <a:pt x="1832970" y="111493"/>
                </a:lnTo>
                <a:lnTo>
                  <a:pt x="1835160" y="106745"/>
                </a:lnTo>
                <a:lnTo>
                  <a:pt x="1836620" y="105997"/>
                </a:lnTo>
                <a:lnTo>
                  <a:pt x="1838080" y="111604"/>
                </a:lnTo>
                <a:lnTo>
                  <a:pt x="1839540" y="104752"/>
                </a:lnTo>
                <a:lnTo>
                  <a:pt x="1841000" y="106685"/>
                </a:lnTo>
                <a:lnTo>
                  <a:pt x="1841730" y="112913"/>
                </a:lnTo>
                <a:lnTo>
                  <a:pt x="1843190" y="107659"/>
                </a:lnTo>
                <a:lnTo>
                  <a:pt x="1845380" y="103711"/>
                </a:lnTo>
                <a:lnTo>
                  <a:pt x="1846110" y="99976"/>
                </a:lnTo>
                <a:lnTo>
                  <a:pt x="1846839" y="101103"/>
                </a:lnTo>
                <a:lnTo>
                  <a:pt x="1847569" y="108729"/>
                </a:lnTo>
                <a:lnTo>
                  <a:pt x="1849759" y="106442"/>
                </a:lnTo>
                <a:lnTo>
                  <a:pt x="1853409" y="102728"/>
                </a:lnTo>
                <a:lnTo>
                  <a:pt x="1855599" y="103599"/>
                </a:lnTo>
                <a:lnTo>
                  <a:pt x="1856329" y="101194"/>
                </a:lnTo>
                <a:lnTo>
                  <a:pt x="1857059" y="101806"/>
                </a:lnTo>
                <a:lnTo>
                  <a:pt x="1859249" y="110301"/>
                </a:lnTo>
                <a:lnTo>
                  <a:pt x="1862169" y="101531"/>
                </a:lnTo>
                <a:lnTo>
                  <a:pt x="1863629" y="107401"/>
                </a:lnTo>
                <a:lnTo>
                  <a:pt x="1864359" y="110947"/>
                </a:lnTo>
                <a:lnTo>
                  <a:pt x="1865089" y="104131"/>
                </a:lnTo>
                <a:lnTo>
                  <a:pt x="1866549" y="108908"/>
                </a:lnTo>
                <a:lnTo>
                  <a:pt x="1871659" y="117072"/>
                </a:lnTo>
                <a:lnTo>
                  <a:pt x="1872389" y="109831"/>
                </a:lnTo>
                <a:lnTo>
                  <a:pt x="1874579" y="112692"/>
                </a:lnTo>
                <a:lnTo>
                  <a:pt x="1875308" y="108394"/>
                </a:lnTo>
                <a:lnTo>
                  <a:pt x="1877498" y="135907"/>
                </a:lnTo>
                <a:lnTo>
                  <a:pt x="1878228" y="113128"/>
                </a:lnTo>
                <a:lnTo>
                  <a:pt x="1880418" y="123530"/>
                </a:lnTo>
                <a:lnTo>
                  <a:pt x="1881148" y="117781"/>
                </a:lnTo>
                <a:lnTo>
                  <a:pt x="1882608" y="122088"/>
                </a:lnTo>
                <a:lnTo>
                  <a:pt x="1883338" y="123746"/>
                </a:lnTo>
                <a:lnTo>
                  <a:pt x="1884068" y="116227"/>
                </a:lnTo>
                <a:lnTo>
                  <a:pt x="1885528" y="121941"/>
                </a:lnTo>
                <a:lnTo>
                  <a:pt x="1891368" y="120811"/>
                </a:lnTo>
                <a:lnTo>
                  <a:pt x="1892098" y="118856"/>
                </a:lnTo>
                <a:lnTo>
                  <a:pt x="1892828" y="122076"/>
                </a:lnTo>
                <a:lnTo>
                  <a:pt x="1894288" y="121393"/>
                </a:lnTo>
                <a:lnTo>
                  <a:pt x="1895748" y="128312"/>
                </a:lnTo>
                <a:lnTo>
                  <a:pt x="1898668" y="119796"/>
                </a:lnTo>
                <a:lnTo>
                  <a:pt x="1899398" y="121851"/>
                </a:lnTo>
                <a:lnTo>
                  <a:pt x="1900858" y="119896"/>
                </a:lnTo>
                <a:lnTo>
                  <a:pt x="1901588" y="128296"/>
                </a:lnTo>
                <a:lnTo>
                  <a:pt x="1903778" y="123467"/>
                </a:lnTo>
                <a:lnTo>
                  <a:pt x="1905237" y="116170"/>
                </a:lnTo>
                <a:lnTo>
                  <a:pt x="1905967" y="121564"/>
                </a:lnTo>
                <a:lnTo>
                  <a:pt x="1906697" y="127955"/>
                </a:lnTo>
                <a:lnTo>
                  <a:pt x="1908157" y="123309"/>
                </a:lnTo>
                <a:lnTo>
                  <a:pt x="1908887" y="117791"/>
                </a:lnTo>
                <a:lnTo>
                  <a:pt x="1909617" y="120536"/>
                </a:lnTo>
                <a:lnTo>
                  <a:pt x="1910347" y="129609"/>
                </a:lnTo>
                <a:lnTo>
                  <a:pt x="1911807" y="116644"/>
                </a:lnTo>
                <a:lnTo>
                  <a:pt x="1912537" y="115318"/>
                </a:lnTo>
                <a:lnTo>
                  <a:pt x="1913267" y="123901"/>
                </a:lnTo>
                <a:lnTo>
                  <a:pt x="1914727" y="114764"/>
                </a:lnTo>
                <a:lnTo>
                  <a:pt x="1916187" y="117093"/>
                </a:lnTo>
                <a:lnTo>
                  <a:pt x="1916917" y="114226"/>
                </a:lnTo>
                <a:lnTo>
                  <a:pt x="1917647" y="113631"/>
                </a:lnTo>
                <a:lnTo>
                  <a:pt x="1919107" y="128748"/>
                </a:lnTo>
                <a:lnTo>
                  <a:pt x="1920567" y="123177"/>
                </a:lnTo>
                <a:lnTo>
                  <a:pt x="1922757" y="117162"/>
                </a:lnTo>
                <a:lnTo>
                  <a:pt x="1924217" y="128519"/>
                </a:lnTo>
                <a:lnTo>
                  <a:pt x="1925677" y="120287"/>
                </a:lnTo>
                <a:lnTo>
                  <a:pt x="1926407" y="116410"/>
                </a:lnTo>
                <a:lnTo>
                  <a:pt x="1927137" y="128117"/>
                </a:lnTo>
                <a:lnTo>
                  <a:pt x="1928597" y="122791"/>
                </a:lnTo>
                <a:lnTo>
                  <a:pt x="1930057" y="115199"/>
                </a:lnTo>
                <a:lnTo>
                  <a:pt x="1930787" y="122236"/>
                </a:lnTo>
                <a:lnTo>
                  <a:pt x="1931517" y="125083"/>
                </a:lnTo>
                <a:lnTo>
                  <a:pt x="1932247" y="123559"/>
                </a:lnTo>
                <a:lnTo>
                  <a:pt x="1933706" y="114093"/>
                </a:lnTo>
                <a:lnTo>
                  <a:pt x="1934436" y="114455"/>
                </a:lnTo>
                <a:lnTo>
                  <a:pt x="1935166" y="124848"/>
                </a:lnTo>
                <a:lnTo>
                  <a:pt x="1936626" y="119720"/>
                </a:lnTo>
                <a:lnTo>
                  <a:pt x="1937356" y="117466"/>
                </a:lnTo>
                <a:lnTo>
                  <a:pt x="1938086" y="117952"/>
                </a:lnTo>
                <a:lnTo>
                  <a:pt x="1938816" y="125157"/>
                </a:lnTo>
                <a:lnTo>
                  <a:pt x="1940276" y="115014"/>
                </a:lnTo>
                <a:lnTo>
                  <a:pt x="1943196" y="124614"/>
                </a:lnTo>
                <a:lnTo>
                  <a:pt x="1941736" y="113483"/>
                </a:lnTo>
                <a:lnTo>
                  <a:pt x="1943926" y="117488"/>
                </a:lnTo>
                <a:lnTo>
                  <a:pt x="1944656" y="112757"/>
                </a:lnTo>
                <a:lnTo>
                  <a:pt x="1945386" y="113341"/>
                </a:lnTo>
                <a:lnTo>
                  <a:pt x="1946116" y="120724"/>
                </a:lnTo>
                <a:lnTo>
                  <a:pt x="1947576" y="110804"/>
                </a:lnTo>
                <a:lnTo>
                  <a:pt x="1949036" y="110427"/>
                </a:lnTo>
                <a:lnTo>
                  <a:pt x="1949766" y="111579"/>
                </a:lnTo>
                <a:lnTo>
                  <a:pt x="1950496" y="115589"/>
                </a:lnTo>
                <a:lnTo>
                  <a:pt x="1951956" y="110630"/>
                </a:lnTo>
                <a:lnTo>
                  <a:pt x="1952686" y="110300"/>
                </a:lnTo>
                <a:lnTo>
                  <a:pt x="1956336" y="120423"/>
                </a:lnTo>
                <a:lnTo>
                  <a:pt x="1958526" y="110415"/>
                </a:lnTo>
                <a:lnTo>
                  <a:pt x="1959256" y="112025"/>
                </a:lnTo>
                <a:lnTo>
                  <a:pt x="1960716" y="119945"/>
                </a:lnTo>
                <a:lnTo>
                  <a:pt x="1962175" y="117756"/>
                </a:lnTo>
                <a:lnTo>
                  <a:pt x="1962905" y="115390"/>
                </a:lnTo>
                <a:lnTo>
                  <a:pt x="1964365" y="117535"/>
                </a:lnTo>
                <a:lnTo>
                  <a:pt x="1965095" y="119549"/>
                </a:lnTo>
                <a:lnTo>
                  <a:pt x="1966555" y="118621"/>
                </a:lnTo>
                <a:lnTo>
                  <a:pt x="1967285" y="116450"/>
                </a:lnTo>
                <a:lnTo>
                  <a:pt x="1968745" y="118727"/>
                </a:lnTo>
                <a:lnTo>
                  <a:pt x="1970935" y="116121"/>
                </a:lnTo>
                <a:lnTo>
                  <a:pt x="1971665" y="119090"/>
                </a:lnTo>
                <a:lnTo>
                  <a:pt x="1972395" y="120397"/>
                </a:lnTo>
                <a:lnTo>
                  <a:pt x="1973125" y="119765"/>
                </a:lnTo>
                <a:lnTo>
                  <a:pt x="1973855" y="114852"/>
                </a:lnTo>
                <a:lnTo>
                  <a:pt x="1975315" y="118887"/>
                </a:lnTo>
                <a:lnTo>
                  <a:pt x="1982615" y="120906"/>
                </a:lnTo>
                <a:lnTo>
                  <a:pt x="1983345" y="114362"/>
                </a:lnTo>
                <a:lnTo>
                  <a:pt x="1984805" y="120226"/>
                </a:lnTo>
                <a:lnTo>
                  <a:pt x="1986265" y="122242"/>
                </a:lnTo>
                <a:lnTo>
                  <a:pt x="1986995" y="116603"/>
                </a:lnTo>
                <a:lnTo>
                  <a:pt x="1988455" y="125579"/>
                </a:lnTo>
                <a:lnTo>
                  <a:pt x="1989185" y="125607"/>
                </a:lnTo>
                <a:lnTo>
                  <a:pt x="1991374" y="113644"/>
                </a:lnTo>
                <a:lnTo>
                  <a:pt x="1992834" y="116968"/>
                </a:lnTo>
                <a:lnTo>
                  <a:pt x="1994294" y="121383"/>
                </a:lnTo>
                <a:lnTo>
                  <a:pt x="1995754" y="119368"/>
                </a:lnTo>
                <a:lnTo>
                  <a:pt x="1997214" y="127081"/>
                </a:lnTo>
                <a:lnTo>
                  <a:pt x="1998674" y="116760"/>
                </a:lnTo>
                <a:lnTo>
                  <a:pt x="1999404" y="117089"/>
                </a:lnTo>
                <a:lnTo>
                  <a:pt x="2001594" y="127948"/>
                </a:lnTo>
                <a:lnTo>
                  <a:pt x="2002324" y="124654"/>
                </a:lnTo>
                <a:lnTo>
                  <a:pt x="2003784" y="118526"/>
                </a:lnTo>
                <a:lnTo>
                  <a:pt x="2004514" y="126040"/>
                </a:lnTo>
                <a:lnTo>
                  <a:pt x="2005244" y="125077"/>
                </a:lnTo>
                <a:lnTo>
                  <a:pt x="2005974" y="126999"/>
                </a:lnTo>
                <a:lnTo>
                  <a:pt x="2006704" y="128513"/>
                </a:lnTo>
                <a:lnTo>
                  <a:pt x="2007434" y="126931"/>
                </a:lnTo>
                <a:lnTo>
                  <a:pt x="2008894" y="118899"/>
                </a:lnTo>
                <a:lnTo>
                  <a:pt x="2011084" y="122145"/>
                </a:lnTo>
                <a:lnTo>
                  <a:pt x="2012544" y="125253"/>
                </a:lnTo>
                <a:lnTo>
                  <a:pt x="2014004" y="124564"/>
                </a:lnTo>
                <a:lnTo>
                  <a:pt x="2015464" y="125462"/>
                </a:lnTo>
                <a:lnTo>
                  <a:pt x="2017654" y="117879"/>
                </a:lnTo>
                <a:lnTo>
                  <a:pt x="2021303" y="130262"/>
                </a:lnTo>
                <a:lnTo>
                  <a:pt x="2022033" y="129040"/>
                </a:lnTo>
                <a:lnTo>
                  <a:pt x="2025683" y="122104"/>
                </a:lnTo>
                <a:lnTo>
                  <a:pt x="2026413" y="120995"/>
                </a:lnTo>
                <a:lnTo>
                  <a:pt x="2030063" y="128970"/>
                </a:lnTo>
                <a:lnTo>
                  <a:pt x="2032253" y="127643"/>
                </a:lnTo>
                <a:lnTo>
                  <a:pt x="2032983" y="123447"/>
                </a:lnTo>
                <a:lnTo>
                  <a:pt x="2033713" y="132537"/>
                </a:lnTo>
                <a:lnTo>
                  <a:pt x="2034443" y="126155"/>
                </a:lnTo>
                <a:lnTo>
                  <a:pt x="2035173" y="133033"/>
                </a:lnTo>
                <a:lnTo>
                  <a:pt x="2037363" y="131708"/>
                </a:lnTo>
                <a:lnTo>
                  <a:pt x="2038093" y="131926"/>
                </a:lnTo>
                <a:lnTo>
                  <a:pt x="2043203" y="121786"/>
                </a:lnTo>
                <a:lnTo>
                  <a:pt x="2044663" y="125922"/>
                </a:lnTo>
              </a:path>
            </a:pathLst>
          </a:custGeom>
          <a:noFill/>
          <a:ln w="20130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Editable path 200"/>
          <p:cNvSpPr/>
          <p:nvPr/>
        </p:nvSpPr>
        <p:spPr>
          <a:xfrm>
            <a:off x="9862223" y="4355422"/>
            <a:ext cx="2044663" cy="938010"/>
          </a:xfrm>
          <a:custGeom>
            <a:avLst/>
            <a:gdLst/>
            <a:ahLst/>
            <a:cxnLst/>
            <a:rect l="l" t="t" r="r" b="b"/>
            <a:pathLst>
              <a:path w="2044663" h="938010">
                <a:moveTo>
                  <a:pt x="0" y="845076"/>
                </a:moveTo>
                <a:lnTo>
                  <a:pt x="18250" y="845147"/>
                </a:lnTo>
                <a:lnTo>
                  <a:pt x="21170" y="845290"/>
                </a:lnTo>
                <a:lnTo>
                  <a:pt x="24820" y="846176"/>
                </a:lnTo>
                <a:lnTo>
                  <a:pt x="28470" y="846252"/>
                </a:lnTo>
                <a:lnTo>
                  <a:pt x="51099" y="848455"/>
                </a:lnTo>
                <a:lnTo>
                  <a:pt x="57669" y="848168"/>
                </a:lnTo>
                <a:lnTo>
                  <a:pt x="64238" y="850166"/>
                </a:lnTo>
                <a:lnTo>
                  <a:pt x="64968" y="848694"/>
                </a:lnTo>
                <a:lnTo>
                  <a:pt x="66428" y="850305"/>
                </a:lnTo>
                <a:lnTo>
                  <a:pt x="81758" y="852408"/>
                </a:lnTo>
                <a:lnTo>
                  <a:pt x="84678" y="851194"/>
                </a:lnTo>
                <a:lnTo>
                  <a:pt x="86868" y="850411"/>
                </a:lnTo>
                <a:lnTo>
                  <a:pt x="87598" y="852644"/>
                </a:lnTo>
                <a:lnTo>
                  <a:pt x="107307" y="850937"/>
                </a:lnTo>
                <a:lnTo>
                  <a:pt x="108767" y="853540"/>
                </a:lnTo>
                <a:lnTo>
                  <a:pt x="110227" y="852139"/>
                </a:lnTo>
                <a:lnTo>
                  <a:pt x="113147" y="850507"/>
                </a:lnTo>
                <a:lnTo>
                  <a:pt x="113877" y="851230"/>
                </a:lnTo>
                <a:lnTo>
                  <a:pt x="132126" y="852731"/>
                </a:lnTo>
                <a:lnTo>
                  <a:pt x="135776" y="852992"/>
                </a:lnTo>
                <a:lnTo>
                  <a:pt x="143806" y="851158"/>
                </a:lnTo>
                <a:lnTo>
                  <a:pt x="151105" y="851806"/>
                </a:lnTo>
                <a:lnTo>
                  <a:pt x="159135" y="852325"/>
                </a:lnTo>
                <a:lnTo>
                  <a:pt x="161325" y="852898"/>
                </a:lnTo>
                <a:lnTo>
                  <a:pt x="162785" y="851348"/>
                </a:lnTo>
                <a:lnTo>
                  <a:pt x="163515" y="853995"/>
                </a:lnTo>
                <a:lnTo>
                  <a:pt x="167165" y="855022"/>
                </a:lnTo>
                <a:lnTo>
                  <a:pt x="170815" y="852736"/>
                </a:lnTo>
                <a:lnTo>
                  <a:pt x="176655" y="853821"/>
                </a:lnTo>
                <a:lnTo>
                  <a:pt x="181034" y="856450"/>
                </a:lnTo>
                <a:lnTo>
                  <a:pt x="186144" y="853563"/>
                </a:lnTo>
                <a:lnTo>
                  <a:pt x="188334" y="852652"/>
                </a:lnTo>
                <a:lnTo>
                  <a:pt x="189064" y="854105"/>
                </a:lnTo>
                <a:lnTo>
                  <a:pt x="191984" y="858499"/>
                </a:lnTo>
                <a:lnTo>
                  <a:pt x="192714" y="857034"/>
                </a:lnTo>
                <a:lnTo>
                  <a:pt x="197094" y="855874"/>
                </a:lnTo>
                <a:lnTo>
                  <a:pt x="205124" y="856101"/>
                </a:lnTo>
                <a:lnTo>
                  <a:pt x="208773" y="856325"/>
                </a:lnTo>
                <a:lnTo>
                  <a:pt x="213153" y="854606"/>
                </a:lnTo>
                <a:lnTo>
                  <a:pt x="215343" y="858939"/>
                </a:lnTo>
                <a:lnTo>
                  <a:pt x="217533" y="857839"/>
                </a:lnTo>
                <a:lnTo>
                  <a:pt x="227023" y="858604"/>
                </a:lnTo>
                <a:lnTo>
                  <a:pt x="231403" y="866189"/>
                </a:lnTo>
                <a:lnTo>
                  <a:pt x="232133" y="864303"/>
                </a:lnTo>
                <a:lnTo>
                  <a:pt x="235052" y="861686"/>
                </a:lnTo>
                <a:lnTo>
                  <a:pt x="235782" y="861645"/>
                </a:lnTo>
                <a:lnTo>
                  <a:pt x="236512" y="858681"/>
                </a:lnTo>
                <a:lnTo>
                  <a:pt x="237972" y="863463"/>
                </a:lnTo>
                <a:lnTo>
                  <a:pt x="241622" y="865569"/>
                </a:lnTo>
                <a:lnTo>
                  <a:pt x="247462" y="863312"/>
                </a:lnTo>
                <a:lnTo>
                  <a:pt x="267171" y="867213"/>
                </a:lnTo>
                <a:lnTo>
                  <a:pt x="270821" y="869036"/>
                </a:lnTo>
                <a:lnTo>
                  <a:pt x="291261" y="868445"/>
                </a:lnTo>
                <a:lnTo>
                  <a:pt x="297100" y="866254"/>
                </a:lnTo>
                <a:lnTo>
                  <a:pt x="298560" y="867023"/>
                </a:lnTo>
                <a:lnTo>
                  <a:pt x="300020" y="865574"/>
                </a:lnTo>
                <a:lnTo>
                  <a:pt x="303670" y="866618"/>
                </a:lnTo>
                <a:lnTo>
                  <a:pt x="308050" y="865315"/>
                </a:lnTo>
                <a:lnTo>
                  <a:pt x="313160" y="866330"/>
                </a:lnTo>
                <a:lnTo>
                  <a:pt x="314620" y="864490"/>
                </a:lnTo>
                <a:lnTo>
                  <a:pt x="316080" y="865855"/>
                </a:lnTo>
                <a:lnTo>
                  <a:pt x="319000" y="864762"/>
                </a:lnTo>
                <a:lnTo>
                  <a:pt x="320460" y="864249"/>
                </a:lnTo>
                <a:lnTo>
                  <a:pt x="321190" y="865557"/>
                </a:lnTo>
                <a:lnTo>
                  <a:pt x="322649" y="867994"/>
                </a:lnTo>
                <a:lnTo>
                  <a:pt x="323379" y="866223"/>
                </a:lnTo>
                <a:lnTo>
                  <a:pt x="326299" y="861126"/>
                </a:lnTo>
                <a:lnTo>
                  <a:pt x="327759" y="864682"/>
                </a:lnTo>
                <a:lnTo>
                  <a:pt x="330679" y="867939"/>
                </a:lnTo>
                <a:lnTo>
                  <a:pt x="357688" y="865144"/>
                </a:lnTo>
                <a:lnTo>
                  <a:pt x="362798" y="863888"/>
                </a:lnTo>
                <a:lnTo>
                  <a:pt x="366448" y="864685"/>
                </a:lnTo>
                <a:lnTo>
                  <a:pt x="368638" y="863422"/>
                </a:lnTo>
                <a:lnTo>
                  <a:pt x="369368" y="864354"/>
                </a:lnTo>
                <a:lnTo>
                  <a:pt x="380317" y="862012"/>
                </a:lnTo>
                <a:lnTo>
                  <a:pt x="388347" y="859870"/>
                </a:lnTo>
                <a:lnTo>
                  <a:pt x="391997" y="859811"/>
                </a:lnTo>
                <a:lnTo>
                  <a:pt x="401487" y="859531"/>
                </a:lnTo>
                <a:lnTo>
                  <a:pt x="405867" y="859338"/>
                </a:lnTo>
                <a:lnTo>
                  <a:pt x="407327" y="857791"/>
                </a:lnTo>
                <a:lnTo>
                  <a:pt x="408056" y="859258"/>
                </a:lnTo>
                <a:lnTo>
                  <a:pt x="411706" y="859713"/>
                </a:lnTo>
                <a:lnTo>
                  <a:pt x="416086" y="859189"/>
                </a:lnTo>
                <a:lnTo>
                  <a:pt x="419006" y="858436"/>
                </a:lnTo>
                <a:lnTo>
                  <a:pt x="421926" y="857763"/>
                </a:lnTo>
                <a:lnTo>
                  <a:pt x="426306" y="854857"/>
                </a:lnTo>
                <a:lnTo>
                  <a:pt x="429956" y="857001"/>
                </a:lnTo>
                <a:lnTo>
                  <a:pt x="430686" y="856313"/>
                </a:lnTo>
                <a:lnTo>
                  <a:pt x="436526" y="855168"/>
                </a:lnTo>
                <a:lnTo>
                  <a:pt x="444555" y="857460"/>
                </a:lnTo>
                <a:lnTo>
                  <a:pt x="447475" y="856084"/>
                </a:lnTo>
                <a:lnTo>
                  <a:pt x="454775" y="854493"/>
                </a:lnTo>
                <a:lnTo>
                  <a:pt x="459885" y="852823"/>
                </a:lnTo>
                <a:lnTo>
                  <a:pt x="464265" y="855046"/>
                </a:lnTo>
                <a:lnTo>
                  <a:pt x="476675" y="854350"/>
                </a:lnTo>
                <a:lnTo>
                  <a:pt x="478135" y="856981"/>
                </a:lnTo>
                <a:lnTo>
                  <a:pt x="479595" y="855879"/>
                </a:lnTo>
                <a:lnTo>
                  <a:pt x="493464" y="858208"/>
                </a:lnTo>
                <a:lnTo>
                  <a:pt x="497844" y="860084"/>
                </a:lnTo>
                <a:lnTo>
                  <a:pt x="506604" y="857862"/>
                </a:lnTo>
                <a:lnTo>
                  <a:pt x="508794" y="860731"/>
                </a:lnTo>
                <a:lnTo>
                  <a:pt x="509524" y="859847"/>
                </a:lnTo>
                <a:lnTo>
                  <a:pt x="516093" y="857995"/>
                </a:lnTo>
                <a:lnTo>
                  <a:pt x="519743" y="857632"/>
                </a:lnTo>
                <a:lnTo>
                  <a:pt x="523393" y="860174"/>
                </a:lnTo>
                <a:lnTo>
                  <a:pt x="527043" y="863593"/>
                </a:lnTo>
                <a:lnTo>
                  <a:pt x="528503" y="861694"/>
                </a:lnTo>
                <a:lnTo>
                  <a:pt x="540183" y="861602"/>
                </a:lnTo>
                <a:lnTo>
                  <a:pt x="548212" y="863804"/>
                </a:lnTo>
                <a:lnTo>
                  <a:pt x="596391" y="869442"/>
                </a:lnTo>
                <a:lnTo>
                  <a:pt x="598581" y="868385"/>
                </a:lnTo>
                <a:lnTo>
                  <a:pt x="599311" y="869547"/>
                </a:lnTo>
                <a:lnTo>
                  <a:pt x="605880" y="872016"/>
                </a:lnTo>
                <a:lnTo>
                  <a:pt x="608800" y="871128"/>
                </a:lnTo>
                <a:lnTo>
                  <a:pt x="615370" y="873503"/>
                </a:lnTo>
                <a:lnTo>
                  <a:pt x="619020" y="871199"/>
                </a:lnTo>
                <a:lnTo>
                  <a:pt x="629240" y="868637"/>
                </a:lnTo>
                <a:lnTo>
                  <a:pt x="634349" y="870805"/>
                </a:lnTo>
                <a:lnTo>
                  <a:pt x="637999" y="870965"/>
                </a:lnTo>
                <a:lnTo>
                  <a:pt x="638729" y="871729"/>
                </a:lnTo>
                <a:lnTo>
                  <a:pt x="640189" y="869827"/>
                </a:lnTo>
                <a:lnTo>
                  <a:pt x="657709" y="868823"/>
                </a:lnTo>
                <a:lnTo>
                  <a:pt x="658439" y="871415"/>
                </a:lnTo>
                <a:lnTo>
                  <a:pt x="660628" y="870330"/>
                </a:lnTo>
                <a:lnTo>
                  <a:pt x="665738" y="869088"/>
                </a:lnTo>
                <a:lnTo>
                  <a:pt x="673768" y="868144"/>
                </a:lnTo>
                <a:lnTo>
                  <a:pt x="678878" y="868110"/>
                </a:lnTo>
                <a:lnTo>
                  <a:pt x="699317" y="870947"/>
                </a:lnTo>
                <a:lnTo>
                  <a:pt x="703697" y="876030"/>
                </a:lnTo>
                <a:lnTo>
                  <a:pt x="705157" y="873591"/>
                </a:lnTo>
                <a:lnTo>
                  <a:pt x="706617" y="872892"/>
                </a:lnTo>
                <a:lnTo>
                  <a:pt x="707347" y="873694"/>
                </a:lnTo>
                <a:lnTo>
                  <a:pt x="709537" y="875624"/>
                </a:lnTo>
                <a:lnTo>
                  <a:pt x="710267" y="874361"/>
                </a:lnTo>
                <a:lnTo>
                  <a:pt x="716837" y="869117"/>
                </a:lnTo>
                <a:lnTo>
                  <a:pt x="728516" y="867644"/>
                </a:lnTo>
                <a:lnTo>
                  <a:pt x="731436" y="867528"/>
                </a:lnTo>
                <a:lnTo>
                  <a:pt x="735086" y="865565"/>
                </a:lnTo>
                <a:lnTo>
                  <a:pt x="741656" y="864068"/>
                </a:lnTo>
                <a:lnTo>
                  <a:pt x="745306" y="863172"/>
                </a:lnTo>
                <a:lnTo>
                  <a:pt x="751145" y="863427"/>
                </a:lnTo>
                <a:lnTo>
                  <a:pt x="754065" y="859525"/>
                </a:lnTo>
                <a:lnTo>
                  <a:pt x="755525" y="861996"/>
                </a:lnTo>
                <a:lnTo>
                  <a:pt x="759905" y="858515"/>
                </a:lnTo>
                <a:lnTo>
                  <a:pt x="762825" y="860164"/>
                </a:lnTo>
                <a:lnTo>
                  <a:pt x="767205" y="858762"/>
                </a:lnTo>
                <a:lnTo>
                  <a:pt x="771585" y="858499"/>
                </a:lnTo>
                <a:lnTo>
                  <a:pt x="772315" y="857704"/>
                </a:lnTo>
                <a:lnTo>
                  <a:pt x="773045" y="860090"/>
                </a:lnTo>
                <a:lnTo>
                  <a:pt x="775234" y="858765"/>
                </a:lnTo>
                <a:lnTo>
                  <a:pt x="775964" y="857582"/>
                </a:lnTo>
                <a:lnTo>
                  <a:pt x="777424" y="858838"/>
                </a:lnTo>
                <a:lnTo>
                  <a:pt x="780344" y="860829"/>
                </a:lnTo>
                <a:lnTo>
                  <a:pt x="781804" y="858456"/>
                </a:lnTo>
                <a:lnTo>
                  <a:pt x="782534" y="859808"/>
                </a:lnTo>
                <a:lnTo>
                  <a:pt x="786914" y="861286"/>
                </a:lnTo>
                <a:lnTo>
                  <a:pt x="788374" y="859485"/>
                </a:lnTo>
                <a:lnTo>
                  <a:pt x="789834" y="860316"/>
                </a:lnTo>
                <a:lnTo>
                  <a:pt x="816113" y="851174"/>
                </a:lnTo>
                <a:lnTo>
                  <a:pt x="818303" y="854435"/>
                </a:lnTo>
                <a:lnTo>
                  <a:pt x="819033" y="853354"/>
                </a:lnTo>
                <a:lnTo>
                  <a:pt x="824143" y="849312"/>
                </a:lnTo>
                <a:lnTo>
                  <a:pt x="826333" y="848572"/>
                </a:lnTo>
                <a:lnTo>
                  <a:pt x="827063" y="846938"/>
                </a:lnTo>
                <a:lnTo>
                  <a:pt x="827793" y="849852"/>
                </a:lnTo>
                <a:lnTo>
                  <a:pt x="828523" y="853267"/>
                </a:lnTo>
                <a:lnTo>
                  <a:pt x="829983" y="850651"/>
                </a:lnTo>
                <a:lnTo>
                  <a:pt x="831443" y="849557"/>
                </a:lnTo>
                <a:lnTo>
                  <a:pt x="834362" y="843158"/>
                </a:lnTo>
                <a:lnTo>
                  <a:pt x="835092" y="844045"/>
                </a:lnTo>
                <a:lnTo>
                  <a:pt x="835822" y="843546"/>
                </a:lnTo>
                <a:lnTo>
                  <a:pt x="836552" y="844706"/>
                </a:lnTo>
                <a:lnTo>
                  <a:pt x="837282" y="846066"/>
                </a:lnTo>
                <a:lnTo>
                  <a:pt x="838012" y="844039"/>
                </a:lnTo>
                <a:lnTo>
                  <a:pt x="840932" y="840181"/>
                </a:lnTo>
                <a:lnTo>
                  <a:pt x="843122" y="842455"/>
                </a:lnTo>
                <a:lnTo>
                  <a:pt x="843852" y="842001"/>
                </a:lnTo>
                <a:lnTo>
                  <a:pt x="847502" y="839793"/>
                </a:lnTo>
                <a:lnTo>
                  <a:pt x="855532" y="840296"/>
                </a:lnTo>
                <a:lnTo>
                  <a:pt x="860642" y="839877"/>
                </a:lnTo>
                <a:lnTo>
                  <a:pt x="889111" y="848150"/>
                </a:lnTo>
                <a:lnTo>
                  <a:pt x="892760" y="851946"/>
                </a:lnTo>
                <a:lnTo>
                  <a:pt x="893491" y="849798"/>
                </a:lnTo>
                <a:lnTo>
                  <a:pt x="895681" y="850900"/>
                </a:lnTo>
                <a:lnTo>
                  <a:pt x="903711" y="854677"/>
                </a:lnTo>
                <a:lnTo>
                  <a:pt x="908091" y="855919"/>
                </a:lnTo>
                <a:lnTo>
                  <a:pt x="916850" y="854610"/>
                </a:lnTo>
                <a:lnTo>
                  <a:pt x="921230" y="854581"/>
                </a:lnTo>
                <a:lnTo>
                  <a:pt x="925610" y="854370"/>
                </a:lnTo>
                <a:lnTo>
                  <a:pt x="929990" y="854927"/>
                </a:lnTo>
                <a:lnTo>
                  <a:pt x="932910" y="859750"/>
                </a:lnTo>
                <a:lnTo>
                  <a:pt x="933640" y="859439"/>
                </a:lnTo>
                <a:lnTo>
                  <a:pt x="935100" y="860759"/>
                </a:lnTo>
                <a:lnTo>
                  <a:pt x="935830" y="856411"/>
                </a:lnTo>
                <a:lnTo>
                  <a:pt x="937290" y="861414"/>
                </a:lnTo>
                <a:lnTo>
                  <a:pt x="943129" y="864449"/>
                </a:lnTo>
                <a:lnTo>
                  <a:pt x="946049" y="866674"/>
                </a:lnTo>
                <a:lnTo>
                  <a:pt x="967949" y="895679"/>
                </a:lnTo>
                <a:lnTo>
                  <a:pt x="973058" y="894716"/>
                </a:lnTo>
                <a:lnTo>
                  <a:pt x="982548" y="890265"/>
                </a:lnTo>
                <a:lnTo>
                  <a:pt x="1002257" y="884627"/>
                </a:lnTo>
                <a:lnTo>
                  <a:pt x="1005177" y="885032"/>
                </a:lnTo>
                <a:lnTo>
                  <a:pt x="1005907" y="879742"/>
                </a:lnTo>
                <a:lnTo>
                  <a:pt x="1008097" y="883052"/>
                </a:lnTo>
                <a:lnTo>
                  <a:pt x="1011017" y="878494"/>
                </a:lnTo>
                <a:lnTo>
                  <a:pt x="1014667" y="883407"/>
                </a:lnTo>
                <a:lnTo>
                  <a:pt x="1018317" y="884046"/>
                </a:lnTo>
                <a:lnTo>
                  <a:pt x="1023427" y="886350"/>
                </a:lnTo>
                <a:lnTo>
                  <a:pt x="1028536" y="887872"/>
                </a:lnTo>
                <a:lnTo>
                  <a:pt x="1029266" y="884994"/>
                </a:lnTo>
                <a:lnTo>
                  <a:pt x="1029996" y="889879"/>
                </a:lnTo>
                <a:lnTo>
                  <a:pt x="1030726" y="888944"/>
                </a:lnTo>
                <a:lnTo>
                  <a:pt x="1033646" y="891524"/>
                </a:lnTo>
                <a:lnTo>
                  <a:pt x="1034376" y="885550"/>
                </a:lnTo>
                <a:lnTo>
                  <a:pt x="1035836" y="892737"/>
                </a:lnTo>
                <a:lnTo>
                  <a:pt x="1042406" y="897938"/>
                </a:lnTo>
                <a:lnTo>
                  <a:pt x="1047516" y="904125"/>
                </a:lnTo>
                <a:lnTo>
                  <a:pt x="1048246" y="894129"/>
                </a:lnTo>
                <a:lnTo>
                  <a:pt x="1048976" y="905866"/>
                </a:lnTo>
                <a:lnTo>
                  <a:pt x="1049706" y="905055"/>
                </a:lnTo>
                <a:lnTo>
                  <a:pt x="1053356" y="908953"/>
                </a:lnTo>
                <a:lnTo>
                  <a:pt x="1056275" y="905354"/>
                </a:lnTo>
                <a:lnTo>
                  <a:pt x="1057735" y="907880"/>
                </a:lnTo>
                <a:lnTo>
                  <a:pt x="1058465" y="906390"/>
                </a:lnTo>
                <a:lnTo>
                  <a:pt x="1060655" y="900490"/>
                </a:lnTo>
                <a:lnTo>
                  <a:pt x="1061385" y="906666"/>
                </a:lnTo>
                <a:lnTo>
                  <a:pt x="1062845" y="902337"/>
                </a:lnTo>
                <a:lnTo>
                  <a:pt x="1065035" y="902880"/>
                </a:lnTo>
                <a:lnTo>
                  <a:pt x="1070145" y="887443"/>
                </a:lnTo>
                <a:lnTo>
                  <a:pt x="1070875" y="896018"/>
                </a:lnTo>
                <a:lnTo>
                  <a:pt x="1073065" y="892489"/>
                </a:lnTo>
                <a:lnTo>
                  <a:pt x="1073795" y="891983"/>
                </a:lnTo>
                <a:lnTo>
                  <a:pt x="1077445" y="883142"/>
                </a:lnTo>
                <a:lnTo>
                  <a:pt x="1078175" y="884372"/>
                </a:lnTo>
                <a:lnTo>
                  <a:pt x="1078905" y="883098"/>
                </a:lnTo>
                <a:lnTo>
                  <a:pt x="1082555" y="867649"/>
                </a:lnTo>
                <a:lnTo>
                  <a:pt x="1083285" y="873925"/>
                </a:lnTo>
                <a:lnTo>
                  <a:pt x="1084014" y="870663"/>
                </a:lnTo>
                <a:lnTo>
                  <a:pt x="1088394" y="852809"/>
                </a:lnTo>
                <a:lnTo>
                  <a:pt x="1094234" y="832442"/>
                </a:lnTo>
                <a:lnTo>
                  <a:pt x="1094964" y="833902"/>
                </a:lnTo>
                <a:lnTo>
                  <a:pt x="1096424" y="830791"/>
                </a:lnTo>
                <a:lnTo>
                  <a:pt x="1097884" y="822038"/>
                </a:lnTo>
                <a:lnTo>
                  <a:pt x="1099344" y="825637"/>
                </a:lnTo>
                <a:lnTo>
                  <a:pt x="1104454" y="807962"/>
                </a:lnTo>
                <a:lnTo>
                  <a:pt x="1105184" y="812062"/>
                </a:lnTo>
                <a:lnTo>
                  <a:pt x="1106644" y="811529"/>
                </a:lnTo>
                <a:lnTo>
                  <a:pt x="1108834" y="797120"/>
                </a:lnTo>
                <a:lnTo>
                  <a:pt x="1109564" y="805031"/>
                </a:lnTo>
                <a:lnTo>
                  <a:pt x="1111024" y="797640"/>
                </a:lnTo>
                <a:lnTo>
                  <a:pt x="1112484" y="803184"/>
                </a:lnTo>
                <a:lnTo>
                  <a:pt x="1113213" y="804047"/>
                </a:lnTo>
                <a:lnTo>
                  <a:pt x="1116863" y="789367"/>
                </a:lnTo>
                <a:lnTo>
                  <a:pt x="1119053" y="799866"/>
                </a:lnTo>
                <a:lnTo>
                  <a:pt x="1121243" y="787601"/>
                </a:lnTo>
                <a:lnTo>
                  <a:pt x="1121973" y="791094"/>
                </a:lnTo>
                <a:lnTo>
                  <a:pt x="1122703" y="791103"/>
                </a:lnTo>
                <a:lnTo>
                  <a:pt x="1124163" y="782412"/>
                </a:lnTo>
                <a:lnTo>
                  <a:pt x="1125623" y="784883"/>
                </a:lnTo>
                <a:lnTo>
                  <a:pt x="1126353" y="784471"/>
                </a:lnTo>
                <a:lnTo>
                  <a:pt x="1130003" y="772932"/>
                </a:lnTo>
                <a:lnTo>
                  <a:pt x="1130733" y="774343"/>
                </a:lnTo>
                <a:lnTo>
                  <a:pt x="1133653" y="766451"/>
                </a:lnTo>
                <a:lnTo>
                  <a:pt x="1134383" y="773105"/>
                </a:lnTo>
                <a:lnTo>
                  <a:pt x="1135843" y="765725"/>
                </a:lnTo>
                <a:lnTo>
                  <a:pt x="1136573" y="762320"/>
                </a:lnTo>
                <a:lnTo>
                  <a:pt x="1137303" y="772316"/>
                </a:lnTo>
                <a:lnTo>
                  <a:pt x="1139493" y="769077"/>
                </a:lnTo>
                <a:lnTo>
                  <a:pt x="1140223" y="774883"/>
                </a:lnTo>
                <a:lnTo>
                  <a:pt x="1141682" y="768212"/>
                </a:lnTo>
                <a:lnTo>
                  <a:pt x="1143872" y="750240"/>
                </a:lnTo>
                <a:lnTo>
                  <a:pt x="1144602" y="763509"/>
                </a:lnTo>
                <a:lnTo>
                  <a:pt x="1145332" y="765934"/>
                </a:lnTo>
                <a:lnTo>
                  <a:pt x="1146062" y="761108"/>
                </a:lnTo>
                <a:lnTo>
                  <a:pt x="1146792" y="760655"/>
                </a:lnTo>
                <a:lnTo>
                  <a:pt x="1147522" y="747350"/>
                </a:lnTo>
                <a:lnTo>
                  <a:pt x="1148252" y="766123"/>
                </a:lnTo>
                <a:lnTo>
                  <a:pt x="1148982" y="760871"/>
                </a:lnTo>
                <a:lnTo>
                  <a:pt x="1150442" y="759499"/>
                </a:lnTo>
                <a:lnTo>
                  <a:pt x="1151172" y="747091"/>
                </a:lnTo>
                <a:lnTo>
                  <a:pt x="1153362" y="752715"/>
                </a:lnTo>
                <a:lnTo>
                  <a:pt x="1155552" y="764487"/>
                </a:lnTo>
                <a:lnTo>
                  <a:pt x="1156282" y="762547"/>
                </a:lnTo>
                <a:lnTo>
                  <a:pt x="1157012" y="747276"/>
                </a:lnTo>
                <a:lnTo>
                  <a:pt x="1158472" y="765364"/>
                </a:lnTo>
                <a:lnTo>
                  <a:pt x="1159202" y="753523"/>
                </a:lnTo>
                <a:lnTo>
                  <a:pt x="1159932" y="757553"/>
                </a:lnTo>
                <a:lnTo>
                  <a:pt x="1160662" y="754317"/>
                </a:lnTo>
                <a:lnTo>
                  <a:pt x="1162122" y="759538"/>
                </a:lnTo>
                <a:lnTo>
                  <a:pt x="1163582" y="746539"/>
                </a:lnTo>
                <a:lnTo>
                  <a:pt x="1165042" y="763740"/>
                </a:lnTo>
                <a:lnTo>
                  <a:pt x="1167232" y="755710"/>
                </a:lnTo>
                <a:lnTo>
                  <a:pt x="1168692" y="753704"/>
                </a:lnTo>
                <a:lnTo>
                  <a:pt x="1169422" y="755981"/>
                </a:lnTo>
                <a:lnTo>
                  <a:pt x="1170881" y="744595"/>
                </a:lnTo>
                <a:lnTo>
                  <a:pt x="1171611" y="770263"/>
                </a:lnTo>
                <a:lnTo>
                  <a:pt x="1173801" y="754887"/>
                </a:lnTo>
                <a:lnTo>
                  <a:pt x="1175261" y="758659"/>
                </a:lnTo>
                <a:lnTo>
                  <a:pt x="1175991" y="755486"/>
                </a:lnTo>
                <a:lnTo>
                  <a:pt x="1177451" y="753627"/>
                </a:lnTo>
                <a:lnTo>
                  <a:pt x="1178181" y="761012"/>
                </a:lnTo>
                <a:lnTo>
                  <a:pt x="1178911" y="753449"/>
                </a:lnTo>
                <a:lnTo>
                  <a:pt x="1179641" y="757615"/>
                </a:lnTo>
                <a:lnTo>
                  <a:pt x="1181101" y="756655"/>
                </a:lnTo>
                <a:lnTo>
                  <a:pt x="1181831" y="760079"/>
                </a:lnTo>
                <a:lnTo>
                  <a:pt x="1182561" y="757124"/>
                </a:lnTo>
                <a:lnTo>
                  <a:pt x="1184751" y="743230"/>
                </a:lnTo>
                <a:lnTo>
                  <a:pt x="1185481" y="763288"/>
                </a:lnTo>
                <a:lnTo>
                  <a:pt x="1187671" y="755796"/>
                </a:lnTo>
                <a:lnTo>
                  <a:pt x="1188401" y="758239"/>
                </a:lnTo>
                <a:lnTo>
                  <a:pt x="1189861" y="755521"/>
                </a:lnTo>
                <a:lnTo>
                  <a:pt x="1192051" y="747693"/>
                </a:lnTo>
                <a:lnTo>
                  <a:pt x="1192781" y="749667"/>
                </a:lnTo>
                <a:lnTo>
                  <a:pt x="1194241" y="753108"/>
                </a:lnTo>
                <a:lnTo>
                  <a:pt x="1194971" y="752020"/>
                </a:lnTo>
                <a:lnTo>
                  <a:pt x="1195701" y="741988"/>
                </a:lnTo>
                <a:lnTo>
                  <a:pt x="1196431" y="753424"/>
                </a:lnTo>
                <a:lnTo>
                  <a:pt x="1197891" y="747175"/>
                </a:lnTo>
                <a:lnTo>
                  <a:pt x="1198621" y="754561"/>
                </a:lnTo>
                <a:lnTo>
                  <a:pt x="1200080" y="748370"/>
                </a:lnTo>
                <a:lnTo>
                  <a:pt x="1200810" y="744615"/>
                </a:lnTo>
                <a:lnTo>
                  <a:pt x="1201540" y="754326"/>
                </a:lnTo>
                <a:lnTo>
                  <a:pt x="1203730" y="753145"/>
                </a:lnTo>
                <a:lnTo>
                  <a:pt x="1205190" y="744677"/>
                </a:lnTo>
                <a:lnTo>
                  <a:pt x="1206650" y="745593"/>
                </a:lnTo>
                <a:lnTo>
                  <a:pt x="1207380" y="747195"/>
                </a:lnTo>
                <a:lnTo>
                  <a:pt x="1208840" y="744419"/>
                </a:lnTo>
                <a:lnTo>
                  <a:pt x="1209570" y="745588"/>
                </a:lnTo>
                <a:lnTo>
                  <a:pt x="1210300" y="753097"/>
                </a:lnTo>
                <a:lnTo>
                  <a:pt x="1211030" y="744905"/>
                </a:lnTo>
                <a:lnTo>
                  <a:pt x="1211760" y="745195"/>
                </a:lnTo>
                <a:lnTo>
                  <a:pt x="1213950" y="741213"/>
                </a:lnTo>
                <a:lnTo>
                  <a:pt x="1214680" y="742646"/>
                </a:lnTo>
                <a:lnTo>
                  <a:pt x="1216870" y="748273"/>
                </a:lnTo>
                <a:lnTo>
                  <a:pt x="1218330" y="735627"/>
                </a:lnTo>
                <a:lnTo>
                  <a:pt x="1219790" y="742400"/>
                </a:lnTo>
                <a:lnTo>
                  <a:pt x="1221250" y="728270"/>
                </a:lnTo>
                <a:lnTo>
                  <a:pt x="1223440" y="733914"/>
                </a:lnTo>
                <a:lnTo>
                  <a:pt x="1226360" y="720642"/>
                </a:lnTo>
                <a:lnTo>
                  <a:pt x="1227090" y="725241"/>
                </a:lnTo>
                <a:lnTo>
                  <a:pt x="1227820" y="733869"/>
                </a:lnTo>
                <a:lnTo>
                  <a:pt x="1230009" y="728806"/>
                </a:lnTo>
                <a:lnTo>
                  <a:pt x="1233659" y="720094"/>
                </a:lnTo>
                <a:lnTo>
                  <a:pt x="1235119" y="725487"/>
                </a:lnTo>
                <a:lnTo>
                  <a:pt x="1236579" y="730268"/>
                </a:lnTo>
                <a:lnTo>
                  <a:pt x="1237309" y="727473"/>
                </a:lnTo>
                <a:lnTo>
                  <a:pt x="1238769" y="714042"/>
                </a:lnTo>
                <a:lnTo>
                  <a:pt x="1240229" y="722475"/>
                </a:lnTo>
                <a:lnTo>
                  <a:pt x="1240959" y="721402"/>
                </a:lnTo>
                <a:lnTo>
                  <a:pt x="1242419" y="713641"/>
                </a:lnTo>
                <a:lnTo>
                  <a:pt x="1243149" y="720079"/>
                </a:lnTo>
                <a:lnTo>
                  <a:pt x="1245339" y="717741"/>
                </a:lnTo>
                <a:lnTo>
                  <a:pt x="1247529" y="719311"/>
                </a:lnTo>
                <a:lnTo>
                  <a:pt x="1248259" y="715511"/>
                </a:lnTo>
                <a:lnTo>
                  <a:pt x="1252639" y="717399"/>
                </a:lnTo>
                <a:lnTo>
                  <a:pt x="1253369" y="711814"/>
                </a:lnTo>
                <a:lnTo>
                  <a:pt x="1255559" y="714967"/>
                </a:lnTo>
                <a:lnTo>
                  <a:pt x="1258478" y="711126"/>
                </a:lnTo>
                <a:lnTo>
                  <a:pt x="1259938" y="713519"/>
                </a:lnTo>
                <a:lnTo>
                  <a:pt x="1260668" y="710149"/>
                </a:lnTo>
                <a:lnTo>
                  <a:pt x="1262128" y="712385"/>
                </a:lnTo>
                <a:lnTo>
                  <a:pt x="1264318" y="706783"/>
                </a:lnTo>
                <a:lnTo>
                  <a:pt x="1267238" y="709730"/>
                </a:lnTo>
                <a:lnTo>
                  <a:pt x="1267968" y="709311"/>
                </a:lnTo>
                <a:lnTo>
                  <a:pt x="1277458" y="698675"/>
                </a:lnTo>
                <a:lnTo>
                  <a:pt x="1278188" y="701611"/>
                </a:lnTo>
                <a:lnTo>
                  <a:pt x="1279648" y="699906"/>
                </a:lnTo>
                <a:lnTo>
                  <a:pt x="1281108" y="697999"/>
                </a:lnTo>
                <a:lnTo>
                  <a:pt x="1282568" y="699785"/>
                </a:lnTo>
                <a:lnTo>
                  <a:pt x="1284028" y="701981"/>
                </a:lnTo>
                <a:lnTo>
                  <a:pt x="1284758" y="699286"/>
                </a:lnTo>
                <a:lnTo>
                  <a:pt x="1286217" y="697408"/>
                </a:lnTo>
                <a:lnTo>
                  <a:pt x="1286947" y="696227"/>
                </a:lnTo>
                <a:lnTo>
                  <a:pt x="1287677" y="698873"/>
                </a:lnTo>
                <a:lnTo>
                  <a:pt x="1288407" y="700827"/>
                </a:lnTo>
                <a:lnTo>
                  <a:pt x="1290597" y="699757"/>
                </a:lnTo>
                <a:lnTo>
                  <a:pt x="1291327" y="700702"/>
                </a:lnTo>
                <a:lnTo>
                  <a:pt x="1292057" y="698933"/>
                </a:lnTo>
                <a:lnTo>
                  <a:pt x="1292787" y="695532"/>
                </a:lnTo>
                <a:lnTo>
                  <a:pt x="1293517" y="701373"/>
                </a:lnTo>
                <a:lnTo>
                  <a:pt x="1294977" y="704209"/>
                </a:lnTo>
                <a:lnTo>
                  <a:pt x="1295707" y="702282"/>
                </a:lnTo>
                <a:lnTo>
                  <a:pt x="1296437" y="701441"/>
                </a:lnTo>
                <a:lnTo>
                  <a:pt x="1300087" y="685543"/>
                </a:lnTo>
                <a:lnTo>
                  <a:pt x="1302277" y="686872"/>
                </a:lnTo>
                <a:lnTo>
                  <a:pt x="1303007" y="690268"/>
                </a:lnTo>
                <a:lnTo>
                  <a:pt x="1304467" y="686016"/>
                </a:lnTo>
                <a:lnTo>
                  <a:pt x="1305927" y="683148"/>
                </a:lnTo>
                <a:lnTo>
                  <a:pt x="1306657" y="684663"/>
                </a:lnTo>
                <a:lnTo>
                  <a:pt x="1308847" y="694737"/>
                </a:lnTo>
                <a:lnTo>
                  <a:pt x="1309577" y="694265"/>
                </a:lnTo>
                <a:lnTo>
                  <a:pt x="1311767" y="686078"/>
                </a:lnTo>
                <a:lnTo>
                  <a:pt x="1312497" y="687024"/>
                </a:lnTo>
                <a:lnTo>
                  <a:pt x="1313227" y="689189"/>
                </a:lnTo>
                <a:lnTo>
                  <a:pt x="1314686" y="688544"/>
                </a:lnTo>
                <a:lnTo>
                  <a:pt x="1317606" y="680957"/>
                </a:lnTo>
                <a:lnTo>
                  <a:pt x="1320526" y="701134"/>
                </a:lnTo>
                <a:lnTo>
                  <a:pt x="1321256" y="699159"/>
                </a:lnTo>
                <a:lnTo>
                  <a:pt x="1321987" y="698393"/>
                </a:lnTo>
                <a:lnTo>
                  <a:pt x="1324176" y="703485"/>
                </a:lnTo>
                <a:lnTo>
                  <a:pt x="1327827" y="698051"/>
                </a:lnTo>
                <a:lnTo>
                  <a:pt x="1329287" y="697098"/>
                </a:lnTo>
                <a:lnTo>
                  <a:pt x="1332207" y="702424"/>
                </a:lnTo>
                <a:lnTo>
                  <a:pt x="1335127" y="700339"/>
                </a:lnTo>
                <a:lnTo>
                  <a:pt x="1336586" y="707752"/>
                </a:lnTo>
                <a:lnTo>
                  <a:pt x="1338046" y="705310"/>
                </a:lnTo>
                <a:lnTo>
                  <a:pt x="1340966" y="711371"/>
                </a:lnTo>
                <a:lnTo>
                  <a:pt x="1341696" y="706300"/>
                </a:lnTo>
                <a:lnTo>
                  <a:pt x="1343886" y="707702"/>
                </a:lnTo>
                <a:lnTo>
                  <a:pt x="1346806" y="712398"/>
                </a:lnTo>
                <a:lnTo>
                  <a:pt x="1348996" y="711302"/>
                </a:lnTo>
                <a:lnTo>
                  <a:pt x="1353376" y="708592"/>
                </a:lnTo>
                <a:lnTo>
                  <a:pt x="1354106" y="709324"/>
                </a:lnTo>
                <a:lnTo>
                  <a:pt x="1354836" y="704321"/>
                </a:lnTo>
                <a:lnTo>
                  <a:pt x="1357026" y="707107"/>
                </a:lnTo>
                <a:lnTo>
                  <a:pt x="1358486" y="705508"/>
                </a:lnTo>
                <a:lnTo>
                  <a:pt x="1359946" y="698360"/>
                </a:lnTo>
                <a:lnTo>
                  <a:pt x="1361406" y="702450"/>
                </a:lnTo>
                <a:lnTo>
                  <a:pt x="1363596" y="716611"/>
                </a:lnTo>
                <a:lnTo>
                  <a:pt x="1365785" y="711911"/>
                </a:lnTo>
                <a:lnTo>
                  <a:pt x="1366515" y="708185"/>
                </a:lnTo>
                <a:lnTo>
                  <a:pt x="1367975" y="711418"/>
                </a:lnTo>
                <a:lnTo>
                  <a:pt x="1369435" y="714254"/>
                </a:lnTo>
                <a:lnTo>
                  <a:pt x="1370165" y="712367"/>
                </a:lnTo>
                <a:lnTo>
                  <a:pt x="1372355" y="708379"/>
                </a:lnTo>
                <a:lnTo>
                  <a:pt x="1375275" y="717080"/>
                </a:lnTo>
                <a:lnTo>
                  <a:pt x="1376005" y="715772"/>
                </a:lnTo>
                <a:lnTo>
                  <a:pt x="1377465" y="708705"/>
                </a:lnTo>
                <a:lnTo>
                  <a:pt x="1378925" y="711635"/>
                </a:lnTo>
                <a:lnTo>
                  <a:pt x="1381115" y="715347"/>
                </a:lnTo>
                <a:lnTo>
                  <a:pt x="1381845" y="713434"/>
                </a:lnTo>
                <a:lnTo>
                  <a:pt x="1400094" y="594803"/>
                </a:lnTo>
                <a:lnTo>
                  <a:pt x="1400824" y="602646"/>
                </a:lnTo>
                <a:lnTo>
                  <a:pt x="1401554" y="590517"/>
                </a:lnTo>
                <a:lnTo>
                  <a:pt x="1412504" y="517930"/>
                </a:lnTo>
                <a:lnTo>
                  <a:pt x="1413234" y="517811"/>
                </a:lnTo>
                <a:lnTo>
                  <a:pt x="1417614" y="499259"/>
                </a:lnTo>
                <a:lnTo>
                  <a:pt x="1419074" y="488677"/>
                </a:lnTo>
                <a:lnTo>
                  <a:pt x="1421993" y="475774"/>
                </a:lnTo>
                <a:lnTo>
                  <a:pt x="1423453" y="476720"/>
                </a:lnTo>
                <a:lnTo>
                  <a:pt x="1484041" y="190107"/>
                </a:lnTo>
                <a:lnTo>
                  <a:pt x="1486961" y="180224"/>
                </a:lnTo>
                <a:lnTo>
                  <a:pt x="1512510" y="75073"/>
                </a:lnTo>
                <a:lnTo>
                  <a:pt x="1513240" y="75649"/>
                </a:lnTo>
                <a:lnTo>
                  <a:pt x="1513970" y="78259"/>
                </a:lnTo>
                <a:lnTo>
                  <a:pt x="1514700" y="77291"/>
                </a:lnTo>
                <a:lnTo>
                  <a:pt x="1519080" y="57652"/>
                </a:lnTo>
                <a:lnTo>
                  <a:pt x="1519810" y="61942"/>
                </a:lnTo>
                <a:lnTo>
                  <a:pt x="1524920" y="48933"/>
                </a:lnTo>
                <a:lnTo>
                  <a:pt x="1530030" y="37925"/>
                </a:lnTo>
                <a:lnTo>
                  <a:pt x="1536600" y="16814"/>
                </a:lnTo>
                <a:lnTo>
                  <a:pt x="1537329" y="19072"/>
                </a:lnTo>
                <a:lnTo>
                  <a:pt x="1539519" y="18464"/>
                </a:lnTo>
                <a:lnTo>
                  <a:pt x="1540249" y="19993"/>
                </a:lnTo>
                <a:lnTo>
                  <a:pt x="1540979" y="19474"/>
                </a:lnTo>
                <a:lnTo>
                  <a:pt x="1543899" y="9230"/>
                </a:lnTo>
                <a:lnTo>
                  <a:pt x="1545359" y="22523"/>
                </a:lnTo>
                <a:lnTo>
                  <a:pt x="1546089" y="15788"/>
                </a:lnTo>
                <a:lnTo>
                  <a:pt x="1549739" y="0"/>
                </a:lnTo>
                <a:lnTo>
                  <a:pt x="1553389" y="15667"/>
                </a:lnTo>
                <a:lnTo>
                  <a:pt x="1554849" y="12217"/>
                </a:lnTo>
                <a:lnTo>
                  <a:pt x="1556309" y="7599"/>
                </a:lnTo>
                <a:lnTo>
                  <a:pt x="1557769" y="9668"/>
                </a:lnTo>
                <a:lnTo>
                  <a:pt x="1558499" y="10682"/>
                </a:lnTo>
                <a:lnTo>
                  <a:pt x="1559229" y="9403"/>
                </a:lnTo>
                <a:lnTo>
                  <a:pt x="1559959" y="6305"/>
                </a:lnTo>
                <a:lnTo>
                  <a:pt x="1560689" y="10377"/>
                </a:lnTo>
                <a:lnTo>
                  <a:pt x="1561419" y="10127"/>
                </a:lnTo>
                <a:lnTo>
                  <a:pt x="1563609" y="58927"/>
                </a:lnTo>
                <a:lnTo>
                  <a:pt x="1577478" y="744844"/>
                </a:lnTo>
                <a:lnTo>
                  <a:pt x="1585508" y="811507"/>
                </a:lnTo>
                <a:lnTo>
                  <a:pt x="1587698" y="806143"/>
                </a:lnTo>
                <a:lnTo>
                  <a:pt x="1592078" y="844049"/>
                </a:lnTo>
                <a:lnTo>
                  <a:pt x="1592808" y="851684"/>
                </a:lnTo>
                <a:lnTo>
                  <a:pt x="1594268" y="842052"/>
                </a:lnTo>
                <a:lnTo>
                  <a:pt x="1600107" y="882600"/>
                </a:lnTo>
                <a:lnTo>
                  <a:pt x="1600837" y="895570"/>
                </a:lnTo>
                <a:lnTo>
                  <a:pt x="1603027" y="889325"/>
                </a:lnTo>
                <a:lnTo>
                  <a:pt x="1604487" y="889745"/>
                </a:lnTo>
                <a:lnTo>
                  <a:pt x="1608867" y="901720"/>
                </a:lnTo>
                <a:lnTo>
                  <a:pt x="1611787" y="902271"/>
                </a:lnTo>
                <a:lnTo>
                  <a:pt x="1612517" y="899292"/>
                </a:lnTo>
                <a:lnTo>
                  <a:pt x="1613247" y="900678"/>
                </a:lnTo>
                <a:lnTo>
                  <a:pt x="1615437" y="912234"/>
                </a:lnTo>
                <a:lnTo>
                  <a:pt x="1616167" y="909006"/>
                </a:lnTo>
                <a:lnTo>
                  <a:pt x="1616897" y="903290"/>
                </a:lnTo>
                <a:lnTo>
                  <a:pt x="1617627" y="913540"/>
                </a:lnTo>
                <a:lnTo>
                  <a:pt x="1618357" y="919958"/>
                </a:lnTo>
                <a:lnTo>
                  <a:pt x="1619087" y="914719"/>
                </a:lnTo>
                <a:lnTo>
                  <a:pt x="1626386" y="856011"/>
                </a:lnTo>
                <a:lnTo>
                  <a:pt x="1630036" y="849698"/>
                </a:lnTo>
                <a:lnTo>
                  <a:pt x="1635876" y="827019"/>
                </a:lnTo>
                <a:lnTo>
                  <a:pt x="1636606" y="829980"/>
                </a:lnTo>
                <a:lnTo>
                  <a:pt x="1637336" y="833215"/>
                </a:lnTo>
                <a:lnTo>
                  <a:pt x="1638066" y="826905"/>
                </a:lnTo>
                <a:lnTo>
                  <a:pt x="1639526" y="826308"/>
                </a:lnTo>
                <a:lnTo>
                  <a:pt x="1640256" y="829522"/>
                </a:lnTo>
                <a:lnTo>
                  <a:pt x="1640986" y="827385"/>
                </a:lnTo>
                <a:lnTo>
                  <a:pt x="1643176" y="815587"/>
                </a:lnTo>
                <a:lnTo>
                  <a:pt x="1643906" y="822033"/>
                </a:lnTo>
                <a:lnTo>
                  <a:pt x="1645366" y="834469"/>
                </a:lnTo>
                <a:lnTo>
                  <a:pt x="1646826" y="826880"/>
                </a:lnTo>
                <a:lnTo>
                  <a:pt x="1649016" y="809933"/>
                </a:lnTo>
                <a:lnTo>
                  <a:pt x="1649746" y="805040"/>
                </a:lnTo>
                <a:lnTo>
                  <a:pt x="1650476" y="812751"/>
                </a:lnTo>
                <a:lnTo>
                  <a:pt x="1651206" y="815022"/>
                </a:lnTo>
                <a:lnTo>
                  <a:pt x="1651936" y="809663"/>
                </a:lnTo>
                <a:lnTo>
                  <a:pt x="1653395" y="805825"/>
                </a:lnTo>
                <a:lnTo>
                  <a:pt x="1654855" y="823274"/>
                </a:lnTo>
                <a:lnTo>
                  <a:pt x="1656315" y="812179"/>
                </a:lnTo>
                <a:lnTo>
                  <a:pt x="1657045" y="806752"/>
                </a:lnTo>
                <a:lnTo>
                  <a:pt x="1657775" y="808682"/>
                </a:lnTo>
                <a:lnTo>
                  <a:pt x="1658505" y="823971"/>
                </a:lnTo>
                <a:lnTo>
                  <a:pt x="1660695" y="816852"/>
                </a:lnTo>
                <a:lnTo>
                  <a:pt x="1661425" y="806840"/>
                </a:lnTo>
                <a:lnTo>
                  <a:pt x="1662885" y="812376"/>
                </a:lnTo>
                <a:lnTo>
                  <a:pt x="1663615" y="823333"/>
                </a:lnTo>
                <a:lnTo>
                  <a:pt x="1664345" y="808235"/>
                </a:lnTo>
                <a:lnTo>
                  <a:pt x="1665805" y="802244"/>
                </a:lnTo>
                <a:lnTo>
                  <a:pt x="1668725" y="838067"/>
                </a:lnTo>
                <a:lnTo>
                  <a:pt x="1669455" y="829468"/>
                </a:lnTo>
                <a:lnTo>
                  <a:pt x="1670185" y="825699"/>
                </a:lnTo>
                <a:lnTo>
                  <a:pt x="1670915" y="828475"/>
                </a:lnTo>
                <a:lnTo>
                  <a:pt x="1672375" y="837200"/>
                </a:lnTo>
                <a:lnTo>
                  <a:pt x="1673105" y="823844"/>
                </a:lnTo>
                <a:lnTo>
                  <a:pt x="1673835" y="819083"/>
                </a:lnTo>
                <a:lnTo>
                  <a:pt x="1674565" y="825282"/>
                </a:lnTo>
                <a:lnTo>
                  <a:pt x="1678215" y="837662"/>
                </a:lnTo>
                <a:lnTo>
                  <a:pt x="1680405" y="828880"/>
                </a:lnTo>
                <a:lnTo>
                  <a:pt x="1681135" y="833577"/>
                </a:lnTo>
                <a:lnTo>
                  <a:pt x="1683324" y="839571"/>
                </a:lnTo>
                <a:lnTo>
                  <a:pt x="1684054" y="837868"/>
                </a:lnTo>
                <a:lnTo>
                  <a:pt x="1684784" y="837595"/>
                </a:lnTo>
                <a:lnTo>
                  <a:pt x="1686244" y="845540"/>
                </a:lnTo>
                <a:lnTo>
                  <a:pt x="1686974" y="843311"/>
                </a:lnTo>
                <a:lnTo>
                  <a:pt x="1687704" y="832941"/>
                </a:lnTo>
                <a:lnTo>
                  <a:pt x="1688434" y="833523"/>
                </a:lnTo>
                <a:lnTo>
                  <a:pt x="1689164" y="854599"/>
                </a:lnTo>
                <a:lnTo>
                  <a:pt x="1691354" y="853935"/>
                </a:lnTo>
                <a:lnTo>
                  <a:pt x="1693544" y="830856"/>
                </a:lnTo>
                <a:lnTo>
                  <a:pt x="1694274" y="831066"/>
                </a:lnTo>
                <a:lnTo>
                  <a:pt x="1696464" y="851901"/>
                </a:lnTo>
                <a:lnTo>
                  <a:pt x="1697194" y="850413"/>
                </a:lnTo>
                <a:lnTo>
                  <a:pt x="1700114" y="828530"/>
                </a:lnTo>
                <a:lnTo>
                  <a:pt x="1700844" y="837882"/>
                </a:lnTo>
                <a:lnTo>
                  <a:pt x="1704494" y="816841"/>
                </a:lnTo>
                <a:lnTo>
                  <a:pt x="1705954" y="818648"/>
                </a:lnTo>
                <a:lnTo>
                  <a:pt x="1708144" y="809676"/>
                </a:lnTo>
                <a:lnTo>
                  <a:pt x="1710333" y="817997"/>
                </a:lnTo>
                <a:lnTo>
                  <a:pt x="1712523" y="791975"/>
                </a:lnTo>
                <a:lnTo>
                  <a:pt x="1714713" y="792691"/>
                </a:lnTo>
                <a:lnTo>
                  <a:pt x="1716903" y="786871"/>
                </a:lnTo>
                <a:lnTo>
                  <a:pt x="1717633" y="792570"/>
                </a:lnTo>
                <a:lnTo>
                  <a:pt x="1719823" y="799644"/>
                </a:lnTo>
                <a:lnTo>
                  <a:pt x="1720553" y="794184"/>
                </a:lnTo>
                <a:lnTo>
                  <a:pt x="1721283" y="787949"/>
                </a:lnTo>
                <a:lnTo>
                  <a:pt x="1722743" y="791929"/>
                </a:lnTo>
                <a:lnTo>
                  <a:pt x="1723473" y="792179"/>
                </a:lnTo>
                <a:lnTo>
                  <a:pt x="1724933" y="805468"/>
                </a:lnTo>
                <a:lnTo>
                  <a:pt x="1725663" y="803266"/>
                </a:lnTo>
                <a:lnTo>
                  <a:pt x="1727123" y="793694"/>
                </a:lnTo>
                <a:lnTo>
                  <a:pt x="1727853" y="801893"/>
                </a:lnTo>
                <a:lnTo>
                  <a:pt x="1728583" y="803587"/>
                </a:lnTo>
                <a:lnTo>
                  <a:pt x="1730773" y="795197"/>
                </a:lnTo>
                <a:lnTo>
                  <a:pt x="1731503" y="798553"/>
                </a:lnTo>
                <a:lnTo>
                  <a:pt x="1732963" y="804382"/>
                </a:lnTo>
                <a:lnTo>
                  <a:pt x="1733693" y="799657"/>
                </a:lnTo>
                <a:lnTo>
                  <a:pt x="1734423" y="796014"/>
                </a:lnTo>
                <a:lnTo>
                  <a:pt x="1735153" y="804865"/>
                </a:lnTo>
                <a:lnTo>
                  <a:pt x="1735883" y="803362"/>
                </a:lnTo>
                <a:lnTo>
                  <a:pt x="1739532" y="818079"/>
                </a:lnTo>
                <a:lnTo>
                  <a:pt x="1741722" y="815136"/>
                </a:lnTo>
                <a:lnTo>
                  <a:pt x="1742452" y="817532"/>
                </a:lnTo>
                <a:lnTo>
                  <a:pt x="1744642" y="820238"/>
                </a:lnTo>
                <a:lnTo>
                  <a:pt x="1745372" y="817658"/>
                </a:lnTo>
                <a:lnTo>
                  <a:pt x="1746102" y="818616"/>
                </a:lnTo>
                <a:lnTo>
                  <a:pt x="1748292" y="831768"/>
                </a:lnTo>
                <a:lnTo>
                  <a:pt x="1749022" y="826493"/>
                </a:lnTo>
                <a:lnTo>
                  <a:pt x="1752672" y="831337"/>
                </a:lnTo>
                <a:lnTo>
                  <a:pt x="1753403" y="830850"/>
                </a:lnTo>
                <a:lnTo>
                  <a:pt x="1757783" y="840604"/>
                </a:lnTo>
                <a:lnTo>
                  <a:pt x="1760702" y="842544"/>
                </a:lnTo>
                <a:lnTo>
                  <a:pt x="1764352" y="851526"/>
                </a:lnTo>
                <a:lnTo>
                  <a:pt x="1765082" y="849504"/>
                </a:lnTo>
                <a:lnTo>
                  <a:pt x="1768002" y="850877"/>
                </a:lnTo>
                <a:lnTo>
                  <a:pt x="1770192" y="858868"/>
                </a:lnTo>
                <a:lnTo>
                  <a:pt x="1770922" y="853294"/>
                </a:lnTo>
                <a:lnTo>
                  <a:pt x="1771652" y="851004"/>
                </a:lnTo>
                <a:lnTo>
                  <a:pt x="1772382" y="855459"/>
                </a:lnTo>
                <a:lnTo>
                  <a:pt x="1773842" y="864888"/>
                </a:lnTo>
                <a:lnTo>
                  <a:pt x="1775302" y="858179"/>
                </a:lnTo>
                <a:lnTo>
                  <a:pt x="1778222" y="870140"/>
                </a:lnTo>
                <a:lnTo>
                  <a:pt x="1779682" y="861724"/>
                </a:lnTo>
                <a:lnTo>
                  <a:pt x="1780412" y="858778"/>
                </a:lnTo>
                <a:lnTo>
                  <a:pt x="1781142" y="860356"/>
                </a:lnTo>
                <a:lnTo>
                  <a:pt x="1783332" y="876958"/>
                </a:lnTo>
                <a:lnTo>
                  <a:pt x="1784062" y="876488"/>
                </a:lnTo>
                <a:lnTo>
                  <a:pt x="1786982" y="859845"/>
                </a:lnTo>
                <a:lnTo>
                  <a:pt x="1787712" y="863428"/>
                </a:lnTo>
                <a:lnTo>
                  <a:pt x="1789901" y="860721"/>
                </a:lnTo>
                <a:lnTo>
                  <a:pt x="1790631" y="867435"/>
                </a:lnTo>
                <a:lnTo>
                  <a:pt x="1792091" y="863562"/>
                </a:lnTo>
                <a:lnTo>
                  <a:pt x="1792821" y="862989"/>
                </a:lnTo>
                <a:lnTo>
                  <a:pt x="1794281" y="869256"/>
                </a:lnTo>
                <a:lnTo>
                  <a:pt x="1795011" y="867935"/>
                </a:lnTo>
                <a:lnTo>
                  <a:pt x="1795741" y="862239"/>
                </a:lnTo>
                <a:lnTo>
                  <a:pt x="1797931" y="865314"/>
                </a:lnTo>
                <a:lnTo>
                  <a:pt x="1800121" y="882304"/>
                </a:lnTo>
                <a:lnTo>
                  <a:pt x="1800851" y="871222"/>
                </a:lnTo>
                <a:lnTo>
                  <a:pt x="1803041" y="861190"/>
                </a:lnTo>
                <a:lnTo>
                  <a:pt x="1803771" y="868771"/>
                </a:lnTo>
                <a:lnTo>
                  <a:pt x="1804501" y="873190"/>
                </a:lnTo>
                <a:lnTo>
                  <a:pt x="1805231" y="868238"/>
                </a:lnTo>
                <a:lnTo>
                  <a:pt x="1805961" y="864740"/>
                </a:lnTo>
                <a:lnTo>
                  <a:pt x="1807421" y="867061"/>
                </a:lnTo>
                <a:lnTo>
                  <a:pt x="1808881" y="865754"/>
                </a:lnTo>
                <a:lnTo>
                  <a:pt x="1809611" y="869190"/>
                </a:lnTo>
                <a:lnTo>
                  <a:pt x="1810341" y="866797"/>
                </a:lnTo>
                <a:lnTo>
                  <a:pt x="1811071" y="871651"/>
                </a:lnTo>
                <a:lnTo>
                  <a:pt x="1811801" y="872256"/>
                </a:lnTo>
                <a:lnTo>
                  <a:pt x="1812531" y="871032"/>
                </a:lnTo>
                <a:lnTo>
                  <a:pt x="1813261" y="867020"/>
                </a:lnTo>
                <a:lnTo>
                  <a:pt x="1813991" y="873163"/>
                </a:lnTo>
                <a:lnTo>
                  <a:pt x="1816181" y="881521"/>
                </a:lnTo>
                <a:lnTo>
                  <a:pt x="1819830" y="861327"/>
                </a:lnTo>
                <a:lnTo>
                  <a:pt x="1822020" y="887206"/>
                </a:lnTo>
                <a:lnTo>
                  <a:pt x="1824210" y="873087"/>
                </a:lnTo>
                <a:lnTo>
                  <a:pt x="1824940" y="869699"/>
                </a:lnTo>
                <a:lnTo>
                  <a:pt x="1825670" y="874544"/>
                </a:lnTo>
                <a:lnTo>
                  <a:pt x="1826400" y="887629"/>
                </a:lnTo>
                <a:lnTo>
                  <a:pt x="1827860" y="877706"/>
                </a:lnTo>
                <a:lnTo>
                  <a:pt x="1828590" y="863108"/>
                </a:lnTo>
                <a:lnTo>
                  <a:pt x="1830050" y="870027"/>
                </a:lnTo>
                <a:lnTo>
                  <a:pt x="1832970" y="888903"/>
                </a:lnTo>
                <a:lnTo>
                  <a:pt x="1833700" y="883972"/>
                </a:lnTo>
                <a:lnTo>
                  <a:pt x="1834430" y="874398"/>
                </a:lnTo>
                <a:lnTo>
                  <a:pt x="1835890" y="882657"/>
                </a:lnTo>
                <a:lnTo>
                  <a:pt x="1838080" y="893010"/>
                </a:lnTo>
                <a:lnTo>
                  <a:pt x="1837350" y="880030"/>
                </a:lnTo>
                <a:lnTo>
                  <a:pt x="1838810" y="891845"/>
                </a:lnTo>
                <a:lnTo>
                  <a:pt x="1839540" y="878517"/>
                </a:lnTo>
                <a:lnTo>
                  <a:pt x="1841000" y="880650"/>
                </a:lnTo>
                <a:lnTo>
                  <a:pt x="1841730" y="896663"/>
                </a:lnTo>
                <a:lnTo>
                  <a:pt x="1843190" y="884744"/>
                </a:lnTo>
                <a:lnTo>
                  <a:pt x="1843920" y="885839"/>
                </a:lnTo>
                <a:lnTo>
                  <a:pt x="1844650" y="883374"/>
                </a:lnTo>
                <a:lnTo>
                  <a:pt x="1846839" y="873919"/>
                </a:lnTo>
                <a:lnTo>
                  <a:pt x="1847569" y="878544"/>
                </a:lnTo>
                <a:lnTo>
                  <a:pt x="1848299" y="877565"/>
                </a:lnTo>
                <a:lnTo>
                  <a:pt x="1851949" y="898346"/>
                </a:lnTo>
                <a:lnTo>
                  <a:pt x="1853409" y="881318"/>
                </a:lnTo>
                <a:lnTo>
                  <a:pt x="1854869" y="893663"/>
                </a:lnTo>
                <a:lnTo>
                  <a:pt x="1855599" y="892672"/>
                </a:lnTo>
                <a:lnTo>
                  <a:pt x="1856329" y="881353"/>
                </a:lnTo>
                <a:lnTo>
                  <a:pt x="1857789" y="899421"/>
                </a:lnTo>
                <a:lnTo>
                  <a:pt x="1858519" y="887810"/>
                </a:lnTo>
                <a:lnTo>
                  <a:pt x="1860709" y="901669"/>
                </a:lnTo>
                <a:lnTo>
                  <a:pt x="1862899" y="882417"/>
                </a:lnTo>
                <a:lnTo>
                  <a:pt x="1864359" y="901426"/>
                </a:lnTo>
                <a:lnTo>
                  <a:pt x="1865819" y="898935"/>
                </a:lnTo>
                <a:lnTo>
                  <a:pt x="1866549" y="899770"/>
                </a:lnTo>
                <a:lnTo>
                  <a:pt x="1868009" y="906107"/>
                </a:lnTo>
                <a:lnTo>
                  <a:pt x="1868739" y="890684"/>
                </a:lnTo>
                <a:lnTo>
                  <a:pt x="1870199" y="903146"/>
                </a:lnTo>
                <a:lnTo>
                  <a:pt x="1871659" y="912276"/>
                </a:lnTo>
                <a:lnTo>
                  <a:pt x="1872389" y="891781"/>
                </a:lnTo>
                <a:lnTo>
                  <a:pt x="1873849" y="913050"/>
                </a:lnTo>
                <a:lnTo>
                  <a:pt x="1874579" y="913167"/>
                </a:lnTo>
                <a:lnTo>
                  <a:pt x="1875308" y="898711"/>
                </a:lnTo>
                <a:lnTo>
                  <a:pt x="1876038" y="918785"/>
                </a:lnTo>
                <a:lnTo>
                  <a:pt x="1877498" y="938010"/>
                </a:lnTo>
                <a:lnTo>
                  <a:pt x="1878228" y="920005"/>
                </a:lnTo>
                <a:lnTo>
                  <a:pt x="1878958" y="915682"/>
                </a:lnTo>
                <a:lnTo>
                  <a:pt x="1879688" y="919400"/>
                </a:lnTo>
                <a:lnTo>
                  <a:pt x="1880418" y="924927"/>
                </a:lnTo>
                <a:lnTo>
                  <a:pt x="1881148" y="910984"/>
                </a:lnTo>
                <a:lnTo>
                  <a:pt x="1881878" y="908688"/>
                </a:lnTo>
                <a:lnTo>
                  <a:pt x="1882608" y="923919"/>
                </a:lnTo>
                <a:lnTo>
                  <a:pt x="1884068" y="905941"/>
                </a:lnTo>
                <a:lnTo>
                  <a:pt x="1884798" y="915260"/>
                </a:lnTo>
                <a:lnTo>
                  <a:pt x="1886258" y="922104"/>
                </a:lnTo>
                <a:lnTo>
                  <a:pt x="1887718" y="911788"/>
                </a:lnTo>
                <a:lnTo>
                  <a:pt x="1888448" y="913089"/>
                </a:lnTo>
                <a:lnTo>
                  <a:pt x="1889178" y="922851"/>
                </a:lnTo>
                <a:lnTo>
                  <a:pt x="1890638" y="913722"/>
                </a:lnTo>
                <a:lnTo>
                  <a:pt x="1892098" y="907706"/>
                </a:lnTo>
                <a:lnTo>
                  <a:pt x="1893558" y="911405"/>
                </a:lnTo>
                <a:lnTo>
                  <a:pt x="1895018" y="910628"/>
                </a:lnTo>
                <a:lnTo>
                  <a:pt x="1897208" y="924727"/>
                </a:lnTo>
                <a:lnTo>
                  <a:pt x="1898668" y="911278"/>
                </a:lnTo>
                <a:lnTo>
                  <a:pt x="1900128" y="912033"/>
                </a:lnTo>
                <a:lnTo>
                  <a:pt x="1900858" y="910347"/>
                </a:lnTo>
                <a:lnTo>
                  <a:pt x="1901588" y="925000"/>
                </a:lnTo>
                <a:lnTo>
                  <a:pt x="1903048" y="913236"/>
                </a:lnTo>
                <a:lnTo>
                  <a:pt x="1905237" y="909390"/>
                </a:lnTo>
                <a:lnTo>
                  <a:pt x="1905967" y="912679"/>
                </a:lnTo>
                <a:lnTo>
                  <a:pt x="1907427" y="915252"/>
                </a:lnTo>
                <a:lnTo>
                  <a:pt x="1908157" y="912458"/>
                </a:lnTo>
                <a:lnTo>
                  <a:pt x="1908887" y="912459"/>
                </a:lnTo>
                <a:lnTo>
                  <a:pt x="1910347" y="929116"/>
                </a:lnTo>
                <a:lnTo>
                  <a:pt x="1911077" y="919997"/>
                </a:lnTo>
                <a:lnTo>
                  <a:pt x="1912537" y="912007"/>
                </a:lnTo>
                <a:lnTo>
                  <a:pt x="1913997" y="913980"/>
                </a:lnTo>
                <a:lnTo>
                  <a:pt x="1917647" y="908615"/>
                </a:lnTo>
                <a:lnTo>
                  <a:pt x="1919837" y="930474"/>
                </a:lnTo>
                <a:lnTo>
                  <a:pt x="1920567" y="923761"/>
                </a:lnTo>
                <a:lnTo>
                  <a:pt x="1922757" y="909531"/>
                </a:lnTo>
                <a:lnTo>
                  <a:pt x="1924217" y="930971"/>
                </a:lnTo>
                <a:lnTo>
                  <a:pt x="1925677" y="918052"/>
                </a:lnTo>
                <a:lnTo>
                  <a:pt x="1926407" y="910917"/>
                </a:lnTo>
                <a:lnTo>
                  <a:pt x="1927137" y="925497"/>
                </a:lnTo>
                <a:lnTo>
                  <a:pt x="1927867" y="921146"/>
                </a:lnTo>
                <a:lnTo>
                  <a:pt x="1928597" y="922217"/>
                </a:lnTo>
                <a:lnTo>
                  <a:pt x="1929327" y="909099"/>
                </a:lnTo>
                <a:lnTo>
                  <a:pt x="1930787" y="916065"/>
                </a:lnTo>
                <a:lnTo>
                  <a:pt x="1931517" y="922996"/>
                </a:lnTo>
                <a:lnTo>
                  <a:pt x="1932247" y="918196"/>
                </a:lnTo>
                <a:lnTo>
                  <a:pt x="1934436" y="911080"/>
                </a:lnTo>
                <a:lnTo>
                  <a:pt x="1936626" y="930444"/>
                </a:lnTo>
                <a:lnTo>
                  <a:pt x="1937356" y="918039"/>
                </a:lnTo>
                <a:lnTo>
                  <a:pt x="1938086" y="920357"/>
                </a:lnTo>
                <a:lnTo>
                  <a:pt x="1938816" y="934002"/>
                </a:lnTo>
                <a:lnTo>
                  <a:pt x="1940276" y="919843"/>
                </a:lnTo>
                <a:lnTo>
                  <a:pt x="1941736" y="909296"/>
                </a:lnTo>
                <a:lnTo>
                  <a:pt x="1942466" y="916653"/>
                </a:lnTo>
                <a:lnTo>
                  <a:pt x="1943196" y="926258"/>
                </a:lnTo>
                <a:lnTo>
                  <a:pt x="1943926" y="917704"/>
                </a:lnTo>
                <a:lnTo>
                  <a:pt x="1944656" y="910585"/>
                </a:lnTo>
                <a:lnTo>
                  <a:pt x="1946116" y="918742"/>
                </a:lnTo>
                <a:lnTo>
                  <a:pt x="1946846" y="912683"/>
                </a:lnTo>
                <a:lnTo>
                  <a:pt x="1949766" y="907799"/>
                </a:lnTo>
                <a:lnTo>
                  <a:pt x="1950496" y="913655"/>
                </a:lnTo>
                <a:lnTo>
                  <a:pt x="1951956" y="907416"/>
                </a:lnTo>
                <a:lnTo>
                  <a:pt x="1953416" y="913277"/>
                </a:lnTo>
                <a:lnTo>
                  <a:pt x="1955606" y="929153"/>
                </a:lnTo>
                <a:lnTo>
                  <a:pt x="1956336" y="922833"/>
                </a:lnTo>
                <a:lnTo>
                  <a:pt x="1958526" y="907380"/>
                </a:lnTo>
                <a:lnTo>
                  <a:pt x="1959256" y="909628"/>
                </a:lnTo>
                <a:lnTo>
                  <a:pt x="1960716" y="924027"/>
                </a:lnTo>
                <a:lnTo>
                  <a:pt x="1962175" y="921412"/>
                </a:lnTo>
                <a:lnTo>
                  <a:pt x="1962905" y="912327"/>
                </a:lnTo>
                <a:lnTo>
                  <a:pt x="1964365" y="919559"/>
                </a:lnTo>
                <a:lnTo>
                  <a:pt x="1966555" y="926823"/>
                </a:lnTo>
                <a:lnTo>
                  <a:pt x="1967285" y="919391"/>
                </a:lnTo>
                <a:lnTo>
                  <a:pt x="1968745" y="929266"/>
                </a:lnTo>
                <a:lnTo>
                  <a:pt x="1969475" y="927902"/>
                </a:lnTo>
                <a:lnTo>
                  <a:pt x="1970205" y="920796"/>
                </a:lnTo>
                <a:lnTo>
                  <a:pt x="1971665" y="930390"/>
                </a:lnTo>
                <a:lnTo>
                  <a:pt x="1976045" y="921223"/>
                </a:lnTo>
                <a:lnTo>
                  <a:pt x="1977505" y="928769"/>
                </a:lnTo>
                <a:lnTo>
                  <a:pt x="1978965" y="926675"/>
                </a:lnTo>
                <a:lnTo>
                  <a:pt x="1979695" y="928078"/>
                </a:lnTo>
                <a:lnTo>
                  <a:pt x="1980425" y="925190"/>
                </a:lnTo>
                <a:lnTo>
                  <a:pt x="1981885" y="923473"/>
                </a:lnTo>
                <a:lnTo>
                  <a:pt x="1982615" y="924357"/>
                </a:lnTo>
                <a:lnTo>
                  <a:pt x="1983345" y="911667"/>
                </a:lnTo>
                <a:lnTo>
                  <a:pt x="1984805" y="925833"/>
                </a:lnTo>
                <a:lnTo>
                  <a:pt x="1986265" y="931980"/>
                </a:lnTo>
                <a:lnTo>
                  <a:pt x="1986995" y="914494"/>
                </a:lnTo>
                <a:lnTo>
                  <a:pt x="1989185" y="919821"/>
                </a:lnTo>
                <a:lnTo>
                  <a:pt x="1989915" y="922667"/>
                </a:lnTo>
                <a:lnTo>
                  <a:pt x="1990644" y="919442"/>
                </a:lnTo>
                <a:lnTo>
                  <a:pt x="1991374" y="909850"/>
                </a:lnTo>
                <a:lnTo>
                  <a:pt x="1992104" y="923203"/>
                </a:lnTo>
                <a:lnTo>
                  <a:pt x="1992834" y="915427"/>
                </a:lnTo>
                <a:lnTo>
                  <a:pt x="1993564" y="923792"/>
                </a:lnTo>
                <a:lnTo>
                  <a:pt x="1995024" y="918545"/>
                </a:lnTo>
                <a:lnTo>
                  <a:pt x="1995754" y="907910"/>
                </a:lnTo>
                <a:lnTo>
                  <a:pt x="1997214" y="916062"/>
                </a:lnTo>
                <a:lnTo>
                  <a:pt x="1997944" y="917167"/>
                </a:lnTo>
                <a:lnTo>
                  <a:pt x="1999404" y="905279"/>
                </a:lnTo>
                <a:lnTo>
                  <a:pt x="2000134" y="921596"/>
                </a:lnTo>
                <a:lnTo>
                  <a:pt x="2001594" y="926348"/>
                </a:lnTo>
                <a:lnTo>
                  <a:pt x="2003784" y="906004"/>
                </a:lnTo>
                <a:lnTo>
                  <a:pt x="2006704" y="926704"/>
                </a:lnTo>
                <a:lnTo>
                  <a:pt x="2010354" y="905408"/>
                </a:lnTo>
                <a:lnTo>
                  <a:pt x="2011084" y="910432"/>
                </a:lnTo>
                <a:lnTo>
                  <a:pt x="2011814" y="920243"/>
                </a:lnTo>
                <a:lnTo>
                  <a:pt x="2013274" y="918606"/>
                </a:lnTo>
                <a:lnTo>
                  <a:pt x="2014734" y="908434"/>
                </a:lnTo>
                <a:lnTo>
                  <a:pt x="2015464" y="913898"/>
                </a:lnTo>
                <a:lnTo>
                  <a:pt x="2016194" y="917125"/>
                </a:lnTo>
                <a:lnTo>
                  <a:pt x="2017654" y="904035"/>
                </a:lnTo>
                <a:lnTo>
                  <a:pt x="2018384" y="909390"/>
                </a:lnTo>
                <a:lnTo>
                  <a:pt x="2021303" y="928056"/>
                </a:lnTo>
                <a:lnTo>
                  <a:pt x="2026413" y="907776"/>
                </a:lnTo>
                <a:lnTo>
                  <a:pt x="2027873" y="920001"/>
                </a:lnTo>
                <a:lnTo>
                  <a:pt x="2028603" y="910349"/>
                </a:lnTo>
                <a:lnTo>
                  <a:pt x="2030063" y="912841"/>
                </a:lnTo>
                <a:lnTo>
                  <a:pt x="2032253" y="923133"/>
                </a:lnTo>
                <a:lnTo>
                  <a:pt x="2032983" y="914940"/>
                </a:lnTo>
                <a:lnTo>
                  <a:pt x="2033713" y="926308"/>
                </a:lnTo>
                <a:lnTo>
                  <a:pt x="2034443" y="917050"/>
                </a:lnTo>
                <a:lnTo>
                  <a:pt x="2035173" y="930237"/>
                </a:lnTo>
                <a:lnTo>
                  <a:pt x="2037363" y="928591"/>
                </a:lnTo>
                <a:lnTo>
                  <a:pt x="2038823" y="920648"/>
                </a:lnTo>
                <a:lnTo>
                  <a:pt x="2040283" y="921571"/>
                </a:lnTo>
                <a:lnTo>
                  <a:pt x="2041013" y="923688"/>
                </a:lnTo>
                <a:lnTo>
                  <a:pt x="2041743" y="920839"/>
                </a:lnTo>
                <a:lnTo>
                  <a:pt x="2043933" y="910636"/>
                </a:lnTo>
                <a:lnTo>
                  <a:pt x="2044663" y="913212"/>
                </a:lnTo>
              </a:path>
            </a:pathLst>
          </a:custGeom>
          <a:noFill/>
          <a:ln w="20130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Editable path 201"/>
          <p:cNvSpPr/>
          <p:nvPr/>
        </p:nvSpPr>
        <p:spPr>
          <a:xfrm>
            <a:off x="9862223" y="5042749"/>
            <a:ext cx="2044663" cy="380862"/>
          </a:xfrm>
          <a:custGeom>
            <a:avLst/>
            <a:gdLst/>
            <a:ahLst/>
            <a:cxnLst/>
            <a:rect l="l" t="t" r="r" b="b"/>
            <a:pathLst>
              <a:path w="2044663" h="380862">
                <a:moveTo>
                  <a:pt x="0" y="99283"/>
                </a:moveTo>
                <a:lnTo>
                  <a:pt x="3650" y="101263"/>
                </a:lnTo>
                <a:lnTo>
                  <a:pt x="4380" y="100202"/>
                </a:lnTo>
                <a:lnTo>
                  <a:pt x="5110" y="100895"/>
                </a:lnTo>
                <a:lnTo>
                  <a:pt x="5840" y="107848"/>
                </a:lnTo>
                <a:lnTo>
                  <a:pt x="7300" y="99013"/>
                </a:lnTo>
                <a:lnTo>
                  <a:pt x="8030" y="96715"/>
                </a:lnTo>
                <a:lnTo>
                  <a:pt x="8760" y="101980"/>
                </a:lnTo>
                <a:lnTo>
                  <a:pt x="15330" y="99500"/>
                </a:lnTo>
                <a:lnTo>
                  <a:pt x="16059" y="103588"/>
                </a:lnTo>
                <a:lnTo>
                  <a:pt x="16789" y="101710"/>
                </a:lnTo>
                <a:lnTo>
                  <a:pt x="20439" y="91869"/>
                </a:lnTo>
                <a:lnTo>
                  <a:pt x="21170" y="95914"/>
                </a:lnTo>
                <a:lnTo>
                  <a:pt x="21900" y="93403"/>
                </a:lnTo>
                <a:lnTo>
                  <a:pt x="24820" y="87228"/>
                </a:lnTo>
                <a:lnTo>
                  <a:pt x="27740" y="87319"/>
                </a:lnTo>
                <a:lnTo>
                  <a:pt x="29200" y="88625"/>
                </a:lnTo>
                <a:lnTo>
                  <a:pt x="31390" y="83022"/>
                </a:lnTo>
                <a:lnTo>
                  <a:pt x="33579" y="81753"/>
                </a:lnTo>
                <a:lnTo>
                  <a:pt x="35769" y="88617"/>
                </a:lnTo>
                <a:lnTo>
                  <a:pt x="36499" y="71025"/>
                </a:lnTo>
                <a:lnTo>
                  <a:pt x="37959" y="86060"/>
                </a:lnTo>
                <a:lnTo>
                  <a:pt x="38689" y="87445"/>
                </a:lnTo>
                <a:lnTo>
                  <a:pt x="40149" y="78093"/>
                </a:lnTo>
                <a:lnTo>
                  <a:pt x="41609" y="82763"/>
                </a:lnTo>
                <a:lnTo>
                  <a:pt x="42339" y="86792"/>
                </a:lnTo>
                <a:lnTo>
                  <a:pt x="43069" y="85973"/>
                </a:lnTo>
                <a:lnTo>
                  <a:pt x="43799" y="77483"/>
                </a:lnTo>
                <a:lnTo>
                  <a:pt x="45989" y="81149"/>
                </a:lnTo>
                <a:lnTo>
                  <a:pt x="46719" y="86400"/>
                </a:lnTo>
                <a:lnTo>
                  <a:pt x="47449" y="80932"/>
                </a:lnTo>
                <a:lnTo>
                  <a:pt x="48179" y="73616"/>
                </a:lnTo>
                <a:lnTo>
                  <a:pt x="50369" y="73900"/>
                </a:lnTo>
                <a:lnTo>
                  <a:pt x="51829" y="76844"/>
                </a:lnTo>
                <a:lnTo>
                  <a:pt x="52559" y="77635"/>
                </a:lnTo>
                <a:lnTo>
                  <a:pt x="55479" y="64976"/>
                </a:lnTo>
                <a:lnTo>
                  <a:pt x="59129" y="76701"/>
                </a:lnTo>
                <a:lnTo>
                  <a:pt x="60589" y="62956"/>
                </a:lnTo>
                <a:lnTo>
                  <a:pt x="62778" y="64211"/>
                </a:lnTo>
                <a:lnTo>
                  <a:pt x="64238" y="61503"/>
                </a:lnTo>
                <a:lnTo>
                  <a:pt x="65698" y="72774"/>
                </a:lnTo>
                <a:lnTo>
                  <a:pt x="68618" y="58013"/>
                </a:lnTo>
                <a:lnTo>
                  <a:pt x="71538" y="66436"/>
                </a:lnTo>
                <a:lnTo>
                  <a:pt x="74458" y="59984"/>
                </a:lnTo>
                <a:lnTo>
                  <a:pt x="75918" y="65916"/>
                </a:lnTo>
                <a:lnTo>
                  <a:pt x="76648" y="63592"/>
                </a:lnTo>
                <a:lnTo>
                  <a:pt x="78108" y="53485"/>
                </a:lnTo>
                <a:lnTo>
                  <a:pt x="78838" y="60462"/>
                </a:lnTo>
                <a:lnTo>
                  <a:pt x="81028" y="61885"/>
                </a:lnTo>
                <a:lnTo>
                  <a:pt x="81758" y="64779"/>
                </a:lnTo>
                <a:lnTo>
                  <a:pt x="83218" y="50739"/>
                </a:lnTo>
                <a:lnTo>
                  <a:pt x="84678" y="52367"/>
                </a:lnTo>
                <a:lnTo>
                  <a:pt x="85408" y="49344"/>
                </a:lnTo>
                <a:lnTo>
                  <a:pt x="86138" y="55779"/>
                </a:lnTo>
                <a:lnTo>
                  <a:pt x="86868" y="67047"/>
                </a:lnTo>
                <a:lnTo>
                  <a:pt x="88328" y="49230"/>
                </a:lnTo>
                <a:lnTo>
                  <a:pt x="90518" y="60734"/>
                </a:lnTo>
                <a:lnTo>
                  <a:pt x="91247" y="57130"/>
                </a:lnTo>
                <a:lnTo>
                  <a:pt x="92707" y="57977"/>
                </a:lnTo>
                <a:lnTo>
                  <a:pt x="94167" y="46236"/>
                </a:lnTo>
                <a:lnTo>
                  <a:pt x="95627" y="67413"/>
                </a:lnTo>
                <a:lnTo>
                  <a:pt x="97087" y="56750"/>
                </a:lnTo>
                <a:lnTo>
                  <a:pt x="97817" y="65804"/>
                </a:lnTo>
                <a:lnTo>
                  <a:pt x="98547" y="51130"/>
                </a:lnTo>
                <a:lnTo>
                  <a:pt x="100007" y="60429"/>
                </a:lnTo>
                <a:lnTo>
                  <a:pt x="100737" y="62367"/>
                </a:lnTo>
                <a:lnTo>
                  <a:pt x="102927" y="52669"/>
                </a:lnTo>
                <a:lnTo>
                  <a:pt x="105847" y="66253"/>
                </a:lnTo>
                <a:lnTo>
                  <a:pt x="106577" y="64162"/>
                </a:lnTo>
                <a:lnTo>
                  <a:pt x="107307" y="66547"/>
                </a:lnTo>
                <a:lnTo>
                  <a:pt x="108037" y="66071"/>
                </a:lnTo>
                <a:lnTo>
                  <a:pt x="110227" y="54088"/>
                </a:lnTo>
                <a:lnTo>
                  <a:pt x="111687" y="56627"/>
                </a:lnTo>
                <a:lnTo>
                  <a:pt x="113147" y="61309"/>
                </a:lnTo>
                <a:lnTo>
                  <a:pt x="113877" y="56455"/>
                </a:lnTo>
                <a:lnTo>
                  <a:pt x="114607" y="54784"/>
                </a:lnTo>
                <a:lnTo>
                  <a:pt x="115337" y="66369"/>
                </a:lnTo>
                <a:lnTo>
                  <a:pt x="116067" y="48479"/>
                </a:lnTo>
                <a:lnTo>
                  <a:pt x="116797" y="64941"/>
                </a:lnTo>
                <a:lnTo>
                  <a:pt x="118257" y="46292"/>
                </a:lnTo>
                <a:lnTo>
                  <a:pt x="118987" y="57946"/>
                </a:lnTo>
                <a:lnTo>
                  <a:pt x="119716" y="64943"/>
                </a:lnTo>
                <a:lnTo>
                  <a:pt x="120446" y="64758"/>
                </a:lnTo>
                <a:lnTo>
                  <a:pt x="121906" y="52609"/>
                </a:lnTo>
                <a:lnTo>
                  <a:pt x="123366" y="54375"/>
                </a:lnTo>
                <a:lnTo>
                  <a:pt x="125556" y="61584"/>
                </a:lnTo>
                <a:lnTo>
                  <a:pt x="128476" y="46998"/>
                </a:lnTo>
                <a:lnTo>
                  <a:pt x="129936" y="52727"/>
                </a:lnTo>
                <a:lnTo>
                  <a:pt x="131396" y="50537"/>
                </a:lnTo>
                <a:lnTo>
                  <a:pt x="133586" y="43427"/>
                </a:lnTo>
                <a:lnTo>
                  <a:pt x="134316" y="45577"/>
                </a:lnTo>
                <a:lnTo>
                  <a:pt x="135046" y="58188"/>
                </a:lnTo>
                <a:lnTo>
                  <a:pt x="137236" y="51419"/>
                </a:lnTo>
                <a:lnTo>
                  <a:pt x="140886" y="41734"/>
                </a:lnTo>
                <a:lnTo>
                  <a:pt x="145266" y="56267"/>
                </a:lnTo>
                <a:lnTo>
                  <a:pt x="146726" y="44939"/>
                </a:lnTo>
                <a:lnTo>
                  <a:pt x="148186" y="49754"/>
                </a:lnTo>
                <a:lnTo>
                  <a:pt x="148915" y="51017"/>
                </a:lnTo>
                <a:lnTo>
                  <a:pt x="149645" y="42051"/>
                </a:lnTo>
                <a:lnTo>
                  <a:pt x="151105" y="45537"/>
                </a:lnTo>
                <a:lnTo>
                  <a:pt x="154755" y="54637"/>
                </a:lnTo>
                <a:lnTo>
                  <a:pt x="156215" y="46250"/>
                </a:lnTo>
                <a:lnTo>
                  <a:pt x="156945" y="40938"/>
                </a:lnTo>
                <a:lnTo>
                  <a:pt x="158405" y="45628"/>
                </a:lnTo>
                <a:lnTo>
                  <a:pt x="159865" y="46812"/>
                </a:lnTo>
                <a:lnTo>
                  <a:pt x="160595" y="47584"/>
                </a:lnTo>
                <a:lnTo>
                  <a:pt x="161325" y="37701"/>
                </a:lnTo>
                <a:lnTo>
                  <a:pt x="162055" y="42106"/>
                </a:lnTo>
                <a:lnTo>
                  <a:pt x="162785" y="54354"/>
                </a:lnTo>
                <a:lnTo>
                  <a:pt x="164245" y="40770"/>
                </a:lnTo>
                <a:lnTo>
                  <a:pt x="167895" y="48530"/>
                </a:lnTo>
                <a:lnTo>
                  <a:pt x="169355" y="42925"/>
                </a:lnTo>
                <a:lnTo>
                  <a:pt x="170815" y="45649"/>
                </a:lnTo>
                <a:lnTo>
                  <a:pt x="172275" y="47980"/>
                </a:lnTo>
                <a:lnTo>
                  <a:pt x="173005" y="49804"/>
                </a:lnTo>
                <a:lnTo>
                  <a:pt x="173735" y="47779"/>
                </a:lnTo>
                <a:lnTo>
                  <a:pt x="175925" y="40682"/>
                </a:lnTo>
                <a:lnTo>
                  <a:pt x="177384" y="42488"/>
                </a:lnTo>
                <a:lnTo>
                  <a:pt x="178114" y="46646"/>
                </a:lnTo>
                <a:lnTo>
                  <a:pt x="179574" y="44001"/>
                </a:lnTo>
                <a:lnTo>
                  <a:pt x="181764" y="35838"/>
                </a:lnTo>
                <a:lnTo>
                  <a:pt x="183224" y="38869"/>
                </a:lnTo>
                <a:lnTo>
                  <a:pt x="189064" y="47898"/>
                </a:lnTo>
                <a:lnTo>
                  <a:pt x="189794" y="37270"/>
                </a:lnTo>
                <a:lnTo>
                  <a:pt x="191984" y="38181"/>
                </a:lnTo>
                <a:lnTo>
                  <a:pt x="192714" y="40627"/>
                </a:lnTo>
                <a:lnTo>
                  <a:pt x="193444" y="35583"/>
                </a:lnTo>
                <a:lnTo>
                  <a:pt x="194904" y="39119"/>
                </a:lnTo>
                <a:lnTo>
                  <a:pt x="195634" y="38534"/>
                </a:lnTo>
                <a:lnTo>
                  <a:pt x="196364" y="39600"/>
                </a:lnTo>
                <a:lnTo>
                  <a:pt x="197094" y="41262"/>
                </a:lnTo>
                <a:lnTo>
                  <a:pt x="198554" y="39110"/>
                </a:lnTo>
                <a:lnTo>
                  <a:pt x="199284" y="35918"/>
                </a:lnTo>
                <a:lnTo>
                  <a:pt x="201474" y="37652"/>
                </a:lnTo>
                <a:lnTo>
                  <a:pt x="202934" y="31562"/>
                </a:lnTo>
                <a:lnTo>
                  <a:pt x="204394" y="34410"/>
                </a:lnTo>
                <a:lnTo>
                  <a:pt x="206583" y="37589"/>
                </a:lnTo>
                <a:lnTo>
                  <a:pt x="207313" y="40892"/>
                </a:lnTo>
                <a:lnTo>
                  <a:pt x="208043" y="38769"/>
                </a:lnTo>
                <a:lnTo>
                  <a:pt x="211693" y="25833"/>
                </a:lnTo>
                <a:lnTo>
                  <a:pt x="214613" y="46031"/>
                </a:lnTo>
                <a:lnTo>
                  <a:pt x="215343" y="39182"/>
                </a:lnTo>
                <a:lnTo>
                  <a:pt x="216803" y="29878"/>
                </a:lnTo>
                <a:lnTo>
                  <a:pt x="218263" y="33211"/>
                </a:lnTo>
                <a:lnTo>
                  <a:pt x="219723" y="37998"/>
                </a:lnTo>
                <a:lnTo>
                  <a:pt x="221183" y="34539"/>
                </a:lnTo>
                <a:lnTo>
                  <a:pt x="223373" y="37566"/>
                </a:lnTo>
                <a:lnTo>
                  <a:pt x="224833" y="34845"/>
                </a:lnTo>
                <a:lnTo>
                  <a:pt x="225563" y="33548"/>
                </a:lnTo>
                <a:lnTo>
                  <a:pt x="226293" y="35656"/>
                </a:lnTo>
                <a:lnTo>
                  <a:pt x="227753" y="41193"/>
                </a:lnTo>
                <a:lnTo>
                  <a:pt x="228483" y="40425"/>
                </a:lnTo>
                <a:lnTo>
                  <a:pt x="229213" y="29711"/>
                </a:lnTo>
                <a:lnTo>
                  <a:pt x="230673" y="45377"/>
                </a:lnTo>
                <a:lnTo>
                  <a:pt x="231403" y="35326"/>
                </a:lnTo>
                <a:lnTo>
                  <a:pt x="232863" y="26795"/>
                </a:lnTo>
                <a:lnTo>
                  <a:pt x="234323" y="27318"/>
                </a:lnTo>
                <a:lnTo>
                  <a:pt x="236512" y="25560"/>
                </a:lnTo>
                <a:lnTo>
                  <a:pt x="237242" y="40521"/>
                </a:lnTo>
                <a:lnTo>
                  <a:pt x="239432" y="33327"/>
                </a:lnTo>
                <a:lnTo>
                  <a:pt x="240892" y="41435"/>
                </a:lnTo>
                <a:lnTo>
                  <a:pt x="241622" y="33604"/>
                </a:lnTo>
                <a:lnTo>
                  <a:pt x="242352" y="34216"/>
                </a:lnTo>
                <a:lnTo>
                  <a:pt x="243082" y="24348"/>
                </a:lnTo>
                <a:lnTo>
                  <a:pt x="244542" y="29664"/>
                </a:lnTo>
                <a:lnTo>
                  <a:pt x="246002" y="37198"/>
                </a:lnTo>
                <a:lnTo>
                  <a:pt x="247462" y="24810"/>
                </a:lnTo>
                <a:lnTo>
                  <a:pt x="248192" y="30464"/>
                </a:lnTo>
                <a:lnTo>
                  <a:pt x="248922" y="33734"/>
                </a:lnTo>
                <a:lnTo>
                  <a:pt x="250382" y="23370"/>
                </a:lnTo>
                <a:lnTo>
                  <a:pt x="251842" y="29181"/>
                </a:lnTo>
                <a:lnTo>
                  <a:pt x="252572" y="22952"/>
                </a:lnTo>
                <a:lnTo>
                  <a:pt x="253302" y="30086"/>
                </a:lnTo>
                <a:lnTo>
                  <a:pt x="254032" y="29857"/>
                </a:lnTo>
                <a:lnTo>
                  <a:pt x="254762" y="28212"/>
                </a:lnTo>
                <a:lnTo>
                  <a:pt x="256222" y="18560"/>
                </a:lnTo>
                <a:lnTo>
                  <a:pt x="256952" y="28027"/>
                </a:lnTo>
                <a:lnTo>
                  <a:pt x="257682" y="29452"/>
                </a:lnTo>
                <a:lnTo>
                  <a:pt x="259872" y="19390"/>
                </a:lnTo>
                <a:lnTo>
                  <a:pt x="260602" y="29165"/>
                </a:lnTo>
                <a:lnTo>
                  <a:pt x="262792" y="25946"/>
                </a:lnTo>
                <a:lnTo>
                  <a:pt x="264251" y="27489"/>
                </a:lnTo>
                <a:lnTo>
                  <a:pt x="265711" y="17522"/>
                </a:lnTo>
                <a:lnTo>
                  <a:pt x="266441" y="27136"/>
                </a:lnTo>
                <a:lnTo>
                  <a:pt x="267901" y="26587"/>
                </a:lnTo>
                <a:lnTo>
                  <a:pt x="271551" y="14976"/>
                </a:lnTo>
                <a:lnTo>
                  <a:pt x="272281" y="15150"/>
                </a:lnTo>
                <a:lnTo>
                  <a:pt x="273741" y="24231"/>
                </a:lnTo>
                <a:lnTo>
                  <a:pt x="275201" y="23223"/>
                </a:lnTo>
                <a:lnTo>
                  <a:pt x="278121" y="8890"/>
                </a:lnTo>
                <a:lnTo>
                  <a:pt x="281041" y="10684"/>
                </a:lnTo>
                <a:lnTo>
                  <a:pt x="283961" y="6169"/>
                </a:lnTo>
                <a:lnTo>
                  <a:pt x="285421" y="13177"/>
                </a:lnTo>
                <a:lnTo>
                  <a:pt x="286151" y="5322"/>
                </a:lnTo>
                <a:lnTo>
                  <a:pt x="289801" y="5405"/>
                </a:lnTo>
                <a:lnTo>
                  <a:pt x="290531" y="3902"/>
                </a:lnTo>
                <a:lnTo>
                  <a:pt x="291261" y="6380"/>
                </a:lnTo>
                <a:lnTo>
                  <a:pt x="291991" y="4717"/>
                </a:lnTo>
                <a:lnTo>
                  <a:pt x="294180" y="5190"/>
                </a:lnTo>
                <a:lnTo>
                  <a:pt x="294910" y="2619"/>
                </a:lnTo>
                <a:lnTo>
                  <a:pt x="295640" y="9808"/>
                </a:lnTo>
                <a:lnTo>
                  <a:pt x="297830" y="7535"/>
                </a:lnTo>
                <a:lnTo>
                  <a:pt x="299290" y="5058"/>
                </a:lnTo>
                <a:lnTo>
                  <a:pt x="300020" y="11565"/>
                </a:lnTo>
                <a:lnTo>
                  <a:pt x="302210" y="8049"/>
                </a:lnTo>
                <a:lnTo>
                  <a:pt x="302940" y="9259"/>
                </a:lnTo>
                <a:lnTo>
                  <a:pt x="303670" y="8337"/>
                </a:lnTo>
                <a:lnTo>
                  <a:pt x="304400" y="5966"/>
                </a:lnTo>
                <a:lnTo>
                  <a:pt x="305130" y="6826"/>
                </a:lnTo>
                <a:lnTo>
                  <a:pt x="307320" y="11197"/>
                </a:lnTo>
                <a:lnTo>
                  <a:pt x="308050" y="8410"/>
                </a:lnTo>
                <a:lnTo>
                  <a:pt x="312430" y="8332"/>
                </a:lnTo>
                <a:lnTo>
                  <a:pt x="313890" y="3528"/>
                </a:lnTo>
                <a:lnTo>
                  <a:pt x="315350" y="6463"/>
                </a:lnTo>
                <a:lnTo>
                  <a:pt x="316810" y="4193"/>
                </a:lnTo>
                <a:lnTo>
                  <a:pt x="317540" y="11329"/>
                </a:lnTo>
                <a:lnTo>
                  <a:pt x="318270" y="3809"/>
                </a:lnTo>
                <a:lnTo>
                  <a:pt x="319000" y="4146"/>
                </a:lnTo>
                <a:lnTo>
                  <a:pt x="321190" y="14087"/>
                </a:lnTo>
                <a:lnTo>
                  <a:pt x="322649" y="11105"/>
                </a:lnTo>
                <a:lnTo>
                  <a:pt x="323379" y="0"/>
                </a:lnTo>
                <a:lnTo>
                  <a:pt x="325569" y="5856"/>
                </a:lnTo>
                <a:lnTo>
                  <a:pt x="328489" y="20368"/>
                </a:lnTo>
                <a:lnTo>
                  <a:pt x="331409" y="3305"/>
                </a:lnTo>
                <a:lnTo>
                  <a:pt x="332139" y="8385"/>
                </a:lnTo>
                <a:lnTo>
                  <a:pt x="334329" y="5755"/>
                </a:lnTo>
                <a:lnTo>
                  <a:pt x="339439" y="18636"/>
                </a:lnTo>
                <a:lnTo>
                  <a:pt x="340169" y="12754"/>
                </a:lnTo>
                <a:lnTo>
                  <a:pt x="343089" y="5174"/>
                </a:lnTo>
                <a:lnTo>
                  <a:pt x="344549" y="4814"/>
                </a:lnTo>
                <a:lnTo>
                  <a:pt x="346739" y="13787"/>
                </a:lnTo>
                <a:lnTo>
                  <a:pt x="347469" y="6307"/>
                </a:lnTo>
                <a:lnTo>
                  <a:pt x="349659" y="5869"/>
                </a:lnTo>
                <a:lnTo>
                  <a:pt x="351118" y="16398"/>
                </a:lnTo>
                <a:lnTo>
                  <a:pt x="351848" y="13409"/>
                </a:lnTo>
                <a:lnTo>
                  <a:pt x="354038" y="6714"/>
                </a:lnTo>
                <a:lnTo>
                  <a:pt x="355498" y="16043"/>
                </a:lnTo>
                <a:lnTo>
                  <a:pt x="356228" y="6190"/>
                </a:lnTo>
                <a:lnTo>
                  <a:pt x="356958" y="5611"/>
                </a:lnTo>
                <a:lnTo>
                  <a:pt x="357688" y="6658"/>
                </a:lnTo>
                <a:lnTo>
                  <a:pt x="358418" y="12582"/>
                </a:lnTo>
                <a:lnTo>
                  <a:pt x="360608" y="11502"/>
                </a:lnTo>
                <a:lnTo>
                  <a:pt x="361338" y="4774"/>
                </a:lnTo>
                <a:lnTo>
                  <a:pt x="363528" y="7681"/>
                </a:lnTo>
                <a:lnTo>
                  <a:pt x="365718" y="5068"/>
                </a:lnTo>
                <a:lnTo>
                  <a:pt x="366448" y="4315"/>
                </a:lnTo>
                <a:lnTo>
                  <a:pt x="367178" y="5695"/>
                </a:lnTo>
                <a:lnTo>
                  <a:pt x="368638" y="13735"/>
                </a:lnTo>
                <a:lnTo>
                  <a:pt x="369368" y="10731"/>
                </a:lnTo>
                <a:lnTo>
                  <a:pt x="370098" y="5872"/>
                </a:lnTo>
                <a:lnTo>
                  <a:pt x="371558" y="7293"/>
                </a:lnTo>
                <a:lnTo>
                  <a:pt x="372288" y="15264"/>
                </a:lnTo>
                <a:lnTo>
                  <a:pt x="374478" y="14126"/>
                </a:lnTo>
                <a:lnTo>
                  <a:pt x="375208" y="13796"/>
                </a:lnTo>
                <a:lnTo>
                  <a:pt x="378128" y="6879"/>
                </a:lnTo>
                <a:lnTo>
                  <a:pt x="386887" y="19046"/>
                </a:lnTo>
                <a:lnTo>
                  <a:pt x="387617" y="17787"/>
                </a:lnTo>
                <a:lnTo>
                  <a:pt x="389807" y="12008"/>
                </a:lnTo>
                <a:lnTo>
                  <a:pt x="391267" y="15517"/>
                </a:lnTo>
                <a:lnTo>
                  <a:pt x="392727" y="16707"/>
                </a:lnTo>
                <a:lnTo>
                  <a:pt x="393457" y="14989"/>
                </a:lnTo>
                <a:lnTo>
                  <a:pt x="395647" y="9793"/>
                </a:lnTo>
                <a:lnTo>
                  <a:pt x="397107" y="11640"/>
                </a:lnTo>
                <a:lnTo>
                  <a:pt x="397837" y="12415"/>
                </a:lnTo>
                <a:lnTo>
                  <a:pt x="398567" y="18620"/>
                </a:lnTo>
                <a:lnTo>
                  <a:pt x="400757" y="16599"/>
                </a:lnTo>
                <a:lnTo>
                  <a:pt x="402947" y="18122"/>
                </a:lnTo>
                <a:lnTo>
                  <a:pt x="403677" y="9092"/>
                </a:lnTo>
                <a:lnTo>
                  <a:pt x="407327" y="19382"/>
                </a:lnTo>
                <a:lnTo>
                  <a:pt x="408786" y="16832"/>
                </a:lnTo>
                <a:lnTo>
                  <a:pt x="409516" y="11803"/>
                </a:lnTo>
                <a:lnTo>
                  <a:pt x="410246" y="17858"/>
                </a:lnTo>
                <a:lnTo>
                  <a:pt x="410976" y="17343"/>
                </a:lnTo>
                <a:lnTo>
                  <a:pt x="412436" y="19980"/>
                </a:lnTo>
                <a:lnTo>
                  <a:pt x="413896" y="17052"/>
                </a:lnTo>
                <a:lnTo>
                  <a:pt x="414626" y="11343"/>
                </a:lnTo>
                <a:lnTo>
                  <a:pt x="416086" y="12612"/>
                </a:lnTo>
                <a:lnTo>
                  <a:pt x="416816" y="15671"/>
                </a:lnTo>
                <a:lnTo>
                  <a:pt x="419006" y="14639"/>
                </a:lnTo>
                <a:lnTo>
                  <a:pt x="419736" y="15393"/>
                </a:lnTo>
                <a:lnTo>
                  <a:pt x="421926" y="11545"/>
                </a:lnTo>
                <a:lnTo>
                  <a:pt x="422656" y="12322"/>
                </a:lnTo>
                <a:lnTo>
                  <a:pt x="427036" y="24187"/>
                </a:lnTo>
                <a:lnTo>
                  <a:pt x="427766" y="22182"/>
                </a:lnTo>
                <a:lnTo>
                  <a:pt x="429956" y="13383"/>
                </a:lnTo>
                <a:lnTo>
                  <a:pt x="430686" y="14049"/>
                </a:lnTo>
                <a:lnTo>
                  <a:pt x="433606" y="21425"/>
                </a:lnTo>
                <a:lnTo>
                  <a:pt x="437985" y="23548"/>
                </a:lnTo>
                <a:lnTo>
                  <a:pt x="439445" y="15155"/>
                </a:lnTo>
                <a:lnTo>
                  <a:pt x="440175" y="19328"/>
                </a:lnTo>
                <a:lnTo>
                  <a:pt x="440905" y="23515"/>
                </a:lnTo>
                <a:lnTo>
                  <a:pt x="441635" y="20590"/>
                </a:lnTo>
                <a:lnTo>
                  <a:pt x="443825" y="22583"/>
                </a:lnTo>
                <a:lnTo>
                  <a:pt x="444555" y="12519"/>
                </a:lnTo>
                <a:lnTo>
                  <a:pt x="445285" y="23271"/>
                </a:lnTo>
                <a:lnTo>
                  <a:pt x="446746" y="16210"/>
                </a:lnTo>
                <a:lnTo>
                  <a:pt x="448205" y="14495"/>
                </a:lnTo>
                <a:lnTo>
                  <a:pt x="448935" y="15355"/>
                </a:lnTo>
                <a:lnTo>
                  <a:pt x="450396" y="21794"/>
                </a:lnTo>
                <a:lnTo>
                  <a:pt x="451125" y="14705"/>
                </a:lnTo>
                <a:lnTo>
                  <a:pt x="451855" y="15542"/>
                </a:lnTo>
                <a:lnTo>
                  <a:pt x="454046" y="22000"/>
                </a:lnTo>
                <a:lnTo>
                  <a:pt x="454775" y="19461"/>
                </a:lnTo>
                <a:lnTo>
                  <a:pt x="456236" y="17140"/>
                </a:lnTo>
                <a:lnTo>
                  <a:pt x="456966" y="26130"/>
                </a:lnTo>
                <a:lnTo>
                  <a:pt x="459155" y="20684"/>
                </a:lnTo>
                <a:lnTo>
                  <a:pt x="460615" y="20384"/>
                </a:lnTo>
                <a:lnTo>
                  <a:pt x="462805" y="24396"/>
                </a:lnTo>
                <a:lnTo>
                  <a:pt x="463535" y="24074"/>
                </a:lnTo>
                <a:lnTo>
                  <a:pt x="464995" y="22273"/>
                </a:lnTo>
                <a:lnTo>
                  <a:pt x="465725" y="23944"/>
                </a:lnTo>
                <a:lnTo>
                  <a:pt x="469375" y="18332"/>
                </a:lnTo>
                <a:lnTo>
                  <a:pt x="467915" y="25436"/>
                </a:lnTo>
                <a:lnTo>
                  <a:pt x="470105" y="19546"/>
                </a:lnTo>
                <a:lnTo>
                  <a:pt x="471565" y="25595"/>
                </a:lnTo>
                <a:lnTo>
                  <a:pt x="473025" y="23971"/>
                </a:lnTo>
                <a:lnTo>
                  <a:pt x="473755" y="23151"/>
                </a:lnTo>
                <a:lnTo>
                  <a:pt x="474485" y="15526"/>
                </a:lnTo>
                <a:lnTo>
                  <a:pt x="475945" y="26010"/>
                </a:lnTo>
                <a:lnTo>
                  <a:pt x="480325" y="16545"/>
                </a:lnTo>
                <a:lnTo>
                  <a:pt x="482515" y="24569"/>
                </a:lnTo>
                <a:lnTo>
                  <a:pt x="483245" y="23753"/>
                </a:lnTo>
                <a:lnTo>
                  <a:pt x="483975" y="24411"/>
                </a:lnTo>
                <a:lnTo>
                  <a:pt x="486165" y="18056"/>
                </a:lnTo>
                <a:lnTo>
                  <a:pt x="486894" y="20502"/>
                </a:lnTo>
                <a:lnTo>
                  <a:pt x="489084" y="24852"/>
                </a:lnTo>
                <a:lnTo>
                  <a:pt x="488354" y="20141"/>
                </a:lnTo>
                <a:lnTo>
                  <a:pt x="489814" y="22605"/>
                </a:lnTo>
                <a:lnTo>
                  <a:pt x="490544" y="17514"/>
                </a:lnTo>
                <a:lnTo>
                  <a:pt x="492004" y="25798"/>
                </a:lnTo>
                <a:lnTo>
                  <a:pt x="494924" y="21218"/>
                </a:lnTo>
                <a:lnTo>
                  <a:pt x="496384" y="23110"/>
                </a:lnTo>
                <a:lnTo>
                  <a:pt x="497844" y="21351"/>
                </a:lnTo>
                <a:lnTo>
                  <a:pt x="498574" y="20347"/>
                </a:lnTo>
                <a:lnTo>
                  <a:pt x="499304" y="13494"/>
                </a:lnTo>
                <a:lnTo>
                  <a:pt x="500764" y="16874"/>
                </a:lnTo>
                <a:lnTo>
                  <a:pt x="505144" y="23934"/>
                </a:lnTo>
                <a:lnTo>
                  <a:pt x="508794" y="13999"/>
                </a:lnTo>
                <a:lnTo>
                  <a:pt x="509524" y="14655"/>
                </a:lnTo>
                <a:lnTo>
                  <a:pt x="510254" y="17714"/>
                </a:lnTo>
                <a:lnTo>
                  <a:pt x="511714" y="15919"/>
                </a:lnTo>
                <a:lnTo>
                  <a:pt x="515363" y="15838"/>
                </a:lnTo>
                <a:lnTo>
                  <a:pt x="516093" y="22067"/>
                </a:lnTo>
                <a:lnTo>
                  <a:pt x="518283" y="20684"/>
                </a:lnTo>
                <a:lnTo>
                  <a:pt x="519013" y="15944"/>
                </a:lnTo>
                <a:lnTo>
                  <a:pt x="519743" y="18014"/>
                </a:lnTo>
                <a:lnTo>
                  <a:pt x="520473" y="24527"/>
                </a:lnTo>
                <a:lnTo>
                  <a:pt x="522663" y="22060"/>
                </a:lnTo>
                <a:lnTo>
                  <a:pt x="523393" y="22266"/>
                </a:lnTo>
                <a:lnTo>
                  <a:pt x="525583" y="18240"/>
                </a:lnTo>
                <a:lnTo>
                  <a:pt x="526313" y="19904"/>
                </a:lnTo>
                <a:lnTo>
                  <a:pt x="529233" y="12729"/>
                </a:lnTo>
                <a:lnTo>
                  <a:pt x="530693" y="22310"/>
                </a:lnTo>
                <a:lnTo>
                  <a:pt x="531423" y="18285"/>
                </a:lnTo>
                <a:lnTo>
                  <a:pt x="532153" y="14692"/>
                </a:lnTo>
                <a:lnTo>
                  <a:pt x="533613" y="16183"/>
                </a:lnTo>
                <a:lnTo>
                  <a:pt x="536533" y="26063"/>
                </a:lnTo>
                <a:lnTo>
                  <a:pt x="537263" y="18937"/>
                </a:lnTo>
                <a:lnTo>
                  <a:pt x="538723" y="19511"/>
                </a:lnTo>
                <a:lnTo>
                  <a:pt x="542373" y="28851"/>
                </a:lnTo>
                <a:lnTo>
                  <a:pt x="544562" y="28937"/>
                </a:lnTo>
                <a:lnTo>
                  <a:pt x="545292" y="34489"/>
                </a:lnTo>
                <a:lnTo>
                  <a:pt x="547482" y="31640"/>
                </a:lnTo>
                <a:lnTo>
                  <a:pt x="548212" y="33069"/>
                </a:lnTo>
                <a:lnTo>
                  <a:pt x="548942" y="30108"/>
                </a:lnTo>
                <a:lnTo>
                  <a:pt x="549672" y="27555"/>
                </a:lnTo>
                <a:lnTo>
                  <a:pt x="550402" y="30223"/>
                </a:lnTo>
                <a:lnTo>
                  <a:pt x="553322" y="39479"/>
                </a:lnTo>
                <a:lnTo>
                  <a:pt x="554782" y="34214"/>
                </a:lnTo>
                <a:lnTo>
                  <a:pt x="556242" y="43979"/>
                </a:lnTo>
                <a:lnTo>
                  <a:pt x="557702" y="39988"/>
                </a:lnTo>
                <a:lnTo>
                  <a:pt x="559162" y="42340"/>
                </a:lnTo>
                <a:lnTo>
                  <a:pt x="559892" y="38046"/>
                </a:lnTo>
                <a:lnTo>
                  <a:pt x="560622" y="46401"/>
                </a:lnTo>
                <a:lnTo>
                  <a:pt x="562082" y="44039"/>
                </a:lnTo>
                <a:lnTo>
                  <a:pt x="562812" y="49683"/>
                </a:lnTo>
                <a:lnTo>
                  <a:pt x="563542" y="47083"/>
                </a:lnTo>
                <a:lnTo>
                  <a:pt x="564272" y="51237"/>
                </a:lnTo>
                <a:lnTo>
                  <a:pt x="565002" y="51722"/>
                </a:lnTo>
                <a:lnTo>
                  <a:pt x="565732" y="45789"/>
                </a:lnTo>
                <a:lnTo>
                  <a:pt x="566462" y="52719"/>
                </a:lnTo>
                <a:lnTo>
                  <a:pt x="567922" y="49357"/>
                </a:lnTo>
                <a:lnTo>
                  <a:pt x="568652" y="58690"/>
                </a:lnTo>
                <a:lnTo>
                  <a:pt x="569382" y="53980"/>
                </a:lnTo>
                <a:lnTo>
                  <a:pt x="570842" y="59489"/>
                </a:lnTo>
                <a:lnTo>
                  <a:pt x="571572" y="56907"/>
                </a:lnTo>
                <a:lnTo>
                  <a:pt x="572302" y="55681"/>
                </a:lnTo>
                <a:lnTo>
                  <a:pt x="573031" y="48853"/>
                </a:lnTo>
                <a:lnTo>
                  <a:pt x="574491" y="59052"/>
                </a:lnTo>
                <a:lnTo>
                  <a:pt x="577411" y="64123"/>
                </a:lnTo>
                <a:lnTo>
                  <a:pt x="579601" y="63748"/>
                </a:lnTo>
                <a:lnTo>
                  <a:pt x="580331" y="57505"/>
                </a:lnTo>
                <a:lnTo>
                  <a:pt x="581061" y="71601"/>
                </a:lnTo>
                <a:lnTo>
                  <a:pt x="583981" y="63732"/>
                </a:lnTo>
                <a:lnTo>
                  <a:pt x="584711" y="66831"/>
                </a:lnTo>
                <a:lnTo>
                  <a:pt x="586171" y="71437"/>
                </a:lnTo>
                <a:lnTo>
                  <a:pt x="586901" y="68289"/>
                </a:lnTo>
                <a:lnTo>
                  <a:pt x="587631" y="63107"/>
                </a:lnTo>
                <a:lnTo>
                  <a:pt x="588361" y="76640"/>
                </a:lnTo>
                <a:lnTo>
                  <a:pt x="589091" y="77832"/>
                </a:lnTo>
                <a:lnTo>
                  <a:pt x="589821" y="77275"/>
                </a:lnTo>
                <a:lnTo>
                  <a:pt x="590551" y="69113"/>
                </a:lnTo>
                <a:lnTo>
                  <a:pt x="592011" y="71215"/>
                </a:lnTo>
                <a:lnTo>
                  <a:pt x="592741" y="77086"/>
                </a:lnTo>
                <a:lnTo>
                  <a:pt x="594201" y="75567"/>
                </a:lnTo>
                <a:lnTo>
                  <a:pt x="594931" y="72711"/>
                </a:lnTo>
                <a:lnTo>
                  <a:pt x="595661" y="77652"/>
                </a:lnTo>
                <a:lnTo>
                  <a:pt x="596391" y="74647"/>
                </a:lnTo>
                <a:lnTo>
                  <a:pt x="597121" y="75230"/>
                </a:lnTo>
                <a:lnTo>
                  <a:pt x="600041" y="87717"/>
                </a:lnTo>
                <a:lnTo>
                  <a:pt x="602960" y="90843"/>
                </a:lnTo>
                <a:lnTo>
                  <a:pt x="603690" y="88191"/>
                </a:lnTo>
                <a:lnTo>
                  <a:pt x="604420" y="97178"/>
                </a:lnTo>
                <a:lnTo>
                  <a:pt x="605880" y="86558"/>
                </a:lnTo>
                <a:lnTo>
                  <a:pt x="606610" y="96951"/>
                </a:lnTo>
                <a:lnTo>
                  <a:pt x="608070" y="96306"/>
                </a:lnTo>
                <a:lnTo>
                  <a:pt x="608800" y="97496"/>
                </a:lnTo>
                <a:lnTo>
                  <a:pt x="609530" y="100987"/>
                </a:lnTo>
                <a:lnTo>
                  <a:pt x="610260" y="90465"/>
                </a:lnTo>
                <a:lnTo>
                  <a:pt x="611720" y="105739"/>
                </a:lnTo>
                <a:lnTo>
                  <a:pt x="615370" y="97675"/>
                </a:lnTo>
                <a:lnTo>
                  <a:pt x="616830" y="100551"/>
                </a:lnTo>
                <a:lnTo>
                  <a:pt x="618290" y="99161"/>
                </a:lnTo>
                <a:lnTo>
                  <a:pt x="622670" y="94720"/>
                </a:lnTo>
                <a:lnTo>
                  <a:pt x="624130" y="98236"/>
                </a:lnTo>
                <a:lnTo>
                  <a:pt x="624860" y="94904"/>
                </a:lnTo>
                <a:lnTo>
                  <a:pt x="626320" y="92977"/>
                </a:lnTo>
                <a:lnTo>
                  <a:pt x="627780" y="94952"/>
                </a:lnTo>
                <a:lnTo>
                  <a:pt x="628510" y="94907"/>
                </a:lnTo>
                <a:lnTo>
                  <a:pt x="632159" y="89351"/>
                </a:lnTo>
                <a:lnTo>
                  <a:pt x="637999" y="88059"/>
                </a:lnTo>
                <a:lnTo>
                  <a:pt x="639459" y="82293"/>
                </a:lnTo>
                <a:lnTo>
                  <a:pt x="641649" y="84476"/>
                </a:lnTo>
                <a:lnTo>
                  <a:pt x="643109" y="83066"/>
                </a:lnTo>
                <a:lnTo>
                  <a:pt x="646759" y="78587"/>
                </a:lnTo>
                <a:lnTo>
                  <a:pt x="647489" y="80200"/>
                </a:lnTo>
                <a:lnTo>
                  <a:pt x="651139" y="82277"/>
                </a:lnTo>
                <a:lnTo>
                  <a:pt x="651869" y="83175"/>
                </a:lnTo>
                <a:lnTo>
                  <a:pt x="653329" y="81651"/>
                </a:lnTo>
                <a:lnTo>
                  <a:pt x="654059" y="80218"/>
                </a:lnTo>
                <a:lnTo>
                  <a:pt x="654789" y="82204"/>
                </a:lnTo>
                <a:lnTo>
                  <a:pt x="656249" y="84843"/>
                </a:lnTo>
                <a:lnTo>
                  <a:pt x="656979" y="82193"/>
                </a:lnTo>
                <a:lnTo>
                  <a:pt x="658439" y="80656"/>
                </a:lnTo>
                <a:lnTo>
                  <a:pt x="659169" y="85458"/>
                </a:lnTo>
                <a:lnTo>
                  <a:pt x="660628" y="83674"/>
                </a:lnTo>
                <a:lnTo>
                  <a:pt x="661358" y="77159"/>
                </a:lnTo>
                <a:lnTo>
                  <a:pt x="662818" y="82484"/>
                </a:lnTo>
                <a:lnTo>
                  <a:pt x="667198" y="75111"/>
                </a:lnTo>
                <a:lnTo>
                  <a:pt x="667928" y="81115"/>
                </a:lnTo>
                <a:lnTo>
                  <a:pt x="670118" y="83763"/>
                </a:lnTo>
                <a:lnTo>
                  <a:pt x="670848" y="83221"/>
                </a:lnTo>
                <a:lnTo>
                  <a:pt x="673038" y="78990"/>
                </a:lnTo>
                <a:lnTo>
                  <a:pt x="673768" y="81559"/>
                </a:lnTo>
                <a:lnTo>
                  <a:pt x="674498" y="83474"/>
                </a:lnTo>
                <a:lnTo>
                  <a:pt x="676688" y="82140"/>
                </a:lnTo>
                <a:lnTo>
                  <a:pt x="680338" y="80786"/>
                </a:lnTo>
                <a:lnTo>
                  <a:pt x="681068" y="84465"/>
                </a:lnTo>
                <a:lnTo>
                  <a:pt x="683258" y="83193"/>
                </a:lnTo>
                <a:lnTo>
                  <a:pt x="683988" y="82571"/>
                </a:lnTo>
                <a:lnTo>
                  <a:pt x="685448" y="84475"/>
                </a:lnTo>
                <a:lnTo>
                  <a:pt x="694207" y="83776"/>
                </a:lnTo>
                <a:lnTo>
                  <a:pt x="697127" y="75956"/>
                </a:lnTo>
                <a:lnTo>
                  <a:pt x="703697" y="67484"/>
                </a:lnTo>
                <a:lnTo>
                  <a:pt x="725596" y="95841"/>
                </a:lnTo>
                <a:lnTo>
                  <a:pt x="726326" y="94972"/>
                </a:lnTo>
                <a:lnTo>
                  <a:pt x="729246" y="90847"/>
                </a:lnTo>
                <a:lnTo>
                  <a:pt x="732896" y="96430"/>
                </a:lnTo>
                <a:lnTo>
                  <a:pt x="735816" y="95719"/>
                </a:lnTo>
                <a:lnTo>
                  <a:pt x="751875" y="104933"/>
                </a:lnTo>
                <a:lnTo>
                  <a:pt x="752605" y="101038"/>
                </a:lnTo>
                <a:lnTo>
                  <a:pt x="753335" y="103967"/>
                </a:lnTo>
                <a:lnTo>
                  <a:pt x="754065" y="109193"/>
                </a:lnTo>
                <a:lnTo>
                  <a:pt x="755525" y="104962"/>
                </a:lnTo>
                <a:lnTo>
                  <a:pt x="765745" y="113256"/>
                </a:lnTo>
                <a:lnTo>
                  <a:pt x="771585" y="112821"/>
                </a:lnTo>
                <a:lnTo>
                  <a:pt x="772315" y="118440"/>
                </a:lnTo>
                <a:lnTo>
                  <a:pt x="773775" y="113929"/>
                </a:lnTo>
                <a:lnTo>
                  <a:pt x="774505" y="112342"/>
                </a:lnTo>
                <a:lnTo>
                  <a:pt x="775234" y="115154"/>
                </a:lnTo>
                <a:lnTo>
                  <a:pt x="775964" y="118857"/>
                </a:lnTo>
                <a:lnTo>
                  <a:pt x="777424" y="114585"/>
                </a:lnTo>
                <a:lnTo>
                  <a:pt x="780344" y="114300"/>
                </a:lnTo>
                <a:lnTo>
                  <a:pt x="781804" y="115929"/>
                </a:lnTo>
                <a:lnTo>
                  <a:pt x="782534" y="113170"/>
                </a:lnTo>
                <a:lnTo>
                  <a:pt x="783264" y="114320"/>
                </a:lnTo>
                <a:lnTo>
                  <a:pt x="797134" y="123706"/>
                </a:lnTo>
                <a:lnTo>
                  <a:pt x="802244" y="139705"/>
                </a:lnTo>
                <a:lnTo>
                  <a:pt x="803703" y="134723"/>
                </a:lnTo>
                <a:lnTo>
                  <a:pt x="804433" y="132425"/>
                </a:lnTo>
                <a:lnTo>
                  <a:pt x="805163" y="135371"/>
                </a:lnTo>
                <a:lnTo>
                  <a:pt x="810273" y="149776"/>
                </a:lnTo>
                <a:lnTo>
                  <a:pt x="811003" y="146159"/>
                </a:lnTo>
                <a:lnTo>
                  <a:pt x="813193" y="147638"/>
                </a:lnTo>
                <a:lnTo>
                  <a:pt x="814653" y="147365"/>
                </a:lnTo>
                <a:lnTo>
                  <a:pt x="816113" y="149609"/>
                </a:lnTo>
                <a:lnTo>
                  <a:pt x="817573" y="148305"/>
                </a:lnTo>
                <a:lnTo>
                  <a:pt x="818303" y="146421"/>
                </a:lnTo>
                <a:lnTo>
                  <a:pt x="819763" y="149068"/>
                </a:lnTo>
                <a:lnTo>
                  <a:pt x="824143" y="156396"/>
                </a:lnTo>
                <a:lnTo>
                  <a:pt x="827063" y="159588"/>
                </a:lnTo>
                <a:lnTo>
                  <a:pt x="827793" y="158032"/>
                </a:lnTo>
                <a:lnTo>
                  <a:pt x="829253" y="148153"/>
                </a:lnTo>
                <a:lnTo>
                  <a:pt x="830713" y="150441"/>
                </a:lnTo>
                <a:lnTo>
                  <a:pt x="833632" y="155293"/>
                </a:lnTo>
                <a:lnTo>
                  <a:pt x="835822" y="163076"/>
                </a:lnTo>
                <a:lnTo>
                  <a:pt x="836552" y="161919"/>
                </a:lnTo>
                <a:lnTo>
                  <a:pt x="837282" y="155653"/>
                </a:lnTo>
                <a:lnTo>
                  <a:pt x="838742" y="165687"/>
                </a:lnTo>
                <a:lnTo>
                  <a:pt x="840202" y="161806"/>
                </a:lnTo>
                <a:lnTo>
                  <a:pt x="840932" y="166454"/>
                </a:lnTo>
                <a:lnTo>
                  <a:pt x="841662" y="164536"/>
                </a:lnTo>
                <a:lnTo>
                  <a:pt x="843852" y="165737"/>
                </a:lnTo>
                <a:lnTo>
                  <a:pt x="846772" y="169931"/>
                </a:lnTo>
                <a:lnTo>
                  <a:pt x="861371" y="174148"/>
                </a:lnTo>
                <a:lnTo>
                  <a:pt x="864291" y="174206"/>
                </a:lnTo>
                <a:lnTo>
                  <a:pt x="867941" y="174131"/>
                </a:lnTo>
                <a:lnTo>
                  <a:pt x="877431" y="174251"/>
                </a:lnTo>
                <a:lnTo>
                  <a:pt x="878161" y="171734"/>
                </a:lnTo>
                <a:lnTo>
                  <a:pt x="879621" y="174284"/>
                </a:lnTo>
                <a:lnTo>
                  <a:pt x="885461" y="174653"/>
                </a:lnTo>
                <a:lnTo>
                  <a:pt x="886921" y="173443"/>
                </a:lnTo>
                <a:lnTo>
                  <a:pt x="887651" y="175162"/>
                </a:lnTo>
                <a:lnTo>
                  <a:pt x="888381" y="175913"/>
                </a:lnTo>
                <a:lnTo>
                  <a:pt x="889111" y="173472"/>
                </a:lnTo>
                <a:lnTo>
                  <a:pt x="892760" y="169491"/>
                </a:lnTo>
                <a:lnTo>
                  <a:pt x="893491" y="173509"/>
                </a:lnTo>
                <a:lnTo>
                  <a:pt x="894221" y="169187"/>
                </a:lnTo>
                <a:lnTo>
                  <a:pt x="895681" y="172029"/>
                </a:lnTo>
                <a:lnTo>
                  <a:pt x="900061" y="173183"/>
                </a:lnTo>
                <a:lnTo>
                  <a:pt x="902251" y="170713"/>
                </a:lnTo>
                <a:lnTo>
                  <a:pt x="902981" y="171165"/>
                </a:lnTo>
                <a:lnTo>
                  <a:pt x="903711" y="172546"/>
                </a:lnTo>
                <a:lnTo>
                  <a:pt x="905901" y="171380"/>
                </a:lnTo>
                <a:lnTo>
                  <a:pt x="909551" y="171720"/>
                </a:lnTo>
                <a:lnTo>
                  <a:pt x="922690" y="167716"/>
                </a:lnTo>
                <a:lnTo>
                  <a:pt x="925610" y="164704"/>
                </a:lnTo>
                <a:lnTo>
                  <a:pt x="929260" y="165022"/>
                </a:lnTo>
                <a:lnTo>
                  <a:pt x="929990" y="168292"/>
                </a:lnTo>
                <a:lnTo>
                  <a:pt x="930720" y="162920"/>
                </a:lnTo>
                <a:lnTo>
                  <a:pt x="931450" y="164827"/>
                </a:lnTo>
                <a:lnTo>
                  <a:pt x="935100" y="161262"/>
                </a:lnTo>
                <a:lnTo>
                  <a:pt x="935830" y="167934"/>
                </a:lnTo>
                <a:lnTo>
                  <a:pt x="937290" y="163433"/>
                </a:lnTo>
                <a:lnTo>
                  <a:pt x="939480" y="161194"/>
                </a:lnTo>
                <a:lnTo>
                  <a:pt x="940209" y="162983"/>
                </a:lnTo>
                <a:lnTo>
                  <a:pt x="943129" y="162823"/>
                </a:lnTo>
                <a:lnTo>
                  <a:pt x="944589" y="161265"/>
                </a:lnTo>
                <a:lnTo>
                  <a:pt x="946049" y="163186"/>
                </a:lnTo>
                <a:lnTo>
                  <a:pt x="949699" y="161121"/>
                </a:lnTo>
                <a:lnTo>
                  <a:pt x="954079" y="156517"/>
                </a:lnTo>
                <a:lnTo>
                  <a:pt x="956269" y="148920"/>
                </a:lnTo>
                <a:lnTo>
                  <a:pt x="957729" y="151116"/>
                </a:lnTo>
                <a:lnTo>
                  <a:pt x="959189" y="150735"/>
                </a:lnTo>
                <a:lnTo>
                  <a:pt x="967949" y="138314"/>
                </a:lnTo>
                <a:lnTo>
                  <a:pt x="976708" y="131946"/>
                </a:lnTo>
                <a:lnTo>
                  <a:pt x="985468" y="126870"/>
                </a:lnTo>
                <a:lnTo>
                  <a:pt x="989118" y="125688"/>
                </a:lnTo>
                <a:lnTo>
                  <a:pt x="1005177" y="113244"/>
                </a:lnTo>
                <a:lnTo>
                  <a:pt x="1005907" y="118033"/>
                </a:lnTo>
                <a:lnTo>
                  <a:pt x="1007367" y="112689"/>
                </a:lnTo>
                <a:lnTo>
                  <a:pt x="1008097" y="111905"/>
                </a:lnTo>
                <a:lnTo>
                  <a:pt x="1009557" y="116678"/>
                </a:lnTo>
                <a:lnTo>
                  <a:pt x="1011017" y="115900"/>
                </a:lnTo>
                <a:lnTo>
                  <a:pt x="1014667" y="106276"/>
                </a:lnTo>
                <a:lnTo>
                  <a:pt x="1017587" y="105076"/>
                </a:lnTo>
                <a:lnTo>
                  <a:pt x="1021967" y="98931"/>
                </a:lnTo>
                <a:lnTo>
                  <a:pt x="1032186" y="95410"/>
                </a:lnTo>
                <a:lnTo>
                  <a:pt x="1034376" y="99494"/>
                </a:lnTo>
                <a:lnTo>
                  <a:pt x="1037296" y="95219"/>
                </a:lnTo>
                <a:lnTo>
                  <a:pt x="1042406" y="94449"/>
                </a:lnTo>
                <a:lnTo>
                  <a:pt x="1044596" y="92946"/>
                </a:lnTo>
                <a:lnTo>
                  <a:pt x="1047516" y="91615"/>
                </a:lnTo>
                <a:lnTo>
                  <a:pt x="1048246" y="97078"/>
                </a:lnTo>
                <a:lnTo>
                  <a:pt x="1049706" y="89816"/>
                </a:lnTo>
                <a:lnTo>
                  <a:pt x="1050436" y="89096"/>
                </a:lnTo>
                <a:lnTo>
                  <a:pt x="1051166" y="90168"/>
                </a:lnTo>
                <a:lnTo>
                  <a:pt x="1058465" y="100246"/>
                </a:lnTo>
                <a:lnTo>
                  <a:pt x="1059195" y="99090"/>
                </a:lnTo>
                <a:lnTo>
                  <a:pt x="1062845" y="105581"/>
                </a:lnTo>
                <a:lnTo>
                  <a:pt x="1070145" y="124428"/>
                </a:lnTo>
                <a:lnTo>
                  <a:pt x="1071605" y="118576"/>
                </a:lnTo>
                <a:lnTo>
                  <a:pt x="1072335" y="123944"/>
                </a:lnTo>
                <a:lnTo>
                  <a:pt x="1074525" y="130703"/>
                </a:lnTo>
                <a:lnTo>
                  <a:pt x="1075985" y="128874"/>
                </a:lnTo>
                <a:lnTo>
                  <a:pt x="1078175" y="135439"/>
                </a:lnTo>
                <a:lnTo>
                  <a:pt x="1081825" y="149552"/>
                </a:lnTo>
                <a:lnTo>
                  <a:pt x="1082555" y="148686"/>
                </a:lnTo>
                <a:lnTo>
                  <a:pt x="1083285" y="144932"/>
                </a:lnTo>
                <a:lnTo>
                  <a:pt x="1084014" y="151383"/>
                </a:lnTo>
                <a:lnTo>
                  <a:pt x="1087664" y="167275"/>
                </a:lnTo>
                <a:lnTo>
                  <a:pt x="1088394" y="166906"/>
                </a:lnTo>
                <a:lnTo>
                  <a:pt x="1094964" y="191172"/>
                </a:lnTo>
                <a:lnTo>
                  <a:pt x="1095694" y="189461"/>
                </a:lnTo>
                <a:lnTo>
                  <a:pt x="1096424" y="192197"/>
                </a:lnTo>
                <a:lnTo>
                  <a:pt x="1105184" y="208330"/>
                </a:lnTo>
                <a:lnTo>
                  <a:pt x="1105914" y="204976"/>
                </a:lnTo>
                <a:lnTo>
                  <a:pt x="1106644" y="208100"/>
                </a:lnTo>
                <a:lnTo>
                  <a:pt x="1107374" y="210722"/>
                </a:lnTo>
                <a:lnTo>
                  <a:pt x="1109564" y="209083"/>
                </a:lnTo>
                <a:lnTo>
                  <a:pt x="1110294" y="210334"/>
                </a:lnTo>
                <a:lnTo>
                  <a:pt x="1111024" y="209301"/>
                </a:lnTo>
                <a:lnTo>
                  <a:pt x="1111754" y="206413"/>
                </a:lnTo>
                <a:lnTo>
                  <a:pt x="1112484" y="209261"/>
                </a:lnTo>
                <a:lnTo>
                  <a:pt x="1113213" y="213770"/>
                </a:lnTo>
                <a:lnTo>
                  <a:pt x="1115403" y="212637"/>
                </a:lnTo>
                <a:lnTo>
                  <a:pt x="1117593" y="210873"/>
                </a:lnTo>
                <a:lnTo>
                  <a:pt x="1118323" y="208526"/>
                </a:lnTo>
                <a:lnTo>
                  <a:pt x="1119783" y="221330"/>
                </a:lnTo>
                <a:lnTo>
                  <a:pt x="1121973" y="219905"/>
                </a:lnTo>
                <a:lnTo>
                  <a:pt x="1124893" y="227193"/>
                </a:lnTo>
                <a:lnTo>
                  <a:pt x="1125623" y="221690"/>
                </a:lnTo>
                <a:lnTo>
                  <a:pt x="1127083" y="226954"/>
                </a:lnTo>
                <a:lnTo>
                  <a:pt x="1131463" y="237876"/>
                </a:lnTo>
                <a:lnTo>
                  <a:pt x="1132193" y="232386"/>
                </a:lnTo>
                <a:lnTo>
                  <a:pt x="1132923" y="235078"/>
                </a:lnTo>
                <a:lnTo>
                  <a:pt x="1134383" y="243345"/>
                </a:lnTo>
                <a:lnTo>
                  <a:pt x="1135843" y="242283"/>
                </a:lnTo>
                <a:lnTo>
                  <a:pt x="1136573" y="244860"/>
                </a:lnTo>
                <a:lnTo>
                  <a:pt x="1137303" y="242127"/>
                </a:lnTo>
                <a:lnTo>
                  <a:pt x="1138033" y="238015"/>
                </a:lnTo>
                <a:lnTo>
                  <a:pt x="1138763" y="242996"/>
                </a:lnTo>
                <a:lnTo>
                  <a:pt x="1142412" y="250872"/>
                </a:lnTo>
                <a:lnTo>
                  <a:pt x="1144602" y="252562"/>
                </a:lnTo>
                <a:lnTo>
                  <a:pt x="1145332" y="250721"/>
                </a:lnTo>
                <a:lnTo>
                  <a:pt x="1148252" y="243517"/>
                </a:lnTo>
                <a:lnTo>
                  <a:pt x="1147522" y="251703"/>
                </a:lnTo>
                <a:lnTo>
                  <a:pt x="1148982" y="244037"/>
                </a:lnTo>
                <a:lnTo>
                  <a:pt x="1152632" y="250039"/>
                </a:lnTo>
                <a:lnTo>
                  <a:pt x="1153362" y="248376"/>
                </a:lnTo>
                <a:lnTo>
                  <a:pt x="1154092" y="241872"/>
                </a:lnTo>
                <a:lnTo>
                  <a:pt x="1156282" y="245081"/>
                </a:lnTo>
                <a:lnTo>
                  <a:pt x="1157012" y="250590"/>
                </a:lnTo>
                <a:lnTo>
                  <a:pt x="1157742" y="243087"/>
                </a:lnTo>
                <a:lnTo>
                  <a:pt x="1158472" y="246001"/>
                </a:lnTo>
                <a:lnTo>
                  <a:pt x="1162122" y="242141"/>
                </a:lnTo>
                <a:lnTo>
                  <a:pt x="1162852" y="245877"/>
                </a:lnTo>
                <a:lnTo>
                  <a:pt x="1163582" y="247577"/>
                </a:lnTo>
                <a:lnTo>
                  <a:pt x="1165042" y="234918"/>
                </a:lnTo>
                <a:lnTo>
                  <a:pt x="1166502" y="243526"/>
                </a:lnTo>
                <a:lnTo>
                  <a:pt x="1168692" y="237952"/>
                </a:lnTo>
                <a:lnTo>
                  <a:pt x="1169422" y="242534"/>
                </a:lnTo>
                <a:lnTo>
                  <a:pt x="1170881" y="240474"/>
                </a:lnTo>
                <a:lnTo>
                  <a:pt x="1172341" y="248505"/>
                </a:lnTo>
                <a:lnTo>
                  <a:pt x="1174531" y="239938"/>
                </a:lnTo>
                <a:lnTo>
                  <a:pt x="1173801" y="249245"/>
                </a:lnTo>
                <a:lnTo>
                  <a:pt x="1175991" y="244214"/>
                </a:lnTo>
                <a:lnTo>
                  <a:pt x="1177451" y="247039"/>
                </a:lnTo>
                <a:lnTo>
                  <a:pt x="1178181" y="246558"/>
                </a:lnTo>
                <a:lnTo>
                  <a:pt x="1181831" y="237773"/>
                </a:lnTo>
                <a:lnTo>
                  <a:pt x="1183291" y="246589"/>
                </a:lnTo>
                <a:lnTo>
                  <a:pt x="1186211" y="245427"/>
                </a:lnTo>
                <a:lnTo>
                  <a:pt x="1189131" y="241549"/>
                </a:lnTo>
                <a:lnTo>
                  <a:pt x="1189861" y="241072"/>
                </a:lnTo>
                <a:lnTo>
                  <a:pt x="1191321" y="247909"/>
                </a:lnTo>
                <a:lnTo>
                  <a:pt x="1192781" y="247055"/>
                </a:lnTo>
                <a:lnTo>
                  <a:pt x="1193511" y="242258"/>
                </a:lnTo>
                <a:lnTo>
                  <a:pt x="1195701" y="245114"/>
                </a:lnTo>
                <a:lnTo>
                  <a:pt x="1198621" y="241215"/>
                </a:lnTo>
                <a:lnTo>
                  <a:pt x="1200810" y="243061"/>
                </a:lnTo>
                <a:lnTo>
                  <a:pt x="1201540" y="238343"/>
                </a:lnTo>
                <a:lnTo>
                  <a:pt x="1203000" y="243764"/>
                </a:lnTo>
                <a:lnTo>
                  <a:pt x="1205920" y="253865"/>
                </a:lnTo>
                <a:lnTo>
                  <a:pt x="1207380" y="248042"/>
                </a:lnTo>
                <a:lnTo>
                  <a:pt x="1209570" y="249172"/>
                </a:lnTo>
                <a:lnTo>
                  <a:pt x="1210300" y="254958"/>
                </a:lnTo>
                <a:lnTo>
                  <a:pt x="1212490" y="252472"/>
                </a:lnTo>
                <a:lnTo>
                  <a:pt x="1216140" y="257675"/>
                </a:lnTo>
                <a:lnTo>
                  <a:pt x="1216870" y="262592"/>
                </a:lnTo>
                <a:lnTo>
                  <a:pt x="1218330" y="257232"/>
                </a:lnTo>
                <a:lnTo>
                  <a:pt x="1221250" y="259291"/>
                </a:lnTo>
                <a:lnTo>
                  <a:pt x="1224900" y="255931"/>
                </a:lnTo>
                <a:lnTo>
                  <a:pt x="1227820" y="254826"/>
                </a:lnTo>
                <a:lnTo>
                  <a:pt x="1232929" y="261707"/>
                </a:lnTo>
                <a:lnTo>
                  <a:pt x="1239499" y="261660"/>
                </a:lnTo>
                <a:lnTo>
                  <a:pt x="1242419" y="266915"/>
                </a:lnTo>
                <a:lnTo>
                  <a:pt x="1243149" y="266608"/>
                </a:lnTo>
                <a:lnTo>
                  <a:pt x="1246069" y="265965"/>
                </a:lnTo>
                <a:lnTo>
                  <a:pt x="1248259" y="269368"/>
                </a:lnTo>
                <a:lnTo>
                  <a:pt x="1248989" y="268058"/>
                </a:lnTo>
                <a:lnTo>
                  <a:pt x="1250449" y="267277"/>
                </a:lnTo>
                <a:lnTo>
                  <a:pt x="1251179" y="269315"/>
                </a:lnTo>
                <a:lnTo>
                  <a:pt x="1252639" y="270568"/>
                </a:lnTo>
                <a:lnTo>
                  <a:pt x="1253369" y="269439"/>
                </a:lnTo>
                <a:lnTo>
                  <a:pt x="1254829" y="267943"/>
                </a:lnTo>
                <a:lnTo>
                  <a:pt x="1255559" y="268761"/>
                </a:lnTo>
                <a:lnTo>
                  <a:pt x="1259938" y="274277"/>
                </a:lnTo>
                <a:lnTo>
                  <a:pt x="1263588" y="273268"/>
                </a:lnTo>
                <a:lnTo>
                  <a:pt x="1286947" y="283325"/>
                </a:lnTo>
                <a:lnTo>
                  <a:pt x="1288407" y="282605"/>
                </a:lnTo>
                <a:lnTo>
                  <a:pt x="1289137" y="284002"/>
                </a:lnTo>
                <a:lnTo>
                  <a:pt x="1290597" y="286836"/>
                </a:lnTo>
                <a:lnTo>
                  <a:pt x="1292057" y="285188"/>
                </a:lnTo>
                <a:lnTo>
                  <a:pt x="1293517" y="285854"/>
                </a:lnTo>
                <a:lnTo>
                  <a:pt x="1295707" y="291129"/>
                </a:lnTo>
                <a:lnTo>
                  <a:pt x="1297167" y="288570"/>
                </a:lnTo>
                <a:lnTo>
                  <a:pt x="1300817" y="285862"/>
                </a:lnTo>
                <a:lnTo>
                  <a:pt x="1303007" y="291704"/>
                </a:lnTo>
                <a:lnTo>
                  <a:pt x="1304467" y="287231"/>
                </a:lnTo>
                <a:lnTo>
                  <a:pt x="1305197" y="286615"/>
                </a:lnTo>
                <a:lnTo>
                  <a:pt x="1305927" y="287563"/>
                </a:lnTo>
                <a:lnTo>
                  <a:pt x="1307387" y="286856"/>
                </a:lnTo>
                <a:lnTo>
                  <a:pt x="1310307" y="294510"/>
                </a:lnTo>
                <a:lnTo>
                  <a:pt x="1311767" y="290290"/>
                </a:lnTo>
                <a:lnTo>
                  <a:pt x="1313227" y="292571"/>
                </a:lnTo>
                <a:lnTo>
                  <a:pt x="1314686" y="295974"/>
                </a:lnTo>
                <a:lnTo>
                  <a:pt x="1315416" y="293163"/>
                </a:lnTo>
                <a:lnTo>
                  <a:pt x="1318336" y="287622"/>
                </a:lnTo>
                <a:lnTo>
                  <a:pt x="1319067" y="286139"/>
                </a:lnTo>
                <a:lnTo>
                  <a:pt x="1319797" y="289083"/>
                </a:lnTo>
                <a:lnTo>
                  <a:pt x="1324907" y="298134"/>
                </a:lnTo>
                <a:lnTo>
                  <a:pt x="1325637" y="295863"/>
                </a:lnTo>
                <a:lnTo>
                  <a:pt x="1326367" y="298863"/>
                </a:lnTo>
                <a:lnTo>
                  <a:pt x="1327097" y="299933"/>
                </a:lnTo>
                <a:lnTo>
                  <a:pt x="1328557" y="298658"/>
                </a:lnTo>
                <a:lnTo>
                  <a:pt x="1330017" y="296095"/>
                </a:lnTo>
                <a:lnTo>
                  <a:pt x="1331477" y="298132"/>
                </a:lnTo>
                <a:lnTo>
                  <a:pt x="1332937" y="296868"/>
                </a:lnTo>
                <a:lnTo>
                  <a:pt x="1334397" y="293886"/>
                </a:lnTo>
                <a:lnTo>
                  <a:pt x="1335856" y="295317"/>
                </a:lnTo>
                <a:lnTo>
                  <a:pt x="1338776" y="296101"/>
                </a:lnTo>
                <a:lnTo>
                  <a:pt x="1341696" y="292209"/>
                </a:lnTo>
                <a:lnTo>
                  <a:pt x="1342426" y="294310"/>
                </a:lnTo>
                <a:lnTo>
                  <a:pt x="1351916" y="292525"/>
                </a:lnTo>
                <a:lnTo>
                  <a:pt x="1353376" y="290727"/>
                </a:lnTo>
                <a:lnTo>
                  <a:pt x="1354106" y="294193"/>
                </a:lnTo>
                <a:lnTo>
                  <a:pt x="1355566" y="289782"/>
                </a:lnTo>
                <a:lnTo>
                  <a:pt x="1357026" y="292741"/>
                </a:lnTo>
                <a:lnTo>
                  <a:pt x="1358486" y="291120"/>
                </a:lnTo>
                <a:lnTo>
                  <a:pt x="1362136" y="281547"/>
                </a:lnTo>
                <a:lnTo>
                  <a:pt x="1362866" y="282916"/>
                </a:lnTo>
                <a:lnTo>
                  <a:pt x="1364325" y="289032"/>
                </a:lnTo>
                <a:lnTo>
                  <a:pt x="1365785" y="287569"/>
                </a:lnTo>
                <a:lnTo>
                  <a:pt x="1367975" y="284910"/>
                </a:lnTo>
                <a:lnTo>
                  <a:pt x="1368705" y="285281"/>
                </a:lnTo>
                <a:lnTo>
                  <a:pt x="1369435" y="288650"/>
                </a:lnTo>
                <a:lnTo>
                  <a:pt x="1370895" y="283612"/>
                </a:lnTo>
                <a:lnTo>
                  <a:pt x="1374545" y="280813"/>
                </a:lnTo>
                <a:lnTo>
                  <a:pt x="1376735" y="277724"/>
                </a:lnTo>
                <a:lnTo>
                  <a:pt x="1377465" y="284513"/>
                </a:lnTo>
                <a:lnTo>
                  <a:pt x="1378925" y="280119"/>
                </a:lnTo>
                <a:lnTo>
                  <a:pt x="1381845" y="281817"/>
                </a:lnTo>
                <a:lnTo>
                  <a:pt x="1382575" y="275758"/>
                </a:lnTo>
                <a:lnTo>
                  <a:pt x="1384765" y="276412"/>
                </a:lnTo>
                <a:lnTo>
                  <a:pt x="1386955" y="278835"/>
                </a:lnTo>
                <a:lnTo>
                  <a:pt x="1387685" y="281315"/>
                </a:lnTo>
                <a:lnTo>
                  <a:pt x="1389875" y="280035"/>
                </a:lnTo>
                <a:lnTo>
                  <a:pt x="1390605" y="280390"/>
                </a:lnTo>
                <a:lnTo>
                  <a:pt x="1393524" y="288703"/>
                </a:lnTo>
                <a:lnTo>
                  <a:pt x="1396444" y="287306"/>
                </a:lnTo>
                <a:lnTo>
                  <a:pt x="1397174" y="289634"/>
                </a:lnTo>
                <a:lnTo>
                  <a:pt x="1399364" y="294840"/>
                </a:lnTo>
                <a:lnTo>
                  <a:pt x="1400824" y="298706"/>
                </a:lnTo>
                <a:lnTo>
                  <a:pt x="1401554" y="296825"/>
                </a:lnTo>
                <a:lnTo>
                  <a:pt x="1403014" y="292651"/>
                </a:lnTo>
                <a:lnTo>
                  <a:pt x="1406664" y="301571"/>
                </a:lnTo>
                <a:lnTo>
                  <a:pt x="1407394" y="302802"/>
                </a:lnTo>
                <a:lnTo>
                  <a:pt x="1408854" y="300317"/>
                </a:lnTo>
                <a:lnTo>
                  <a:pt x="1409584" y="300922"/>
                </a:lnTo>
                <a:lnTo>
                  <a:pt x="1410314" y="299427"/>
                </a:lnTo>
                <a:lnTo>
                  <a:pt x="1411044" y="298617"/>
                </a:lnTo>
                <a:lnTo>
                  <a:pt x="1411774" y="300210"/>
                </a:lnTo>
                <a:lnTo>
                  <a:pt x="1416884" y="313697"/>
                </a:lnTo>
                <a:lnTo>
                  <a:pt x="1419074" y="306472"/>
                </a:lnTo>
                <a:lnTo>
                  <a:pt x="1419804" y="307944"/>
                </a:lnTo>
                <a:lnTo>
                  <a:pt x="1430753" y="324412"/>
                </a:lnTo>
                <a:lnTo>
                  <a:pt x="1434403" y="323059"/>
                </a:lnTo>
                <a:lnTo>
                  <a:pt x="1438053" y="332892"/>
                </a:lnTo>
                <a:lnTo>
                  <a:pt x="1438783" y="328914"/>
                </a:lnTo>
                <a:lnTo>
                  <a:pt x="1440973" y="323403"/>
                </a:lnTo>
                <a:lnTo>
                  <a:pt x="1444623" y="336575"/>
                </a:lnTo>
                <a:lnTo>
                  <a:pt x="1446083" y="333922"/>
                </a:lnTo>
                <a:lnTo>
                  <a:pt x="1446813" y="336318"/>
                </a:lnTo>
                <a:lnTo>
                  <a:pt x="1449003" y="343799"/>
                </a:lnTo>
                <a:lnTo>
                  <a:pt x="1449733" y="339220"/>
                </a:lnTo>
                <a:lnTo>
                  <a:pt x="1451192" y="336948"/>
                </a:lnTo>
                <a:lnTo>
                  <a:pt x="1453382" y="333513"/>
                </a:lnTo>
                <a:lnTo>
                  <a:pt x="1454112" y="335645"/>
                </a:lnTo>
                <a:lnTo>
                  <a:pt x="1456302" y="342456"/>
                </a:lnTo>
                <a:lnTo>
                  <a:pt x="1457032" y="335144"/>
                </a:lnTo>
                <a:lnTo>
                  <a:pt x="1459222" y="337105"/>
                </a:lnTo>
                <a:lnTo>
                  <a:pt x="1461412" y="342091"/>
                </a:lnTo>
                <a:lnTo>
                  <a:pt x="1462872" y="340876"/>
                </a:lnTo>
                <a:lnTo>
                  <a:pt x="1468712" y="339933"/>
                </a:lnTo>
                <a:lnTo>
                  <a:pt x="1472362" y="345709"/>
                </a:lnTo>
                <a:lnTo>
                  <a:pt x="1473092" y="344822"/>
                </a:lnTo>
                <a:lnTo>
                  <a:pt x="1474552" y="346403"/>
                </a:lnTo>
                <a:lnTo>
                  <a:pt x="1481121" y="349294"/>
                </a:lnTo>
                <a:lnTo>
                  <a:pt x="1484041" y="347107"/>
                </a:lnTo>
                <a:lnTo>
                  <a:pt x="1484771" y="347684"/>
                </a:lnTo>
                <a:lnTo>
                  <a:pt x="1489881" y="352617"/>
                </a:lnTo>
                <a:lnTo>
                  <a:pt x="1491341" y="349710"/>
                </a:lnTo>
                <a:lnTo>
                  <a:pt x="1492071" y="353449"/>
                </a:lnTo>
                <a:lnTo>
                  <a:pt x="1492801" y="352386"/>
                </a:lnTo>
                <a:lnTo>
                  <a:pt x="1494261" y="353951"/>
                </a:lnTo>
                <a:lnTo>
                  <a:pt x="1497181" y="352277"/>
                </a:lnTo>
                <a:lnTo>
                  <a:pt x="1498641" y="351096"/>
                </a:lnTo>
                <a:lnTo>
                  <a:pt x="1499371" y="353538"/>
                </a:lnTo>
                <a:lnTo>
                  <a:pt x="1501561" y="355234"/>
                </a:lnTo>
                <a:lnTo>
                  <a:pt x="1502291" y="354679"/>
                </a:lnTo>
                <a:lnTo>
                  <a:pt x="1503751" y="351940"/>
                </a:lnTo>
                <a:lnTo>
                  <a:pt x="1505211" y="353441"/>
                </a:lnTo>
                <a:lnTo>
                  <a:pt x="1508131" y="357936"/>
                </a:lnTo>
                <a:lnTo>
                  <a:pt x="1510320" y="346714"/>
                </a:lnTo>
                <a:lnTo>
                  <a:pt x="1513240" y="349152"/>
                </a:lnTo>
                <a:lnTo>
                  <a:pt x="1516890" y="356227"/>
                </a:lnTo>
                <a:lnTo>
                  <a:pt x="1517620" y="353180"/>
                </a:lnTo>
                <a:lnTo>
                  <a:pt x="1519080" y="351072"/>
                </a:lnTo>
                <a:lnTo>
                  <a:pt x="1519810" y="354327"/>
                </a:lnTo>
                <a:lnTo>
                  <a:pt x="1521270" y="356408"/>
                </a:lnTo>
                <a:lnTo>
                  <a:pt x="1522000" y="355422"/>
                </a:lnTo>
                <a:lnTo>
                  <a:pt x="1522730" y="354462"/>
                </a:lnTo>
                <a:lnTo>
                  <a:pt x="1523460" y="355845"/>
                </a:lnTo>
                <a:lnTo>
                  <a:pt x="1527110" y="360922"/>
                </a:lnTo>
                <a:lnTo>
                  <a:pt x="1527840" y="360436"/>
                </a:lnTo>
                <a:lnTo>
                  <a:pt x="1530030" y="358291"/>
                </a:lnTo>
                <a:lnTo>
                  <a:pt x="1531490" y="356640"/>
                </a:lnTo>
                <a:lnTo>
                  <a:pt x="1533680" y="361368"/>
                </a:lnTo>
                <a:lnTo>
                  <a:pt x="1534410" y="362150"/>
                </a:lnTo>
                <a:lnTo>
                  <a:pt x="1535870" y="360482"/>
                </a:lnTo>
                <a:lnTo>
                  <a:pt x="1536600" y="357507"/>
                </a:lnTo>
                <a:lnTo>
                  <a:pt x="1538059" y="360673"/>
                </a:lnTo>
                <a:lnTo>
                  <a:pt x="1543899" y="365409"/>
                </a:lnTo>
                <a:lnTo>
                  <a:pt x="1544629" y="361830"/>
                </a:lnTo>
                <a:lnTo>
                  <a:pt x="1545359" y="365052"/>
                </a:lnTo>
                <a:lnTo>
                  <a:pt x="1546089" y="373078"/>
                </a:lnTo>
                <a:lnTo>
                  <a:pt x="1548279" y="371806"/>
                </a:lnTo>
                <a:lnTo>
                  <a:pt x="1552659" y="374448"/>
                </a:lnTo>
                <a:lnTo>
                  <a:pt x="1553389" y="371001"/>
                </a:lnTo>
                <a:lnTo>
                  <a:pt x="1554119" y="374935"/>
                </a:lnTo>
                <a:lnTo>
                  <a:pt x="1555579" y="379137"/>
                </a:lnTo>
                <a:lnTo>
                  <a:pt x="1557039" y="377210"/>
                </a:lnTo>
                <a:lnTo>
                  <a:pt x="1558499" y="376334"/>
                </a:lnTo>
                <a:lnTo>
                  <a:pt x="1559959" y="380862"/>
                </a:lnTo>
                <a:lnTo>
                  <a:pt x="1560689" y="378312"/>
                </a:lnTo>
                <a:lnTo>
                  <a:pt x="1562149" y="375028"/>
                </a:lnTo>
                <a:lnTo>
                  <a:pt x="1567258" y="305128"/>
                </a:lnTo>
                <a:lnTo>
                  <a:pt x="1573098" y="141050"/>
                </a:lnTo>
                <a:lnTo>
                  <a:pt x="1573828" y="144026"/>
                </a:lnTo>
                <a:lnTo>
                  <a:pt x="1576748" y="107861"/>
                </a:lnTo>
                <a:lnTo>
                  <a:pt x="1577478" y="111581"/>
                </a:lnTo>
                <a:lnTo>
                  <a:pt x="1578208" y="116160"/>
                </a:lnTo>
                <a:lnTo>
                  <a:pt x="1578938" y="113044"/>
                </a:lnTo>
                <a:lnTo>
                  <a:pt x="1581128" y="77831"/>
                </a:lnTo>
                <a:lnTo>
                  <a:pt x="1581858" y="103325"/>
                </a:lnTo>
                <a:lnTo>
                  <a:pt x="1585508" y="83913"/>
                </a:lnTo>
                <a:lnTo>
                  <a:pt x="1587698" y="109590"/>
                </a:lnTo>
                <a:lnTo>
                  <a:pt x="1588428" y="96631"/>
                </a:lnTo>
                <a:lnTo>
                  <a:pt x="1589158" y="92378"/>
                </a:lnTo>
                <a:lnTo>
                  <a:pt x="1589888" y="107508"/>
                </a:lnTo>
                <a:lnTo>
                  <a:pt x="1591348" y="91397"/>
                </a:lnTo>
                <a:lnTo>
                  <a:pt x="1592808" y="69693"/>
                </a:lnTo>
                <a:lnTo>
                  <a:pt x="1593538" y="86221"/>
                </a:lnTo>
                <a:lnTo>
                  <a:pt x="1594997" y="101336"/>
                </a:lnTo>
                <a:lnTo>
                  <a:pt x="1596457" y="98821"/>
                </a:lnTo>
                <a:lnTo>
                  <a:pt x="1597187" y="102238"/>
                </a:lnTo>
                <a:lnTo>
                  <a:pt x="1599377" y="107596"/>
                </a:lnTo>
                <a:lnTo>
                  <a:pt x="1600837" y="85056"/>
                </a:lnTo>
                <a:lnTo>
                  <a:pt x="1604487" y="109064"/>
                </a:lnTo>
                <a:lnTo>
                  <a:pt x="1605217" y="109198"/>
                </a:lnTo>
                <a:lnTo>
                  <a:pt x="1610327" y="122736"/>
                </a:lnTo>
                <a:lnTo>
                  <a:pt x="1611787" y="127085"/>
                </a:lnTo>
                <a:lnTo>
                  <a:pt x="1613247" y="132352"/>
                </a:lnTo>
                <a:lnTo>
                  <a:pt x="1613977" y="130658"/>
                </a:lnTo>
                <a:lnTo>
                  <a:pt x="1614707" y="127846"/>
                </a:lnTo>
                <a:lnTo>
                  <a:pt x="1615437" y="130053"/>
                </a:lnTo>
                <a:lnTo>
                  <a:pt x="1616897" y="141079"/>
                </a:lnTo>
                <a:lnTo>
                  <a:pt x="1617627" y="127872"/>
                </a:lnTo>
                <a:lnTo>
                  <a:pt x="1618357" y="120296"/>
                </a:lnTo>
                <a:lnTo>
                  <a:pt x="1619817" y="128898"/>
                </a:lnTo>
                <a:lnTo>
                  <a:pt x="1620547" y="129154"/>
                </a:lnTo>
                <a:lnTo>
                  <a:pt x="1625656" y="152453"/>
                </a:lnTo>
                <a:lnTo>
                  <a:pt x="1629306" y="161087"/>
                </a:lnTo>
                <a:lnTo>
                  <a:pt x="1636606" y="179602"/>
                </a:lnTo>
                <a:lnTo>
                  <a:pt x="1637336" y="177150"/>
                </a:lnTo>
                <a:lnTo>
                  <a:pt x="1638066" y="181544"/>
                </a:lnTo>
                <a:lnTo>
                  <a:pt x="1638796" y="180831"/>
                </a:lnTo>
                <a:lnTo>
                  <a:pt x="1643176" y="190949"/>
                </a:lnTo>
                <a:lnTo>
                  <a:pt x="1643906" y="187743"/>
                </a:lnTo>
                <a:lnTo>
                  <a:pt x="1644636" y="183338"/>
                </a:lnTo>
                <a:lnTo>
                  <a:pt x="1646096" y="188847"/>
                </a:lnTo>
                <a:lnTo>
                  <a:pt x="1649746" y="203750"/>
                </a:lnTo>
                <a:lnTo>
                  <a:pt x="1651206" y="194340"/>
                </a:lnTo>
                <a:lnTo>
                  <a:pt x="1651936" y="197991"/>
                </a:lnTo>
                <a:lnTo>
                  <a:pt x="1653395" y="205207"/>
                </a:lnTo>
                <a:lnTo>
                  <a:pt x="1654855" y="199543"/>
                </a:lnTo>
                <a:lnTo>
                  <a:pt x="1657045" y="206392"/>
                </a:lnTo>
                <a:lnTo>
                  <a:pt x="1657775" y="203847"/>
                </a:lnTo>
                <a:lnTo>
                  <a:pt x="1658505" y="198708"/>
                </a:lnTo>
                <a:lnTo>
                  <a:pt x="1659965" y="203285"/>
                </a:lnTo>
                <a:lnTo>
                  <a:pt x="1661425" y="209902"/>
                </a:lnTo>
                <a:lnTo>
                  <a:pt x="1662155" y="205330"/>
                </a:lnTo>
                <a:lnTo>
                  <a:pt x="1663615" y="198435"/>
                </a:lnTo>
                <a:lnTo>
                  <a:pt x="1664345" y="205831"/>
                </a:lnTo>
                <a:lnTo>
                  <a:pt x="1665805" y="213659"/>
                </a:lnTo>
                <a:lnTo>
                  <a:pt x="1666535" y="205757"/>
                </a:lnTo>
                <a:lnTo>
                  <a:pt x="1669455" y="199124"/>
                </a:lnTo>
                <a:lnTo>
                  <a:pt x="1673835" y="207531"/>
                </a:lnTo>
                <a:lnTo>
                  <a:pt x="1676755" y="201376"/>
                </a:lnTo>
                <a:lnTo>
                  <a:pt x="1679675" y="207936"/>
                </a:lnTo>
                <a:lnTo>
                  <a:pt x="1680405" y="207400"/>
                </a:lnTo>
                <a:lnTo>
                  <a:pt x="1681864" y="202489"/>
                </a:lnTo>
                <a:lnTo>
                  <a:pt x="1683324" y="203104"/>
                </a:lnTo>
                <a:lnTo>
                  <a:pt x="1684054" y="205069"/>
                </a:lnTo>
                <a:lnTo>
                  <a:pt x="1685514" y="202208"/>
                </a:lnTo>
                <a:lnTo>
                  <a:pt x="1686244" y="203803"/>
                </a:lnTo>
                <a:lnTo>
                  <a:pt x="1686974" y="203939"/>
                </a:lnTo>
                <a:lnTo>
                  <a:pt x="1687704" y="208724"/>
                </a:lnTo>
                <a:lnTo>
                  <a:pt x="1688434" y="206978"/>
                </a:lnTo>
                <a:lnTo>
                  <a:pt x="1689164" y="197941"/>
                </a:lnTo>
                <a:lnTo>
                  <a:pt x="1691354" y="202010"/>
                </a:lnTo>
                <a:lnTo>
                  <a:pt x="1694274" y="210510"/>
                </a:lnTo>
                <a:lnTo>
                  <a:pt x="1696464" y="197384"/>
                </a:lnTo>
                <a:lnTo>
                  <a:pt x="1697194" y="199834"/>
                </a:lnTo>
                <a:lnTo>
                  <a:pt x="1698654" y="209337"/>
                </a:lnTo>
                <a:lnTo>
                  <a:pt x="1700114" y="208325"/>
                </a:lnTo>
                <a:lnTo>
                  <a:pt x="1700844" y="202037"/>
                </a:lnTo>
                <a:lnTo>
                  <a:pt x="1703034" y="203672"/>
                </a:lnTo>
                <a:lnTo>
                  <a:pt x="1704494" y="211273"/>
                </a:lnTo>
                <a:lnTo>
                  <a:pt x="1705954" y="208591"/>
                </a:lnTo>
                <a:lnTo>
                  <a:pt x="1708144" y="208180"/>
                </a:lnTo>
                <a:lnTo>
                  <a:pt x="1708874" y="203036"/>
                </a:lnTo>
                <a:lnTo>
                  <a:pt x="1710333" y="209316"/>
                </a:lnTo>
                <a:lnTo>
                  <a:pt x="1711793" y="215862"/>
                </a:lnTo>
                <a:lnTo>
                  <a:pt x="1713253" y="211917"/>
                </a:lnTo>
                <a:lnTo>
                  <a:pt x="1713983" y="209451"/>
                </a:lnTo>
                <a:lnTo>
                  <a:pt x="1715443" y="210358"/>
                </a:lnTo>
                <a:lnTo>
                  <a:pt x="1716903" y="212615"/>
                </a:lnTo>
                <a:lnTo>
                  <a:pt x="1718363" y="205072"/>
                </a:lnTo>
                <a:lnTo>
                  <a:pt x="1719823" y="205728"/>
                </a:lnTo>
                <a:lnTo>
                  <a:pt x="1722013" y="212969"/>
                </a:lnTo>
                <a:lnTo>
                  <a:pt x="1722743" y="211087"/>
                </a:lnTo>
                <a:lnTo>
                  <a:pt x="1724933" y="204940"/>
                </a:lnTo>
                <a:lnTo>
                  <a:pt x="1725663" y="209643"/>
                </a:lnTo>
                <a:lnTo>
                  <a:pt x="1726393" y="215962"/>
                </a:lnTo>
                <a:lnTo>
                  <a:pt x="1727853" y="207758"/>
                </a:lnTo>
                <a:lnTo>
                  <a:pt x="1730043" y="213032"/>
                </a:lnTo>
                <a:lnTo>
                  <a:pt x="1730773" y="215599"/>
                </a:lnTo>
                <a:lnTo>
                  <a:pt x="1732233" y="212436"/>
                </a:lnTo>
                <a:lnTo>
                  <a:pt x="1733693" y="213163"/>
                </a:lnTo>
                <a:lnTo>
                  <a:pt x="1734423" y="211210"/>
                </a:lnTo>
                <a:lnTo>
                  <a:pt x="1736613" y="201855"/>
                </a:lnTo>
                <a:lnTo>
                  <a:pt x="1738073" y="202495"/>
                </a:lnTo>
                <a:lnTo>
                  <a:pt x="1738803" y="208403"/>
                </a:lnTo>
                <a:lnTo>
                  <a:pt x="1739532" y="201814"/>
                </a:lnTo>
                <a:lnTo>
                  <a:pt x="1740992" y="205832"/>
                </a:lnTo>
                <a:lnTo>
                  <a:pt x="1745372" y="213248"/>
                </a:lnTo>
                <a:lnTo>
                  <a:pt x="1746102" y="208719"/>
                </a:lnTo>
                <a:lnTo>
                  <a:pt x="1748292" y="200999"/>
                </a:lnTo>
                <a:lnTo>
                  <a:pt x="1749022" y="206023"/>
                </a:lnTo>
                <a:lnTo>
                  <a:pt x="1749752" y="205672"/>
                </a:lnTo>
                <a:lnTo>
                  <a:pt x="1751212" y="206840"/>
                </a:lnTo>
                <a:lnTo>
                  <a:pt x="1752672" y="197069"/>
                </a:lnTo>
                <a:lnTo>
                  <a:pt x="1753403" y="204248"/>
                </a:lnTo>
                <a:lnTo>
                  <a:pt x="1754862" y="203429"/>
                </a:lnTo>
                <a:lnTo>
                  <a:pt x="1757053" y="198331"/>
                </a:lnTo>
                <a:lnTo>
                  <a:pt x="1757783" y="201407"/>
                </a:lnTo>
                <a:lnTo>
                  <a:pt x="1758512" y="202400"/>
                </a:lnTo>
                <a:lnTo>
                  <a:pt x="1759972" y="201015"/>
                </a:lnTo>
                <a:lnTo>
                  <a:pt x="1762162" y="203099"/>
                </a:lnTo>
                <a:lnTo>
                  <a:pt x="1762892" y="203101"/>
                </a:lnTo>
                <a:lnTo>
                  <a:pt x="1764352" y="193138"/>
                </a:lnTo>
                <a:lnTo>
                  <a:pt x="1765082" y="199240"/>
                </a:lnTo>
                <a:lnTo>
                  <a:pt x="1765812" y="201681"/>
                </a:lnTo>
                <a:lnTo>
                  <a:pt x="1766542" y="198107"/>
                </a:lnTo>
                <a:lnTo>
                  <a:pt x="1768002" y="200527"/>
                </a:lnTo>
                <a:lnTo>
                  <a:pt x="1769462" y="197844"/>
                </a:lnTo>
                <a:lnTo>
                  <a:pt x="1770192" y="199245"/>
                </a:lnTo>
                <a:lnTo>
                  <a:pt x="1770922" y="205915"/>
                </a:lnTo>
                <a:lnTo>
                  <a:pt x="1772382" y="199739"/>
                </a:lnTo>
                <a:lnTo>
                  <a:pt x="1774572" y="193080"/>
                </a:lnTo>
                <a:lnTo>
                  <a:pt x="1775302" y="199587"/>
                </a:lnTo>
                <a:lnTo>
                  <a:pt x="1776762" y="198573"/>
                </a:lnTo>
                <a:lnTo>
                  <a:pt x="1778222" y="190275"/>
                </a:lnTo>
                <a:lnTo>
                  <a:pt x="1779682" y="195249"/>
                </a:lnTo>
                <a:lnTo>
                  <a:pt x="1780412" y="205071"/>
                </a:lnTo>
                <a:lnTo>
                  <a:pt x="1781872" y="191543"/>
                </a:lnTo>
                <a:lnTo>
                  <a:pt x="1782602" y="196906"/>
                </a:lnTo>
                <a:lnTo>
                  <a:pt x="1783332" y="187851"/>
                </a:lnTo>
                <a:lnTo>
                  <a:pt x="1784062" y="188540"/>
                </a:lnTo>
                <a:lnTo>
                  <a:pt x="1788442" y="203818"/>
                </a:lnTo>
                <a:lnTo>
                  <a:pt x="1789901" y="206310"/>
                </a:lnTo>
                <a:lnTo>
                  <a:pt x="1792091" y="197189"/>
                </a:lnTo>
                <a:lnTo>
                  <a:pt x="1792821" y="203163"/>
                </a:lnTo>
                <a:lnTo>
                  <a:pt x="1794281" y="196728"/>
                </a:lnTo>
                <a:lnTo>
                  <a:pt x="1795011" y="194241"/>
                </a:lnTo>
                <a:lnTo>
                  <a:pt x="1796471" y="204621"/>
                </a:lnTo>
                <a:lnTo>
                  <a:pt x="1797931" y="199231"/>
                </a:lnTo>
                <a:lnTo>
                  <a:pt x="1799391" y="188165"/>
                </a:lnTo>
                <a:lnTo>
                  <a:pt x="1800121" y="190963"/>
                </a:lnTo>
                <a:lnTo>
                  <a:pt x="1803041" y="199644"/>
                </a:lnTo>
                <a:lnTo>
                  <a:pt x="1805231" y="193214"/>
                </a:lnTo>
                <a:lnTo>
                  <a:pt x="1805961" y="196916"/>
                </a:lnTo>
                <a:lnTo>
                  <a:pt x="1806691" y="201163"/>
                </a:lnTo>
                <a:lnTo>
                  <a:pt x="1807421" y="200905"/>
                </a:lnTo>
                <a:lnTo>
                  <a:pt x="1808151" y="193124"/>
                </a:lnTo>
                <a:lnTo>
                  <a:pt x="1809611" y="197284"/>
                </a:lnTo>
                <a:lnTo>
                  <a:pt x="1810341" y="202795"/>
                </a:lnTo>
                <a:lnTo>
                  <a:pt x="1811071" y="194717"/>
                </a:lnTo>
                <a:lnTo>
                  <a:pt x="1812531" y="200657"/>
                </a:lnTo>
                <a:lnTo>
                  <a:pt x="1813991" y="194616"/>
                </a:lnTo>
                <a:lnTo>
                  <a:pt x="1814721" y="188093"/>
                </a:lnTo>
                <a:lnTo>
                  <a:pt x="1816181" y="192059"/>
                </a:lnTo>
                <a:lnTo>
                  <a:pt x="1819830" y="206839"/>
                </a:lnTo>
                <a:lnTo>
                  <a:pt x="1822020" y="190494"/>
                </a:lnTo>
                <a:lnTo>
                  <a:pt x="1823480" y="198432"/>
                </a:lnTo>
                <a:lnTo>
                  <a:pt x="1824940" y="204622"/>
                </a:lnTo>
                <a:lnTo>
                  <a:pt x="1825670" y="196367"/>
                </a:lnTo>
                <a:lnTo>
                  <a:pt x="1826400" y="187504"/>
                </a:lnTo>
                <a:lnTo>
                  <a:pt x="1827860" y="190513"/>
                </a:lnTo>
                <a:lnTo>
                  <a:pt x="1829320" y="207386"/>
                </a:lnTo>
                <a:lnTo>
                  <a:pt x="1830050" y="203305"/>
                </a:lnTo>
                <a:lnTo>
                  <a:pt x="1832970" y="190513"/>
                </a:lnTo>
                <a:lnTo>
                  <a:pt x="1834430" y="202342"/>
                </a:lnTo>
                <a:lnTo>
                  <a:pt x="1835890" y="193950"/>
                </a:lnTo>
                <a:lnTo>
                  <a:pt x="1836620" y="194109"/>
                </a:lnTo>
                <a:lnTo>
                  <a:pt x="1837350" y="197760"/>
                </a:lnTo>
                <a:lnTo>
                  <a:pt x="1838810" y="185424"/>
                </a:lnTo>
                <a:lnTo>
                  <a:pt x="1839540" y="202400"/>
                </a:lnTo>
                <a:lnTo>
                  <a:pt x="1841730" y="185266"/>
                </a:lnTo>
                <a:lnTo>
                  <a:pt x="1842460" y="190675"/>
                </a:lnTo>
                <a:lnTo>
                  <a:pt x="1843190" y="193781"/>
                </a:lnTo>
                <a:lnTo>
                  <a:pt x="1843920" y="190603"/>
                </a:lnTo>
                <a:lnTo>
                  <a:pt x="1844650" y="188184"/>
                </a:lnTo>
                <a:lnTo>
                  <a:pt x="1846839" y="209143"/>
                </a:lnTo>
                <a:lnTo>
                  <a:pt x="1848299" y="203364"/>
                </a:lnTo>
                <a:lnTo>
                  <a:pt x="1849759" y="190934"/>
                </a:lnTo>
                <a:lnTo>
                  <a:pt x="1851219" y="194503"/>
                </a:lnTo>
                <a:lnTo>
                  <a:pt x="1851949" y="195055"/>
                </a:lnTo>
                <a:lnTo>
                  <a:pt x="1852679" y="204042"/>
                </a:lnTo>
                <a:lnTo>
                  <a:pt x="1854139" y="196402"/>
                </a:lnTo>
                <a:lnTo>
                  <a:pt x="1855599" y="189379"/>
                </a:lnTo>
                <a:lnTo>
                  <a:pt x="1856329" y="202707"/>
                </a:lnTo>
                <a:lnTo>
                  <a:pt x="1858519" y="198071"/>
                </a:lnTo>
                <a:lnTo>
                  <a:pt x="1859249" y="190060"/>
                </a:lnTo>
                <a:lnTo>
                  <a:pt x="1860709" y="192795"/>
                </a:lnTo>
                <a:lnTo>
                  <a:pt x="1862169" y="203427"/>
                </a:lnTo>
                <a:lnTo>
                  <a:pt x="1862899" y="199566"/>
                </a:lnTo>
                <a:lnTo>
                  <a:pt x="1864359" y="186153"/>
                </a:lnTo>
                <a:lnTo>
                  <a:pt x="1865819" y="191788"/>
                </a:lnTo>
                <a:lnTo>
                  <a:pt x="1867279" y="192426"/>
                </a:lnTo>
                <a:lnTo>
                  <a:pt x="1870199" y="180519"/>
                </a:lnTo>
                <a:lnTo>
                  <a:pt x="1872389" y="192140"/>
                </a:lnTo>
                <a:lnTo>
                  <a:pt x="1873119" y="191407"/>
                </a:lnTo>
                <a:lnTo>
                  <a:pt x="1874579" y="186608"/>
                </a:lnTo>
                <a:lnTo>
                  <a:pt x="1875308" y="198085"/>
                </a:lnTo>
                <a:lnTo>
                  <a:pt x="1876038" y="180043"/>
                </a:lnTo>
                <a:lnTo>
                  <a:pt x="1877498" y="160863"/>
                </a:lnTo>
                <a:lnTo>
                  <a:pt x="1878228" y="192902"/>
                </a:lnTo>
                <a:lnTo>
                  <a:pt x="1880418" y="174509"/>
                </a:lnTo>
                <a:lnTo>
                  <a:pt x="1881148" y="187921"/>
                </a:lnTo>
                <a:lnTo>
                  <a:pt x="1883338" y="179847"/>
                </a:lnTo>
                <a:lnTo>
                  <a:pt x="1884068" y="192616"/>
                </a:lnTo>
                <a:lnTo>
                  <a:pt x="1885528" y="181489"/>
                </a:lnTo>
                <a:lnTo>
                  <a:pt x="1886258" y="181186"/>
                </a:lnTo>
                <a:lnTo>
                  <a:pt x="1886988" y="187726"/>
                </a:lnTo>
                <a:lnTo>
                  <a:pt x="1888448" y="186514"/>
                </a:lnTo>
                <a:lnTo>
                  <a:pt x="1889178" y="181491"/>
                </a:lnTo>
                <a:lnTo>
                  <a:pt x="1889908" y="187815"/>
                </a:lnTo>
                <a:lnTo>
                  <a:pt x="1890638" y="187829"/>
                </a:lnTo>
                <a:lnTo>
                  <a:pt x="1892098" y="193212"/>
                </a:lnTo>
                <a:lnTo>
                  <a:pt x="1893558" y="189080"/>
                </a:lnTo>
                <a:lnTo>
                  <a:pt x="1895018" y="193035"/>
                </a:lnTo>
                <a:lnTo>
                  <a:pt x="1895748" y="181223"/>
                </a:lnTo>
                <a:lnTo>
                  <a:pt x="1897208" y="187637"/>
                </a:lnTo>
                <a:lnTo>
                  <a:pt x="1900128" y="196689"/>
                </a:lnTo>
                <a:lnTo>
                  <a:pt x="1900858" y="196584"/>
                </a:lnTo>
                <a:lnTo>
                  <a:pt x="1901588" y="184680"/>
                </a:lnTo>
                <a:lnTo>
                  <a:pt x="1903048" y="193080"/>
                </a:lnTo>
                <a:lnTo>
                  <a:pt x="1903778" y="192913"/>
                </a:lnTo>
                <a:lnTo>
                  <a:pt x="1905237" y="203101"/>
                </a:lnTo>
                <a:lnTo>
                  <a:pt x="1905967" y="200492"/>
                </a:lnTo>
                <a:lnTo>
                  <a:pt x="1906697" y="191895"/>
                </a:lnTo>
                <a:lnTo>
                  <a:pt x="1908157" y="197249"/>
                </a:lnTo>
                <a:lnTo>
                  <a:pt x="1908887" y="204534"/>
                </a:lnTo>
                <a:lnTo>
                  <a:pt x="1909617" y="195730"/>
                </a:lnTo>
                <a:lnTo>
                  <a:pt x="1910347" y="188841"/>
                </a:lnTo>
                <a:lnTo>
                  <a:pt x="1911077" y="197845"/>
                </a:lnTo>
                <a:lnTo>
                  <a:pt x="1912537" y="206803"/>
                </a:lnTo>
                <a:lnTo>
                  <a:pt x="1913997" y="205246"/>
                </a:lnTo>
                <a:lnTo>
                  <a:pt x="1916917" y="212404"/>
                </a:lnTo>
                <a:lnTo>
                  <a:pt x="1917647" y="211842"/>
                </a:lnTo>
                <a:lnTo>
                  <a:pt x="1919107" y="194125"/>
                </a:lnTo>
                <a:lnTo>
                  <a:pt x="1920567" y="204654"/>
                </a:lnTo>
                <a:lnTo>
                  <a:pt x="1921297" y="209708"/>
                </a:lnTo>
                <a:lnTo>
                  <a:pt x="1922757" y="208022"/>
                </a:lnTo>
                <a:lnTo>
                  <a:pt x="1924217" y="197937"/>
                </a:lnTo>
                <a:lnTo>
                  <a:pt x="1924947" y="204925"/>
                </a:lnTo>
                <a:lnTo>
                  <a:pt x="1926407" y="210434"/>
                </a:lnTo>
                <a:lnTo>
                  <a:pt x="1927137" y="203041"/>
                </a:lnTo>
                <a:lnTo>
                  <a:pt x="1927867" y="211259"/>
                </a:lnTo>
                <a:lnTo>
                  <a:pt x="1929327" y="206062"/>
                </a:lnTo>
                <a:lnTo>
                  <a:pt x="1932976" y="212394"/>
                </a:lnTo>
                <a:lnTo>
                  <a:pt x="1934436" y="217252"/>
                </a:lnTo>
                <a:lnTo>
                  <a:pt x="1935166" y="205199"/>
                </a:lnTo>
                <a:lnTo>
                  <a:pt x="1937356" y="210013"/>
                </a:lnTo>
                <a:lnTo>
                  <a:pt x="1938086" y="209271"/>
                </a:lnTo>
                <a:lnTo>
                  <a:pt x="1938816" y="202812"/>
                </a:lnTo>
                <a:lnTo>
                  <a:pt x="1939546" y="205047"/>
                </a:lnTo>
                <a:lnTo>
                  <a:pt x="1940276" y="218963"/>
                </a:lnTo>
                <a:lnTo>
                  <a:pt x="1941736" y="212600"/>
                </a:lnTo>
                <a:lnTo>
                  <a:pt x="1943196" y="202484"/>
                </a:lnTo>
                <a:lnTo>
                  <a:pt x="1943926" y="211123"/>
                </a:lnTo>
                <a:lnTo>
                  <a:pt x="1945386" y="224345"/>
                </a:lnTo>
                <a:lnTo>
                  <a:pt x="1946846" y="216242"/>
                </a:lnTo>
                <a:lnTo>
                  <a:pt x="1949036" y="224148"/>
                </a:lnTo>
                <a:lnTo>
                  <a:pt x="1949766" y="222221"/>
                </a:lnTo>
                <a:lnTo>
                  <a:pt x="1951226" y="218338"/>
                </a:lnTo>
                <a:lnTo>
                  <a:pt x="1952686" y="227255"/>
                </a:lnTo>
                <a:lnTo>
                  <a:pt x="1953416" y="218072"/>
                </a:lnTo>
                <a:lnTo>
                  <a:pt x="1954876" y="219950"/>
                </a:lnTo>
                <a:lnTo>
                  <a:pt x="1955606" y="212833"/>
                </a:lnTo>
                <a:lnTo>
                  <a:pt x="1959256" y="229095"/>
                </a:lnTo>
                <a:lnTo>
                  <a:pt x="1960716" y="214970"/>
                </a:lnTo>
                <a:lnTo>
                  <a:pt x="1962175" y="219747"/>
                </a:lnTo>
                <a:lnTo>
                  <a:pt x="1963635" y="227313"/>
                </a:lnTo>
                <a:lnTo>
                  <a:pt x="1964365" y="218184"/>
                </a:lnTo>
                <a:lnTo>
                  <a:pt x="1965095" y="215470"/>
                </a:lnTo>
                <a:lnTo>
                  <a:pt x="1965825" y="221503"/>
                </a:lnTo>
                <a:lnTo>
                  <a:pt x="1966555" y="217063"/>
                </a:lnTo>
                <a:lnTo>
                  <a:pt x="1968015" y="216452"/>
                </a:lnTo>
                <a:lnTo>
                  <a:pt x="1968745" y="218961"/>
                </a:lnTo>
                <a:lnTo>
                  <a:pt x="1972395" y="214312"/>
                </a:lnTo>
                <a:lnTo>
                  <a:pt x="1973125" y="215285"/>
                </a:lnTo>
                <a:lnTo>
                  <a:pt x="1973855" y="221287"/>
                </a:lnTo>
                <a:lnTo>
                  <a:pt x="1974585" y="215108"/>
                </a:lnTo>
                <a:lnTo>
                  <a:pt x="1976045" y="219081"/>
                </a:lnTo>
                <a:lnTo>
                  <a:pt x="1977505" y="212370"/>
                </a:lnTo>
                <a:lnTo>
                  <a:pt x="1978235" y="221971"/>
                </a:lnTo>
                <a:lnTo>
                  <a:pt x="1980425" y="220869"/>
                </a:lnTo>
                <a:lnTo>
                  <a:pt x="1981885" y="212829"/>
                </a:lnTo>
                <a:lnTo>
                  <a:pt x="1982615" y="214740"/>
                </a:lnTo>
                <a:lnTo>
                  <a:pt x="1983345" y="223207"/>
                </a:lnTo>
                <a:lnTo>
                  <a:pt x="1984805" y="216245"/>
                </a:lnTo>
                <a:lnTo>
                  <a:pt x="1986265" y="218304"/>
                </a:lnTo>
                <a:lnTo>
                  <a:pt x="1986995" y="221553"/>
                </a:lnTo>
                <a:lnTo>
                  <a:pt x="1987725" y="215496"/>
                </a:lnTo>
                <a:lnTo>
                  <a:pt x="1988455" y="205211"/>
                </a:lnTo>
                <a:lnTo>
                  <a:pt x="1989915" y="217055"/>
                </a:lnTo>
                <a:lnTo>
                  <a:pt x="1990644" y="216037"/>
                </a:lnTo>
                <a:lnTo>
                  <a:pt x="1991374" y="222775"/>
                </a:lnTo>
                <a:lnTo>
                  <a:pt x="1992104" y="211874"/>
                </a:lnTo>
                <a:lnTo>
                  <a:pt x="1992834" y="217750"/>
                </a:lnTo>
                <a:lnTo>
                  <a:pt x="1993564" y="217341"/>
                </a:lnTo>
                <a:lnTo>
                  <a:pt x="1994294" y="219868"/>
                </a:lnTo>
                <a:lnTo>
                  <a:pt x="1997214" y="210663"/>
                </a:lnTo>
                <a:lnTo>
                  <a:pt x="1998674" y="223739"/>
                </a:lnTo>
                <a:lnTo>
                  <a:pt x="1999404" y="218123"/>
                </a:lnTo>
                <a:lnTo>
                  <a:pt x="2001594" y="209360"/>
                </a:lnTo>
                <a:lnTo>
                  <a:pt x="2000864" y="219309"/>
                </a:lnTo>
                <a:lnTo>
                  <a:pt x="2002324" y="212514"/>
                </a:lnTo>
                <a:lnTo>
                  <a:pt x="2003054" y="212100"/>
                </a:lnTo>
                <a:lnTo>
                  <a:pt x="2003784" y="218589"/>
                </a:lnTo>
                <a:lnTo>
                  <a:pt x="2005244" y="209100"/>
                </a:lnTo>
                <a:lnTo>
                  <a:pt x="2005974" y="214691"/>
                </a:lnTo>
                <a:lnTo>
                  <a:pt x="2007434" y="209202"/>
                </a:lnTo>
                <a:lnTo>
                  <a:pt x="2008164" y="214280"/>
                </a:lnTo>
                <a:lnTo>
                  <a:pt x="2008894" y="219894"/>
                </a:lnTo>
                <a:lnTo>
                  <a:pt x="2010354" y="213619"/>
                </a:lnTo>
                <a:lnTo>
                  <a:pt x="2011814" y="211226"/>
                </a:lnTo>
                <a:lnTo>
                  <a:pt x="2012544" y="215368"/>
                </a:lnTo>
                <a:lnTo>
                  <a:pt x="2013274" y="211551"/>
                </a:lnTo>
                <a:lnTo>
                  <a:pt x="2014734" y="217567"/>
                </a:lnTo>
                <a:lnTo>
                  <a:pt x="2016194" y="212079"/>
                </a:lnTo>
                <a:lnTo>
                  <a:pt x="2016924" y="220597"/>
                </a:lnTo>
                <a:lnTo>
                  <a:pt x="2018384" y="217924"/>
                </a:lnTo>
                <a:lnTo>
                  <a:pt x="2021303" y="208185"/>
                </a:lnTo>
                <a:lnTo>
                  <a:pt x="2022763" y="208208"/>
                </a:lnTo>
                <a:lnTo>
                  <a:pt x="2026413" y="215687"/>
                </a:lnTo>
                <a:lnTo>
                  <a:pt x="2027873" y="209629"/>
                </a:lnTo>
                <a:lnTo>
                  <a:pt x="2028603" y="217635"/>
                </a:lnTo>
                <a:lnTo>
                  <a:pt x="2030063" y="211794"/>
                </a:lnTo>
                <a:lnTo>
                  <a:pt x="2030793" y="205477"/>
                </a:lnTo>
                <a:lnTo>
                  <a:pt x="2032253" y="214619"/>
                </a:lnTo>
                <a:lnTo>
                  <a:pt x="2035173" y="203943"/>
                </a:lnTo>
                <a:lnTo>
                  <a:pt x="2035903" y="205948"/>
                </a:lnTo>
                <a:lnTo>
                  <a:pt x="2036633" y="212201"/>
                </a:lnTo>
                <a:lnTo>
                  <a:pt x="2037363" y="204668"/>
                </a:lnTo>
                <a:lnTo>
                  <a:pt x="2038093" y="206263"/>
                </a:lnTo>
                <a:lnTo>
                  <a:pt x="2041013" y="209622"/>
                </a:lnTo>
                <a:lnTo>
                  <a:pt x="2041743" y="206210"/>
                </a:lnTo>
                <a:lnTo>
                  <a:pt x="2042473" y="213287"/>
                </a:lnTo>
                <a:lnTo>
                  <a:pt x="2043933" y="213088"/>
                </a:lnTo>
                <a:lnTo>
                  <a:pt x="2044663" y="207228"/>
                </a:lnTo>
              </a:path>
            </a:pathLst>
          </a:custGeom>
          <a:noFill/>
          <a:ln w="2013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Editable path 202"/>
          <p:cNvSpPr/>
          <p:nvPr/>
        </p:nvSpPr>
        <p:spPr>
          <a:xfrm>
            <a:off x="9759990" y="4302013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Editable path 203"/>
          <p:cNvSpPr/>
          <p:nvPr/>
        </p:nvSpPr>
        <p:spPr>
          <a:xfrm>
            <a:off x="12009119" y="4302013"/>
            <a:ext cx="0" cy="1175008"/>
          </a:xfrm>
          <a:custGeom>
            <a:avLst/>
            <a:gdLst/>
            <a:ahLst/>
            <a:cxnLst/>
            <a:rect l="l" t="t" r="r" b="b"/>
            <a:pathLst>
              <a:path w="0" h="1175008">
                <a:moveTo>
                  <a:pt x="0" y="1175008"/>
                </a:moveTo>
                <a:lnTo>
                  <a:pt x="0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Editable path 204"/>
          <p:cNvSpPr/>
          <p:nvPr/>
        </p:nvSpPr>
        <p:spPr>
          <a:xfrm>
            <a:off x="9759990" y="5477021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Editable path 205"/>
          <p:cNvSpPr/>
          <p:nvPr/>
        </p:nvSpPr>
        <p:spPr>
          <a:xfrm>
            <a:off x="9759990" y="4302013"/>
            <a:ext cx="2249129" cy="0"/>
          </a:xfrm>
          <a:custGeom>
            <a:avLst/>
            <a:gdLst/>
            <a:ahLst/>
            <a:cxnLst/>
            <a:rect l="l" t="t" r="r" b="b"/>
            <a:pathLst>
              <a:path w="2249129" h="0">
                <a:moveTo>
                  <a:pt x="0" y="0"/>
                </a:moveTo>
                <a:lnTo>
                  <a:pt x="2249129" y="0"/>
                </a:lnTo>
              </a:path>
            </a:pathLst>
          </a:custGeom>
          <a:noFill/>
          <a:ln w="14209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Editable path 206"/>
          <p:cNvSpPr/>
          <p:nvPr/>
        </p:nvSpPr>
        <p:spPr>
          <a:xfrm>
            <a:off x="4001330" y="227208"/>
            <a:ext cx="319721" cy="0"/>
          </a:xfrm>
          <a:custGeom>
            <a:avLst/>
            <a:gdLst/>
            <a:ahLst/>
            <a:cxnLst/>
            <a:rect l="l" t="t" r="r" b="b"/>
            <a:pathLst>
              <a:path w="319721" h="0">
                <a:moveTo>
                  <a:pt x="0" y="0"/>
                </a:moveTo>
                <a:lnTo>
                  <a:pt x="159860" y="0"/>
                </a:lnTo>
                <a:lnTo>
                  <a:pt x="319721" y="0"/>
                </a:lnTo>
              </a:path>
            </a:pathLst>
          </a:custGeom>
          <a:noFill/>
          <a:ln w="47365">
            <a:solidFill>
              <a:srgbClr val="FF9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4463148" y="143960"/>
            <a:ext cx="966976" cy="2131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98" b="0" i="0">
                <a:solidFill>
                  <a:srgbClr val="2B2B2B"/>
                </a:solidFill>
                <a:latin typeface="Times New Roman"/>
              </a:rPr>
              <a:t>x component</a:t>
            </a:r>
          </a:p>
        </p:txBody>
      </p:sp>
      <p:sp>
        <p:nvSpPr>
          <p:cNvPr id="289" name="Editable path 207"/>
          <p:cNvSpPr/>
          <p:nvPr/>
        </p:nvSpPr>
        <p:spPr>
          <a:xfrm>
            <a:off x="5652478" y="227208"/>
            <a:ext cx="319720" cy="0"/>
          </a:xfrm>
          <a:custGeom>
            <a:avLst/>
            <a:gdLst/>
            <a:ahLst/>
            <a:cxnLst/>
            <a:rect l="l" t="t" r="r" b="b"/>
            <a:pathLst>
              <a:path w="319720" h="0">
                <a:moveTo>
                  <a:pt x="0" y="0"/>
                </a:moveTo>
                <a:lnTo>
                  <a:pt x="159860" y="0"/>
                </a:lnTo>
                <a:lnTo>
                  <a:pt x="319720" y="0"/>
                </a:lnTo>
              </a:path>
            </a:pathLst>
          </a:custGeom>
          <a:noFill/>
          <a:ln w="47365">
            <a:solidFill>
              <a:srgbClr val="7C5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6114296" y="143960"/>
            <a:ext cx="966975" cy="2131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98" b="0" i="0">
                <a:solidFill>
                  <a:srgbClr val="2B2B2B"/>
                </a:solidFill>
                <a:latin typeface="Times New Roman"/>
              </a:rPr>
              <a:t>y component</a:t>
            </a:r>
          </a:p>
        </p:txBody>
      </p:sp>
      <p:sp>
        <p:nvSpPr>
          <p:cNvPr id="291" name="Editable path 208"/>
          <p:cNvSpPr/>
          <p:nvPr/>
        </p:nvSpPr>
        <p:spPr>
          <a:xfrm>
            <a:off x="7303626" y="227208"/>
            <a:ext cx="319720" cy="0"/>
          </a:xfrm>
          <a:custGeom>
            <a:avLst/>
            <a:gdLst/>
            <a:ahLst/>
            <a:cxnLst/>
            <a:rect l="l" t="t" r="r" b="b"/>
            <a:pathLst>
              <a:path w="319720" h="0">
                <a:moveTo>
                  <a:pt x="0" y="0"/>
                </a:moveTo>
                <a:lnTo>
                  <a:pt x="159860" y="0"/>
                </a:lnTo>
                <a:lnTo>
                  <a:pt x="319720" y="0"/>
                </a:lnTo>
              </a:path>
            </a:pathLst>
          </a:custGeom>
          <a:noFill/>
          <a:ln w="4736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7765444" y="143960"/>
            <a:ext cx="957029" cy="2131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98" b="0" i="0">
                <a:solidFill>
                  <a:srgbClr val="2B2B2B"/>
                </a:solidFill>
                <a:latin typeface="Times New Roman"/>
              </a:rPr>
              <a:t>z component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