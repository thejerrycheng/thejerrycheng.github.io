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5932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iros_03_geometry.pdf.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7593246"/>
          </a:xfrm>
          <a:custGeom>
            <a:avLst/>
            <a:gdLst/>
            <a:ahLst/>
            <a:cxnLst/>
            <a:rect l="l" t="t" r="r" b="b"/>
            <a:pathLst>
              <a:path w="12191999" h="7593246">
                <a:moveTo>
                  <a:pt x="0" y="0"/>
                </a:moveTo>
                <a:lnTo>
                  <a:pt x="12191999" y="0"/>
                </a:lnTo>
                <a:lnTo>
                  <a:pt x="12191999" y="7593246"/>
                </a:lnTo>
                <a:lnTo>
                  <a:pt x="0" y="75932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072473" y="2910981"/>
            <a:ext cx="2278203" cy="146357"/>
          </a:xfrm>
          <a:custGeom>
            <a:avLst/>
            <a:gdLst/>
            <a:ahLst/>
            <a:cxnLst/>
            <a:rect l="l" t="t" r="r" b="b"/>
            <a:pathLst>
              <a:path w="2278203" h="146357">
                <a:moveTo>
                  <a:pt x="0" y="0"/>
                </a:moveTo>
                <a:lnTo>
                  <a:pt x="2278203" y="0"/>
                </a:lnTo>
                <a:lnTo>
                  <a:pt x="2278203" y="146357"/>
                </a:lnTo>
                <a:lnTo>
                  <a:pt x="0" y="146357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5916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511236" y="2732607"/>
            <a:ext cx="504995" cy="504995"/>
          </a:xfrm>
          <a:custGeom>
            <a:avLst/>
            <a:gdLst/>
            <a:ahLst/>
            <a:cxnLst/>
            <a:rect l="l" t="t" r="r" b="b"/>
            <a:pathLst>
              <a:path w="504995" h="504995">
                <a:moveTo>
                  <a:pt x="252497" y="504995"/>
                </a:moveTo>
                <a:lnTo>
                  <a:pt x="269173" y="504444"/>
                </a:lnTo>
                <a:lnTo>
                  <a:pt x="285686" y="502805"/>
                </a:lnTo>
                <a:lnTo>
                  <a:pt x="301986" y="500098"/>
                </a:lnTo>
                <a:lnTo>
                  <a:pt x="318026" y="496344"/>
                </a:lnTo>
                <a:lnTo>
                  <a:pt x="333754" y="491562"/>
                </a:lnTo>
                <a:lnTo>
                  <a:pt x="349124" y="485774"/>
                </a:lnTo>
                <a:lnTo>
                  <a:pt x="364085" y="478999"/>
                </a:lnTo>
                <a:lnTo>
                  <a:pt x="378588" y="471258"/>
                </a:lnTo>
                <a:lnTo>
                  <a:pt x="392584" y="462572"/>
                </a:lnTo>
                <a:lnTo>
                  <a:pt x="406024" y="452960"/>
                </a:lnTo>
                <a:lnTo>
                  <a:pt x="418859" y="442442"/>
                </a:lnTo>
                <a:lnTo>
                  <a:pt x="431040" y="431040"/>
                </a:lnTo>
                <a:lnTo>
                  <a:pt x="442442" y="418859"/>
                </a:lnTo>
                <a:lnTo>
                  <a:pt x="452960" y="406024"/>
                </a:lnTo>
                <a:lnTo>
                  <a:pt x="462572" y="392584"/>
                </a:lnTo>
                <a:lnTo>
                  <a:pt x="471258" y="378588"/>
                </a:lnTo>
                <a:lnTo>
                  <a:pt x="478999" y="364085"/>
                </a:lnTo>
                <a:lnTo>
                  <a:pt x="485774" y="349124"/>
                </a:lnTo>
                <a:lnTo>
                  <a:pt x="491562" y="333755"/>
                </a:lnTo>
                <a:lnTo>
                  <a:pt x="496344" y="318026"/>
                </a:lnTo>
                <a:lnTo>
                  <a:pt x="500098" y="301986"/>
                </a:lnTo>
                <a:lnTo>
                  <a:pt x="502805" y="285686"/>
                </a:lnTo>
                <a:lnTo>
                  <a:pt x="504444" y="269173"/>
                </a:lnTo>
                <a:lnTo>
                  <a:pt x="504995" y="252497"/>
                </a:lnTo>
                <a:lnTo>
                  <a:pt x="504444" y="235822"/>
                </a:lnTo>
                <a:lnTo>
                  <a:pt x="502805" y="219309"/>
                </a:lnTo>
                <a:lnTo>
                  <a:pt x="500098" y="203009"/>
                </a:lnTo>
                <a:lnTo>
                  <a:pt x="496344" y="186969"/>
                </a:lnTo>
                <a:lnTo>
                  <a:pt x="491562" y="171240"/>
                </a:lnTo>
                <a:lnTo>
                  <a:pt x="485774" y="155871"/>
                </a:lnTo>
                <a:lnTo>
                  <a:pt x="478999" y="140910"/>
                </a:lnTo>
                <a:lnTo>
                  <a:pt x="471258" y="126407"/>
                </a:lnTo>
                <a:lnTo>
                  <a:pt x="462572" y="112411"/>
                </a:lnTo>
                <a:lnTo>
                  <a:pt x="452960" y="98971"/>
                </a:lnTo>
                <a:lnTo>
                  <a:pt x="442442" y="86136"/>
                </a:lnTo>
                <a:lnTo>
                  <a:pt x="431040" y="73955"/>
                </a:lnTo>
                <a:lnTo>
                  <a:pt x="418859" y="62553"/>
                </a:lnTo>
                <a:lnTo>
                  <a:pt x="406024" y="52036"/>
                </a:lnTo>
                <a:lnTo>
                  <a:pt x="392584" y="42423"/>
                </a:lnTo>
                <a:lnTo>
                  <a:pt x="378588" y="33737"/>
                </a:lnTo>
                <a:lnTo>
                  <a:pt x="364085" y="25996"/>
                </a:lnTo>
                <a:lnTo>
                  <a:pt x="349124" y="19221"/>
                </a:lnTo>
                <a:lnTo>
                  <a:pt x="333754" y="13433"/>
                </a:lnTo>
                <a:lnTo>
                  <a:pt x="318026" y="8651"/>
                </a:lnTo>
                <a:lnTo>
                  <a:pt x="301986" y="4897"/>
                </a:lnTo>
                <a:lnTo>
                  <a:pt x="285686" y="2190"/>
                </a:lnTo>
                <a:lnTo>
                  <a:pt x="269173" y="551"/>
                </a:lnTo>
                <a:lnTo>
                  <a:pt x="252497" y="0"/>
                </a:lnTo>
                <a:lnTo>
                  <a:pt x="235822" y="551"/>
                </a:lnTo>
                <a:lnTo>
                  <a:pt x="219309" y="2190"/>
                </a:lnTo>
                <a:lnTo>
                  <a:pt x="203009" y="4897"/>
                </a:lnTo>
                <a:lnTo>
                  <a:pt x="186969" y="8651"/>
                </a:lnTo>
                <a:lnTo>
                  <a:pt x="171240" y="13433"/>
                </a:lnTo>
                <a:lnTo>
                  <a:pt x="155871" y="19221"/>
                </a:lnTo>
                <a:lnTo>
                  <a:pt x="140910" y="25996"/>
                </a:lnTo>
                <a:lnTo>
                  <a:pt x="126407" y="33737"/>
                </a:lnTo>
                <a:lnTo>
                  <a:pt x="112411" y="42423"/>
                </a:lnTo>
                <a:lnTo>
                  <a:pt x="98971" y="52036"/>
                </a:lnTo>
                <a:lnTo>
                  <a:pt x="86136" y="62553"/>
                </a:lnTo>
                <a:lnTo>
                  <a:pt x="73955" y="73955"/>
                </a:lnTo>
                <a:lnTo>
                  <a:pt x="62553" y="86136"/>
                </a:lnTo>
                <a:lnTo>
                  <a:pt x="52035" y="98971"/>
                </a:lnTo>
                <a:lnTo>
                  <a:pt x="42423" y="112411"/>
                </a:lnTo>
                <a:lnTo>
                  <a:pt x="33737" y="126407"/>
                </a:lnTo>
                <a:lnTo>
                  <a:pt x="25996" y="140910"/>
                </a:lnTo>
                <a:lnTo>
                  <a:pt x="19221" y="155871"/>
                </a:lnTo>
                <a:lnTo>
                  <a:pt x="13432" y="171240"/>
                </a:lnTo>
                <a:lnTo>
                  <a:pt x="8651" y="186969"/>
                </a:lnTo>
                <a:lnTo>
                  <a:pt x="4896" y="203009"/>
                </a:lnTo>
                <a:lnTo>
                  <a:pt x="2190" y="219309"/>
                </a:lnTo>
                <a:lnTo>
                  <a:pt x="551" y="235822"/>
                </a:lnTo>
                <a:lnTo>
                  <a:pt x="0" y="252497"/>
                </a:lnTo>
                <a:lnTo>
                  <a:pt x="551" y="269173"/>
                </a:lnTo>
                <a:lnTo>
                  <a:pt x="2190" y="285686"/>
                </a:lnTo>
                <a:lnTo>
                  <a:pt x="4896" y="301986"/>
                </a:lnTo>
                <a:lnTo>
                  <a:pt x="8651" y="318026"/>
                </a:lnTo>
                <a:lnTo>
                  <a:pt x="13432" y="333755"/>
                </a:lnTo>
                <a:lnTo>
                  <a:pt x="19221" y="349124"/>
                </a:lnTo>
                <a:lnTo>
                  <a:pt x="25996" y="364085"/>
                </a:lnTo>
                <a:lnTo>
                  <a:pt x="33737" y="378588"/>
                </a:lnTo>
                <a:lnTo>
                  <a:pt x="42423" y="392584"/>
                </a:lnTo>
                <a:lnTo>
                  <a:pt x="52035" y="406024"/>
                </a:lnTo>
                <a:lnTo>
                  <a:pt x="62553" y="418859"/>
                </a:lnTo>
                <a:lnTo>
                  <a:pt x="73955" y="431040"/>
                </a:lnTo>
                <a:lnTo>
                  <a:pt x="86136" y="442442"/>
                </a:lnTo>
                <a:lnTo>
                  <a:pt x="98971" y="452960"/>
                </a:lnTo>
                <a:lnTo>
                  <a:pt x="112411" y="462572"/>
                </a:lnTo>
                <a:lnTo>
                  <a:pt x="126407" y="471258"/>
                </a:lnTo>
                <a:lnTo>
                  <a:pt x="140910" y="478999"/>
                </a:lnTo>
                <a:lnTo>
                  <a:pt x="155871" y="485774"/>
                </a:lnTo>
                <a:lnTo>
                  <a:pt x="171240" y="491562"/>
                </a:lnTo>
                <a:lnTo>
                  <a:pt x="186969" y="496344"/>
                </a:lnTo>
                <a:lnTo>
                  <a:pt x="203009" y="500098"/>
                </a:lnTo>
                <a:lnTo>
                  <a:pt x="219309" y="502805"/>
                </a:lnTo>
                <a:lnTo>
                  <a:pt x="235822" y="504444"/>
                </a:lnTo>
                <a:lnTo>
                  <a:pt x="252497" y="504995"/>
                </a:lnTo>
                <a:close/>
              </a:path>
            </a:pathLst>
          </a:custGeom>
          <a:solidFill>
            <a:srgbClr val="EAF2FB"/>
          </a:solidFill>
          <a:ln w="54231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3412314" y="2724203"/>
            <a:ext cx="504995" cy="504995"/>
          </a:xfrm>
          <a:custGeom>
            <a:avLst/>
            <a:gdLst/>
            <a:ahLst/>
            <a:cxnLst/>
            <a:rect l="l" t="t" r="r" b="b"/>
            <a:pathLst>
              <a:path w="504995" h="504995">
                <a:moveTo>
                  <a:pt x="252497" y="504995"/>
                </a:moveTo>
                <a:lnTo>
                  <a:pt x="269173" y="504444"/>
                </a:lnTo>
                <a:lnTo>
                  <a:pt x="285685" y="502805"/>
                </a:lnTo>
                <a:lnTo>
                  <a:pt x="301986" y="500098"/>
                </a:lnTo>
                <a:lnTo>
                  <a:pt x="318025" y="496344"/>
                </a:lnTo>
                <a:lnTo>
                  <a:pt x="333754" y="491562"/>
                </a:lnTo>
                <a:lnTo>
                  <a:pt x="349124" y="485774"/>
                </a:lnTo>
                <a:lnTo>
                  <a:pt x="364084" y="478999"/>
                </a:lnTo>
                <a:lnTo>
                  <a:pt x="378587" y="471258"/>
                </a:lnTo>
                <a:lnTo>
                  <a:pt x="392584" y="462572"/>
                </a:lnTo>
                <a:lnTo>
                  <a:pt x="406024" y="452960"/>
                </a:lnTo>
                <a:lnTo>
                  <a:pt x="418859" y="442442"/>
                </a:lnTo>
                <a:lnTo>
                  <a:pt x="431040" y="431040"/>
                </a:lnTo>
                <a:lnTo>
                  <a:pt x="442442" y="418859"/>
                </a:lnTo>
                <a:lnTo>
                  <a:pt x="452959" y="406024"/>
                </a:lnTo>
                <a:lnTo>
                  <a:pt x="462571" y="392584"/>
                </a:lnTo>
                <a:lnTo>
                  <a:pt x="471258" y="378588"/>
                </a:lnTo>
                <a:lnTo>
                  <a:pt x="478999" y="364085"/>
                </a:lnTo>
                <a:lnTo>
                  <a:pt x="485774" y="349124"/>
                </a:lnTo>
                <a:lnTo>
                  <a:pt x="491562" y="333754"/>
                </a:lnTo>
                <a:lnTo>
                  <a:pt x="496344" y="318026"/>
                </a:lnTo>
                <a:lnTo>
                  <a:pt x="500098" y="301986"/>
                </a:lnTo>
                <a:lnTo>
                  <a:pt x="502805" y="285686"/>
                </a:lnTo>
                <a:lnTo>
                  <a:pt x="504444" y="269173"/>
                </a:lnTo>
                <a:lnTo>
                  <a:pt x="504995" y="252498"/>
                </a:lnTo>
                <a:lnTo>
                  <a:pt x="504444" y="235822"/>
                </a:lnTo>
                <a:lnTo>
                  <a:pt x="502805" y="219309"/>
                </a:lnTo>
                <a:lnTo>
                  <a:pt x="500098" y="203009"/>
                </a:lnTo>
                <a:lnTo>
                  <a:pt x="496344" y="186969"/>
                </a:lnTo>
                <a:lnTo>
                  <a:pt x="491562" y="171241"/>
                </a:lnTo>
                <a:lnTo>
                  <a:pt x="485774" y="155871"/>
                </a:lnTo>
                <a:lnTo>
                  <a:pt x="478999" y="140910"/>
                </a:lnTo>
                <a:lnTo>
                  <a:pt x="471258" y="126407"/>
                </a:lnTo>
                <a:lnTo>
                  <a:pt x="462571" y="112411"/>
                </a:lnTo>
                <a:lnTo>
                  <a:pt x="452959" y="98971"/>
                </a:lnTo>
                <a:lnTo>
                  <a:pt x="442442" y="86136"/>
                </a:lnTo>
                <a:lnTo>
                  <a:pt x="431040" y="73955"/>
                </a:lnTo>
                <a:lnTo>
                  <a:pt x="418859" y="62553"/>
                </a:lnTo>
                <a:lnTo>
                  <a:pt x="406024" y="52035"/>
                </a:lnTo>
                <a:lnTo>
                  <a:pt x="392584" y="42423"/>
                </a:lnTo>
                <a:lnTo>
                  <a:pt x="378587" y="33736"/>
                </a:lnTo>
                <a:lnTo>
                  <a:pt x="364084" y="25996"/>
                </a:lnTo>
                <a:lnTo>
                  <a:pt x="349124" y="19221"/>
                </a:lnTo>
                <a:lnTo>
                  <a:pt x="333754" y="13432"/>
                </a:lnTo>
                <a:lnTo>
                  <a:pt x="318025" y="8651"/>
                </a:lnTo>
                <a:lnTo>
                  <a:pt x="301986" y="4896"/>
                </a:lnTo>
                <a:lnTo>
                  <a:pt x="285685" y="2190"/>
                </a:lnTo>
                <a:lnTo>
                  <a:pt x="269173" y="551"/>
                </a:lnTo>
                <a:lnTo>
                  <a:pt x="252497" y="0"/>
                </a:lnTo>
                <a:lnTo>
                  <a:pt x="235822" y="551"/>
                </a:lnTo>
                <a:lnTo>
                  <a:pt x="219309" y="2190"/>
                </a:lnTo>
                <a:lnTo>
                  <a:pt x="203008" y="4896"/>
                </a:lnTo>
                <a:lnTo>
                  <a:pt x="186969" y="8651"/>
                </a:lnTo>
                <a:lnTo>
                  <a:pt x="171240" y="13432"/>
                </a:lnTo>
                <a:lnTo>
                  <a:pt x="155871" y="19221"/>
                </a:lnTo>
                <a:lnTo>
                  <a:pt x="140910" y="25996"/>
                </a:lnTo>
                <a:lnTo>
                  <a:pt x="126407" y="33736"/>
                </a:lnTo>
                <a:lnTo>
                  <a:pt x="112411" y="42423"/>
                </a:lnTo>
                <a:lnTo>
                  <a:pt x="98970" y="52035"/>
                </a:lnTo>
                <a:lnTo>
                  <a:pt x="86135" y="62553"/>
                </a:lnTo>
                <a:lnTo>
                  <a:pt x="73954" y="73955"/>
                </a:lnTo>
                <a:lnTo>
                  <a:pt x="62552" y="86136"/>
                </a:lnTo>
                <a:lnTo>
                  <a:pt x="52035" y="98971"/>
                </a:lnTo>
                <a:lnTo>
                  <a:pt x="42423" y="112411"/>
                </a:lnTo>
                <a:lnTo>
                  <a:pt x="33736" y="126407"/>
                </a:lnTo>
                <a:lnTo>
                  <a:pt x="25995" y="140910"/>
                </a:lnTo>
                <a:lnTo>
                  <a:pt x="19221" y="155871"/>
                </a:lnTo>
                <a:lnTo>
                  <a:pt x="13432" y="171241"/>
                </a:lnTo>
                <a:lnTo>
                  <a:pt x="8651" y="186969"/>
                </a:lnTo>
                <a:lnTo>
                  <a:pt x="4896" y="203009"/>
                </a:lnTo>
                <a:lnTo>
                  <a:pt x="2190" y="219309"/>
                </a:lnTo>
                <a:lnTo>
                  <a:pt x="550" y="235822"/>
                </a:lnTo>
                <a:lnTo>
                  <a:pt x="0" y="252498"/>
                </a:lnTo>
                <a:lnTo>
                  <a:pt x="550" y="269173"/>
                </a:lnTo>
                <a:lnTo>
                  <a:pt x="2190" y="285686"/>
                </a:lnTo>
                <a:lnTo>
                  <a:pt x="4896" y="301986"/>
                </a:lnTo>
                <a:lnTo>
                  <a:pt x="8651" y="318026"/>
                </a:lnTo>
                <a:lnTo>
                  <a:pt x="13432" y="333754"/>
                </a:lnTo>
                <a:lnTo>
                  <a:pt x="19221" y="349124"/>
                </a:lnTo>
                <a:lnTo>
                  <a:pt x="25995" y="364085"/>
                </a:lnTo>
                <a:lnTo>
                  <a:pt x="33736" y="378588"/>
                </a:lnTo>
                <a:lnTo>
                  <a:pt x="42423" y="392584"/>
                </a:lnTo>
                <a:lnTo>
                  <a:pt x="52035" y="406024"/>
                </a:lnTo>
                <a:lnTo>
                  <a:pt x="62552" y="418859"/>
                </a:lnTo>
                <a:lnTo>
                  <a:pt x="73954" y="431040"/>
                </a:lnTo>
                <a:lnTo>
                  <a:pt x="86135" y="442442"/>
                </a:lnTo>
                <a:lnTo>
                  <a:pt x="98970" y="452960"/>
                </a:lnTo>
                <a:lnTo>
                  <a:pt x="112411" y="462572"/>
                </a:lnTo>
                <a:lnTo>
                  <a:pt x="126407" y="471258"/>
                </a:lnTo>
                <a:lnTo>
                  <a:pt x="140910" y="478999"/>
                </a:lnTo>
                <a:lnTo>
                  <a:pt x="155871" y="485774"/>
                </a:lnTo>
                <a:lnTo>
                  <a:pt x="171240" y="491562"/>
                </a:lnTo>
                <a:lnTo>
                  <a:pt x="186969" y="496344"/>
                </a:lnTo>
                <a:lnTo>
                  <a:pt x="203008" y="500098"/>
                </a:lnTo>
                <a:lnTo>
                  <a:pt x="219309" y="502805"/>
                </a:lnTo>
                <a:lnTo>
                  <a:pt x="235822" y="504444"/>
                </a:lnTo>
                <a:lnTo>
                  <a:pt x="252497" y="504995"/>
                </a:lnTo>
                <a:close/>
              </a:path>
            </a:pathLst>
          </a:custGeom>
          <a:solidFill>
            <a:srgbClr val="E1F0EF"/>
          </a:solidFill>
          <a:ln w="54231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5"/>
          <p:cNvSpPr/>
          <p:nvPr/>
        </p:nvSpPr>
        <p:spPr>
          <a:xfrm>
            <a:off x="1077071" y="4867948"/>
            <a:ext cx="2269006" cy="539739"/>
          </a:xfrm>
          <a:custGeom>
            <a:avLst/>
            <a:gdLst/>
            <a:ahLst/>
            <a:cxnLst/>
            <a:rect l="l" t="t" r="r" b="b"/>
            <a:pathLst>
              <a:path w="2269006" h="539739">
                <a:moveTo>
                  <a:pt x="25415" y="539739"/>
                </a:moveTo>
                <a:lnTo>
                  <a:pt x="2269006" y="144133"/>
                </a:lnTo>
                <a:lnTo>
                  <a:pt x="2243592" y="0"/>
                </a:lnTo>
                <a:lnTo>
                  <a:pt x="0" y="395606"/>
                </a:lnTo>
                <a:lnTo>
                  <a:pt x="25415" y="539739"/>
                </a:lnTo>
                <a:close/>
              </a:path>
            </a:pathLst>
          </a:custGeom>
          <a:solidFill>
            <a:srgbClr val="FFF5C8"/>
          </a:solidFill>
          <a:ln w="5916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6"/>
          <p:cNvSpPr/>
          <p:nvPr/>
        </p:nvSpPr>
        <p:spPr>
          <a:xfrm>
            <a:off x="533396" y="5137665"/>
            <a:ext cx="504995" cy="504996"/>
          </a:xfrm>
          <a:custGeom>
            <a:avLst/>
            <a:gdLst/>
            <a:ahLst/>
            <a:cxnLst/>
            <a:rect l="l" t="t" r="r" b="b"/>
            <a:pathLst>
              <a:path w="504995" h="504996">
                <a:moveTo>
                  <a:pt x="252498" y="504996"/>
                </a:moveTo>
                <a:lnTo>
                  <a:pt x="269173" y="504445"/>
                </a:lnTo>
                <a:lnTo>
                  <a:pt x="285686" y="502806"/>
                </a:lnTo>
                <a:lnTo>
                  <a:pt x="301986" y="500099"/>
                </a:lnTo>
                <a:lnTo>
                  <a:pt x="318026" y="496344"/>
                </a:lnTo>
                <a:lnTo>
                  <a:pt x="333754" y="491563"/>
                </a:lnTo>
                <a:lnTo>
                  <a:pt x="349124" y="485774"/>
                </a:lnTo>
                <a:lnTo>
                  <a:pt x="364085" y="479000"/>
                </a:lnTo>
                <a:lnTo>
                  <a:pt x="378588" y="471259"/>
                </a:lnTo>
                <a:lnTo>
                  <a:pt x="392584" y="462572"/>
                </a:lnTo>
                <a:lnTo>
                  <a:pt x="406024" y="452960"/>
                </a:lnTo>
                <a:lnTo>
                  <a:pt x="418859" y="442443"/>
                </a:lnTo>
                <a:lnTo>
                  <a:pt x="431040" y="431041"/>
                </a:lnTo>
                <a:lnTo>
                  <a:pt x="442442" y="418860"/>
                </a:lnTo>
                <a:lnTo>
                  <a:pt x="452960" y="406025"/>
                </a:lnTo>
                <a:lnTo>
                  <a:pt x="462572" y="392584"/>
                </a:lnTo>
                <a:lnTo>
                  <a:pt x="471258" y="378588"/>
                </a:lnTo>
                <a:lnTo>
                  <a:pt x="478999" y="364085"/>
                </a:lnTo>
                <a:lnTo>
                  <a:pt x="485774" y="349124"/>
                </a:lnTo>
                <a:lnTo>
                  <a:pt x="491562" y="333755"/>
                </a:lnTo>
                <a:lnTo>
                  <a:pt x="496344" y="318026"/>
                </a:lnTo>
                <a:lnTo>
                  <a:pt x="500098" y="301987"/>
                </a:lnTo>
                <a:lnTo>
                  <a:pt x="502805" y="285686"/>
                </a:lnTo>
                <a:lnTo>
                  <a:pt x="504444" y="269174"/>
                </a:lnTo>
                <a:lnTo>
                  <a:pt x="504995" y="252498"/>
                </a:lnTo>
                <a:lnTo>
                  <a:pt x="504444" y="235822"/>
                </a:lnTo>
                <a:lnTo>
                  <a:pt x="502805" y="219310"/>
                </a:lnTo>
                <a:lnTo>
                  <a:pt x="500098" y="203009"/>
                </a:lnTo>
                <a:lnTo>
                  <a:pt x="496344" y="186970"/>
                </a:lnTo>
                <a:lnTo>
                  <a:pt x="491562" y="171241"/>
                </a:lnTo>
                <a:lnTo>
                  <a:pt x="485774" y="155871"/>
                </a:lnTo>
                <a:lnTo>
                  <a:pt x="478999" y="140911"/>
                </a:lnTo>
                <a:lnTo>
                  <a:pt x="471258" y="126408"/>
                </a:lnTo>
                <a:lnTo>
                  <a:pt x="462572" y="112411"/>
                </a:lnTo>
                <a:lnTo>
                  <a:pt x="452960" y="98971"/>
                </a:lnTo>
                <a:lnTo>
                  <a:pt x="442442" y="86136"/>
                </a:lnTo>
                <a:lnTo>
                  <a:pt x="431040" y="73955"/>
                </a:lnTo>
                <a:lnTo>
                  <a:pt x="418859" y="62553"/>
                </a:lnTo>
                <a:lnTo>
                  <a:pt x="406024" y="52036"/>
                </a:lnTo>
                <a:lnTo>
                  <a:pt x="392584" y="42424"/>
                </a:lnTo>
                <a:lnTo>
                  <a:pt x="378588" y="33737"/>
                </a:lnTo>
                <a:lnTo>
                  <a:pt x="364085" y="25996"/>
                </a:lnTo>
                <a:lnTo>
                  <a:pt x="349124" y="19221"/>
                </a:lnTo>
                <a:lnTo>
                  <a:pt x="333754" y="13433"/>
                </a:lnTo>
                <a:lnTo>
                  <a:pt x="318026" y="8652"/>
                </a:lnTo>
                <a:lnTo>
                  <a:pt x="301986" y="4897"/>
                </a:lnTo>
                <a:lnTo>
                  <a:pt x="285686" y="2190"/>
                </a:lnTo>
                <a:lnTo>
                  <a:pt x="269173" y="551"/>
                </a:lnTo>
                <a:lnTo>
                  <a:pt x="252498" y="0"/>
                </a:lnTo>
                <a:lnTo>
                  <a:pt x="235822" y="551"/>
                </a:lnTo>
                <a:lnTo>
                  <a:pt x="219309" y="2190"/>
                </a:lnTo>
                <a:lnTo>
                  <a:pt x="203009" y="4897"/>
                </a:lnTo>
                <a:lnTo>
                  <a:pt x="186969" y="8652"/>
                </a:lnTo>
                <a:lnTo>
                  <a:pt x="171241" y="13433"/>
                </a:lnTo>
                <a:lnTo>
                  <a:pt x="155871" y="19221"/>
                </a:lnTo>
                <a:lnTo>
                  <a:pt x="140910" y="25996"/>
                </a:lnTo>
                <a:lnTo>
                  <a:pt x="126407" y="33737"/>
                </a:lnTo>
                <a:lnTo>
                  <a:pt x="112411" y="42424"/>
                </a:lnTo>
                <a:lnTo>
                  <a:pt x="98971" y="52036"/>
                </a:lnTo>
                <a:lnTo>
                  <a:pt x="86136" y="62553"/>
                </a:lnTo>
                <a:lnTo>
                  <a:pt x="73955" y="73955"/>
                </a:lnTo>
                <a:lnTo>
                  <a:pt x="62553" y="86136"/>
                </a:lnTo>
                <a:lnTo>
                  <a:pt x="52035" y="98971"/>
                </a:lnTo>
                <a:lnTo>
                  <a:pt x="42423" y="112411"/>
                </a:lnTo>
                <a:lnTo>
                  <a:pt x="33737" y="126408"/>
                </a:lnTo>
                <a:lnTo>
                  <a:pt x="25996" y="140911"/>
                </a:lnTo>
                <a:lnTo>
                  <a:pt x="19221" y="155871"/>
                </a:lnTo>
                <a:lnTo>
                  <a:pt x="13432" y="171241"/>
                </a:lnTo>
                <a:lnTo>
                  <a:pt x="8651" y="186970"/>
                </a:lnTo>
                <a:lnTo>
                  <a:pt x="4897" y="203009"/>
                </a:lnTo>
                <a:lnTo>
                  <a:pt x="2190" y="219310"/>
                </a:lnTo>
                <a:lnTo>
                  <a:pt x="551" y="235822"/>
                </a:lnTo>
                <a:lnTo>
                  <a:pt x="0" y="252498"/>
                </a:lnTo>
                <a:lnTo>
                  <a:pt x="551" y="269174"/>
                </a:lnTo>
                <a:lnTo>
                  <a:pt x="2190" y="285686"/>
                </a:lnTo>
                <a:lnTo>
                  <a:pt x="4897" y="301987"/>
                </a:lnTo>
                <a:lnTo>
                  <a:pt x="8651" y="318026"/>
                </a:lnTo>
                <a:lnTo>
                  <a:pt x="13432" y="333755"/>
                </a:lnTo>
                <a:lnTo>
                  <a:pt x="19221" y="349124"/>
                </a:lnTo>
                <a:lnTo>
                  <a:pt x="25996" y="364085"/>
                </a:lnTo>
                <a:lnTo>
                  <a:pt x="33737" y="378588"/>
                </a:lnTo>
                <a:lnTo>
                  <a:pt x="42423" y="392584"/>
                </a:lnTo>
                <a:lnTo>
                  <a:pt x="52035" y="406025"/>
                </a:lnTo>
                <a:lnTo>
                  <a:pt x="62553" y="418860"/>
                </a:lnTo>
                <a:lnTo>
                  <a:pt x="73955" y="431041"/>
                </a:lnTo>
                <a:lnTo>
                  <a:pt x="86136" y="442443"/>
                </a:lnTo>
                <a:lnTo>
                  <a:pt x="98971" y="452960"/>
                </a:lnTo>
                <a:lnTo>
                  <a:pt x="112411" y="462572"/>
                </a:lnTo>
                <a:lnTo>
                  <a:pt x="126407" y="471259"/>
                </a:lnTo>
                <a:lnTo>
                  <a:pt x="140910" y="479000"/>
                </a:lnTo>
                <a:lnTo>
                  <a:pt x="155871" y="485774"/>
                </a:lnTo>
                <a:lnTo>
                  <a:pt x="171241" y="491563"/>
                </a:lnTo>
                <a:lnTo>
                  <a:pt x="186969" y="496344"/>
                </a:lnTo>
                <a:lnTo>
                  <a:pt x="203009" y="500099"/>
                </a:lnTo>
                <a:lnTo>
                  <a:pt x="219309" y="502806"/>
                </a:lnTo>
                <a:lnTo>
                  <a:pt x="235822" y="504445"/>
                </a:lnTo>
                <a:lnTo>
                  <a:pt x="252498" y="504996"/>
                </a:lnTo>
                <a:close/>
              </a:path>
            </a:pathLst>
          </a:custGeom>
          <a:solidFill>
            <a:srgbClr val="EAF2FB"/>
          </a:solidFill>
          <a:ln w="54231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7"/>
          <p:cNvSpPr/>
          <p:nvPr/>
        </p:nvSpPr>
        <p:spPr>
          <a:xfrm>
            <a:off x="3388940" y="4625622"/>
            <a:ext cx="504996" cy="504995"/>
          </a:xfrm>
          <a:custGeom>
            <a:avLst/>
            <a:gdLst/>
            <a:ahLst/>
            <a:cxnLst/>
            <a:rect l="l" t="t" r="r" b="b"/>
            <a:pathLst>
              <a:path w="504996" h="504995">
                <a:moveTo>
                  <a:pt x="252498" y="504995"/>
                </a:moveTo>
                <a:lnTo>
                  <a:pt x="269174" y="504444"/>
                </a:lnTo>
                <a:lnTo>
                  <a:pt x="285686" y="502805"/>
                </a:lnTo>
                <a:lnTo>
                  <a:pt x="301987" y="500098"/>
                </a:lnTo>
                <a:lnTo>
                  <a:pt x="318026" y="496344"/>
                </a:lnTo>
                <a:lnTo>
                  <a:pt x="333755" y="491562"/>
                </a:lnTo>
                <a:lnTo>
                  <a:pt x="349124" y="485774"/>
                </a:lnTo>
                <a:lnTo>
                  <a:pt x="364085" y="478999"/>
                </a:lnTo>
                <a:lnTo>
                  <a:pt x="378588" y="471258"/>
                </a:lnTo>
                <a:lnTo>
                  <a:pt x="392585" y="462572"/>
                </a:lnTo>
                <a:lnTo>
                  <a:pt x="406025" y="452959"/>
                </a:lnTo>
                <a:lnTo>
                  <a:pt x="418860" y="442442"/>
                </a:lnTo>
                <a:lnTo>
                  <a:pt x="431041" y="431040"/>
                </a:lnTo>
                <a:lnTo>
                  <a:pt x="442443" y="418859"/>
                </a:lnTo>
                <a:lnTo>
                  <a:pt x="452960" y="406024"/>
                </a:lnTo>
                <a:lnTo>
                  <a:pt x="462572" y="392584"/>
                </a:lnTo>
                <a:lnTo>
                  <a:pt x="471259" y="378588"/>
                </a:lnTo>
                <a:lnTo>
                  <a:pt x="479000" y="364085"/>
                </a:lnTo>
                <a:lnTo>
                  <a:pt x="485775" y="349124"/>
                </a:lnTo>
                <a:lnTo>
                  <a:pt x="491563" y="333755"/>
                </a:lnTo>
                <a:lnTo>
                  <a:pt x="496345" y="318026"/>
                </a:lnTo>
                <a:lnTo>
                  <a:pt x="500099" y="301986"/>
                </a:lnTo>
                <a:lnTo>
                  <a:pt x="502806" y="285686"/>
                </a:lnTo>
                <a:lnTo>
                  <a:pt x="504445" y="269173"/>
                </a:lnTo>
                <a:lnTo>
                  <a:pt x="504996" y="252497"/>
                </a:lnTo>
                <a:lnTo>
                  <a:pt x="504445" y="235822"/>
                </a:lnTo>
                <a:lnTo>
                  <a:pt x="502806" y="219309"/>
                </a:lnTo>
                <a:lnTo>
                  <a:pt x="500099" y="203009"/>
                </a:lnTo>
                <a:lnTo>
                  <a:pt x="496345" y="186969"/>
                </a:lnTo>
                <a:lnTo>
                  <a:pt x="491563" y="171241"/>
                </a:lnTo>
                <a:lnTo>
                  <a:pt x="485775" y="155871"/>
                </a:lnTo>
                <a:lnTo>
                  <a:pt x="479000" y="140910"/>
                </a:lnTo>
                <a:lnTo>
                  <a:pt x="471259" y="126407"/>
                </a:lnTo>
                <a:lnTo>
                  <a:pt x="462572" y="112411"/>
                </a:lnTo>
                <a:lnTo>
                  <a:pt x="452960" y="98971"/>
                </a:lnTo>
                <a:lnTo>
                  <a:pt x="442443" y="86136"/>
                </a:lnTo>
                <a:lnTo>
                  <a:pt x="431041" y="73955"/>
                </a:lnTo>
                <a:lnTo>
                  <a:pt x="418860" y="62553"/>
                </a:lnTo>
                <a:lnTo>
                  <a:pt x="406025" y="52036"/>
                </a:lnTo>
                <a:lnTo>
                  <a:pt x="392585" y="42423"/>
                </a:lnTo>
                <a:lnTo>
                  <a:pt x="378588" y="33737"/>
                </a:lnTo>
                <a:lnTo>
                  <a:pt x="364085" y="25996"/>
                </a:lnTo>
                <a:lnTo>
                  <a:pt x="349124" y="19221"/>
                </a:lnTo>
                <a:lnTo>
                  <a:pt x="333755" y="13433"/>
                </a:lnTo>
                <a:lnTo>
                  <a:pt x="318026" y="8651"/>
                </a:lnTo>
                <a:lnTo>
                  <a:pt x="301987" y="4897"/>
                </a:lnTo>
                <a:lnTo>
                  <a:pt x="285686" y="2190"/>
                </a:lnTo>
                <a:lnTo>
                  <a:pt x="269174" y="551"/>
                </a:lnTo>
                <a:lnTo>
                  <a:pt x="252498" y="0"/>
                </a:lnTo>
                <a:lnTo>
                  <a:pt x="235822" y="551"/>
                </a:lnTo>
                <a:lnTo>
                  <a:pt x="219310" y="2190"/>
                </a:lnTo>
                <a:lnTo>
                  <a:pt x="203009" y="4897"/>
                </a:lnTo>
                <a:lnTo>
                  <a:pt x="186970" y="8651"/>
                </a:lnTo>
                <a:lnTo>
                  <a:pt x="171241" y="13433"/>
                </a:lnTo>
                <a:lnTo>
                  <a:pt x="155872" y="19221"/>
                </a:lnTo>
                <a:lnTo>
                  <a:pt x="140911" y="25996"/>
                </a:lnTo>
                <a:lnTo>
                  <a:pt x="126408" y="33737"/>
                </a:lnTo>
                <a:lnTo>
                  <a:pt x="112412" y="42423"/>
                </a:lnTo>
                <a:lnTo>
                  <a:pt x="98971" y="52036"/>
                </a:lnTo>
                <a:lnTo>
                  <a:pt x="86136" y="62553"/>
                </a:lnTo>
                <a:lnTo>
                  <a:pt x="73955" y="73955"/>
                </a:lnTo>
                <a:lnTo>
                  <a:pt x="62553" y="86136"/>
                </a:lnTo>
                <a:lnTo>
                  <a:pt x="52036" y="98971"/>
                </a:lnTo>
                <a:lnTo>
                  <a:pt x="42424" y="112411"/>
                </a:lnTo>
                <a:lnTo>
                  <a:pt x="33737" y="126407"/>
                </a:lnTo>
                <a:lnTo>
                  <a:pt x="25996" y="140910"/>
                </a:lnTo>
                <a:lnTo>
                  <a:pt x="19221" y="155871"/>
                </a:lnTo>
                <a:lnTo>
                  <a:pt x="13433" y="171241"/>
                </a:lnTo>
                <a:lnTo>
                  <a:pt x="8651" y="186969"/>
                </a:lnTo>
                <a:lnTo>
                  <a:pt x="4897" y="203009"/>
                </a:lnTo>
                <a:lnTo>
                  <a:pt x="2190" y="219309"/>
                </a:lnTo>
                <a:lnTo>
                  <a:pt x="551" y="235822"/>
                </a:lnTo>
                <a:lnTo>
                  <a:pt x="0" y="252497"/>
                </a:lnTo>
                <a:lnTo>
                  <a:pt x="551" y="269173"/>
                </a:lnTo>
                <a:lnTo>
                  <a:pt x="2190" y="285686"/>
                </a:lnTo>
                <a:lnTo>
                  <a:pt x="4897" y="301986"/>
                </a:lnTo>
                <a:lnTo>
                  <a:pt x="8651" y="318026"/>
                </a:lnTo>
                <a:lnTo>
                  <a:pt x="13433" y="333755"/>
                </a:lnTo>
                <a:lnTo>
                  <a:pt x="19221" y="349124"/>
                </a:lnTo>
                <a:lnTo>
                  <a:pt x="25996" y="364085"/>
                </a:lnTo>
                <a:lnTo>
                  <a:pt x="33737" y="378588"/>
                </a:lnTo>
                <a:lnTo>
                  <a:pt x="42424" y="392584"/>
                </a:lnTo>
                <a:lnTo>
                  <a:pt x="52036" y="406024"/>
                </a:lnTo>
                <a:lnTo>
                  <a:pt x="62553" y="418859"/>
                </a:lnTo>
                <a:lnTo>
                  <a:pt x="73955" y="431040"/>
                </a:lnTo>
                <a:lnTo>
                  <a:pt x="86136" y="442442"/>
                </a:lnTo>
                <a:lnTo>
                  <a:pt x="98971" y="452959"/>
                </a:lnTo>
                <a:lnTo>
                  <a:pt x="112412" y="462572"/>
                </a:lnTo>
                <a:lnTo>
                  <a:pt x="126408" y="471258"/>
                </a:lnTo>
                <a:lnTo>
                  <a:pt x="140911" y="478999"/>
                </a:lnTo>
                <a:lnTo>
                  <a:pt x="155872" y="485774"/>
                </a:lnTo>
                <a:lnTo>
                  <a:pt x="171241" y="491562"/>
                </a:lnTo>
                <a:lnTo>
                  <a:pt x="186970" y="496344"/>
                </a:lnTo>
                <a:lnTo>
                  <a:pt x="203009" y="500098"/>
                </a:lnTo>
                <a:lnTo>
                  <a:pt x="219310" y="502805"/>
                </a:lnTo>
                <a:lnTo>
                  <a:pt x="235822" y="504444"/>
                </a:lnTo>
                <a:lnTo>
                  <a:pt x="252498" y="504995"/>
                </a:lnTo>
                <a:close/>
              </a:path>
            </a:pathLst>
          </a:custGeom>
          <a:solidFill>
            <a:srgbClr val="E1F0EF"/>
          </a:solidFill>
          <a:ln w="54231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8"/>
          <p:cNvSpPr/>
          <p:nvPr/>
        </p:nvSpPr>
        <p:spPr>
          <a:xfrm>
            <a:off x="429237" y="3309436"/>
            <a:ext cx="3564675" cy="0"/>
          </a:xfrm>
          <a:custGeom>
            <a:avLst/>
            <a:gdLst/>
            <a:ahLst/>
            <a:cxnLst/>
            <a:rect l="l" t="t" r="r" b="b"/>
            <a:pathLst>
              <a:path w="3564675" h="0">
                <a:moveTo>
                  <a:pt x="0" y="0"/>
                </a:moveTo>
                <a:lnTo>
                  <a:pt x="3564675" y="0"/>
                </a:lnTo>
              </a:path>
            </a:pathLst>
          </a:custGeom>
          <a:noFill/>
          <a:ln w="320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9"/>
          <p:cNvSpPr/>
          <p:nvPr/>
        </p:nvSpPr>
        <p:spPr>
          <a:xfrm>
            <a:off x="429237" y="2658883"/>
            <a:ext cx="3564675" cy="0"/>
          </a:xfrm>
          <a:custGeom>
            <a:avLst/>
            <a:gdLst/>
            <a:ahLst/>
            <a:cxnLst/>
            <a:rect l="l" t="t" r="r" b="b"/>
            <a:pathLst>
              <a:path w="3564675" h="0">
                <a:moveTo>
                  <a:pt x="0" y="0"/>
                </a:moveTo>
                <a:lnTo>
                  <a:pt x="3564675" y="0"/>
                </a:lnTo>
              </a:path>
            </a:pathLst>
          </a:custGeom>
          <a:noFill/>
          <a:ln w="320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10"/>
          <p:cNvSpPr/>
          <p:nvPr/>
        </p:nvSpPr>
        <p:spPr>
          <a:xfrm>
            <a:off x="429237" y="5463094"/>
            <a:ext cx="3564675" cy="0"/>
          </a:xfrm>
          <a:custGeom>
            <a:avLst/>
            <a:gdLst/>
            <a:ahLst/>
            <a:cxnLst/>
            <a:rect l="l" t="t" r="r" b="b"/>
            <a:pathLst>
              <a:path w="3564675" h="0">
                <a:moveTo>
                  <a:pt x="0" y="0"/>
                </a:moveTo>
                <a:lnTo>
                  <a:pt x="3564675" y="0"/>
                </a:lnTo>
              </a:path>
            </a:pathLst>
          </a:custGeom>
          <a:noFill/>
          <a:ln w="320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1"/>
          <p:cNvSpPr/>
          <p:nvPr/>
        </p:nvSpPr>
        <p:spPr>
          <a:xfrm>
            <a:off x="429237" y="4812541"/>
            <a:ext cx="3564675" cy="0"/>
          </a:xfrm>
          <a:custGeom>
            <a:avLst/>
            <a:gdLst/>
            <a:ahLst/>
            <a:cxnLst/>
            <a:rect l="l" t="t" r="r" b="b"/>
            <a:pathLst>
              <a:path w="3564675" h="0">
                <a:moveTo>
                  <a:pt x="0" y="0"/>
                </a:moveTo>
                <a:lnTo>
                  <a:pt x="3564675" y="0"/>
                </a:lnTo>
              </a:path>
            </a:pathLst>
          </a:custGeom>
          <a:noFill/>
          <a:ln w="320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0358" y="3799457"/>
            <a:ext cx="2322626" cy="402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39" b="0" i="0">
                <a:solidFill>
                  <a:srgbClr val="2B2B2B"/>
                </a:solidFill>
                <a:latin typeface="Times New Roman"/>
              </a:rPr>
              <a:t>0°: assembly 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366" y="5953115"/>
            <a:ext cx="2741692" cy="402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39" b="0" i="0">
                <a:solidFill>
                  <a:srgbClr val="2B2B2B"/>
                </a:solidFill>
                <a:latin typeface="Times New Roman"/>
              </a:rPr>
              <a:t>10°: only object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49" y="1325754"/>
            <a:ext cx="3604158" cy="473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5" b="0" i="0">
                <a:solidFill>
                  <a:srgbClr val="2B2B2B"/>
                </a:solidFill>
                <a:latin typeface="Times New Roman"/>
              </a:rPr>
              <a:t>(a) Projected footprint</a:t>
            </a:r>
          </a:p>
        </p:txBody>
      </p:sp>
      <p:sp>
        <p:nvSpPr>
          <p:cNvPr id="16" name="Editable path 12"/>
          <p:cNvSpPr/>
          <p:nvPr/>
        </p:nvSpPr>
        <p:spPr>
          <a:xfrm>
            <a:off x="6641106" y="1944463"/>
            <a:ext cx="5023364" cy="4233051"/>
          </a:xfrm>
          <a:custGeom>
            <a:avLst/>
            <a:gdLst/>
            <a:ahLst/>
            <a:cxnLst/>
            <a:rect l="l" t="t" r="r" b="b"/>
            <a:pathLst>
              <a:path w="5023364" h="4233051">
                <a:moveTo>
                  <a:pt x="0" y="0"/>
                </a:moveTo>
                <a:lnTo>
                  <a:pt x="5023364" y="0"/>
                </a:lnTo>
                <a:lnTo>
                  <a:pt x="5023364" y="4233051"/>
                </a:lnTo>
                <a:lnTo>
                  <a:pt x="0" y="4233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3"/>
          <p:cNvSpPr/>
          <p:nvPr/>
        </p:nvSpPr>
        <p:spPr>
          <a:xfrm>
            <a:off x="8786710" y="1944463"/>
            <a:ext cx="689457" cy="4233051"/>
          </a:xfrm>
          <a:custGeom>
            <a:avLst/>
            <a:gdLst/>
            <a:ahLst/>
            <a:cxnLst/>
            <a:rect l="l" t="t" r="r" b="b"/>
            <a:pathLst>
              <a:path w="689457" h="4233051">
                <a:moveTo>
                  <a:pt x="0" y="0"/>
                </a:moveTo>
                <a:lnTo>
                  <a:pt x="689457" y="0"/>
                </a:lnTo>
                <a:lnTo>
                  <a:pt x="689457" y="4233051"/>
                </a:lnTo>
                <a:lnTo>
                  <a:pt x="0" y="423305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9301">
            <a:solidFill>
              <a:srgbClr val="FFF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4"/>
          <p:cNvSpPr/>
          <p:nvPr/>
        </p:nvSpPr>
        <p:spPr>
          <a:xfrm>
            <a:off x="6641106" y="6177514"/>
            <a:ext cx="0" cy="98604"/>
          </a:xfrm>
          <a:custGeom>
            <a:avLst/>
            <a:gdLst/>
            <a:ahLst/>
            <a:cxnLst/>
            <a:rect l="l" t="t" r="r" b="b"/>
            <a:pathLst>
              <a:path w="0" h="98604">
                <a:moveTo>
                  <a:pt x="0" y="0"/>
                </a:moveTo>
                <a:lnTo>
                  <a:pt x="0" y="98604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302" y="6327910"/>
            <a:ext cx="667792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−20</a:t>
            </a:r>
          </a:p>
        </p:txBody>
      </p:sp>
      <p:sp>
        <p:nvSpPr>
          <p:cNvPr id="20" name="Editable path 15"/>
          <p:cNvSpPr/>
          <p:nvPr/>
        </p:nvSpPr>
        <p:spPr>
          <a:xfrm>
            <a:off x="9152788" y="6177514"/>
            <a:ext cx="0" cy="98604"/>
          </a:xfrm>
          <a:custGeom>
            <a:avLst/>
            <a:gdLst/>
            <a:ahLst/>
            <a:cxnLst/>
            <a:rect l="l" t="t" r="r" b="b"/>
            <a:pathLst>
              <a:path w="0" h="98604">
                <a:moveTo>
                  <a:pt x="0" y="0"/>
                </a:moveTo>
                <a:lnTo>
                  <a:pt x="0" y="98604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6509" y="6327910"/>
            <a:ext cx="258834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2" name="Editable path 16"/>
          <p:cNvSpPr/>
          <p:nvPr/>
        </p:nvSpPr>
        <p:spPr>
          <a:xfrm>
            <a:off x="11664470" y="6177514"/>
            <a:ext cx="0" cy="98604"/>
          </a:xfrm>
          <a:custGeom>
            <a:avLst/>
            <a:gdLst/>
            <a:ahLst/>
            <a:cxnLst/>
            <a:rect l="l" t="t" r="r" b="b"/>
            <a:pathLst>
              <a:path w="0" h="98604">
                <a:moveTo>
                  <a:pt x="0" y="0"/>
                </a:moveTo>
                <a:lnTo>
                  <a:pt x="0" y="98604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91913" y="6327910"/>
            <a:ext cx="431390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4657" y="6829097"/>
            <a:ext cx="1774075" cy="473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5" b="0" i="0">
                <a:solidFill>
                  <a:srgbClr val="2B2B2B"/>
                </a:solidFill>
                <a:latin typeface="Times New Roman"/>
              </a:rPr>
              <a:t>Yaw (deg)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6641106" y="6177514"/>
            <a:ext cx="5023364" cy="0"/>
          </a:xfrm>
          <a:custGeom>
            <a:avLst/>
            <a:gdLst/>
            <a:ahLst/>
            <a:cxnLst/>
            <a:rect l="l" t="t" r="r" b="b"/>
            <a:pathLst>
              <a:path w="5023364" h="0">
                <a:moveTo>
                  <a:pt x="0" y="0"/>
                </a:moveTo>
                <a:lnTo>
                  <a:pt x="5023364" y="0"/>
                </a:lnTo>
              </a:path>
            </a:pathLst>
          </a:custGeom>
          <a:noFill/>
          <a:ln w="2958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6542502" y="6177514"/>
            <a:ext cx="98604" cy="0"/>
          </a:xfrm>
          <a:custGeom>
            <a:avLst/>
            <a:gdLst/>
            <a:ahLst/>
            <a:cxnLst/>
            <a:rect l="l" t="t" r="r" b="b"/>
            <a:pathLst>
              <a:path w="98604" h="0">
                <a:moveTo>
                  <a:pt x="9860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1341" y="6012841"/>
            <a:ext cx="258834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8" name="Editable path 19"/>
          <p:cNvSpPr/>
          <p:nvPr/>
        </p:nvSpPr>
        <p:spPr>
          <a:xfrm>
            <a:off x="6641106" y="4253400"/>
            <a:ext cx="5023364" cy="0"/>
          </a:xfrm>
          <a:custGeom>
            <a:avLst/>
            <a:gdLst/>
            <a:ahLst/>
            <a:cxnLst/>
            <a:rect l="l" t="t" r="r" b="b"/>
            <a:pathLst>
              <a:path w="5023364" h="0">
                <a:moveTo>
                  <a:pt x="0" y="0"/>
                </a:moveTo>
                <a:lnTo>
                  <a:pt x="5023364" y="0"/>
                </a:lnTo>
              </a:path>
            </a:pathLst>
          </a:custGeom>
          <a:noFill/>
          <a:ln w="2958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0"/>
          <p:cNvSpPr/>
          <p:nvPr/>
        </p:nvSpPr>
        <p:spPr>
          <a:xfrm>
            <a:off x="6542502" y="4253400"/>
            <a:ext cx="98604" cy="0"/>
          </a:xfrm>
          <a:custGeom>
            <a:avLst/>
            <a:gdLst/>
            <a:ahLst/>
            <a:cxnLst/>
            <a:rect l="l" t="t" r="r" b="b"/>
            <a:pathLst>
              <a:path w="98604" h="0">
                <a:moveTo>
                  <a:pt x="9860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1341" y="4088726"/>
            <a:ext cx="258834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31" name="Editable path 21"/>
          <p:cNvSpPr/>
          <p:nvPr/>
        </p:nvSpPr>
        <p:spPr>
          <a:xfrm>
            <a:off x="6641106" y="2329285"/>
            <a:ext cx="5023364" cy="0"/>
          </a:xfrm>
          <a:custGeom>
            <a:avLst/>
            <a:gdLst/>
            <a:ahLst/>
            <a:cxnLst/>
            <a:rect l="l" t="t" r="r" b="b"/>
            <a:pathLst>
              <a:path w="5023364" h="0">
                <a:moveTo>
                  <a:pt x="0" y="0"/>
                </a:moveTo>
                <a:lnTo>
                  <a:pt x="5023364" y="0"/>
                </a:lnTo>
              </a:path>
            </a:pathLst>
          </a:custGeom>
          <a:noFill/>
          <a:ln w="2958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6542502" y="2329285"/>
            <a:ext cx="98604" cy="0"/>
          </a:xfrm>
          <a:custGeom>
            <a:avLst/>
            <a:gdLst/>
            <a:ahLst/>
            <a:cxnLst/>
            <a:rect l="l" t="t" r="r" b="b"/>
            <a:pathLst>
              <a:path w="98604" h="0">
                <a:moveTo>
                  <a:pt x="9860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441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1341" y="2164612"/>
            <a:ext cx="258834" cy="414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083179" y="3816324"/>
            <a:ext cx="1752777" cy="473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5" b="0" i="0">
                <a:solidFill>
                  <a:srgbClr val="2B2B2B"/>
                </a:solidFill>
                <a:latin typeface="Times New Roman"/>
              </a:rPr>
              <a:t>Width (m)</a:t>
            </a:r>
          </a:p>
        </p:txBody>
      </p:sp>
      <p:sp>
        <p:nvSpPr>
          <p:cNvPr id="35" name="Editable path 23"/>
          <p:cNvSpPr/>
          <p:nvPr/>
        </p:nvSpPr>
        <p:spPr>
          <a:xfrm>
            <a:off x="6641106" y="3802371"/>
            <a:ext cx="5023364" cy="1991825"/>
          </a:xfrm>
          <a:custGeom>
            <a:avLst/>
            <a:gdLst/>
            <a:ahLst/>
            <a:cxnLst/>
            <a:rect l="l" t="t" r="r" b="b"/>
            <a:pathLst>
              <a:path w="5023364" h="1991825">
                <a:moveTo>
                  <a:pt x="0" y="0"/>
                </a:moveTo>
                <a:lnTo>
                  <a:pt x="563872" y="431356"/>
                </a:lnTo>
                <a:lnTo>
                  <a:pt x="1199328" y="931634"/>
                </a:lnTo>
                <a:lnTo>
                  <a:pt x="1964763" y="1548820"/>
                </a:lnTo>
                <a:lnTo>
                  <a:pt x="2516705" y="1991825"/>
                </a:lnTo>
                <a:lnTo>
                  <a:pt x="3564077" y="1139761"/>
                </a:lnTo>
                <a:lnTo>
                  <a:pt x="4278650" y="572354"/>
                </a:lnTo>
                <a:lnTo>
                  <a:pt x="4884593" y="104906"/>
                </a:lnTo>
                <a:lnTo>
                  <a:pt x="5023364" y="0"/>
                </a:lnTo>
              </a:path>
            </a:pathLst>
          </a:custGeom>
          <a:noFill/>
          <a:ln w="44371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4"/>
          <p:cNvSpPr/>
          <p:nvPr/>
        </p:nvSpPr>
        <p:spPr>
          <a:xfrm>
            <a:off x="6641106" y="2257244"/>
            <a:ext cx="5023364" cy="2594907"/>
          </a:xfrm>
          <a:custGeom>
            <a:avLst/>
            <a:gdLst/>
            <a:ahLst/>
            <a:cxnLst/>
            <a:rect l="l" t="t" r="r" b="b"/>
            <a:pathLst>
              <a:path w="5023364" h="2594907">
                <a:moveTo>
                  <a:pt x="0" y="50485"/>
                </a:moveTo>
                <a:lnTo>
                  <a:pt x="578942" y="625535"/>
                </a:lnTo>
                <a:lnTo>
                  <a:pt x="1255212" y="1313263"/>
                </a:lnTo>
                <a:lnTo>
                  <a:pt x="2163186" y="2253540"/>
                </a:lnTo>
                <a:lnTo>
                  <a:pt x="2490960" y="2594907"/>
                </a:lnTo>
                <a:lnTo>
                  <a:pt x="2494728" y="2590964"/>
                </a:lnTo>
                <a:lnTo>
                  <a:pt x="3805826" y="1226744"/>
                </a:lnTo>
                <a:lnTo>
                  <a:pt x="4512865" y="507257"/>
                </a:lnTo>
                <a:lnTo>
                  <a:pt x="5023364" y="0"/>
                </a:lnTo>
              </a:path>
            </a:pathLst>
          </a:custGeom>
          <a:noFill/>
          <a:ln w="739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25"/>
          <p:cNvSpPr/>
          <p:nvPr/>
        </p:nvSpPr>
        <p:spPr>
          <a:xfrm>
            <a:off x="6641106" y="4491990"/>
            <a:ext cx="5023364" cy="0"/>
          </a:xfrm>
          <a:custGeom>
            <a:avLst/>
            <a:gdLst/>
            <a:ahLst/>
            <a:cxnLst/>
            <a:rect l="l" t="t" r="r" b="b"/>
            <a:pathLst>
              <a:path w="5023364" h="0">
                <a:moveTo>
                  <a:pt x="0" y="0"/>
                </a:moveTo>
                <a:lnTo>
                  <a:pt x="5023364" y="0"/>
                </a:lnTo>
              </a:path>
            </a:pathLst>
          </a:custGeom>
          <a:noFill/>
          <a:ln w="34511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6641106" y="1944463"/>
            <a:ext cx="0" cy="4233051"/>
          </a:xfrm>
          <a:custGeom>
            <a:avLst/>
            <a:gdLst/>
            <a:ahLst/>
            <a:cxnLst/>
            <a:rect l="l" t="t" r="r" b="b"/>
            <a:pathLst>
              <a:path w="0" h="4233051">
                <a:moveTo>
                  <a:pt x="0" y="4233051"/>
                </a:moveTo>
                <a:lnTo>
                  <a:pt x="0" y="0"/>
                </a:lnTo>
              </a:path>
            </a:pathLst>
          </a:custGeom>
          <a:noFill/>
          <a:ln w="295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7"/>
          <p:cNvSpPr/>
          <p:nvPr/>
        </p:nvSpPr>
        <p:spPr>
          <a:xfrm>
            <a:off x="6641106" y="6177514"/>
            <a:ext cx="5023364" cy="0"/>
          </a:xfrm>
          <a:custGeom>
            <a:avLst/>
            <a:gdLst/>
            <a:ahLst/>
            <a:cxnLst/>
            <a:rect l="l" t="t" r="r" b="b"/>
            <a:pathLst>
              <a:path w="5023364" h="0">
                <a:moveTo>
                  <a:pt x="0" y="0"/>
                </a:moveTo>
                <a:lnTo>
                  <a:pt x="5023364" y="0"/>
                </a:lnTo>
              </a:path>
            </a:pathLst>
          </a:custGeom>
          <a:noFill/>
          <a:ln w="295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9454" y="2195882"/>
            <a:ext cx="3132597" cy="402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39" b="0" i="0">
                <a:solidFill>
                  <a:srgbClr val="2B2B2B"/>
                </a:solidFill>
                <a:latin typeface="Times New Roman"/>
              </a:rPr>
              <a:t>5.5° assembly 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7470" y="1325754"/>
            <a:ext cx="3209743" cy="473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5" b="0" i="0">
                <a:solidFill>
                  <a:srgbClr val="2B2B2B"/>
                </a:solidFill>
                <a:latin typeface="Times New Roman"/>
              </a:rPr>
              <a:t>(b) Admissible yaw</a:t>
            </a:r>
          </a:p>
        </p:txBody>
      </p:sp>
      <p:sp>
        <p:nvSpPr>
          <p:cNvPr id="42" name="Editable path 28"/>
          <p:cNvSpPr/>
          <p:nvPr/>
        </p:nvSpPr>
        <p:spPr>
          <a:xfrm>
            <a:off x="6284474" y="607459"/>
            <a:ext cx="469353" cy="0"/>
          </a:xfrm>
          <a:custGeom>
            <a:avLst/>
            <a:gdLst/>
            <a:ahLst/>
            <a:cxnLst/>
            <a:rect l="l" t="t" r="r" b="b"/>
            <a:pathLst>
              <a:path w="469353" h="0">
                <a:moveTo>
                  <a:pt x="0" y="0"/>
                </a:moveTo>
                <a:lnTo>
                  <a:pt x="234676" y="0"/>
                </a:lnTo>
                <a:lnTo>
                  <a:pt x="469353" y="0"/>
                </a:lnTo>
              </a:path>
            </a:pathLst>
          </a:custGeom>
          <a:noFill/>
          <a:ln w="44371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22028" y="450335"/>
            <a:ext cx="1657486" cy="402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39" b="0" i="0">
                <a:solidFill>
                  <a:srgbClr val="2B2B2B"/>
                </a:solidFill>
                <a:latin typeface="Times New Roman"/>
              </a:rPr>
              <a:t>Object only</a:t>
            </a:r>
          </a:p>
        </p:txBody>
      </p:sp>
      <p:sp>
        <p:nvSpPr>
          <p:cNvPr id="44" name="Editable path 29"/>
          <p:cNvSpPr/>
          <p:nvPr/>
        </p:nvSpPr>
        <p:spPr>
          <a:xfrm>
            <a:off x="8852481" y="607459"/>
            <a:ext cx="469353" cy="0"/>
          </a:xfrm>
          <a:custGeom>
            <a:avLst/>
            <a:gdLst/>
            <a:ahLst/>
            <a:cxnLst/>
            <a:rect l="l" t="t" r="r" b="b"/>
            <a:pathLst>
              <a:path w="469353" h="0">
                <a:moveTo>
                  <a:pt x="0" y="0"/>
                </a:moveTo>
                <a:lnTo>
                  <a:pt x="234676" y="0"/>
                </a:lnTo>
                <a:lnTo>
                  <a:pt x="469353" y="0"/>
                </a:lnTo>
              </a:path>
            </a:pathLst>
          </a:custGeom>
          <a:noFill/>
          <a:ln w="739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90035" y="450335"/>
            <a:ext cx="1424821" cy="402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39" b="0" i="0">
                <a:solidFill>
                  <a:srgbClr val="2B2B2B"/>
                </a:solidFill>
                <a:latin typeface="Times New Roman"/>
              </a:rPr>
              <a:t>Assembly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