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71443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iros_10_rotation_tracking.pdf.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6714434"/>
          </a:xfrm>
          <a:custGeom>
            <a:avLst/>
            <a:gdLst/>
            <a:ahLst/>
            <a:cxnLst/>
            <a:rect l="l" t="t" r="r" b="b"/>
            <a:pathLst>
              <a:path w="12191999" h="6714434">
                <a:moveTo>
                  <a:pt x="0" y="0"/>
                </a:moveTo>
                <a:lnTo>
                  <a:pt x="12191999" y="0"/>
                </a:lnTo>
                <a:lnTo>
                  <a:pt x="12191999" y="6714434"/>
                </a:lnTo>
                <a:lnTo>
                  <a:pt x="0" y="67144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706880" y="940021"/>
            <a:ext cx="4303058" cy="3961516"/>
          </a:xfrm>
          <a:custGeom>
            <a:avLst/>
            <a:gdLst/>
            <a:ahLst/>
            <a:cxnLst/>
            <a:rect l="l" t="t" r="r" b="b"/>
            <a:pathLst>
              <a:path w="4303058" h="3961516">
                <a:moveTo>
                  <a:pt x="0" y="0"/>
                </a:moveTo>
                <a:lnTo>
                  <a:pt x="4303058" y="0"/>
                </a:lnTo>
                <a:lnTo>
                  <a:pt x="4303058" y="3961516"/>
                </a:lnTo>
                <a:lnTo>
                  <a:pt x="0" y="3961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901077" y="4901537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1318" y="5218600"/>
            <a:ext cx="23927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6" name="Editable path 4"/>
          <p:cNvSpPr/>
          <p:nvPr/>
        </p:nvSpPr>
        <p:spPr>
          <a:xfrm>
            <a:off x="3298173" y="4901537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38656" y="5218600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8" name="Editable path 5"/>
          <p:cNvSpPr/>
          <p:nvPr/>
        </p:nvSpPr>
        <p:spPr>
          <a:xfrm>
            <a:off x="4695270" y="4901537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35753" y="5218600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69701" y="5703901"/>
            <a:ext cx="2461713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Time after lift (s)</a:t>
            </a:r>
          </a:p>
        </p:txBody>
      </p:sp>
      <p:sp>
        <p:nvSpPr>
          <p:cNvPr id="11" name="Editable path 6"/>
          <p:cNvSpPr/>
          <p:nvPr/>
        </p:nvSpPr>
        <p:spPr>
          <a:xfrm>
            <a:off x="1706880" y="4789418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7"/>
          <p:cNvSpPr/>
          <p:nvPr/>
        </p:nvSpPr>
        <p:spPr>
          <a:xfrm>
            <a:off x="1535093" y="4789418"/>
            <a:ext cx="171787" cy="0"/>
          </a:xfrm>
          <a:custGeom>
            <a:avLst/>
            <a:gdLst/>
            <a:ahLst/>
            <a:cxnLst/>
            <a:rect l="l" t="t" r="r" b="b"/>
            <a:pathLst>
              <a:path w="171787" h="0">
                <a:moveTo>
                  <a:pt x="17178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3788" y="4645570"/>
            <a:ext cx="23927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4" name="Editable path 8"/>
          <p:cNvSpPr/>
          <p:nvPr/>
        </p:nvSpPr>
        <p:spPr>
          <a:xfrm>
            <a:off x="1706880" y="4041963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9"/>
          <p:cNvSpPr/>
          <p:nvPr/>
        </p:nvSpPr>
        <p:spPr>
          <a:xfrm>
            <a:off x="1535093" y="4041963"/>
            <a:ext cx="171787" cy="0"/>
          </a:xfrm>
          <a:custGeom>
            <a:avLst/>
            <a:gdLst/>
            <a:ahLst/>
            <a:cxnLst/>
            <a:rect l="l" t="t" r="r" b="b"/>
            <a:pathLst>
              <a:path w="171787" h="0">
                <a:moveTo>
                  <a:pt x="17178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271" y="3898114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7" name="Editable path 10"/>
          <p:cNvSpPr/>
          <p:nvPr/>
        </p:nvSpPr>
        <p:spPr>
          <a:xfrm>
            <a:off x="1706880" y="3294507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1"/>
          <p:cNvSpPr/>
          <p:nvPr/>
        </p:nvSpPr>
        <p:spPr>
          <a:xfrm>
            <a:off x="1535093" y="3294507"/>
            <a:ext cx="171787" cy="0"/>
          </a:xfrm>
          <a:custGeom>
            <a:avLst/>
            <a:gdLst/>
            <a:ahLst/>
            <a:cxnLst/>
            <a:rect l="l" t="t" r="r" b="b"/>
            <a:pathLst>
              <a:path w="171787" h="0">
                <a:moveTo>
                  <a:pt x="17178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271" y="3150658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0" name="Editable path 12"/>
          <p:cNvSpPr/>
          <p:nvPr/>
        </p:nvSpPr>
        <p:spPr>
          <a:xfrm>
            <a:off x="1706880" y="2547051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13"/>
          <p:cNvSpPr/>
          <p:nvPr/>
        </p:nvSpPr>
        <p:spPr>
          <a:xfrm>
            <a:off x="1535093" y="2547051"/>
            <a:ext cx="171787" cy="0"/>
          </a:xfrm>
          <a:custGeom>
            <a:avLst/>
            <a:gdLst/>
            <a:ahLst/>
            <a:cxnLst/>
            <a:rect l="l" t="t" r="r" b="b"/>
            <a:pathLst>
              <a:path w="171787" h="0">
                <a:moveTo>
                  <a:pt x="17178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71" y="2403202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60</a:t>
            </a:r>
          </a:p>
        </p:txBody>
      </p:sp>
      <p:sp>
        <p:nvSpPr>
          <p:cNvPr id="23" name="Editable path 14"/>
          <p:cNvSpPr/>
          <p:nvPr/>
        </p:nvSpPr>
        <p:spPr>
          <a:xfrm>
            <a:off x="1706880" y="1799595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15"/>
          <p:cNvSpPr/>
          <p:nvPr/>
        </p:nvSpPr>
        <p:spPr>
          <a:xfrm>
            <a:off x="1535093" y="1799595"/>
            <a:ext cx="171787" cy="0"/>
          </a:xfrm>
          <a:custGeom>
            <a:avLst/>
            <a:gdLst/>
            <a:ahLst/>
            <a:cxnLst/>
            <a:rect l="l" t="t" r="r" b="b"/>
            <a:pathLst>
              <a:path w="171787" h="0">
                <a:moveTo>
                  <a:pt x="17178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71" y="1655747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80</a:t>
            </a:r>
          </a:p>
        </p:txBody>
      </p:sp>
      <p:sp>
        <p:nvSpPr>
          <p:cNvPr id="26" name="Editable path 16"/>
          <p:cNvSpPr/>
          <p:nvPr/>
        </p:nvSpPr>
        <p:spPr>
          <a:xfrm>
            <a:off x="1706880" y="1052139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17"/>
          <p:cNvSpPr/>
          <p:nvPr/>
        </p:nvSpPr>
        <p:spPr>
          <a:xfrm>
            <a:off x="1535093" y="1052139"/>
            <a:ext cx="171787" cy="0"/>
          </a:xfrm>
          <a:custGeom>
            <a:avLst/>
            <a:gdLst/>
            <a:ahLst/>
            <a:cxnLst/>
            <a:rect l="l" t="t" r="r" b="b"/>
            <a:pathLst>
              <a:path w="171787" h="0">
                <a:moveTo>
                  <a:pt x="171787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4754" y="908290"/>
            <a:ext cx="558309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-420607" y="2708449"/>
            <a:ext cx="2017127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Object roll (°)</a:t>
            </a:r>
          </a:p>
        </p:txBody>
      </p:sp>
      <p:sp>
        <p:nvSpPr>
          <p:cNvPr id="30" name="Editable path 18"/>
          <p:cNvSpPr/>
          <p:nvPr/>
        </p:nvSpPr>
        <p:spPr>
          <a:xfrm>
            <a:off x="1902474" y="3107643"/>
            <a:ext cx="2340137" cy="1681775"/>
          </a:xfrm>
          <a:custGeom>
            <a:avLst/>
            <a:gdLst/>
            <a:ahLst/>
            <a:cxnLst/>
            <a:rect l="l" t="t" r="r" b="b"/>
            <a:pathLst>
              <a:path w="2340137" h="1681775">
                <a:moveTo>
                  <a:pt x="0" y="1681775"/>
                </a:moveTo>
                <a:lnTo>
                  <a:pt x="670606" y="1676354"/>
                </a:lnTo>
                <a:lnTo>
                  <a:pt x="733476" y="1662380"/>
                </a:lnTo>
                <a:lnTo>
                  <a:pt x="792154" y="1638285"/>
                </a:lnTo>
                <a:lnTo>
                  <a:pt x="850832" y="1601759"/>
                </a:lnTo>
                <a:lnTo>
                  <a:pt x="909510" y="1551926"/>
                </a:lnTo>
                <a:lnTo>
                  <a:pt x="972379" y="1483622"/>
                </a:lnTo>
                <a:lnTo>
                  <a:pt x="1039440" y="1394515"/>
                </a:lnTo>
                <a:lnTo>
                  <a:pt x="1119074" y="1269304"/>
                </a:lnTo>
                <a:lnTo>
                  <a:pt x="1215474" y="1095525"/>
                </a:lnTo>
                <a:lnTo>
                  <a:pt x="1370552" y="789070"/>
                </a:lnTo>
                <a:lnTo>
                  <a:pt x="1525630" y="490527"/>
                </a:lnTo>
                <a:lnTo>
                  <a:pt x="1617838" y="335438"/>
                </a:lnTo>
                <a:lnTo>
                  <a:pt x="1697473" y="222468"/>
                </a:lnTo>
                <a:lnTo>
                  <a:pt x="1764533" y="145133"/>
                </a:lnTo>
                <a:lnTo>
                  <a:pt x="1827402" y="88468"/>
                </a:lnTo>
                <a:lnTo>
                  <a:pt x="1886081" y="49451"/>
                </a:lnTo>
                <a:lnTo>
                  <a:pt x="1944758" y="23093"/>
                </a:lnTo>
                <a:lnTo>
                  <a:pt x="2007628" y="7134"/>
                </a:lnTo>
                <a:lnTo>
                  <a:pt x="2083071" y="443"/>
                </a:lnTo>
                <a:lnTo>
                  <a:pt x="2313592" y="0"/>
                </a:lnTo>
                <a:lnTo>
                  <a:pt x="2340137" y="0"/>
                </a:lnTo>
              </a:path>
            </a:pathLst>
          </a:custGeom>
          <a:noFill/>
          <a:ln w="44173">
            <a:solidFill>
              <a:srgbClr val="FF9500">
                <a:alpha val="75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19"/>
          <p:cNvSpPr/>
          <p:nvPr/>
        </p:nvSpPr>
        <p:spPr>
          <a:xfrm>
            <a:off x="1902474" y="3134258"/>
            <a:ext cx="2340137" cy="1663409"/>
          </a:xfrm>
          <a:custGeom>
            <a:avLst/>
            <a:gdLst/>
            <a:ahLst/>
            <a:cxnLst/>
            <a:rect l="l" t="t" r="r" b="b"/>
            <a:pathLst>
              <a:path w="2340137" h="1663409">
                <a:moveTo>
                  <a:pt x="0" y="1658804"/>
                </a:moveTo>
                <a:lnTo>
                  <a:pt x="37721" y="1653025"/>
                </a:lnTo>
                <a:lnTo>
                  <a:pt x="62869" y="1653256"/>
                </a:lnTo>
                <a:lnTo>
                  <a:pt x="331112" y="1661925"/>
                </a:lnTo>
                <a:lnTo>
                  <a:pt x="343686" y="1661368"/>
                </a:lnTo>
                <a:lnTo>
                  <a:pt x="393981" y="1663409"/>
                </a:lnTo>
                <a:lnTo>
                  <a:pt x="427511" y="1661158"/>
                </a:lnTo>
                <a:lnTo>
                  <a:pt x="440085" y="1658307"/>
                </a:lnTo>
                <a:lnTo>
                  <a:pt x="448468" y="1652621"/>
                </a:lnTo>
                <a:lnTo>
                  <a:pt x="456851" y="1651329"/>
                </a:lnTo>
                <a:lnTo>
                  <a:pt x="469424" y="1646086"/>
                </a:lnTo>
                <a:lnTo>
                  <a:pt x="540676" y="1641436"/>
                </a:lnTo>
                <a:lnTo>
                  <a:pt x="574207" y="1649023"/>
                </a:lnTo>
                <a:lnTo>
                  <a:pt x="632885" y="1658462"/>
                </a:lnTo>
                <a:lnTo>
                  <a:pt x="645458" y="1658444"/>
                </a:lnTo>
                <a:lnTo>
                  <a:pt x="658032" y="1658570"/>
                </a:lnTo>
                <a:lnTo>
                  <a:pt x="670606" y="1654410"/>
                </a:lnTo>
                <a:lnTo>
                  <a:pt x="716711" y="1639856"/>
                </a:lnTo>
                <a:lnTo>
                  <a:pt x="725093" y="1631308"/>
                </a:lnTo>
                <a:lnTo>
                  <a:pt x="792154" y="1620931"/>
                </a:lnTo>
                <a:lnTo>
                  <a:pt x="808919" y="1612750"/>
                </a:lnTo>
                <a:lnTo>
                  <a:pt x="834067" y="1606081"/>
                </a:lnTo>
                <a:lnTo>
                  <a:pt x="850832" y="1596217"/>
                </a:lnTo>
                <a:lnTo>
                  <a:pt x="867597" y="1585457"/>
                </a:lnTo>
                <a:lnTo>
                  <a:pt x="884362" y="1576855"/>
                </a:lnTo>
                <a:lnTo>
                  <a:pt x="913701" y="1558149"/>
                </a:lnTo>
                <a:lnTo>
                  <a:pt x="993336" y="1488832"/>
                </a:lnTo>
                <a:lnTo>
                  <a:pt x="1005910" y="1480695"/>
                </a:lnTo>
                <a:lnTo>
                  <a:pt x="1026866" y="1470920"/>
                </a:lnTo>
                <a:lnTo>
                  <a:pt x="1064588" y="1441442"/>
                </a:lnTo>
                <a:lnTo>
                  <a:pt x="1077161" y="1431801"/>
                </a:lnTo>
                <a:lnTo>
                  <a:pt x="1093927" y="1397825"/>
                </a:lnTo>
                <a:lnTo>
                  <a:pt x="1119074" y="1311219"/>
                </a:lnTo>
                <a:lnTo>
                  <a:pt x="1152605" y="1205470"/>
                </a:lnTo>
                <a:lnTo>
                  <a:pt x="1357978" y="863565"/>
                </a:lnTo>
                <a:lnTo>
                  <a:pt x="1420847" y="774348"/>
                </a:lnTo>
                <a:lnTo>
                  <a:pt x="1445995" y="732488"/>
                </a:lnTo>
                <a:lnTo>
                  <a:pt x="1483717" y="691713"/>
                </a:lnTo>
                <a:lnTo>
                  <a:pt x="1513056" y="683649"/>
                </a:lnTo>
                <a:lnTo>
                  <a:pt x="1542395" y="674163"/>
                </a:lnTo>
                <a:lnTo>
                  <a:pt x="1596881" y="629545"/>
                </a:lnTo>
                <a:lnTo>
                  <a:pt x="1655560" y="510005"/>
                </a:lnTo>
                <a:lnTo>
                  <a:pt x="1693281" y="462217"/>
                </a:lnTo>
                <a:lnTo>
                  <a:pt x="1714238" y="417257"/>
                </a:lnTo>
                <a:lnTo>
                  <a:pt x="1756150" y="283003"/>
                </a:lnTo>
                <a:lnTo>
                  <a:pt x="1806446" y="128750"/>
                </a:lnTo>
                <a:lnTo>
                  <a:pt x="1823211" y="92647"/>
                </a:lnTo>
                <a:lnTo>
                  <a:pt x="1869315" y="39273"/>
                </a:lnTo>
                <a:lnTo>
                  <a:pt x="1898654" y="29220"/>
                </a:lnTo>
                <a:lnTo>
                  <a:pt x="1982480" y="6989"/>
                </a:lnTo>
                <a:lnTo>
                  <a:pt x="2007628" y="3651"/>
                </a:lnTo>
                <a:lnTo>
                  <a:pt x="2062115" y="109"/>
                </a:lnTo>
                <a:lnTo>
                  <a:pt x="2326166" y="1850"/>
                </a:lnTo>
                <a:lnTo>
                  <a:pt x="2340137" y="0"/>
                </a:lnTo>
              </a:path>
            </a:pathLst>
          </a:custGeom>
          <a:noFill/>
          <a:ln w="638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0"/>
          <p:cNvSpPr/>
          <p:nvPr/>
        </p:nvSpPr>
        <p:spPr>
          <a:xfrm>
            <a:off x="4144447" y="3036094"/>
            <a:ext cx="196328" cy="196328"/>
          </a:xfrm>
          <a:custGeom>
            <a:avLst/>
            <a:gdLst/>
            <a:ahLst/>
            <a:cxnLst/>
            <a:rect l="l" t="t" r="r" b="b"/>
            <a:pathLst>
              <a:path w="196328" h="196328">
                <a:moveTo>
                  <a:pt x="98164" y="196328"/>
                </a:moveTo>
                <a:lnTo>
                  <a:pt x="104647" y="196114"/>
                </a:lnTo>
                <a:lnTo>
                  <a:pt x="111067" y="195477"/>
                </a:lnTo>
                <a:lnTo>
                  <a:pt x="117404" y="194424"/>
                </a:lnTo>
                <a:lnTo>
                  <a:pt x="123640" y="192965"/>
                </a:lnTo>
                <a:lnTo>
                  <a:pt x="129754" y="191106"/>
                </a:lnTo>
                <a:lnTo>
                  <a:pt x="135730" y="188856"/>
                </a:lnTo>
                <a:lnTo>
                  <a:pt x="141546" y="186222"/>
                </a:lnTo>
                <a:lnTo>
                  <a:pt x="147184" y="183212"/>
                </a:lnTo>
                <a:lnTo>
                  <a:pt x="152626" y="179835"/>
                </a:lnTo>
                <a:lnTo>
                  <a:pt x="157851" y="176098"/>
                </a:lnTo>
                <a:lnTo>
                  <a:pt x="162841" y="172009"/>
                </a:lnTo>
                <a:lnTo>
                  <a:pt x="167577" y="167577"/>
                </a:lnTo>
                <a:lnTo>
                  <a:pt x="172009" y="162841"/>
                </a:lnTo>
                <a:lnTo>
                  <a:pt x="176098" y="157851"/>
                </a:lnTo>
                <a:lnTo>
                  <a:pt x="179835" y="152626"/>
                </a:lnTo>
                <a:lnTo>
                  <a:pt x="183212" y="147184"/>
                </a:lnTo>
                <a:lnTo>
                  <a:pt x="186222" y="141546"/>
                </a:lnTo>
                <a:lnTo>
                  <a:pt x="188856" y="135730"/>
                </a:lnTo>
                <a:lnTo>
                  <a:pt x="191106" y="129754"/>
                </a:lnTo>
                <a:lnTo>
                  <a:pt x="192965" y="123639"/>
                </a:lnTo>
                <a:lnTo>
                  <a:pt x="194425" y="117404"/>
                </a:lnTo>
                <a:lnTo>
                  <a:pt x="195477" y="111067"/>
                </a:lnTo>
                <a:lnTo>
                  <a:pt x="196114" y="104647"/>
                </a:lnTo>
                <a:lnTo>
                  <a:pt x="196328" y="98164"/>
                </a:lnTo>
                <a:lnTo>
                  <a:pt x="196114" y="91681"/>
                </a:lnTo>
                <a:lnTo>
                  <a:pt x="195477" y="85261"/>
                </a:lnTo>
                <a:lnTo>
                  <a:pt x="194425" y="78924"/>
                </a:lnTo>
                <a:lnTo>
                  <a:pt x="192965" y="72688"/>
                </a:lnTo>
                <a:lnTo>
                  <a:pt x="191106" y="66573"/>
                </a:lnTo>
                <a:lnTo>
                  <a:pt x="188856" y="60598"/>
                </a:lnTo>
                <a:lnTo>
                  <a:pt x="186222" y="54782"/>
                </a:lnTo>
                <a:lnTo>
                  <a:pt x="183212" y="49143"/>
                </a:lnTo>
                <a:lnTo>
                  <a:pt x="179835" y="43702"/>
                </a:lnTo>
                <a:lnTo>
                  <a:pt x="176098" y="38477"/>
                </a:lnTo>
                <a:lnTo>
                  <a:pt x="172009" y="33487"/>
                </a:lnTo>
                <a:lnTo>
                  <a:pt x="167577" y="28751"/>
                </a:lnTo>
                <a:lnTo>
                  <a:pt x="162841" y="24319"/>
                </a:lnTo>
                <a:lnTo>
                  <a:pt x="157851" y="20230"/>
                </a:lnTo>
                <a:lnTo>
                  <a:pt x="152626" y="16493"/>
                </a:lnTo>
                <a:lnTo>
                  <a:pt x="147184" y="13116"/>
                </a:lnTo>
                <a:lnTo>
                  <a:pt x="141546" y="10106"/>
                </a:lnTo>
                <a:lnTo>
                  <a:pt x="135730" y="7472"/>
                </a:lnTo>
                <a:lnTo>
                  <a:pt x="129754" y="5222"/>
                </a:lnTo>
                <a:lnTo>
                  <a:pt x="123640" y="3363"/>
                </a:lnTo>
                <a:lnTo>
                  <a:pt x="117404" y="1903"/>
                </a:lnTo>
                <a:lnTo>
                  <a:pt x="111067" y="851"/>
                </a:lnTo>
                <a:lnTo>
                  <a:pt x="104647" y="214"/>
                </a:lnTo>
                <a:lnTo>
                  <a:pt x="98164" y="0"/>
                </a:lnTo>
                <a:lnTo>
                  <a:pt x="91681" y="214"/>
                </a:lnTo>
                <a:lnTo>
                  <a:pt x="85261" y="851"/>
                </a:lnTo>
                <a:lnTo>
                  <a:pt x="78924" y="1903"/>
                </a:lnTo>
                <a:lnTo>
                  <a:pt x="72689" y="3363"/>
                </a:lnTo>
                <a:lnTo>
                  <a:pt x="66574" y="5222"/>
                </a:lnTo>
                <a:lnTo>
                  <a:pt x="60598" y="7472"/>
                </a:lnTo>
                <a:lnTo>
                  <a:pt x="54782" y="10106"/>
                </a:lnTo>
                <a:lnTo>
                  <a:pt x="49144" y="13116"/>
                </a:lnTo>
                <a:lnTo>
                  <a:pt x="43702" y="16493"/>
                </a:lnTo>
                <a:lnTo>
                  <a:pt x="38477" y="20230"/>
                </a:lnTo>
                <a:lnTo>
                  <a:pt x="33487" y="24319"/>
                </a:lnTo>
                <a:lnTo>
                  <a:pt x="28751" y="28751"/>
                </a:lnTo>
                <a:lnTo>
                  <a:pt x="24319" y="33487"/>
                </a:lnTo>
                <a:lnTo>
                  <a:pt x="20230" y="38477"/>
                </a:lnTo>
                <a:lnTo>
                  <a:pt x="16493" y="43702"/>
                </a:lnTo>
                <a:lnTo>
                  <a:pt x="13116" y="49143"/>
                </a:lnTo>
                <a:lnTo>
                  <a:pt x="10106" y="54782"/>
                </a:lnTo>
                <a:lnTo>
                  <a:pt x="7472" y="60598"/>
                </a:lnTo>
                <a:lnTo>
                  <a:pt x="5222" y="66573"/>
                </a:lnTo>
                <a:lnTo>
                  <a:pt x="3363" y="72688"/>
                </a:lnTo>
                <a:lnTo>
                  <a:pt x="1904" y="78924"/>
                </a:lnTo>
                <a:lnTo>
                  <a:pt x="851" y="85261"/>
                </a:lnTo>
                <a:lnTo>
                  <a:pt x="214" y="91681"/>
                </a:lnTo>
                <a:lnTo>
                  <a:pt x="0" y="98164"/>
                </a:lnTo>
                <a:lnTo>
                  <a:pt x="214" y="104647"/>
                </a:lnTo>
                <a:lnTo>
                  <a:pt x="851" y="111067"/>
                </a:lnTo>
                <a:lnTo>
                  <a:pt x="1904" y="117404"/>
                </a:lnTo>
                <a:lnTo>
                  <a:pt x="3363" y="123639"/>
                </a:lnTo>
                <a:lnTo>
                  <a:pt x="5222" y="129754"/>
                </a:lnTo>
                <a:lnTo>
                  <a:pt x="7472" y="135730"/>
                </a:lnTo>
                <a:lnTo>
                  <a:pt x="10106" y="141546"/>
                </a:lnTo>
                <a:lnTo>
                  <a:pt x="13116" y="147184"/>
                </a:lnTo>
                <a:lnTo>
                  <a:pt x="16493" y="152626"/>
                </a:lnTo>
                <a:lnTo>
                  <a:pt x="20230" y="157851"/>
                </a:lnTo>
                <a:lnTo>
                  <a:pt x="24319" y="162841"/>
                </a:lnTo>
                <a:lnTo>
                  <a:pt x="28751" y="167577"/>
                </a:lnTo>
                <a:lnTo>
                  <a:pt x="33487" y="172009"/>
                </a:lnTo>
                <a:lnTo>
                  <a:pt x="38477" y="176098"/>
                </a:lnTo>
                <a:lnTo>
                  <a:pt x="43702" y="179835"/>
                </a:lnTo>
                <a:lnTo>
                  <a:pt x="49144" y="183212"/>
                </a:lnTo>
                <a:lnTo>
                  <a:pt x="54782" y="186222"/>
                </a:lnTo>
                <a:lnTo>
                  <a:pt x="60598" y="188856"/>
                </a:lnTo>
                <a:lnTo>
                  <a:pt x="66574" y="191106"/>
                </a:lnTo>
                <a:lnTo>
                  <a:pt x="72689" y="192965"/>
                </a:lnTo>
                <a:lnTo>
                  <a:pt x="78924" y="194424"/>
                </a:lnTo>
                <a:lnTo>
                  <a:pt x="85261" y="195477"/>
                </a:lnTo>
                <a:lnTo>
                  <a:pt x="91681" y="196114"/>
                </a:lnTo>
                <a:lnTo>
                  <a:pt x="98164" y="196328"/>
                </a:lnTo>
                <a:close/>
              </a:path>
            </a:pathLst>
          </a:custGeom>
          <a:solidFill>
            <a:srgbClr val="FF9500"/>
          </a:solidFill>
          <a:ln w="490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1"/>
          <p:cNvSpPr/>
          <p:nvPr/>
        </p:nvSpPr>
        <p:spPr>
          <a:xfrm>
            <a:off x="1903871" y="1425867"/>
            <a:ext cx="3910474" cy="3363551"/>
          </a:xfrm>
          <a:custGeom>
            <a:avLst/>
            <a:gdLst/>
            <a:ahLst/>
            <a:cxnLst/>
            <a:rect l="l" t="t" r="r" b="b"/>
            <a:pathLst>
              <a:path w="3910474" h="3363551">
                <a:moveTo>
                  <a:pt x="0" y="3363551"/>
                </a:moveTo>
                <a:lnTo>
                  <a:pt x="733476" y="3358130"/>
                </a:lnTo>
                <a:lnTo>
                  <a:pt x="831273" y="3344122"/>
                </a:lnTo>
                <a:lnTo>
                  <a:pt x="922084" y="3319761"/>
                </a:lnTo>
                <a:lnTo>
                  <a:pt x="1005910" y="3285590"/>
                </a:lnTo>
                <a:lnTo>
                  <a:pt x="1089735" y="3238909"/>
                </a:lnTo>
                <a:lnTo>
                  <a:pt x="1173561" y="3178913"/>
                </a:lnTo>
                <a:lnTo>
                  <a:pt x="1257387" y="3105197"/>
                </a:lnTo>
                <a:lnTo>
                  <a:pt x="1348198" y="3009830"/>
                </a:lnTo>
                <a:lnTo>
                  <a:pt x="1439010" y="2898741"/>
                </a:lnTo>
                <a:lnTo>
                  <a:pt x="1543792" y="2752127"/>
                </a:lnTo>
                <a:lnTo>
                  <a:pt x="1655560" y="2576026"/>
                </a:lnTo>
                <a:lnTo>
                  <a:pt x="1781298" y="2357254"/>
                </a:lnTo>
                <a:lnTo>
                  <a:pt x="1941965" y="2053835"/>
                </a:lnTo>
                <a:lnTo>
                  <a:pt x="2235355" y="1469398"/>
                </a:lnTo>
                <a:lnTo>
                  <a:pt x="2444919" y="1065144"/>
                </a:lnTo>
                <a:lnTo>
                  <a:pt x="2584629" y="817876"/>
                </a:lnTo>
                <a:lnTo>
                  <a:pt x="2703382" y="628160"/>
                </a:lnTo>
                <a:lnTo>
                  <a:pt x="2808165" y="479533"/>
                </a:lnTo>
                <a:lnTo>
                  <a:pt x="2905961" y="358508"/>
                </a:lnTo>
                <a:lnTo>
                  <a:pt x="2996773" y="262403"/>
                </a:lnTo>
                <a:lnTo>
                  <a:pt x="3087584" y="182419"/>
                </a:lnTo>
                <a:lnTo>
                  <a:pt x="3171410" y="122875"/>
                </a:lnTo>
                <a:lnTo>
                  <a:pt x="3255236" y="76627"/>
                </a:lnTo>
                <a:lnTo>
                  <a:pt x="3339061" y="42853"/>
                </a:lnTo>
                <a:lnTo>
                  <a:pt x="3422887" y="20293"/>
                </a:lnTo>
                <a:lnTo>
                  <a:pt x="3520684" y="5807"/>
                </a:lnTo>
                <a:lnTo>
                  <a:pt x="3639437" y="244"/>
                </a:lnTo>
                <a:lnTo>
                  <a:pt x="3910474" y="0"/>
                </a:lnTo>
              </a:path>
            </a:pathLst>
          </a:custGeom>
          <a:noFill/>
          <a:ln w="44173">
            <a:solidFill>
              <a:srgbClr val="7C5AA6">
                <a:alpha val="75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2"/>
          <p:cNvSpPr/>
          <p:nvPr/>
        </p:nvSpPr>
        <p:spPr>
          <a:xfrm>
            <a:off x="1903871" y="1478960"/>
            <a:ext cx="3910474" cy="3320202"/>
          </a:xfrm>
          <a:custGeom>
            <a:avLst/>
            <a:gdLst/>
            <a:ahLst/>
            <a:cxnLst/>
            <a:rect l="l" t="t" r="r" b="b"/>
            <a:pathLst>
              <a:path w="3910474" h="3320202">
                <a:moveTo>
                  <a:pt x="0" y="3314151"/>
                </a:moveTo>
                <a:lnTo>
                  <a:pt x="34927" y="3309123"/>
                </a:lnTo>
                <a:lnTo>
                  <a:pt x="55884" y="3308093"/>
                </a:lnTo>
                <a:lnTo>
                  <a:pt x="97797" y="3306188"/>
                </a:lnTo>
                <a:lnTo>
                  <a:pt x="160666" y="3311511"/>
                </a:lnTo>
                <a:lnTo>
                  <a:pt x="223535" y="3316438"/>
                </a:lnTo>
                <a:lnTo>
                  <a:pt x="244492" y="3313852"/>
                </a:lnTo>
                <a:lnTo>
                  <a:pt x="293390" y="3320202"/>
                </a:lnTo>
                <a:lnTo>
                  <a:pt x="363245" y="3319688"/>
                </a:lnTo>
                <a:lnTo>
                  <a:pt x="433100" y="3316406"/>
                </a:lnTo>
                <a:lnTo>
                  <a:pt x="447071" y="3307919"/>
                </a:lnTo>
                <a:lnTo>
                  <a:pt x="516926" y="3296417"/>
                </a:lnTo>
                <a:lnTo>
                  <a:pt x="537882" y="3296291"/>
                </a:lnTo>
                <a:lnTo>
                  <a:pt x="593766" y="3308315"/>
                </a:lnTo>
                <a:lnTo>
                  <a:pt x="621708" y="3312693"/>
                </a:lnTo>
                <a:lnTo>
                  <a:pt x="635679" y="3308274"/>
                </a:lnTo>
                <a:lnTo>
                  <a:pt x="670606" y="3308584"/>
                </a:lnTo>
                <a:lnTo>
                  <a:pt x="698548" y="3308751"/>
                </a:lnTo>
                <a:lnTo>
                  <a:pt x="733476" y="3306839"/>
                </a:lnTo>
                <a:lnTo>
                  <a:pt x="754432" y="3301478"/>
                </a:lnTo>
                <a:lnTo>
                  <a:pt x="824287" y="3298179"/>
                </a:lnTo>
                <a:lnTo>
                  <a:pt x="845244" y="3293858"/>
                </a:lnTo>
                <a:lnTo>
                  <a:pt x="880171" y="3290078"/>
                </a:lnTo>
                <a:lnTo>
                  <a:pt x="922084" y="3281338"/>
                </a:lnTo>
                <a:lnTo>
                  <a:pt x="1033852" y="3246457"/>
                </a:lnTo>
                <a:lnTo>
                  <a:pt x="1117677" y="3202249"/>
                </a:lnTo>
                <a:lnTo>
                  <a:pt x="1166576" y="3181460"/>
                </a:lnTo>
                <a:lnTo>
                  <a:pt x="1187532" y="3160600"/>
                </a:lnTo>
                <a:lnTo>
                  <a:pt x="1257387" y="3119764"/>
                </a:lnTo>
                <a:lnTo>
                  <a:pt x="1278344" y="3111678"/>
                </a:lnTo>
                <a:lnTo>
                  <a:pt x="1334227" y="3062194"/>
                </a:lnTo>
                <a:lnTo>
                  <a:pt x="1355184" y="3013118"/>
                </a:lnTo>
                <a:lnTo>
                  <a:pt x="1383126" y="2940833"/>
                </a:lnTo>
                <a:lnTo>
                  <a:pt x="1432024" y="2866927"/>
                </a:lnTo>
                <a:lnTo>
                  <a:pt x="1473937" y="2806514"/>
                </a:lnTo>
                <a:lnTo>
                  <a:pt x="1522836" y="2730617"/>
                </a:lnTo>
                <a:lnTo>
                  <a:pt x="1543792" y="2709366"/>
                </a:lnTo>
                <a:lnTo>
                  <a:pt x="1571734" y="2687830"/>
                </a:lnTo>
                <a:lnTo>
                  <a:pt x="1697473" y="2536928"/>
                </a:lnTo>
                <a:lnTo>
                  <a:pt x="1718429" y="2509274"/>
                </a:lnTo>
                <a:lnTo>
                  <a:pt x="1767327" y="2431074"/>
                </a:lnTo>
                <a:lnTo>
                  <a:pt x="1788284" y="2395697"/>
                </a:lnTo>
                <a:lnTo>
                  <a:pt x="1809240" y="2371152"/>
                </a:lnTo>
                <a:lnTo>
                  <a:pt x="1851153" y="2337921"/>
                </a:lnTo>
                <a:lnTo>
                  <a:pt x="1879095" y="2328963"/>
                </a:lnTo>
                <a:lnTo>
                  <a:pt x="1893066" y="2310908"/>
                </a:lnTo>
                <a:lnTo>
                  <a:pt x="1955935" y="2174354"/>
                </a:lnTo>
                <a:lnTo>
                  <a:pt x="2004834" y="2080441"/>
                </a:lnTo>
                <a:lnTo>
                  <a:pt x="2032776" y="1992187"/>
                </a:lnTo>
                <a:lnTo>
                  <a:pt x="2123587" y="1664982"/>
                </a:lnTo>
                <a:lnTo>
                  <a:pt x="2165500" y="1584799"/>
                </a:lnTo>
                <a:lnTo>
                  <a:pt x="2193442" y="1538188"/>
                </a:lnTo>
                <a:lnTo>
                  <a:pt x="2340137" y="1265582"/>
                </a:lnTo>
                <a:lnTo>
                  <a:pt x="2354108" y="1245459"/>
                </a:lnTo>
                <a:lnTo>
                  <a:pt x="2416977" y="1133145"/>
                </a:lnTo>
                <a:lnTo>
                  <a:pt x="2479847" y="1024374"/>
                </a:lnTo>
                <a:lnTo>
                  <a:pt x="2591614" y="826474"/>
                </a:lnTo>
                <a:lnTo>
                  <a:pt x="2710368" y="650925"/>
                </a:lnTo>
                <a:lnTo>
                  <a:pt x="2857063" y="447678"/>
                </a:lnTo>
                <a:lnTo>
                  <a:pt x="2912947" y="369067"/>
                </a:lnTo>
                <a:lnTo>
                  <a:pt x="2954860" y="308247"/>
                </a:lnTo>
                <a:lnTo>
                  <a:pt x="2996773" y="228247"/>
                </a:lnTo>
                <a:lnTo>
                  <a:pt x="3010744" y="197213"/>
                </a:lnTo>
                <a:lnTo>
                  <a:pt x="3038686" y="187802"/>
                </a:lnTo>
                <a:lnTo>
                  <a:pt x="3052657" y="194713"/>
                </a:lnTo>
                <a:lnTo>
                  <a:pt x="3073613" y="199232"/>
                </a:lnTo>
                <a:lnTo>
                  <a:pt x="3101555" y="175620"/>
                </a:lnTo>
                <a:lnTo>
                  <a:pt x="3129497" y="127456"/>
                </a:lnTo>
                <a:lnTo>
                  <a:pt x="3157439" y="103546"/>
                </a:lnTo>
                <a:lnTo>
                  <a:pt x="3185381" y="88764"/>
                </a:lnTo>
                <a:lnTo>
                  <a:pt x="3199352" y="88571"/>
                </a:lnTo>
                <a:lnTo>
                  <a:pt x="3227294" y="79826"/>
                </a:lnTo>
                <a:lnTo>
                  <a:pt x="3248250" y="72740"/>
                </a:lnTo>
                <a:lnTo>
                  <a:pt x="3318105" y="37931"/>
                </a:lnTo>
                <a:lnTo>
                  <a:pt x="3339061" y="39101"/>
                </a:lnTo>
                <a:lnTo>
                  <a:pt x="3367003" y="30621"/>
                </a:lnTo>
                <a:lnTo>
                  <a:pt x="3450829" y="6275"/>
                </a:lnTo>
                <a:lnTo>
                  <a:pt x="3499727" y="0"/>
                </a:lnTo>
                <a:lnTo>
                  <a:pt x="3527669" y="13164"/>
                </a:lnTo>
                <a:lnTo>
                  <a:pt x="3541640" y="15917"/>
                </a:lnTo>
                <a:lnTo>
                  <a:pt x="3590539" y="22253"/>
                </a:lnTo>
                <a:lnTo>
                  <a:pt x="3604510" y="23526"/>
                </a:lnTo>
                <a:lnTo>
                  <a:pt x="3890914" y="10754"/>
                </a:lnTo>
                <a:lnTo>
                  <a:pt x="3910474" y="10629"/>
                </a:lnTo>
              </a:path>
            </a:pathLst>
          </a:custGeom>
          <a:noFill/>
          <a:ln w="6380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23"/>
          <p:cNvSpPr/>
          <p:nvPr/>
        </p:nvSpPr>
        <p:spPr>
          <a:xfrm>
            <a:off x="5716181" y="1391425"/>
            <a:ext cx="196328" cy="196329"/>
          </a:xfrm>
          <a:custGeom>
            <a:avLst/>
            <a:gdLst/>
            <a:ahLst/>
            <a:cxnLst/>
            <a:rect l="l" t="t" r="r" b="b"/>
            <a:pathLst>
              <a:path w="196328" h="196329">
                <a:moveTo>
                  <a:pt x="98164" y="196329"/>
                </a:moveTo>
                <a:lnTo>
                  <a:pt x="104647" y="196115"/>
                </a:lnTo>
                <a:lnTo>
                  <a:pt x="111067" y="195477"/>
                </a:lnTo>
                <a:lnTo>
                  <a:pt x="117404" y="194425"/>
                </a:lnTo>
                <a:lnTo>
                  <a:pt x="123639" y="192965"/>
                </a:lnTo>
                <a:lnTo>
                  <a:pt x="129754" y="191106"/>
                </a:lnTo>
                <a:lnTo>
                  <a:pt x="135730" y="188856"/>
                </a:lnTo>
                <a:lnTo>
                  <a:pt x="141546" y="186222"/>
                </a:lnTo>
                <a:lnTo>
                  <a:pt x="147184" y="183213"/>
                </a:lnTo>
                <a:lnTo>
                  <a:pt x="152626" y="179836"/>
                </a:lnTo>
                <a:lnTo>
                  <a:pt x="157851" y="176099"/>
                </a:lnTo>
                <a:lnTo>
                  <a:pt x="162841" y="172010"/>
                </a:lnTo>
                <a:lnTo>
                  <a:pt x="167577" y="167577"/>
                </a:lnTo>
                <a:lnTo>
                  <a:pt x="172009" y="162841"/>
                </a:lnTo>
                <a:lnTo>
                  <a:pt x="176098" y="157852"/>
                </a:lnTo>
                <a:lnTo>
                  <a:pt x="179835" y="152626"/>
                </a:lnTo>
                <a:lnTo>
                  <a:pt x="183212" y="147185"/>
                </a:lnTo>
                <a:lnTo>
                  <a:pt x="186222" y="141547"/>
                </a:lnTo>
                <a:lnTo>
                  <a:pt x="188856" y="135730"/>
                </a:lnTo>
                <a:lnTo>
                  <a:pt x="191106" y="129755"/>
                </a:lnTo>
                <a:lnTo>
                  <a:pt x="192965" y="123640"/>
                </a:lnTo>
                <a:lnTo>
                  <a:pt x="194424" y="117404"/>
                </a:lnTo>
                <a:lnTo>
                  <a:pt x="195477" y="111067"/>
                </a:lnTo>
                <a:lnTo>
                  <a:pt x="196114" y="104648"/>
                </a:lnTo>
                <a:lnTo>
                  <a:pt x="196328" y="98164"/>
                </a:lnTo>
                <a:lnTo>
                  <a:pt x="196114" y="91681"/>
                </a:lnTo>
                <a:lnTo>
                  <a:pt x="195477" y="85262"/>
                </a:lnTo>
                <a:lnTo>
                  <a:pt x="194424" y="78925"/>
                </a:lnTo>
                <a:lnTo>
                  <a:pt x="192965" y="72689"/>
                </a:lnTo>
                <a:lnTo>
                  <a:pt x="191106" y="66574"/>
                </a:lnTo>
                <a:lnTo>
                  <a:pt x="188856" y="60599"/>
                </a:lnTo>
                <a:lnTo>
                  <a:pt x="186222" y="54783"/>
                </a:lnTo>
                <a:lnTo>
                  <a:pt x="183212" y="49144"/>
                </a:lnTo>
                <a:lnTo>
                  <a:pt x="179835" y="43703"/>
                </a:lnTo>
                <a:lnTo>
                  <a:pt x="176098" y="38478"/>
                </a:lnTo>
                <a:lnTo>
                  <a:pt x="172009" y="33488"/>
                </a:lnTo>
                <a:lnTo>
                  <a:pt x="167577" y="28752"/>
                </a:lnTo>
                <a:lnTo>
                  <a:pt x="162841" y="24319"/>
                </a:lnTo>
                <a:lnTo>
                  <a:pt x="157851" y="20231"/>
                </a:lnTo>
                <a:lnTo>
                  <a:pt x="152626" y="16494"/>
                </a:lnTo>
                <a:lnTo>
                  <a:pt x="147184" y="13116"/>
                </a:lnTo>
                <a:lnTo>
                  <a:pt x="141546" y="10107"/>
                </a:lnTo>
                <a:lnTo>
                  <a:pt x="135730" y="7473"/>
                </a:lnTo>
                <a:lnTo>
                  <a:pt x="129754" y="5223"/>
                </a:lnTo>
                <a:lnTo>
                  <a:pt x="123639" y="3364"/>
                </a:lnTo>
                <a:lnTo>
                  <a:pt x="117404" y="1904"/>
                </a:lnTo>
                <a:lnTo>
                  <a:pt x="111067" y="852"/>
                </a:lnTo>
                <a:lnTo>
                  <a:pt x="104647" y="214"/>
                </a:lnTo>
                <a:lnTo>
                  <a:pt x="98164" y="0"/>
                </a:lnTo>
                <a:lnTo>
                  <a:pt x="91681" y="214"/>
                </a:lnTo>
                <a:lnTo>
                  <a:pt x="85261" y="852"/>
                </a:lnTo>
                <a:lnTo>
                  <a:pt x="78924" y="1904"/>
                </a:lnTo>
                <a:lnTo>
                  <a:pt x="72688" y="3364"/>
                </a:lnTo>
                <a:lnTo>
                  <a:pt x="66573" y="5223"/>
                </a:lnTo>
                <a:lnTo>
                  <a:pt x="60598" y="7473"/>
                </a:lnTo>
                <a:lnTo>
                  <a:pt x="54782" y="10107"/>
                </a:lnTo>
                <a:lnTo>
                  <a:pt x="49143" y="13116"/>
                </a:lnTo>
                <a:lnTo>
                  <a:pt x="43702" y="16494"/>
                </a:lnTo>
                <a:lnTo>
                  <a:pt x="38477" y="20231"/>
                </a:lnTo>
                <a:lnTo>
                  <a:pt x="33487" y="24319"/>
                </a:lnTo>
                <a:lnTo>
                  <a:pt x="28751" y="28752"/>
                </a:lnTo>
                <a:lnTo>
                  <a:pt x="24319" y="33488"/>
                </a:lnTo>
                <a:lnTo>
                  <a:pt x="20230" y="38478"/>
                </a:lnTo>
                <a:lnTo>
                  <a:pt x="16493" y="43703"/>
                </a:lnTo>
                <a:lnTo>
                  <a:pt x="13116" y="49144"/>
                </a:lnTo>
                <a:lnTo>
                  <a:pt x="10106" y="54783"/>
                </a:lnTo>
                <a:lnTo>
                  <a:pt x="7472" y="60599"/>
                </a:lnTo>
                <a:lnTo>
                  <a:pt x="5222" y="66574"/>
                </a:lnTo>
                <a:lnTo>
                  <a:pt x="3363" y="72689"/>
                </a:lnTo>
                <a:lnTo>
                  <a:pt x="1904" y="78925"/>
                </a:lnTo>
                <a:lnTo>
                  <a:pt x="851" y="85262"/>
                </a:lnTo>
                <a:lnTo>
                  <a:pt x="214" y="91681"/>
                </a:lnTo>
                <a:lnTo>
                  <a:pt x="0" y="98164"/>
                </a:lnTo>
                <a:lnTo>
                  <a:pt x="214" y="104648"/>
                </a:lnTo>
                <a:lnTo>
                  <a:pt x="851" y="111067"/>
                </a:lnTo>
                <a:lnTo>
                  <a:pt x="1904" y="117404"/>
                </a:lnTo>
                <a:lnTo>
                  <a:pt x="3363" y="123640"/>
                </a:lnTo>
                <a:lnTo>
                  <a:pt x="5222" y="129755"/>
                </a:lnTo>
                <a:lnTo>
                  <a:pt x="7472" y="135730"/>
                </a:lnTo>
                <a:lnTo>
                  <a:pt x="10106" y="141547"/>
                </a:lnTo>
                <a:lnTo>
                  <a:pt x="13116" y="147185"/>
                </a:lnTo>
                <a:lnTo>
                  <a:pt x="16493" y="152626"/>
                </a:lnTo>
                <a:lnTo>
                  <a:pt x="20230" y="157852"/>
                </a:lnTo>
                <a:lnTo>
                  <a:pt x="24319" y="162841"/>
                </a:lnTo>
                <a:lnTo>
                  <a:pt x="28751" y="167577"/>
                </a:lnTo>
                <a:lnTo>
                  <a:pt x="33487" y="172010"/>
                </a:lnTo>
                <a:lnTo>
                  <a:pt x="38477" y="176099"/>
                </a:lnTo>
                <a:lnTo>
                  <a:pt x="43702" y="179836"/>
                </a:lnTo>
                <a:lnTo>
                  <a:pt x="49143" y="183213"/>
                </a:lnTo>
                <a:lnTo>
                  <a:pt x="54782" y="186222"/>
                </a:lnTo>
                <a:lnTo>
                  <a:pt x="60598" y="188856"/>
                </a:lnTo>
                <a:lnTo>
                  <a:pt x="66573" y="191106"/>
                </a:lnTo>
                <a:lnTo>
                  <a:pt x="72688" y="192965"/>
                </a:lnTo>
                <a:lnTo>
                  <a:pt x="78924" y="194425"/>
                </a:lnTo>
                <a:lnTo>
                  <a:pt x="85261" y="195477"/>
                </a:lnTo>
                <a:lnTo>
                  <a:pt x="91681" y="196115"/>
                </a:lnTo>
                <a:lnTo>
                  <a:pt x="98164" y="196329"/>
                </a:lnTo>
                <a:close/>
              </a:path>
            </a:pathLst>
          </a:custGeom>
          <a:solidFill>
            <a:srgbClr val="7C5AA6"/>
          </a:solidFill>
          <a:ln w="490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24"/>
          <p:cNvSpPr/>
          <p:nvPr/>
        </p:nvSpPr>
        <p:spPr>
          <a:xfrm>
            <a:off x="1706880" y="940021"/>
            <a:ext cx="0" cy="3961516"/>
          </a:xfrm>
          <a:custGeom>
            <a:avLst/>
            <a:gdLst/>
            <a:ahLst/>
            <a:cxnLst/>
            <a:rect l="l" t="t" r="r" b="b"/>
            <a:pathLst>
              <a:path w="0" h="3961516">
                <a:moveTo>
                  <a:pt x="0" y="3961516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path 25"/>
          <p:cNvSpPr/>
          <p:nvPr/>
        </p:nvSpPr>
        <p:spPr>
          <a:xfrm>
            <a:off x="6009938" y="940021"/>
            <a:ext cx="0" cy="3961516"/>
          </a:xfrm>
          <a:custGeom>
            <a:avLst/>
            <a:gdLst/>
            <a:ahLst/>
            <a:cxnLst/>
            <a:rect l="l" t="t" r="r" b="b"/>
            <a:pathLst>
              <a:path w="0" h="3961516">
                <a:moveTo>
                  <a:pt x="0" y="3961516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26"/>
          <p:cNvSpPr/>
          <p:nvPr/>
        </p:nvSpPr>
        <p:spPr>
          <a:xfrm>
            <a:off x="1706880" y="4901537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27"/>
          <p:cNvSpPr/>
          <p:nvPr/>
        </p:nvSpPr>
        <p:spPr>
          <a:xfrm>
            <a:off x="1706880" y="940021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49024" y="2627662"/>
            <a:ext cx="52640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FF9500"/>
                </a:solidFill>
                <a:latin typeface="Times New Roman"/>
              </a:rPr>
              <a:t>45°</a:t>
            </a:r>
          </a:p>
        </p:txBody>
      </p:sp>
      <p:sp>
        <p:nvSpPr>
          <p:cNvPr id="41" name="Editable path 28"/>
          <p:cNvSpPr/>
          <p:nvPr/>
        </p:nvSpPr>
        <p:spPr>
          <a:xfrm>
            <a:off x="7645101" y="940021"/>
            <a:ext cx="4303058" cy="3961516"/>
          </a:xfrm>
          <a:custGeom>
            <a:avLst/>
            <a:gdLst/>
            <a:ahLst/>
            <a:cxnLst/>
            <a:rect l="l" t="t" r="r" b="b"/>
            <a:pathLst>
              <a:path w="4303058" h="3961516">
                <a:moveTo>
                  <a:pt x="0" y="0"/>
                </a:moveTo>
                <a:lnTo>
                  <a:pt x="4303058" y="0"/>
                </a:lnTo>
                <a:lnTo>
                  <a:pt x="4303058" y="3961516"/>
                </a:lnTo>
                <a:lnTo>
                  <a:pt x="0" y="396151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20758" y="982993"/>
            <a:ext cx="52640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7C5AA6"/>
                </a:solidFill>
                <a:latin typeface="Times New Roman"/>
              </a:rPr>
              <a:t>90°</a:t>
            </a:r>
          </a:p>
        </p:txBody>
      </p:sp>
      <p:sp>
        <p:nvSpPr>
          <p:cNvPr id="43" name="Editable path 29"/>
          <p:cNvSpPr/>
          <p:nvPr/>
        </p:nvSpPr>
        <p:spPr>
          <a:xfrm>
            <a:off x="7840694" y="4901537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306570" y="356215"/>
            <a:ext cx="3169212" cy="424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82" b="0" i="0">
                <a:solidFill>
                  <a:srgbClr val="2B2B2B"/>
                </a:solidFill>
                <a:latin typeface="Times New Roman"/>
              </a:rPr>
              <a:t>(a) Geometric teacher</a:t>
            </a:r>
          </a:p>
        </p:txBody>
      </p:sp>
      <p:sp>
        <p:nvSpPr>
          <p:cNvPr id="45" name="Editable path 30"/>
          <p:cNvSpPr/>
          <p:nvPr/>
        </p:nvSpPr>
        <p:spPr>
          <a:xfrm>
            <a:off x="9007720" y="4901537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60936" y="5218600"/>
            <a:ext cx="239275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7" name="Editable path 31"/>
          <p:cNvSpPr/>
          <p:nvPr/>
        </p:nvSpPr>
        <p:spPr>
          <a:xfrm>
            <a:off x="10174746" y="4901537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48203" y="5218600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49" name="Editable path 32"/>
          <p:cNvSpPr/>
          <p:nvPr/>
        </p:nvSpPr>
        <p:spPr>
          <a:xfrm>
            <a:off x="11341772" y="4901537"/>
            <a:ext cx="0" cy="171787"/>
          </a:xfrm>
          <a:custGeom>
            <a:avLst/>
            <a:gdLst/>
            <a:ahLst/>
            <a:cxnLst/>
            <a:rect l="l" t="t" r="r" b="b"/>
            <a:pathLst>
              <a:path w="0" h="171787">
                <a:moveTo>
                  <a:pt x="0" y="0"/>
                </a:moveTo>
                <a:lnTo>
                  <a:pt x="0" y="171787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15229" y="5218600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51" name="Editable path 33"/>
          <p:cNvSpPr/>
          <p:nvPr/>
        </p:nvSpPr>
        <p:spPr>
          <a:xfrm>
            <a:off x="7645101" y="4789418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182255" y="5218600"/>
            <a:ext cx="398792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53" name="Editable path 34"/>
          <p:cNvSpPr/>
          <p:nvPr/>
        </p:nvSpPr>
        <p:spPr>
          <a:xfrm>
            <a:off x="7473313" y="4789418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07922" y="5703901"/>
            <a:ext cx="2461713" cy="412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05" b="0" i="0">
                <a:solidFill>
                  <a:srgbClr val="2B2B2B"/>
                </a:solidFill>
                <a:latin typeface="Times New Roman"/>
              </a:rPr>
              <a:t>Time after lift (s)</a:t>
            </a:r>
          </a:p>
        </p:txBody>
      </p:sp>
      <p:sp>
        <p:nvSpPr>
          <p:cNvPr id="55" name="Editable path 35"/>
          <p:cNvSpPr/>
          <p:nvPr/>
        </p:nvSpPr>
        <p:spPr>
          <a:xfrm>
            <a:off x="7645101" y="4041963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36"/>
          <p:cNvSpPr/>
          <p:nvPr/>
        </p:nvSpPr>
        <p:spPr>
          <a:xfrm>
            <a:off x="7473313" y="4041963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7"/>
          <p:cNvSpPr/>
          <p:nvPr/>
        </p:nvSpPr>
        <p:spPr>
          <a:xfrm>
            <a:off x="7645101" y="3294507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38"/>
          <p:cNvSpPr/>
          <p:nvPr/>
        </p:nvSpPr>
        <p:spPr>
          <a:xfrm>
            <a:off x="7473313" y="3294507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39"/>
          <p:cNvSpPr/>
          <p:nvPr/>
        </p:nvSpPr>
        <p:spPr>
          <a:xfrm>
            <a:off x="7645101" y="2547051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40"/>
          <p:cNvSpPr/>
          <p:nvPr/>
        </p:nvSpPr>
        <p:spPr>
          <a:xfrm>
            <a:off x="7473313" y="2547051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Editable path 41"/>
          <p:cNvSpPr/>
          <p:nvPr/>
        </p:nvSpPr>
        <p:spPr>
          <a:xfrm>
            <a:off x="7645101" y="1799595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Editable path 42"/>
          <p:cNvSpPr/>
          <p:nvPr/>
        </p:nvSpPr>
        <p:spPr>
          <a:xfrm>
            <a:off x="7473313" y="1799595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43"/>
          <p:cNvSpPr/>
          <p:nvPr/>
        </p:nvSpPr>
        <p:spPr>
          <a:xfrm>
            <a:off x="7645101" y="1052139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39265">
            <a:solidFill>
              <a:srgbClr val="B0B0B0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Editable path 44"/>
          <p:cNvSpPr/>
          <p:nvPr/>
        </p:nvSpPr>
        <p:spPr>
          <a:xfrm>
            <a:off x="7473313" y="1052139"/>
            <a:ext cx="171788" cy="0"/>
          </a:xfrm>
          <a:custGeom>
            <a:avLst/>
            <a:gdLst/>
            <a:ahLst/>
            <a:cxnLst/>
            <a:rect l="l" t="t" r="r" b="b"/>
            <a:pathLst>
              <a:path w="171788" h="0">
                <a:moveTo>
                  <a:pt x="171788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3926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Editable path 45"/>
          <p:cNvSpPr/>
          <p:nvPr/>
        </p:nvSpPr>
        <p:spPr>
          <a:xfrm>
            <a:off x="7840694" y="4228826"/>
            <a:ext cx="3911871" cy="560592"/>
          </a:xfrm>
          <a:custGeom>
            <a:avLst/>
            <a:gdLst/>
            <a:ahLst/>
            <a:cxnLst/>
            <a:rect l="l" t="t" r="r" b="b"/>
            <a:pathLst>
              <a:path w="3911871" h="560592">
                <a:moveTo>
                  <a:pt x="0" y="560592"/>
                </a:moveTo>
                <a:lnTo>
                  <a:pt x="1204371" y="555485"/>
                </a:lnTo>
                <a:lnTo>
                  <a:pt x="1372423" y="540839"/>
                </a:lnTo>
                <a:lnTo>
                  <a:pt x="1526470" y="516406"/>
                </a:lnTo>
                <a:lnTo>
                  <a:pt x="1680518" y="480979"/>
                </a:lnTo>
                <a:lnTo>
                  <a:pt x="1848570" y="430879"/>
                </a:lnTo>
                <a:lnTo>
                  <a:pt x="2051632" y="358067"/>
                </a:lnTo>
                <a:lnTo>
                  <a:pt x="2723839" y="106101"/>
                </a:lnTo>
                <a:lnTo>
                  <a:pt x="2891890" y="61094"/>
                </a:lnTo>
                <a:lnTo>
                  <a:pt x="3045938" y="30960"/>
                </a:lnTo>
                <a:lnTo>
                  <a:pt x="3199985" y="11799"/>
                </a:lnTo>
                <a:lnTo>
                  <a:pt x="3368037" y="2010"/>
                </a:lnTo>
                <a:lnTo>
                  <a:pt x="3620115" y="0"/>
                </a:lnTo>
                <a:lnTo>
                  <a:pt x="3911871" y="0"/>
                </a:lnTo>
              </a:path>
            </a:pathLst>
          </a:custGeom>
          <a:noFill/>
          <a:ln w="44173">
            <a:solidFill>
              <a:srgbClr val="FF9500">
                <a:alpha val="75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6"/>
          <p:cNvSpPr/>
          <p:nvPr/>
        </p:nvSpPr>
        <p:spPr>
          <a:xfrm>
            <a:off x="7840694" y="4285715"/>
            <a:ext cx="3911871" cy="498897"/>
          </a:xfrm>
          <a:custGeom>
            <a:avLst/>
            <a:gdLst/>
            <a:ahLst/>
            <a:cxnLst/>
            <a:rect l="l" t="t" r="r" b="b"/>
            <a:pathLst>
              <a:path w="3911871" h="498897">
                <a:moveTo>
                  <a:pt x="0" y="498895"/>
                </a:moveTo>
                <a:lnTo>
                  <a:pt x="70022" y="498267"/>
                </a:lnTo>
                <a:lnTo>
                  <a:pt x="182057" y="497692"/>
                </a:lnTo>
                <a:lnTo>
                  <a:pt x="238074" y="493898"/>
                </a:lnTo>
                <a:lnTo>
                  <a:pt x="329101" y="492979"/>
                </a:lnTo>
                <a:lnTo>
                  <a:pt x="357110" y="492733"/>
                </a:lnTo>
                <a:lnTo>
                  <a:pt x="434134" y="490093"/>
                </a:lnTo>
                <a:lnTo>
                  <a:pt x="462143" y="489437"/>
                </a:lnTo>
                <a:lnTo>
                  <a:pt x="798246" y="498897"/>
                </a:lnTo>
                <a:lnTo>
                  <a:pt x="1036320" y="492051"/>
                </a:lnTo>
                <a:lnTo>
                  <a:pt x="1092337" y="494720"/>
                </a:lnTo>
                <a:lnTo>
                  <a:pt x="1260388" y="484325"/>
                </a:lnTo>
                <a:lnTo>
                  <a:pt x="1288397" y="486226"/>
                </a:lnTo>
                <a:lnTo>
                  <a:pt x="1379425" y="481438"/>
                </a:lnTo>
                <a:lnTo>
                  <a:pt x="1652509" y="450847"/>
                </a:lnTo>
                <a:lnTo>
                  <a:pt x="1925593" y="375447"/>
                </a:lnTo>
                <a:lnTo>
                  <a:pt x="2016621" y="332497"/>
                </a:lnTo>
                <a:lnTo>
                  <a:pt x="2058634" y="315106"/>
                </a:lnTo>
                <a:lnTo>
                  <a:pt x="2086643" y="298728"/>
                </a:lnTo>
                <a:lnTo>
                  <a:pt x="2212682" y="259221"/>
                </a:lnTo>
                <a:lnTo>
                  <a:pt x="2233688" y="251760"/>
                </a:lnTo>
                <a:lnTo>
                  <a:pt x="2303709" y="228041"/>
                </a:lnTo>
                <a:lnTo>
                  <a:pt x="2569791" y="139069"/>
                </a:lnTo>
                <a:lnTo>
                  <a:pt x="2737843" y="81792"/>
                </a:lnTo>
                <a:lnTo>
                  <a:pt x="2954910" y="25242"/>
                </a:lnTo>
                <a:lnTo>
                  <a:pt x="3094953" y="6892"/>
                </a:lnTo>
                <a:lnTo>
                  <a:pt x="3234996" y="0"/>
                </a:lnTo>
                <a:lnTo>
                  <a:pt x="3347031" y="4177"/>
                </a:lnTo>
                <a:lnTo>
                  <a:pt x="3466067" y="11594"/>
                </a:lnTo>
                <a:lnTo>
                  <a:pt x="3557096" y="15210"/>
                </a:lnTo>
                <a:lnTo>
                  <a:pt x="3599108" y="15029"/>
                </a:lnTo>
                <a:lnTo>
                  <a:pt x="3732149" y="16619"/>
                </a:lnTo>
                <a:lnTo>
                  <a:pt x="3837182" y="23862"/>
                </a:lnTo>
                <a:lnTo>
                  <a:pt x="3886196" y="26771"/>
                </a:lnTo>
                <a:lnTo>
                  <a:pt x="3911871" y="24366"/>
                </a:lnTo>
              </a:path>
            </a:pathLst>
          </a:custGeom>
          <a:noFill/>
          <a:ln w="6380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Editable path 47"/>
          <p:cNvSpPr/>
          <p:nvPr/>
        </p:nvSpPr>
        <p:spPr>
          <a:xfrm>
            <a:off x="11654401" y="4211917"/>
            <a:ext cx="196329" cy="196328"/>
          </a:xfrm>
          <a:custGeom>
            <a:avLst/>
            <a:gdLst/>
            <a:ahLst/>
            <a:cxnLst/>
            <a:rect l="l" t="t" r="r" b="b"/>
            <a:pathLst>
              <a:path w="196329" h="196328">
                <a:moveTo>
                  <a:pt x="98164" y="196328"/>
                </a:moveTo>
                <a:lnTo>
                  <a:pt x="104647" y="196114"/>
                </a:lnTo>
                <a:lnTo>
                  <a:pt x="111067" y="195477"/>
                </a:lnTo>
                <a:lnTo>
                  <a:pt x="117404" y="194425"/>
                </a:lnTo>
                <a:lnTo>
                  <a:pt x="123640" y="192965"/>
                </a:lnTo>
                <a:lnTo>
                  <a:pt x="129755" y="191106"/>
                </a:lnTo>
                <a:lnTo>
                  <a:pt x="135730" y="188856"/>
                </a:lnTo>
                <a:lnTo>
                  <a:pt x="141546" y="186222"/>
                </a:lnTo>
                <a:lnTo>
                  <a:pt x="147185" y="183213"/>
                </a:lnTo>
                <a:lnTo>
                  <a:pt x="152626" y="179836"/>
                </a:lnTo>
                <a:lnTo>
                  <a:pt x="157851" y="176099"/>
                </a:lnTo>
                <a:lnTo>
                  <a:pt x="162841" y="172010"/>
                </a:lnTo>
                <a:lnTo>
                  <a:pt x="167577" y="167577"/>
                </a:lnTo>
                <a:lnTo>
                  <a:pt x="172010" y="162841"/>
                </a:lnTo>
                <a:lnTo>
                  <a:pt x="176099" y="157851"/>
                </a:lnTo>
                <a:lnTo>
                  <a:pt x="179835" y="152626"/>
                </a:lnTo>
                <a:lnTo>
                  <a:pt x="183213" y="147185"/>
                </a:lnTo>
                <a:lnTo>
                  <a:pt x="186222" y="141547"/>
                </a:lnTo>
                <a:lnTo>
                  <a:pt x="188856" y="135730"/>
                </a:lnTo>
                <a:lnTo>
                  <a:pt x="191106" y="129755"/>
                </a:lnTo>
                <a:lnTo>
                  <a:pt x="192965" y="123640"/>
                </a:lnTo>
                <a:lnTo>
                  <a:pt x="194425" y="117404"/>
                </a:lnTo>
                <a:lnTo>
                  <a:pt x="195477" y="111067"/>
                </a:lnTo>
                <a:lnTo>
                  <a:pt x="196114" y="104647"/>
                </a:lnTo>
                <a:lnTo>
                  <a:pt x="196329" y="98164"/>
                </a:lnTo>
                <a:lnTo>
                  <a:pt x="196114" y="91681"/>
                </a:lnTo>
                <a:lnTo>
                  <a:pt x="195477" y="85262"/>
                </a:lnTo>
                <a:lnTo>
                  <a:pt x="194425" y="78925"/>
                </a:lnTo>
                <a:lnTo>
                  <a:pt x="192965" y="72689"/>
                </a:lnTo>
                <a:lnTo>
                  <a:pt x="191106" y="66574"/>
                </a:lnTo>
                <a:lnTo>
                  <a:pt x="188856" y="60599"/>
                </a:lnTo>
                <a:lnTo>
                  <a:pt x="186222" y="54783"/>
                </a:lnTo>
                <a:lnTo>
                  <a:pt x="183213" y="49144"/>
                </a:lnTo>
                <a:lnTo>
                  <a:pt x="179835" y="43703"/>
                </a:lnTo>
                <a:lnTo>
                  <a:pt x="176099" y="38478"/>
                </a:lnTo>
                <a:lnTo>
                  <a:pt x="172010" y="33488"/>
                </a:lnTo>
                <a:lnTo>
                  <a:pt x="167577" y="28752"/>
                </a:lnTo>
                <a:lnTo>
                  <a:pt x="162841" y="24319"/>
                </a:lnTo>
                <a:lnTo>
                  <a:pt x="157851" y="20230"/>
                </a:lnTo>
                <a:lnTo>
                  <a:pt x="152626" y="16493"/>
                </a:lnTo>
                <a:lnTo>
                  <a:pt x="147185" y="13116"/>
                </a:lnTo>
                <a:lnTo>
                  <a:pt x="141546" y="10107"/>
                </a:lnTo>
                <a:lnTo>
                  <a:pt x="135730" y="7473"/>
                </a:lnTo>
                <a:lnTo>
                  <a:pt x="129755" y="5222"/>
                </a:lnTo>
                <a:lnTo>
                  <a:pt x="123640" y="3363"/>
                </a:lnTo>
                <a:lnTo>
                  <a:pt x="117404" y="1904"/>
                </a:lnTo>
                <a:lnTo>
                  <a:pt x="111067" y="851"/>
                </a:lnTo>
                <a:lnTo>
                  <a:pt x="104647" y="214"/>
                </a:lnTo>
                <a:lnTo>
                  <a:pt x="98164" y="0"/>
                </a:lnTo>
                <a:lnTo>
                  <a:pt x="91681" y="214"/>
                </a:lnTo>
                <a:lnTo>
                  <a:pt x="85262" y="851"/>
                </a:lnTo>
                <a:lnTo>
                  <a:pt x="78924" y="1904"/>
                </a:lnTo>
                <a:lnTo>
                  <a:pt x="72689" y="3363"/>
                </a:lnTo>
                <a:lnTo>
                  <a:pt x="66574" y="5222"/>
                </a:lnTo>
                <a:lnTo>
                  <a:pt x="60598" y="7473"/>
                </a:lnTo>
                <a:lnTo>
                  <a:pt x="54782" y="10107"/>
                </a:lnTo>
                <a:lnTo>
                  <a:pt x="49144" y="13116"/>
                </a:lnTo>
                <a:lnTo>
                  <a:pt x="43702" y="16493"/>
                </a:lnTo>
                <a:lnTo>
                  <a:pt x="38477" y="20230"/>
                </a:lnTo>
                <a:lnTo>
                  <a:pt x="33487" y="24319"/>
                </a:lnTo>
                <a:lnTo>
                  <a:pt x="28752" y="28752"/>
                </a:lnTo>
                <a:lnTo>
                  <a:pt x="24319" y="33488"/>
                </a:lnTo>
                <a:lnTo>
                  <a:pt x="20230" y="38478"/>
                </a:lnTo>
                <a:lnTo>
                  <a:pt x="16493" y="43703"/>
                </a:lnTo>
                <a:lnTo>
                  <a:pt x="13116" y="49144"/>
                </a:lnTo>
                <a:lnTo>
                  <a:pt x="10106" y="54783"/>
                </a:lnTo>
                <a:lnTo>
                  <a:pt x="7473" y="60599"/>
                </a:lnTo>
                <a:lnTo>
                  <a:pt x="5222" y="66574"/>
                </a:lnTo>
                <a:lnTo>
                  <a:pt x="3363" y="72689"/>
                </a:lnTo>
                <a:lnTo>
                  <a:pt x="1904" y="78925"/>
                </a:lnTo>
                <a:lnTo>
                  <a:pt x="852" y="85262"/>
                </a:lnTo>
                <a:lnTo>
                  <a:pt x="214" y="91681"/>
                </a:lnTo>
                <a:lnTo>
                  <a:pt x="0" y="98164"/>
                </a:lnTo>
                <a:lnTo>
                  <a:pt x="214" y="104647"/>
                </a:lnTo>
                <a:lnTo>
                  <a:pt x="852" y="111067"/>
                </a:lnTo>
                <a:lnTo>
                  <a:pt x="1904" y="117404"/>
                </a:lnTo>
                <a:lnTo>
                  <a:pt x="3363" y="123640"/>
                </a:lnTo>
                <a:lnTo>
                  <a:pt x="5222" y="129755"/>
                </a:lnTo>
                <a:lnTo>
                  <a:pt x="7473" y="135730"/>
                </a:lnTo>
                <a:lnTo>
                  <a:pt x="10106" y="141547"/>
                </a:lnTo>
                <a:lnTo>
                  <a:pt x="13116" y="147185"/>
                </a:lnTo>
                <a:lnTo>
                  <a:pt x="16493" y="152626"/>
                </a:lnTo>
                <a:lnTo>
                  <a:pt x="20230" y="157851"/>
                </a:lnTo>
                <a:lnTo>
                  <a:pt x="24319" y="162841"/>
                </a:lnTo>
                <a:lnTo>
                  <a:pt x="28752" y="167577"/>
                </a:lnTo>
                <a:lnTo>
                  <a:pt x="33487" y="172010"/>
                </a:lnTo>
                <a:lnTo>
                  <a:pt x="38477" y="176099"/>
                </a:lnTo>
                <a:lnTo>
                  <a:pt x="43702" y="179836"/>
                </a:lnTo>
                <a:lnTo>
                  <a:pt x="49144" y="183213"/>
                </a:lnTo>
                <a:lnTo>
                  <a:pt x="54782" y="186222"/>
                </a:lnTo>
                <a:lnTo>
                  <a:pt x="60598" y="188856"/>
                </a:lnTo>
                <a:lnTo>
                  <a:pt x="66574" y="191106"/>
                </a:lnTo>
                <a:lnTo>
                  <a:pt x="72689" y="192965"/>
                </a:lnTo>
                <a:lnTo>
                  <a:pt x="78924" y="194425"/>
                </a:lnTo>
                <a:lnTo>
                  <a:pt x="85262" y="195477"/>
                </a:lnTo>
                <a:lnTo>
                  <a:pt x="91681" y="196114"/>
                </a:lnTo>
                <a:lnTo>
                  <a:pt x="98164" y="196328"/>
                </a:lnTo>
                <a:close/>
              </a:path>
            </a:pathLst>
          </a:custGeom>
          <a:solidFill>
            <a:srgbClr val="FF9500"/>
          </a:solidFill>
          <a:ln w="490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48"/>
          <p:cNvSpPr/>
          <p:nvPr/>
        </p:nvSpPr>
        <p:spPr>
          <a:xfrm>
            <a:off x="7843028" y="4058884"/>
            <a:ext cx="2154330" cy="730534"/>
          </a:xfrm>
          <a:custGeom>
            <a:avLst/>
            <a:gdLst/>
            <a:ahLst/>
            <a:cxnLst/>
            <a:rect l="l" t="t" r="r" b="b"/>
            <a:pathLst>
              <a:path w="2154330" h="730534">
                <a:moveTo>
                  <a:pt x="0" y="730534"/>
                </a:moveTo>
                <a:lnTo>
                  <a:pt x="1120345" y="725113"/>
                </a:lnTo>
                <a:lnTo>
                  <a:pt x="1227711" y="710698"/>
                </a:lnTo>
                <a:lnTo>
                  <a:pt x="1325742" y="686324"/>
                </a:lnTo>
                <a:lnTo>
                  <a:pt x="1419104" y="651540"/>
                </a:lnTo>
                <a:lnTo>
                  <a:pt x="1512466" y="604692"/>
                </a:lnTo>
                <a:lnTo>
                  <a:pt x="1605828" y="545632"/>
                </a:lnTo>
                <a:lnTo>
                  <a:pt x="1703858" y="470914"/>
                </a:lnTo>
                <a:lnTo>
                  <a:pt x="1811224" y="375352"/>
                </a:lnTo>
                <a:lnTo>
                  <a:pt x="1932595" y="252521"/>
                </a:lnTo>
                <a:lnTo>
                  <a:pt x="2081974" y="85196"/>
                </a:lnTo>
                <a:lnTo>
                  <a:pt x="2154330" y="0"/>
                </a:lnTo>
              </a:path>
            </a:pathLst>
          </a:custGeom>
          <a:noFill/>
          <a:ln w="44173">
            <a:solidFill>
              <a:srgbClr val="7C5AA6">
                <a:alpha val="75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49"/>
          <p:cNvSpPr/>
          <p:nvPr/>
        </p:nvSpPr>
        <p:spPr>
          <a:xfrm>
            <a:off x="7843028" y="4144390"/>
            <a:ext cx="2154330" cy="645332"/>
          </a:xfrm>
          <a:custGeom>
            <a:avLst/>
            <a:gdLst/>
            <a:ahLst/>
            <a:cxnLst/>
            <a:rect l="l" t="t" r="r" b="b"/>
            <a:pathLst>
              <a:path w="2154330" h="645332">
                <a:moveTo>
                  <a:pt x="0" y="640141"/>
                </a:moveTo>
                <a:lnTo>
                  <a:pt x="65354" y="639288"/>
                </a:lnTo>
                <a:lnTo>
                  <a:pt x="93362" y="638450"/>
                </a:lnTo>
                <a:lnTo>
                  <a:pt x="121371" y="638605"/>
                </a:lnTo>
                <a:lnTo>
                  <a:pt x="135375" y="645332"/>
                </a:lnTo>
                <a:lnTo>
                  <a:pt x="368780" y="635278"/>
                </a:lnTo>
                <a:lnTo>
                  <a:pt x="401457" y="634376"/>
                </a:lnTo>
                <a:lnTo>
                  <a:pt x="476147" y="630262"/>
                </a:lnTo>
                <a:lnTo>
                  <a:pt x="513492" y="630460"/>
                </a:lnTo>
                <a:lnTo>
                  <a:pt x="578845" y="634041"/>
                </a:lnTo>
                <a:lnTo>
                  <a:pt x="662871" y="638827"/>
                </a:lnTo>
                <a:lnTo>
                  <a:pt x="686211" y="638599"/>
                </a:lnTo>
                <a:lnTo>
                  <a:pt x="746897" y="641979"/>
                </a:lnTo>
                <a:lnTo>
                  <a:pt x="1003642" y="633660"/>
                </a:lnTo>
                <a:lnTo>
                  <a:pt x="1054992" y="633190"/>
                </a:lnTo>
                <a:lnTo>
                  <a:pt x="1251052" y="622425"/>
                </a:lnTo>
                <a:lnTo>
                  <a:pt x="1311737" y="612198"/>
                </a:lnTo>
                <a:lnTo>
                  <a:pt x="1428440" y="588286"/>
                </a:lnTo>
                <a:lnTo>
                  <a:pt x="1521802" y="549034"/>
                </a:lnTo>
                <a:lnTo>
                  <a:pt x="1643173" y="480229"/>
                </a:lnTo>
                <a:lnTo>
                  <a:pt x="1689854" y="447093"/>
                </a:lnTo>
                <a:lnTo>
                  <a:pt x="1717862" y="416982"/>
                </a:lnTo>
                <a:lnTo>
                  <a:pt x="1769211" y="356006"/>
                </a:lnTo>
                <a:lnTo>
                  <a:pt x="1839233" y="303690"/>
                </a:lnTo>
                <a:lnTo>
                  <a:pt x="1895250" y="252531"/>
                </a:lnTo>
                <a:lnTo>
                  <a:pt x="2133324" y="10562"/>
                </a:lnTo>
                <a:lnTo>
                  <a:pt x="2154330" y="0"/>
                </a:lnTo>
              </a:path>
            </a:pathLst>
          </a:custGeom>
          <a:noFill/>
          <a:ln w="6380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50"/>
          <p:cNvSpPr/>
          <p:nvPr/>
        </p:nvSpPr>
        <p:spPr>
          <a:xfrm>
            <a:off x="9899194" y="4046226"/>
            <a:ext cx="196329" cy="196328"/>
          </a:xfrm>
          <a:custGeom>
            <a:avLst/>
            <a:gdLst/>
            <a:ahLst/>
            <a:cxnLst/>
            <a:rect l="l" t="t" r="r" b="b"/>
            <a:pathLst>
              <a:path w="196329" h="196328">
                <a:moveTo>
                  <a:pt x="0" y="196328"/>
                </a:moveTo>
                <a:lnTo>
                  <a:pt x="196329" y="0"/>
                </a:lnTo>
                <a:close/>
                <a:moveTo>
                  <a:pt x="0" y="0"/>
                </a:moveTo>
                <a:lnTo>
                  <a:pt x="196329" y="196328"/>
                </a:lnTo>
                <a:close/>
              </a:path>
            </a:pathLst>
          </a:custGeom>
          <a:solidFill>
            <a:srgbClr val="7C5AA6"/>
          </a:solidFill>
          <a:ln w="49082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51"/>
          <p:cNvSpPr/>
          <p:nvPr/>
        </p:nvSpPr>
        <p:spPr>
          <a:xfrm>
            <a:off x="7645101" y="940021"/>
            <a:ext cx="0" cy="3961516"/>
          </a:xfrm>
          <a:custGeom>
            <a:avLst/>
            <a:gdLst/>
            <a:ahLst/>
            <a:cxnLst/>
            <a:rect l="l" t="t" r="r" b="b"/>
            <a:pathLst>
              <a:path w="0" h="3961516">
                <a:moveTo>
                  <a:pt x="0" y="3961516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52"/>
          <p:cNvSpPr/>
          <p:nvPr/>
        </p:nvSpPr>
        <p:spPr>
          <a:xfrm>
            <a:off x="11948159" y="940021"/>
            <a:ext cx="0" cy="3961516"/>
          </a:xfrm>
          <a:custGeom>
            <a:avLst/>
            <a:gdLst/>
            <a:ahLst/>
            <a:cxnLst/>
            <a:rect l="l" t="t" r="r" b="b"/>
            <a:pathLst>
              <a:path w="0" h="3961516">
                <a:moveTo>
                  <a:pt x="0" y="3961516"/>
                </a:moveTo>
                <a:lnTo>
                  <a:pt x="0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53"/>
          <p:cNvSpPr/>
          <p:nvPr/>
        </p:nvSpPr>
        <p:spPr>
          <a:xfrm>
            <a:off x="7645101" y="4901537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54"/>
          <p:cNvSpPr/>
          <p:nvPr/>
        </p:nvSpPr>
        <p:spPr>
          <a:xfrm>
            <a:off x="7645101" y="940021"/>
            <a:ext cx="4303058" cy="0"/>
          </a:xfrm>
          <a:custGeom>
            <a:avLst/>
            <a:gdLst/>
            <a:ahLst/>
            <a:cxnLst/>
            <a:rect l="l" t="t" r="r" b="b"/>
            <a:pathLst>
              <a:path w="4303058" h="0">
                <a:moveTo>
                  <a:pt x="0" y="0"/>
                </a:moveTo>
                <a:lnTo>
                  <a:pt x="4303058" y="0"/>
                </a:lnTo>
              </a:path>
            </a:pathLst>
          </a:custGeom>
          <a:noFill/>
          <a:ln w="2944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58978" y="3803485"/>
            <a:ext cx="526406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FF9500"/>
                </a:solidFill>
                <a:latin typeface="Times New Roman"/>
              </a:rPr>
              <a:t>15°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03771" y="3637794"/>
            <a:ext cx="526406" cy="382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512" b="0" i="0">
                <a:solidFill>
                  <a:srgbClr val="7C5AA6"/>
                </a:solidFill>
                <a:latin typeface="Times New Roman"/>
              </a:rPr>
              <a:t>45°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60757" y="356215"/>
            <a:ext cx="2541236" cy="4240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782" b="0" i="0">
                <a:solidFill>
                  <a:srgbClr val="2B2B2B"/>
                </a:solidFill>
                <a:latin typeface="Times New Roman"/>
              </a:rPr>
              <a:t>(b) Learned actor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