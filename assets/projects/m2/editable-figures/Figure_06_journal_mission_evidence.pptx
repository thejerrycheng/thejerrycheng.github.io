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63522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journal_mission_evidence.pdf.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1" y="0"/>
            <a:ext cx="12191997" cy="3635221"/>
          </a:xfrm>
          <a:custGeom>
            <a:avLst/>
            <a:gdLst/>
            <a:ahLst/>
            <a:cxnLst/>
            <a:rect l="l" t="t" r="r" b="b"/>
            <a:pathLst>
              <a:path w="12191997" h="3635221">
                <a:moveTo>
                  <a:pt x="0" y="0"/>
                </a:moveTo>
                <a:lnTo>
                  <a:pt x="12191997" y="0"/>
                </a:lnTo>
                <a:lnTo>
                  <a:pt x="12191997" y="3635221"/>
                </a:lnTo>
                <a:lnTo>
                  <a:pt x="0" y="36352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755083" y="450690"/>
            <a:ext cx="3230602" cy="2445833"/>
          </a:xfrm>
          <a:custGeom>
            <a:avLst/>
            <a:gdLst/>
            <a:ahLst/>
            <a:cxnLst/>
            <a:rect l="l" t="t" r="r" b="b"/>
            <a:pathLst>
              <a:path w="3230602" h="2445833">
                <a:moveTo>
                  <a:pt x="0" y="0"/>
                </a:moveTo>
                <a:lnTo>
                  <a:pt x="3230602" y="0"/>
                </a:lnTo>
                <a:lnTo>
                  <a:pt x="3230602" y="2445833"/>
                </a:lnTo>
                <a:lnTo>
                  <a:pt x="0" y="24458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107197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997" y="3037517"/>
            <a:ext cx="348912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Start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1738791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1055" y="3037517"/>
            <a:ext cx="475656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Attach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2370384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7862" y="3037517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Lift</a:t>
            </a:r>
          </a:p>
        </p:txBody>
      </p:sp>
      <p:sp>
        <p:nvSpPr>
          <p:cNvPr id="10" name="Editable path 6"/>
          <p:cNvSpPr/>
          <p:nvPr/>
        </p:nvSpPr>
        <p:spPr>
          <a:xfrm>
            <a:off x="3001978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6999" y="3037517"/>
            <a:ext cx="430472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Route</a:t>
            </a:r>
          </a:p>
        </p:txBody>
      </p:sp>
      <p:sp>
        <p:nvSpPr>
          <p:cNvPr id="12" name="Editable path 7"/>
          <p:cNvSpPr/>
          <p:nvPr/>
        </p:nvSpPr>
        <p:spPr>
          <a:xfrm>
            <a:off x="3633572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821" y="3037517"/>
            <a:ext cx="357883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Goal</a:t>
            </a:r>
          </a:p>
        </p:txBody>
      </p:sp>
      <p:sp>
        <p:nvSpPr>
          <p:cNvPr id="14" name="Editable path 8"/>
          <p:cNvSpPr/>
          <p:nvPr/>
        </p:nvSpPr>
        <p:spPr>
          <a:xfrm>
            <a:off x="755083" y="2896523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9"/>
          <p:cNvSpPr/>
          <p:nvPr/>
        </p:nvSpPr>
        <p:spPr>
          <a:xfrm>
            <a:off x="673523" y="2896523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404" y="2818689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7" name="Editable path 10"/>
          <p:cNvSpPr/>
          <p:nvPr/>
        </p:nvSpPr>
        <p:spPr>
          <a:xfrm>
            <a:off x="755083" y="1809486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1"/>
          <p:cNvSpPr/>
          <p:nvPr/>
        </p:nvSpPr>
        <p:spPr>
          <a:xfrm>
            <a:off x="673523" y="1809486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44" y="1731652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0" name="Editable path 12"/>
          <p:cNvSpPr/>
          <p:nvPr/>
        </p:nvSpPr>
        <p:spPr>
          <a:xfrm>
            <a:off x="755083" y="722449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3"/>
          <p:cNvSpPr/>
          <p:nvPr/>
        </p:nvSpPr>
        <p:spPr>
          <a:xfrm>
            <a:off x="673523" y="722449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44" y="644615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-477162" y="1557812"/>
            <a:ext cx="1517289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Missions (40 starts)</a:t>
            </a:r>
          </a:p>
        </p:txBody>
      </p:sp>
      <p:sp>
        <p:nvSpPr>
          <p:cNvPr id="24" name="Editable path 14"/>
          <p:cNvSpPr/>
          <p:nvPr/>
        </p:nvSpPr>
        <p:spPr>
          <a:xfrm>
            <a:off x="901929" y="722449"/>
            <a:ext cx="410536" cy="2174074"/>
          </a:xfrm>
          <a:custGeom>
            <a:avLst/>
            <a:gdLst/>
            <a:ahLst/>
            <a:cxnLst/>
            <a:rect l="l" t="t" r="r" b="b"/>
            <a:pathLst>
              <a:path w="410536" h="2174074">
                <a:moveTo>
                  <a:pt x="0" y="0"/>
                </a:moveTo>
                <a:lnTo>
                  <a:pt x="410536" y="0"/>
                </a:lnTo>
                <a:lnTo>
                  <a:pt x="410536" y="2174074"/>
                </a:lnTo>
                <a:lnTo>
                  <a:pt x="0" y="217407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256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5"/>
          <p:cNvSpPr/>
          <p:nvPr/>
        </p:nvSpPr>
        <p:spPr>
          <a:xfrm>
            <a:off x="1533523" y="885505"/>
            <a:ext cx="410535" cy="2011018"/>
          </a:xfrm>
          <a:custGeom>
            <a:avLst/>
            <a:gdLst/>
            <a:ahLst/>
            <a:cxnLst/>
            <a:rect l="l" t="t" r="r" b="b"/>
            <a:pathLst>
              <a:path w="410535" h="2011018">
                <a:moveTo>
                  <a:pt x="0" y="0"/>
                </a:moveTo>
                <a:lnTo>
                  <a:pt x="410535" y="0"/>
                </a:lnTo>
                <a:lnTo>
                  <a:pt x="410535" y="2011018"/>
                </a:lnTo>
                <a:lnTo>
                  <a:pt x="0" y="2011018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256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6"/>
          <p:cNvSpPr/>
          <p:nvPr/>
        </p:nvSpPr>
        <p:spPr>
          <a:xfrm>
            <a:off x="2165116" y="939857"/>
            <a:ext cx="410536" cy="1956666"/>
          </a:xfrm>
          <a:custGeom>
            <a:avLst/>
            <a:gdLst/>
            <a:ahLst/>
            <a:cxnLst/>
            <a:rect l="l" t="t" r="r" b="b"/>
            <a:pathLst>
              <a:path w="410536" h="1956666">
                <a:moveTo>
                  <a:pt x="0" y="0"/>
                </a:moveTo>
                <a:lnTo>
                  <a:pt x="410536" y="0"/>
                </a:lnTo>
                <a:lnTo>
                  <a:pt x="410536" y="1956666"/>
                </a:lnTo>
                <a:lnTo>
                  <a:pt x="0" y="1956666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256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7"/>
          <p:cNvSpPr/>
          <p:nvPr/>
        </p:nvSpPr>
        <p:spPr>
          <a:xfrm>
            <a:off x="2796710" y="994209"/>
            <a:ext cx="410536" cy="1902314"/>
          </a:xfrm>
          <a:custGeom>
            <a:avLst/>
            <a:gdLst/>
            <a:ahLst/>
            <a:cxnLst/>
            <a:rect l="l" t="t" r="r" b="b"/>
            <a:pathLst>
              <a:path w="410536" h="1902314">
                <a:moveTo>
                  <a:pt x="0" y="0"/>
                </a:moveTo>
                <a:lnTo>
                  <a:pt x="410536" y="0"/>
                </a:lnTo>
                <a:lnTo>
                  <a:pt x="410536" y="1902314"/>
                </a:lnTo>
                <a:lnTo>
                  <a:pt x="0" y="190231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256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8"/>
          <p:cNvSpPr/>
          <p:nvPr/>
        </p:nvSpPr>
        <p:spPr>
          <a:xfrm>
            <a:off x="3428304" y="994209"/>
            <a:ext cx="410536" cy="1902314"/>
          </a:xfrm>
          <a:custGeom>
            <a:avLst/>
            <a:gdLst/>
            <a:ahLst/>
            <a:cxnLst/>
            <a:rect l="l" t="t" r="r" b="b"/>
            <a:pathLst>
              <a:path w="410536" h="1902314">
                <a:moveTo>
                  <a:pt x="0" y="0"/>
                </a:moveTo>
                <a:lnTo>
                  <a:pt x="410536" y="0"/>
                </a:lnTo>
                <a:lnTo>
                  <a:pt x="410536" y="1902314"/>
                </a:lnTo>
                <a:lnTo>
                  <a:pt x="0" y="190231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256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9"/>
          <p:cNvSpPr/>
          <p:nvPr/>
        </p:nvSpPr>
        <p:spPr>
          <a:xfrm>
            <a:off x="755083" y="450690"/>
            <a:ext cx="0" cy="2445833"/>
          </a:xfrm>
          <a:custGeom>
            <a:avLst/>
            <a:gdLst/>
            <a:ahLst/>
            <a:cxnLst/>
            <a:rect l="l" t="t" r="r" b="b"/>
            <a:pathLst>
              <a:path w="0" h="2445833">
                <a:moveTo>
                  <a:pt x="0" y="244583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755083" y="2896523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5636" y="569884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7230" y="732940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8824" y="787291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0418" y="841643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2012" y="841643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7948" y="148715"/>
            <a:ext cx="1853770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(a) Failure localization</a:t>
            </a:r>
          </a:p>
        </p:txBody>
      </p:sp>
      <p:sp>
        <p:nvSpPr>
          <p:cNvPr id="37" name="Editable path 21"/>
          <p:cNvSpPr/>
          <p:nvPr/>
        </p:nvSpPr>
        <p:spPr>
          <a:xfrm>
            <a:off x="4794375" y="450690"/>
            <a:ext cx="3230603" cy="2445833"/>
          </a:xfrm>
          <a:custGeom>
            <a:avLst/>
            <a:gdLst/>
            <a:ahLst/>
            <a:cxnLst/>
            <a:rect l="l" t="t" r="r" b="b"/>
            <a:pathLst>
              <a:path w="3230603" h="2445833">
                <a:moveTo>
                  <a:pt x="0" y="0"/>
                </a:moveTo>
                <a:lnTo>
                  <a:pt x="3230603" y="0"/>
                </a:lnTo>
                <a:lnTo>
                  <a:pt x="3230603" y="2445833"/>
                </a:lnTo>
                <a:lnTo>
                  <a:pt x="0" y="24458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2"/>
          <p:cNvSpPr/>
          <p:nvPr/>
        </p:nvSpPr>
        <p:spPr>
          <a:xfrm>
            <a:off x="4794375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3595" y="303751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0" name="Editable path 23"/>
          <p:cNvSpPr/>
          <p:nvPr/>
        </p:nvSpPr>
        <p:spPr>
          <a:xfrm>
            <a:off x="5826952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45392" y="303751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42" name="Editable path 24"/>
          <p:cNvSpPr/>
          <p:nvPr/>
        </p:nvSpPr>
        <p:spPr>
          <a:xfrm>
            <a:off x="6859529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7189" y="3037517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44" name="Editable path 25"/>
          <p:cNvSpPr/>
          <p:nvPr/>
        </p:nvSpPr>
        <p:spPr>
          <a:xfrm>
            <a:off x="7892106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69765" y="3037517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93404" y="3274406"/>
            <a:ext cx="1880067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Planned minimum (mm)</a:t>
            </a:r>
          </a:p>
        </p:txBody>
      </p:sp>
      <p:sp>
        <p:nvSpPr>
          <p:cNvPr id="47" name="Editable path 26"/>
          <p:cNvSpPr/>
          <p:nvPr/>
        </p:nvSpPr>
        <p:spPr>
          <a:xfrm>
            <a:off x="4794375" y="2896523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27"/>
          <p:cNvSpPr/>
          <p:nvPr/>
        </p:nvSpPr>
        <p:spPr>
          <a:xfrm>
            <a:off x="4712816" y="2896523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49696" y="2818689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50" name="Editable path 28"/>
          <p:cNvSpPr/>
          <p:nvPr/>
        </p:nvSpPr>
        <p:spPr>
          <a:xfrm>
            <a:off x="4794375" y="2505650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29"/>
          <p:cNvSpPr/>
          <p:nvPr/>
        </p:nvSpPr>
        <p:spPr>
          <a:xfrm>
            <a:off x="4712816" y="2505650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8136" y="2427816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25</a:t>
            </a:r>
          </a:p>
        </p:txBody>
      </p:sp>
      <p:sp>
        <p:nvSpPr>
          <p:cNvPr id="53" name="Editable path 30"/>
          <p:cNvSpPr/>
          <p:nvPr/>
        </p:nvSpPr>
        <p:spPr>
          <a:xfrm>
            <a:off x="4794375" y="2114777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1"/>
          <p:cNvSpPr/>
          <p:nvPr/>
        </p:nvSpPr>
        <p:spPr>
          <a:xfrm>
            <a:off x="4712816" y="2114777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68136" y="2036943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56" name="Editable path 32"/>
          <p:cNvSpPr/>
          <p:nvPr/>
        </p:nvSpPr>
        <p:spPr>
          <a:xfrm>
            <a:off x="4794375" y="1723904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3"/>
          <p:cNvSpPr/>
          <p:nvPr/>
        </p:nvSpPr>
        <p:spPr>
          <a:xfrm>
            <a:off x="4712816" y="1723904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8136" y="1646070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75</a:t>
            </a:r>
          </a:p>
        </p:txBody>
      </p:sp>
      <p:sp>
        <p:nvSpPr>
          <p:cNvPr id="59" name="Editable path 34"/>
          <p:cNvSpPr/>
          <p:nvPr/>
        </p:nvSpPr>
        <p:spPr>
          <a:xfrm>
            <a:off x="4794375" y="1333031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35"/>
          <p:cNvSpPr/>
          <p:nvPr/>
        </p:nvSpPr>
        <p:spPr>
          <a:xfrm>
            <a:off x="4712816" y="1333031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6576" y="1255197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62" name="Editable path 36"/>
          <p:cNvSpPr/>
          <p:nvPr/>
        </p:nvSpPr>
        <p:spPr>
          <a:xfrm>
            <a:off x="4794375" y="942158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37"/>
          <p:cNvSpPr/>
          <p:nvPr/>
        </p:nvSpPr>
        <p:spPr>
          <a:xfrm>
            <a:off x="4712816" y="942158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6576" y="864324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125</a:t>
            </a:r>
          </a:p>
        </p:txBody>
      </p:sp>
      <p:sp>
        <p:nvSpPr>
          <p:cNvPr id="65" name="Editable path 38"/>
          <p:cNvSpPr/>
          <p:nvPr/>
        </p:nvSpPr>
        <p:spPr>
          <a:xfrm>
            <a:off x="4794375" y="551285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39"/>
          <p:cNvSpPr/>
          <p:nvPr/>
        </p:nvSpPr>
        <p:spPr>
          <a:xfrm>
            <a:off x="4712816" y="551285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6576" y="473451"/>
            <a:ext cx="285458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3232069" y="1557632"/>
            <a:ext cx="2014291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Measured minimum (mm)</a:t>
            </a:r>
          </a:p>
        </p:txBody>
      </p:sp>
      <p:sp>
        <p:nvSpPr>
          <p:cNvPr id="69" name="Editable path 40"/>
          <p:cNvSpPr/>
          <p:nvPr/>
        </p:nvSpPr>
        <p:spPr>
          <a:xfrm>
            <a:off x="5309957" y="2438239"/>
            <a:ext cx="84020" cy="84020"/>
          </a:xfrm>
          <a:custGeom>
            <a:avLst/>
            <a:gdLst/>
            <a:ahLst/>
            <a:cxnLst/>
            <a:rect l="l" t="t" r="r" b="b"/>
            <a:pathLst>
              <a:path w="84020" h="84020">
                <a:moveTo>
                  <a:pt x="42010" y="84020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6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6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5" y="28491"/>
                </a:lnTo>
                <a:lnTo>
                  <a:pt x="80822" y="25934"/>
                </a:lnTo>
                <a:lnTo>
                  <a:pt x="79694" y="23445"/>
                </a:lnTo>
                <a:lnTo>
                  <a:pt x="78406" y="21032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8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5" y="4326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6"/>
                </a:lnTo>
                <a:lnTo>
                  <a:pt x="21031" y="5613"/>
                </a:lnTo>
                <a:lnTo>
                  <a:pt x="18703" y="7059"/>
                </a:lnTo>
                <a:lnTo>
                  <a:pt x="16467" y="8658"/>
                </a:lnTo>
                <a:lnTo>
                  <a:pt x="14331" y="10408"/>
                </a:lnTo>
                <a:lnTo>
                  <a:pt x="12305" y="12305"/>
                </a:lnTo>
                <a:lnTo>
                  <a:pt x="10408" y="14331"/>
                </a:lnTo>
                <a:lnTo>
                  <a:pt x="8658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6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6"/>
                </a:lnTo>
                <a:lnTo>
                  <a:pt x="5613" y="62988"/>
                </a:lnTo>
                <a:lnTo>
                  <a:pt x="7058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1"/>
          <p:cNvSpPr/>
          <p:nvPr/>
        </p:nvSpPr>
        <p:spPr>
          <a:xfrm>
            <a:off x="5252133" y="2473764"/>
            <a:ext cx="84019" cy="84020"/>
          </a:xfrm>
          <a:custGeom>
            <a:avLst/>
            <a:gdLst/>
            <a:ahLst/>
            <a:cxnLst/>
            <a:rect l="l" t="t" r="r" b="b"/>
            <a:pathLst>
              <a:path w="84019" h="84020">
                <a:moveTo>
                  <a:pt x="42010" y="84020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9"/>
                </a:lnTo>
                <a:lnTo>
                  <a:pt x="79694" y="60576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5"/>
                </a:lnTo>
                <a:lnTo>
                  <a:pt x="84019" y="42010"/>
                </a:lnTo>
                <a:lnTo>
                  <a:pt x="83928" y="39236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5"/>
                </a:lnTo>
                <a:lnTo>
                  <a:pt x="78406" y="21032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8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5" y="4326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6"/>
                </a:lnTo>
                <a:lnTo>
                  <a:pt x="21031" y="5613"/>
                </a:lnTo>
                <a:lnTo>
                  <a:pt x="18703" y="7059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8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1" y="39236"/>
                </a:lnTo>
                <a:lnTo>
                  <a:pt x="0" y="42010"/>
                </a:lnTo>
                <a:lnTo>
                  <a:pt x="91" y="44785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6"/>
                </a:lnTo>
                <a:lnTo>
                  <a:pt x="5613" y="62989"/>
                </a:lnTo>
                <a:lnTo>
                  <a:pt x="7058" y="65317"/>
                </a:lnTo>
                <a:lnTo>
                  <a:pt x="8658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2"/>
          <p:cNvSpPr/>
          <p:nvPr/>
        </p:nvSpPr>
        <p:spPr>
          <a:xfrm>
            <a:off x="5384303" y="2381270"/>
            <a:ext cx="84019" cy="84020"/>
          </a:xfrm>
          <a:custGeom>
            <a:avLst/>
            <a:gdLst/>
            <a:ahLst/>
            <a:cxnLst/>
            <a:rect l="l" t="t" r="r" b="b"/>
            <a:pathLst>
              <a:path w="84019" h="84020">
                <a:moveTo>
                  <a:pt x="42009" y="84020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6" y="76961"/>
                </a:lnTo>
                <a:lnTo>
                  <a:pt x="67552" y="75362"/>
                </a:lnTo>
                <a:lnTo>
                  <a:pt x="69688" y="73612"/>
                </a:lnTo>
                <a:lnTo>
                  <a:pt x="71714" y="71715"/>
                </a:lnTo>
                <a:lnTo>
                  <a:pt x="73612" y="69689"/>
                </a:lnTo>
                <a:lnTo>
                  <a:pt x="75361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5" y="47532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6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5"/>
                </a:lnTo>
                <a:lnTo>
                  <a:pt x="78406" y="21032"/>
                </a:lnTo>
                <a:lnTo>
                  <a:pt x="76961" y="18703"/>
                </a:lnTo>
                <a:lnTo>
                  <a:pt x="75361" y="16467"/>
                </a:lnTo>
                <a:lnTo>
                  <a:pt x="73612" y="14331"/>
                </a:lnTo>
                <a:lnTo>
                  <a:pt x="71714" y="12305"/>
                </a:lnTo>
                <a:lnTo>
                  <a:pt x="69688" y="10408"/>
                </a:lnTo>
                <a:lnTo>
                  <a:pt x="67552" y="8658"/>
                </a:lnTo>
                <a:lnTo>
                  <a:pt x="65316" y="7059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7" y="365"/>
                </a:lnTo>
                <a:lnTo>
                  <a:pt x="33775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9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4" y="28491"/>
                </a:lnTo>
                <a:lnTo>
                  <a:pt x="1439" y="31108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6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2"/>
                </a:lnTo>
                <a:lnTo>
                  <a:pt x="814" y="50244"/>
                </a:lnTo>
                <a:lnTo>
                  <a:pt x="1439" y="52912"/>
                </a:lnTo>
                <a:lnTo>
                  <a:pt x="2234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5" y="83205"/>
                </a:lnTo>
                <a:lnTo>
                  <a:pt x="36487" y="83655"/>
                </a:lnTo>
                <a:lnTo>
                  <a:pt x="39235" y="83928"/>
                </a:lnTo>
                <a:lnTo>
                  <a:pt x="42009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3"/>
          <p:cNvSpPr/>
          <p:nvPr/>
        </p:nvSpPr>
        <p:spPr>
          <a:xfrm>
            <a:off x="5902656" y="2075552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19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7"/>
                </a:lnTo>
                <a:lnTo>
                  <a:pt x="81785" y="28491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8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8" y="1440"/>
                </a:lnTo>
                <a:lnTo>
                  <a:pt x="28491" y="2235"/>
                </a:lnTo>
                <a:lnTo>
                  <a:pt x="25934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7" y="8658"/>
                </a:lnTo>
                <a:lnTo>
                  <a:pt x="14331" y="10407"/>
                </a:lnTo>
                <a:lnTo>
                  <a:pt x="12305" y="12304"/>
                </a:lnTo>
                <a:lnTo>
                  <a:pt x="10408" y="14331"/>
                </a:lnTo>
                <a:lnTo>
                  <a:pt x="8658" y="16467"/>
                </a:lnTo>
                <a:lnTo>
                  <a:pt x="7059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1"/>
                </a:lnTo>
                <a:lnTo>
                  <a:pt x="1440" y="31107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40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4" y="80822"/>
                </a:lnTo>
                <a:lnTo>
                  <a:pt x="28491" y="81785"/>
                </a:lnTo>
                <a:lnTo>
                  <a:pt x="31108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4"/>
          <p:cNvSpPr/>
          <p:nvPr/>
        </p:nvSpPr>
        <p:spPr>
          <a:xfrm>
            <a:off x="5210830" y="2536553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6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1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5" y="47532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5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7"/>
                </a:lnTo>
                <a:lnTo>
                  <a:pt x="81784" y="28491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1" y="16467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8"/>
                </a:lnTo>
                <a:lnTo>
                  <a:pt x="65316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8"/>
                </a:lnTo>
                <a:lnTo>
                  <a:pt x="16466" y="8658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1"/>
                </a:lnTo>
                <a:lnTo>
                  <a:pt x="1439" y="31107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5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2"/>
                </a:lnTo>
                <a:lnTo>
                  <a:pt x="814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5"/>
          <p:cNvSpPr/>
          <p:nvPr/>
        </p:nvSpPr>
        <p:spPr>
          <a:xfrm>
            <a:off x="5318218" y="2542574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7"/>
                </a:lnTo>
                <a:lnTo>
                  <a:pt x="47531" y="83655"/>
                </a:lnTo>
                <a:lnTo>
                  <a:pt x="50243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19" y="42009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5"/>
                </a:lnTo>
                <a:lnTo>
                  <a:pt x="47531" y="364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4"/>
                </a:lnTo>
                <a:lnTo>
                  <a:pt x="33776" y="815"/>
                </a:lnTo>
                <a:lnTo>
                  <a:pt x="31107" y="1439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7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5"/>
                </a:lnTo>
                <a:lnTo>
                  <a:pt x="0" y="42009"/>
                </a:lnTo>
                <a:lnTo>
                  <a:pt x="91" y="44784"/>
                </a:lnTo>
                <a:lnTo>
                  <a:pt x="364" y="47531"/>
                </a:lnTo>
                <a:lnTo>
                  <a:pt x="814" y="50243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5" y="83927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46"/>
          <p:cNvSpPr/>
          <p:nvPr/>
        </p:nvSpPr>
        <p:spPr>
          <a:xfrm>
            <a:off x="5677554" y="2164231"/>
            <a:ext cx="84020" cy="84020"/>
          </a:xfrm>
          <a:custGeom>
            <a:avLst/>
            <a:gdLst/>
            <a:ahLst/>
            <a:cxnLst/>
            <a:rect l="l" t="t" r="r" b="b"/>
            <a:pathLst>
              <a:path w="84020" h="84020">
                <a:moveTo>
                  <a:pt x="42010" y="84020"/>
                </a:moveTo>
                <a:lnTo>
                  <a:pt x="44785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3" y="82580"/>
                </a:lnTo>
                <a:lnTo>
                  <a:pt x="55530" y="81785"/>
                </a:lnTo>
                <a:lnTo>
                  <a:pt x="58087" y="80822"/>
                </a:lnTo>
                <a:lnTo>
                  <a:pt x="60576" y="79694"/>
                </a:lnTo>
                <a:lnTo>
                  <a:pt x="62989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3" y="69689"/>
                </a:lnTo>
                <a:lnTo>
                  <a:pt x="75362" y="67553"/>
                </a:lnTo>
                <a:lnTo>
                  <a:pt x="76962" y="65317"/>
                </a:lnTo>
                <a:lnTo>
                  <a:pt x="78407" y="62988"/>
                </a:lnTo>
                <a:lnTo>
                  <a:pt x="79695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1" y="52912"/>
                </a:lnTo>
                <a:lnTo>
                  <a:pt x="83205" y="50244"/>
                </a:lnTo>
                <a:lnTo>
                  <a:pt x="83656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6"/>
                </a:lnTo>
                <a:lnTo>
                  <a:pt x="83656" y="36488"/>
                </a:lnTo>
                <a:lnTo>
                  <a:pt x="83205" y="33776"/>
                </a:lnTo>
                <a:lnTo>
                  <a:pt x="82581" y="31108"/>
                </a:lnTo>
                <a:lnTo>
                  <a:pt x="81785" y="28491"/>
                </a:lnTo>
                <a:lnTo>
                  <a:pt x="80822" y="25934"/>
                </a:lnTo>
                <a:lnTo>
                  <a:pt x="79695" y="23444"/>
                </a:lnTo>
                <a:lnTo>
                  <a:pt x="78407" y="21032"/>
                </a:lnTo>
                <a:lnTo>
                  <a:pt x="76962" y="18703"/>
                </a:lnTo>
                <a:lnTo>
                  <a:pt x="75362" y="16467"/>
                </a:lnTo>
                <a:lnTo>
                  <a:pt x="73613" y="14331"/>
                </a:lnTo>
                <a:lnTo>
                  <a:pt x="71715" y="12305"/>
                </a:lnTo>
                <a:lnTo>
                  <a:pt x="69689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9" y="5613"/>
                </a:lnTo>
                <a:lnTo>
                  <a:pt x="60576" y="4325"/>
                </a:lnTo>
                <a:lnTo>
                  <a:pt x="58087" y="3198"/>
                </a:lnTo>
                <a:lnTo>
                  <a:pt x="55530" y="2235"/>
                </a:lnTo>
                <a:lnTo>
                  <a:pt x="52913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5" y="92"/>
                </a:lnTo>
                <a:lnTo>
                  <a:pt x="42010" y="0"/>
                </a:lnTo>
                <a:lnTo>
                  <a:pt x="39236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8" y="1440"/>
                </a:lnTo>
                <a:lnTo>
                  <a:pt x="28491" y="2235"/>
                </a:lnTo>
                <a:lnTo>
                  <a:pt x="25934" y="3198"/>
                </a:lnTo>
                <a:lnTo>
                  <a:pt x="23445" y="4325"/>
                </a:lnTo>
                <a:lnTo>
                  <a:pt x="21032" y="5613"/>
                </a:lnTo>
                <a:lnTo>
                  <a:pt x="18703" y="7059"/>
                </a:lnTo>
                <a:lnTo>
                  <a:pt x="16467" y="8658"/>
                </a:lnTo>
                <a:lnTo>
                  <a:pt x="14332" y="10408"/>
                </a:lnTo>
                <a:lnTo>
                  <a:pt x="12305" y="12305"/>
                </a:lnTo>
                <a:lnTo>
                  <a:pt x="10408" y="14331"/>
                </a:lnTo>
                <a:lnTo>
                  <a:pt x="8658" y="16467"/>
                </a:lnTo>
                <a:lnTo>
                  <a:pt x="7059" y="18703"/>
                </a:lnTo>
                <a:lnTo>
                  <a:pt x="5614" y="21032"/>
                </a:lnTo>
                <a:lnTo>
                  <a:pt x="4326" y="23444"/>
                </a:lnTo>
                <a:lnTo>
                  <a:pt x="3199" y="25934"/>
                </a:lnTo>
                <a:lnTo>
                  <a:pt x="2235" y="28491"/>
                </a:lnTo>
                <a:lnTo>
                  <a:pt x="1440" y="31108"/>
                </a:lnTo>
                <a:lnTo>
                  <a:pt x="815" y="33776"/>
                </a:lnTo>
                <a:lnTo>
                  <a:pt x="365" y="36488"/>
                </a:lnTo>
                <a:lnTo>
                  <a:pt x="92" y="39236"/>
                </a:lnTo>
                <a:lnTo>
                  <a:pt x="0" y="42010"/>
                </a:lnTo>
                <a:lnTo>
                  <a:pt x="92" y="44784"/>
                </a:lnTo>
                <a:lnTo>
                  <a:pt x="365" y="47532"/>
                </a:lnTo>
                <a:lnTo>
                  <a:pt x="815" y="50244"/>
                </a:lnTo>
                <a:lnTo>
                  <a:pt x="1440" y="52912"/>
                </a:lnTo>
                <a:lnTo>
                  <a:pt x="2235" y="55529"/>
                </a:lnTo>
                <a:lnTo>
                  <a:pt x="3199" y="58086"/>
                </a:lnTo>
                <a:lnTo>
                  <a:pt x="4326" y="60575"/>
                </a:lnTo>
                <a:lnTo>
                  <a:pt x="5614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2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2" y="78407"/>
                </a:lnTo>
                <a:lnTo>
                  <a:pt x="23445" y="79694"/>
                </a:lnTo>
                <a:lnTo>
                  <a:pt x="25934" y="80822"/>
                </a:lnTo>
                <a:lnTo>
                  <a:pt x="28491" y="81785"/>
                </a:lnTo>
                <a:lnTo>
                  <a:pt x="31108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6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47"/>
          <p:cNvSpPr/>
          <p:nvPr/>
        </p:nvSpPr>
        <p:spPr>
          <a:xfrm>
            <a:off x="5208765" y="2494803"/>
            <a:ext cx="84019" cy="84020"/>
          </a:xfrm>
          <a:custGeom>
            <a:avLst/>
            <a:gdLst/>
            <a:ahLst/>
            <a:cxnLst/>
            <a:rect l="l" t="t" r="r" b="b"/>
            <a:pathLst>
              <a:path w="84019" h="84020">
                <a:moveTo>
                  <a:pt x="42010" y="84020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9"/>
                </a:lnTo>
                <a:lnTo>
                  <a:pt x="79694" y="60576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5"/>
                </a:lnTo>
                <a:lnTo>
                  <a:pt x="84019" y="42010"/>
                </a:lnTo>
                <a:lnTo>
                  <a:pt x="83928" y="39236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5"/>
                </a:lnTo>
                <a:lnTo>
                  <a:pt x="78406" y="21032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8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5" y="4326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6"/>
                </a:lnTo>
                <a:lnTo>
                  <a:pt x="21031" y="5613"/>
                </a:lnTo>
                <a:lnTo>
                  <a:pt x="18702" y="7059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5" y="28491"/>
                </a:lnTo>
                <a:lnTo>
                  <a:pt x="1439" y="31108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6"/>
                </a:lnTo>
                <a:lnTo>
                  <a:pt x="0" y="42010"/>
                </a:lnTo>
                <a:lnTo>
                  <a:pt x="91" y="44785"/>
                </a:lnTo>
                <a:lnTo>
                  <a:pt x="364" y="47532"/>
                </a:lnTo>
                <a:lnTo>
                  <a:pt x="814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6"/>
                </a:lnTo>
                <a:lnTo>
                  <a:pt x="5613" y="62989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48"/>
          <p:cNvSpPr/>
          <p:nvPr/>
        </p:nvSpPr>
        <p:spPr>
          <a:xfrm>
            <a:off x="5729184" y="1971011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7"/>
                </a:lnTo>
                <a:lnTo>
                  <a:pt x="47531" y="83655"/>
                </a:lnTo>
                <a:lnTo>
                  <a:pt x="50243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6" y="76961"/>
                </a:lnTo>
                <a:lnTo>
                  <a:pt x="67553" y="75361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1" y="67553"/>
                </a:lnTo>
                <a:lnTo>
                  <a:pt x="76961" y="65316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3"/>
                </a:lnTo>
                <a:lnTo>
                  <a:pt x="83655" y="47531"/>
                </a:lnTo>
                <a:lnTo>
                  <a:pt x="83927" y="44784"/>
                </a:lnTo>
                <a:lnTo>
                  <a:pt x="84019" y="42009"/>
                </a:lnTo>
                <a:lnTo>
                  <a:pt x="83927" y="39235"/>
                </a:lnTo>
                <a:lnTo>
                  <a:pt x="83655" y="36488"/>
                </a:lnTo>
                <a:lnTo>
                  <a:pt x="83204" y="33775"/>
                </a:lnTo>
                <a:lnTo>
                  <a:pt x="82580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1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6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4"/>
                </a:lnTo>
                <a:lnTo>
                  <a:pt x="47531" y="364"/>
                </a:lnTo>
                <a:lnTo>
                  <a:pt x="44784" y="91"/>
                </a:lnTo>
                <a:lnTo>
                  <a:pt x="42009" y="0"/>
                </a:lnTo>
                <a:lnTo>
                  <a:pt x="39235" y="91"/>
                </a:lnTo>
                <a:lnTo>
                  <a:pt x="36488" y="364"/>
                </a:lnTo>
                <a:lnTo>
                  <a:pt x="33776" y="814"/>
                </a:lnTo>
                <a:lnTo>
                  <a:pt x="31107" y="1439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7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4" y="33775"/>
                </a:lnTo>
                <a:lnTo>
                  <a:pt x="364" y="36488"/>
                </a:lnTo>
                <a:lnTo>
                  <a:pt x="91" y="39235"/>
                </a:lnTo>
                <a:lnTo>
                  <a:pt x="0" y="42009"/>
                </a:lnTo>
                <a:lnTo>
                  <a:pt x="91" y="44784"/>
                </a:lnTo>
                <a:lnTo>
                  <a:pt x="364" y="47531"/>
                </a:lnTo>
                <a:lnTo>
                  <a:pt x="814" y="50243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6"/>
                </a:lnTo>
                <a:lnTo>
                  <a:pt x="8657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1"/>
                </a:lnTo>
                <a:lnTo>
                  <a:pt x="18702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5" y="83927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49"/>
          <p:cNvSpPr/>
          <p:nvPr/>
        </p:nvSpPr>
        <p:spPr>
          <a:xfrm>
            <a:off x="5394629" y="2535285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19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7"/>
                </a:lnTo>
                <a:lnTo>
                  <a:pt x="81784" y="28491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8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8"/>
                </a:lnTo>
                <a:lnTo>
                  <a:pt x="16466" y="8658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1"/>
                </a:lnTo>
                <a:lnTo>
                  <a:pt x="1439" y="31107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5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2"/>
                </a:lnTo>
                <a:lnTo>
                  <a:pt x="814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0"/>
          <p:cNvSpPr/>
          <p:nvPr/>
        </p:nvSpPr>
        <p:spPr>
          <a:xfrm>
            <a:off x="5528864" y="2389710"/>
            <a:ext cx="84019" cy="84020"/>
          </a:xfrm>
          <a:custGeom>
            <a:avLst/>
            <a:gdLst/>
            <a:ahLst/>
            <a:cxnLst/>
            <a:rect l="l" t="t" r="r" b="b"/>
            <a:pathLst>
              <a:path w="84019" h="84020">
                <a:moveTo>
                  <a:pt x="42009" y="84020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6" y="76961"/>
                </a:lnTo>
                <a:lnTo>
                  <a:pt x="67552" y="75362"/>
                </a:lnTo>
                <a:lnTo>
                  <a:pt x="69688" y="73612"/>
                </a:lnTo>
                <a:lnTo>
                  <a:pt x="71714" y="71715"/>
                </a:lnTo>
                <a:lnTo>
                  <a:pt x="73612" y="69689"/>
                </a:lnTo>
                <a:lnTo>
                  <a:pt x="75361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6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5" y="47532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6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5"/>
                </a:lnTo>
                <a:lnTo>
                  <a:pt x="78406" y="21032"/>
                </a:lnTo>
                <a:lnTo>
                  <a:pt x="76961" y="18703"/>
                </a:lnTo>
                <a:lnTo>
                  <a:pt x="75361" y="16467"/>
                </a:lnTo>
                <a:lnTo>
                  <a:pt x="73612" y="14331"/>
                </a:lnTo>
                <a:lnTo>
                  <a:pt x="71714" y="12305"/>
                </a:lnTo>
                <a:lnTo>
                  <a:pt x="69688" y="10408"/>
                </a:lnTo>
                <a:lnTo>
                  <a:pt x="67552" y="8658"/>
                </a:lnTo>
                <a:lnTo>
                  <a:pt x="65316" y="7059"/>
                </a:lnTo>
                <a:lnTo>
                  <a:pt x="62988" y="5613"/>
                </a:lnTo>
                <a:lnTo>
                  <a:pt x="60575" y="4326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5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6"/>
                </a:lnTo>
                <a:lnTo>
                  <a:pt x="21031" y="5613"/>
                </a:lnTo>
                <a:lnTo>
                  <a:pt x="18702" y="7059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4" y="28491"/>
                </a:lnTo>
                <a:lnTo>
                  <a:pt x="1439" y="31108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6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2"/>
                </a:lnTo>
                <a:lnTo>
                  <a:pt x="814" y="50244"/>
                </a:lnTo>
                <a:lnTo>
                  <a:pt x="1439" y="52912"/>
                </a:lnTo>
                <a:lnTo>
                  <a:pt x="2234" y="55529"/>
                </a:lnTo>
                <a:lnTo>
                  <a:pt x="3198" y="58086"/>
                </a:lnTo>
                <a:lnTo>
                  <a:pt x="4325" y="60576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5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09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1"/>
          <p:cNvSpPr/>
          <p:nvPr/>
        </p:nvSpPr>
        <p:spPr>
          <a:xfrm>
            <a:off x="5431801" y="2475748"/>
            <a:ext cx="84020" cy="84020"/>
          </a:xfrm>
          <a:custGeom>
            <a:avLst/>
            <a:gdLst/>
            <a:ahLst/>
            <a:cxnLst/>
            <a:rect l="l" t="t" r="r" b="b"/>
            <a:pathLst>
              <a:path w="84020" h="84020">
                <a:moveTo>
                  <a:pt x="42010" y="84020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6" y="79695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7" y="62988"/>
                </a:lnTo>
                <a:lnTo>
                  <a:pt x="79695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6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5" y="28491"/>
                </a:lnTo>
                <a:lnTo>
                  <a:pt x="80822" y="25934"/>
                </a:lnTo>
                <a:lnTo>
                  <a:pt x="79695" y="23445"/>
                </a:lnTo>
                <a:lnTo>
                  <a:pt x="78407" y="21032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9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6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6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8" y="1440"/>
                </a:lnTo>
                <a:lnTo>
                  <a:pt x="28491" y="2235"/>
                </a:lnTo>
                <a:lnTo>
                  <a:pt x="25934" y="3198"/>
                </a:lnTo>
                <a:lnTo>
                  <a:pt x="23445" y="4325"/>
                </a:lnTo>
                <a:lnTo>
                  <a:pt x="21032" y="5613"/>
                </a:lnTo>
                <a:lnTo>
                  <a:pt x="18703" y="7059"/>
                </a:lnTo>
                <a:lnTo>
                  <a:pt x="16467" y="8658"/>
                </a:lnTo>
                <a:lnTo>
                  <a:pt x="14331" y="10408"/>
                </a:lnTo>
                <a:lnTo>
                  <a:pt x="12305" y="12305"/>
                </a:lnTo>
                <a:lnTo>
                  <a:pt x="10408" y="14331"/>
                </a:lnTo>
                <a:lnTo>
                  <a:pt x="8658" y="16467"/>
                </a:lnTo>
                <a:lnTo>
                  <a:pt x="7059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5" y="28491"/>
                </a:lnTo>
                <a:lnTo>
                  <a:pt x="1440" y="31108"/>
                </a:lnTo>
                <a:lnTo>
                  <a:pt x="815" y="33776"/>
                </a:lnTo>
                <a:lnTo>
                  <a:pt x="365" y="36488"/>
                </a:lnTo>
                <a:lnTo>
                  <a:pt x="92" y="39236"/>
                </a:lnTo>
                <a:lnTo>
                  <a:pt x="0" y="42010"/>
                </a:lnTo>
                <a:lnTo>
                  <a:pt x="92" y="44784"/>
                </a:lnTo>
                <a:lnTo>
                  <a:pt x="365" y="47532"/>
                </a:lnTo>
                <a:lnTo>
                  <a:pt x="815" y="50244"/>
                </a:lnTo>
                <a:lnTo>
                  <a:pt x="1440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2" y="78407"/>
                </a:lnTo>
                <a:lnTo>
                  <a:pt x="23445" y="79695"/>
                </a:lnTo>
                <a:lnTo>
                  <a:pt x="25934" y="80822"/>
                </a:lnTo>
                <a:lnTo>
                  <a:pt x="28491" y="81785"/>
                </a:lnTo>
                <a:lnTo>
                  <a:pt x="31108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6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2"/>
          <p:cNvSpPr/>
          <p:nvPr/>
        </p:nvSpPr>
        <p:spPr>
          <a:xfrm>
            <a:off x="7771621" y="784333"/>
            <a:ext cx="84018" cy="84020"/>
          </a:xfrm>
          <a:custGeom>
            <a:avLst/>
            <a:gdLst/>
            <a:ahLst/>
            <a:cxnLst/>
            <a:rect l="l" t="t" r="r" b="b"/>
            <a:pathLst>
              <a:path w="84018" h="84020">
                <a:moveTo>
                  <a:pt x="42009" y="84020"/>
                </a:moveTo>
                <a:lnTo>
                  <a:pt x="44783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1" y="82580"/>
                </a:lnTo>
                <a:lnTo>
                  <a:pt x="55528" y="81785"/>
                </a:lnTo>
                <a:lnTo>
                  <a:pt x="58085" y="80822"/>
                </a:lnTo>
                <a:lnTo>
                  <a:pt x="60574" y="79695"/>
                </a:lnTo>
                <a:lnTo>
                  <a:pt x="62987" y="78407"/>
                </a:lnTo>
                <a:lnTo>
                  <a:pt x="65316" y="76961"/>
                </a:lnTo>
                <a:lnTo>
                  <a:pt x="67552" y="75362"/>
                </a:lnTo>
                <a:lnTo>
                  <a:pt x="69688" y="73612"/>
                </a:lnTo>
                <a:lnTo>
                  <a:pt x="71714" y="71715"/>
                </a:lnTo>
                <a:lnTo>
                  <a:pt x="73611" y="69689"/>
                </a:lnTo>
                <a:lnTo>
                  <a:pt x="75361" y="67553"/>
                </a:lnTo>
                <a:lnTo>
                  <a:pt x="76960" y="65317"/>
                </a:lnTo>
                <a:lnTo>
                  <a:pt x="78406" y="62988"/>
                </a:lnTo>
                <a:lnTo>
                  <a:pt x="79694" y="60576"/>
                </a:lnTo>
                <a:lnTo>
                  <a:pt x="80821" y="58086"/>
                </a:lnTo>
                <a:lnTo>
                  <a:pt x="81784" y="55529"/>
                </a:lnTo>
                <a:lnTo>
                  <a:pt x="82579" y="52912"/>
                </a:lnTo>
                <a:lnTo>
                  <a:pt x="83204" y="50244"/>
                </a:lnTo>
                <a:lnTo>
                  <a:pt x="83654" y="47532"/>
                </a:lnTo>
                <a:lnTo>
                  <a:pt x="83927" y="44784"/>
                </a:lnTo>
                <a:lnTo>
                  <a:pt x="84018" y="42010"/>
                </a:lnTo>
                <a:lnTo>
                  <a:pt x="83927" y="39236"/>
                </a:lnTo>
                <a:lnTo>
                  <a:pt x="83654" y="36488"/>
                </a:lnTo>
                <a:lnTo>
                  <a:pt x="83204" y="33776"/>
                </a:lnTo>
                <a:lnTo>
                  <a:pt x="82579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5"/>
                </a:lnTo>
                <a:lnTo>
                  <a:pt x="78406" y="21032"/>
                </a:lnTo>
                <a:lnTo>
                  <a:pt x="76960" y="18703"/>
                </a:lnTo>
                <a:lnTo>
                  <a:pt x="75361" y="16467"/>
                </a:lnTo>
                <a:lnTo>
                  <a:pt x="73611" y="14331"/>
                </a:lnTo>
                <a:lnTo>
                  <a:pt x="71714" y="12305"/>
                </a:lnTo>
                <a:lnTo>
                  <a:pt x="69688" y="10408"/>
                </a:lnTo>
                <a:lnTo>
                  <a:pt x="67552" y="8658"/>
                </a:lnTo>
                <a:lnTo>
                  <a:pt x="65316" y="7059"/>
                </a:lnTo>
                <a:lnTo>
                  <a:pt x="62987" y="5613"/>
                </a:lnTo>
                <a:lnTo>
                  <a:pt x="60574" y="4325"/>
                </a:lnTo>
                <a:lnTo>
                  <a:pt x="58085" y="3198"/>
                </a:lnTo>
                <a:lnTo>
                  <a:pt x="55528" y="2235"/>
                </a:lnTo>
                <a:lnTo>
                  <a:pt x="52911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3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7" y="365"/>
                </a:lnTo>
                <a:lnTo>
                  <a:pt x="33775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9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7" y="25934"/>
                </a:lnTo>
                <a:lnTo>
                  <a:pt x="2234" y="28491"/>
                </a:lnTo>
                <a:lnTo>
                  <a:pt x="1439" y="31108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6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2"/>
                </a:lnTo>
                <a:lnTo>
                  <a:pt x="814" y="50244"/>
                </a:lnTo>
                <a:lnTo>
                  <a:pt x="1439" y="52912"/>
                </a:lnTo>
                <a:lnTo>
                  <a:pt x="2234" y="55529"/>
                </a:lnTo>
                <a:lnTo>
                  <a:pt x="3197" y="58086"/>
                </a:lnTo>
                <a:lnTo>
                  <a:pt x="4325" y="60576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5" y="83205"/>
                </a:lnTo>
                <a:lnTo>
                  <a:pt x="36487" y="83655"/>
                </a:lnTo>
                <a:lnTo>
                  <a:pt x="39235" y="83928"/>
                </a:lnTo>
                <a:lnTo>
                  <a:pt x="42009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3"/>
          <p:cNvSpPr/>
          <p:nvPr/>
        </p:nvSpPr>
        <p:spPr>
          <a:xfrm>
            <a:off x="7550649" y="734448"/>
            <a:ext cx="84019" cy="84020"/>
          </a:xfrm>
          <a:custGeom>
            <a:avLst/>
            <a:gdLst/>
            <a:ahLst/>
            <a:cxnLst/>
            <a:rect l="l" t="t" r="r" b="b"/>
            <a:pathLst>
              <a:path w="84019" h="84020">
                <a:moveTo>
                  <a:pt x="42009" y="84020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8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6" y="76961"/>
                </a:lnTo>
                <a:lnTo>
                  <a:pt x="67552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1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4" y="47532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6"/>
                </a:lnTo>
                <a:lnTo>
                  <a:pt x="83654" y="36488"/>
                </a:lnTo>
                <a:lnTo>
                  <a:pt x="83204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4"/>
                </a:lnTo>
                <a:lnTo>
                  <a:pt x="78406" y="21032"/>
                </a:lnTo>
                <a:lnTo>
                  <a:pt x="76961" y="18703"/>
                </a:lnTo>
                <a:lnTo>
                  <a:pt x="75361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8" y="10408"/>
                </a:lnTo>
                <a:lnTo>
                  <a:pt x="67552" y="8658"/>
                </a:lnTo>
                <a:lnTo>
                  <a:pt x="65316" y="7059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8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9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2"/>
                </a:lnTo>
                <a:lnTo>
                  <a:pt x="4325" y="23444"/>
                </a:lnTo>
                <a:lnTo>
                  <a:pt x="3198" y="25934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6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09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4"/>
          <p:cNvSpPr/>
          <p:nvPr/>
        </p:nvSpPr>
        <p:spPr>
          <a:xfrm>
            <a:off x="5848962" y="2140708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19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7"/>
                </a:lnTo>
                <a:lnTo>
                  <a:pt x="81785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5"/>
                </a:lnTo>
                <a:lnTo>
                  <a:pt x="47531" y="364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4"/>
                </a:lnTo>
                <a:lnTo>
                  <a:pt x="33776" y="815"/>
                </a:lnTo>
                <a:lnTo>
                  <a:pt x="31107" y="1439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8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1"/>
                </a:lnTo>
                <a:lnTo>
                  <a:pt x="815" y="50243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8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55"/>
          <p:cNvSpPr/>
          <p:nvPr/>
        </p:nvSpPr>
        <p:spPr>
          <a:xfrm>
            <a:off x="5423540" y="2454449"/>
            <a:ext cx="84020" cy="84019"/>
          </a:xfrm>
          <a:custGeom>
            <a:avLst/>
            <a:gdLst/>
            <a:ahLst/>
            <a:cxnLst/>
            <a:rect l="l" t="t" r="r" b="b"/>
            <a:pathLst>
              <a:path w="84020" h="84019">
                <a:moveTo>
                  <a:pt x="42010" y="84019"/>
                </a:moveTo>
                <a:lnTo>
                  <a:pt x="44784" y="83927"/>
                </a:lnTo>
                <a:lnTo>
                  <a:pt x="47532" y="83654"/>
                </a:lnTo>
                <a:lnTo>
                  <a:pt x="50244" y="83204"/>
                </a:lnTo>
                <a:lnTo>
                  <a:pt x="52912" y="82579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6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1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2"/>
                </a:lnTo>
                <a:lnTo>
                  <a:pt x="76961" y="65316"/>
                </a:lnTo>
                <a:lnTo>
                  <a:pt x="78407" y="62988"/>
                </a:lnTo>
                <a:lnTo>
                  <a:pt x="79695" y="60575"/>
                </a:lnTo>
                <a:lnTo>
                  <a:pt x="80822" y="58085"/>
                </a:lnTo>
                <a:lnTo>
                  <a:pt x="81785" y="55528"/>
                </a:lnTo>
                <a:lnTo>
                  <a:pt x="82580" y="52911"/>
                </a:lnTo>
                <a:lnTo>
                  <a:pt x="83205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20" y="42009"/>
                </a:lnTo>
                <a:lnTo>
                  <a:pt x="83928" y="39235"/>
                </a:lnTo>
                <a:lnTo>
                  <a:pt x="83655" y="36487"/>
                </a:lnTo>
                <a:lnTo>
                  <a:pt x="83205" y="33775"/>
                </a:lnTo>
                <a:lnTo>
                  <a:pt x="82580" y="31107"/>
                </a:lnTo>
                <a:lnTo>
                  <a:pt x="81785" y="28490"/>
                </a:lnTo>
                <a:lnTo>
                  <a:pt x="80822" y="25933"/>
                </a:lnTo>
                <a:lnTo>
                  <a:pt x="79695" y="23444"/>
                </a:lnTo>
                <a:lnTo>
                  <a:pt x="78407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0"/>
                </a:lnTo>
                <a:lnTo>
                  <a:pt x="71715" y="12304"/>
                </a:lnTo>
                <a:lnTo>
                  <a:pt x="69689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3"/>
                </a:lnTo>
                <a:lnTo>
                  <a:pt x="60576" y="4325"/>
                </a:lnTo>
                <a:lnTo>
                  <a:pt x="58086" y="3197"/>
                </a:lnTo>
                <a:lnTo>
                  <a:pt x="55529" y="2234"/>
                </a:lnTo>
                <a:lnTo>
                  <a:pt x="52912" y="1439"/>
                </a:lnTo>
                <a:lnTo>
                  <a:pt x="50244" y="814"/>
                </a:lnTo>
                <a:lnTo>
                  <a:pt x="47532" y="364"/>
                </a:lnTo>
                <a:lnTo>
                  <a:pt x="44784" y="91"/>
                </a:lnTo>
                <a:lnTo>
                  <a:pt x="42010" y="0"/>
                </a:lnTo>
                <a:lnTo>
                  <a:pt x="39236" y="91"/>
                </a:lnTo>
                <a:lnTo>
                  <a:pt x="36488" y="364"/>
                </a:lnTo>
                <a:lnTo>
                  <a:pt x="33776" y="814"/>
                </a:lnTo>
                <a:lnTo>
                  <a:pt x="31108" y="1439"/>
                </a:lnTo>
                <a:lnTo>
                  <a:pt x="28491" y="2234"/>
                </a:lnTo>
                <a:lnTo>
                  <a:pt x="25934" y="3197"/>
                </a:lnTo>
                <a:lnTo>
                  <a:pt x="23444" y="4325"/>
                </a:lnTo>
                <a:lnTo>
                  <a:pt x="21032" y="5613"/>
                </a:lnTo>
                <a:lnTo>
                  <a:pt x="18703" y="7058"/>
                </a:lnTo>
                <a:lnTo>
                  <a:pt x="16467" y="8657"/>
                </a:lnTo>
                <a:lnTo>
                  <a:pt x="14331" y="10407"/>
                </a:lnTo>
                <a:lnTo>
                  <a:pt x="12305" y="12304"/>
                </a:lnTo>
                <a:lnTo>
                  <a:pt x="10408" y="14330"/>
                </a:lnTo>
                <a:lnTo>
                  <a:pt x="8658" y="16466"/>
                </a:lnTo>
                <a:lnTo>
                  <a:pt x="7059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40" y="31107"/>
                </a:lnTo>
                <a:lnTo>
                  <a:pt x="815" y="33775"/>
                </a:lnTo>
                <a:lnTo>
                  <a:pt x="365" y="36487"/>
                </a:lnTo>
                <a:lnTo>
                  <a:pt x="92" y="39235"/>
                </a:lnTo>
                <a:lnTo>
                  <a:pt x="0" y="42009"/>
                </a:lnTo>
                <a:lnTo>
                  <a:pt x="92" y="44784"/>
                </a:lnTo>
                <a:lnTo>
                  <a:pt x="365" y="47531"/>
                </a:lnTo>
                <a:lnTo>
                  <a:pt x="815" y="50243"/>
                </a:lnTo>
                <a:lnTo>
                  <a:pt x="1440" y="52911"/>
                </a:lnTo>
                <a:lnTo>
                  <a:pt x="2235" y="55528"/>
                </a:lnTo>
                <a:lnTo>
                  <a:pt x="3198" y="58085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6"/>
                </a:lnTo>
                <a:lnTo>
                  <a:pt x="8658" y="67552"/>
                </a:lnTo>
                <a:lnTo>
                  <a:pt x="10408" y="69688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1"/>
                </a:lnTo>
                <a:lnTo>
                  <a:pt x="18703" y="76961"/>
                </a:lnTo>
                <a:lnTo>
                  <a:pt x="21032" y="78406"/>
                </a:lnTo>
                <a:lnTo>
                  <a:pt x="23444" y="79694"/>
                </a:lnTo>
                <a:lnTo>
                  <a:pt x="25934" y="80821"/>
                </a:lnTo>
                <a:lnTo>
                  <a:pt x="28491" y="81784"/>
                </a:lnTo>
                <a:lnTo>
                  <a:pt x="31108" y="82579"/>
                </a:lnTo>
                <a:lnTo>
                  <a:pt x="33776" y="83204"/>
                </a:lnTo>
                <a:lnTo>
                  <a:pt x="36488" y="83654"/>
                </a:lnTo>
                <a:lnTo>
                  <a:pt x="39236" y="83927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56"/>
          <p:cNvSpPr/>
          <p:nvPr/>
        </p:nvSpPr>
        <p:spPr>
          <a:xfrm>
            <a:off x="6080259" y="1851345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8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6" y="76961"/>
                </a:lnTo>
                <a:lnTo>
                  <a:pt x="67552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5" y="47532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5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7"/>
                </a:lnTo>
                <a:lnTo>
                  <a:pt x="81784" y="28491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2" y="8658"/>
                </a:lnTo>
                <a:lnTo>
                  <a:pt x="65316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8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6" y="8658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1"/>
                </a:lnTo>
                <a:lnTo>
                  <a:pt x="1439" y="31107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7"/>
          <p:cNvSpPr/>
          <p:nvPr/>
        </p:nvSpPr>
        <p:spPr>
          <a:xfrm>
            <a:off x="7645645" y="699691"/>
            <a:ext cx="84019" cy="84020"/>
          </a:xfrm>
          <a:custGeom>
            <a:avLst/>
            <a:gdLst/>
            <a:ahLst/>
            <a:cxnLst/>
            <a:rect l="l" t="t" r="r" b="b"/>
            <a:pathLst>
              <a:path w="84019" h="84020">
                <a:moveTo>
                  <a:pt x="42009" y="84020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8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7"/>
                </a:lnTo>
                <a:lnTo>
                  <a:pt x="65316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4"/>
                </a:lnTo>
                <a:lnTo>
                  <a:pt x="83655" y="47532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5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4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8" y="10408"/>
                </a:lnTo>
                <a:lnTo>
                  <a:pt x="67553" y="8658"/>
                </a:lnTo>
                <a:lnTo>
                  <a:pt x="65316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8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6" y="8658"/>
                </a:lnTo>
                <a:lnTo>
                  <a:pt x="14331" y="10408"/>
                </a:lnTo>
                <a:lnTo>
                  <a:pt x="12304" y="12305"/>
                </a:lnTo>
                <a:lnTo>
                  <a:pt x="10407" y="14331"/>
                </a:lnTo>
                <a:lnTo>
                  <a:pt x="8657" y="16467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4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4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09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58"/>
          <p:cNvSpPr/>
          <p:nvPr/>
        </p:nvSpPr>
        <p:spPr>
          <a:xfrm>
            <a:off x="5892330" y="1992754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7"/>
                </a:lnTo>
                <a:lnTo>
                  <a:pt x="47531" y="83654"/>
                </a:lnTo>
                <a:lnTo>
                  <a:pt x="50243" y="83204"/>
                </a:lnTo>
                <a:lnTo>
                  <a:pt x="52912" y="82579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6" y="76961"/>
                </a:lnTo>
                <a:lnTo>
                  <a:pt x="67553" y="75361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1" y="67552"/>
                </a:lnTo>
                <a:lnTo>
                  <a:pt x="76961" y="65316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5"/>
                </a:lnTo>
                <a:lnTo>
                  <a:pt x="81784" y="55528"/>
                </a:lnTo>
                <a:lnTo>
                  <a:pt x="82579" y="52911"/>
                </a:lnTo>
                <a:lnTo>
                  <a:pt x="83204" y="50243"/>
                </a:lnTo>
                <a:lnTo>
                  <a:pt x="83654" y="47531"/>
                </a:lnTo>
                <a:lnTo>
                  <a:pt x="83927" y="44784"/>
                </a:lnTo>
                <a:lnTo>
                  <a:pt x="84019" y="42009"/>
                </a:lnTo>
                <a:lnTo>
                  <a:pt x="83927" y="39235"/>
                </a:lnTo>
                <a:lnTo>
                  <a:pt x="83654" y="36487"/>
                </a:lnTo>
                <a:lnTo>
                  <a:pt x="83204" y="33775"/>
                </a:lnTo>
                <a:lnTo>
                  <a:pt x="82579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1" y="16466"/>
                </a:lnTo>
                <a:lnTo>
                  <a:pt x="73612" y="14330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6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7"/>
                </a:lnTo>
                <a:lnTo>
                  <a:pt x="55529" y="2234"/>
                </a:lnTo>
                <a:lnTo>
                  <a:pt x="52912" y="1439"/>
                </a:lnTo>
                <a:lnTo>
                  <a:pt x="50243" y="814"/>
                </a:lnTo>
                <a:lnTo>
                  <a:pt x="47531" y="364"/>
                </a:lnTo>
                <a:lnTo>
                  <a:pt x="44784" y="91"/>
                </a:lnTo>
                <a:lnTo>
                  <a:pt x="42009" y="0"/>
                </a:lnTo>
                <a:lnTo>
                  <a:pt x="39235" y="91"/>
                </a:lnTo>
                <a:lnTo>
                  <a:pt x="36488" y="364"/>
                </a:lnTo>
                <a:lnTo>
                  <a:pt x="33776" y="814"/>
                </a:lnTo>
                <a:lnTo>
                  <a:pt x="31107" y="1439"/>
                </a:lnTo>
                <a:lnTo>
                  <a:pt x="28490" y="2234"/>
                </a:lnTo>
                <a:lnTo>
                  <a:pt x="25933" y="3197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0"/>
                </a:lnTo>
                <a:lnTo>
                  <a:pt x="8657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4" y="33775"/>
                </a:lnTo>
                <a:lnTo>
                  <a:pt x="364" y="36487"/>
                </a:lnTo>
                <a:lnTo>
                  <a:pt x="91" y="39235"/>
                </a:lnTo>
                <a:lnTo>
                  <a:pt x="0" y="42009"/>
                </a:lnTo>
                <a:lnTo>
                  <a:pt x="91" y="44784"/>
                </a:lnTo>
                <a:lnTo>
                  <a:pt x="364" y="47531"/>
                </a:lnTo>
                <a:lnTo>
                  <a:pt x="814" y="50243"/>
                </a:lnTo>
                <a:lnTo>
                  <a:pt x="1439" y="52911"/>
                </a:lnTo>
                <a:lnTo>
                  <a:pt x="2235" y="55528"/>
                </a:lnTo>
                <a:lnTo>
                  <a:pt x="3198" y="58085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6"/>
                </a:lnTo>
                <a:lnTo>
                  <a:pt x="8657" y="67552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1"/>
                </a:lnTo>
                <a:lnTo>
                  <a:pt x="18702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79"/>
                </a:lnTo>
                <a:lnTo>
                  <a:pt x="33776" y="83204"/>
                </a:lnTo>
                <a:lnTo>
                  <a:pt x="36488" y="83654"/>
                </a:lnTo>
                <a:lnTo>
                  <a:pt x="39235" y="83927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59"/>
          <p:cNvSpPr/>
          <p:nvPr/>
        </p:nvSpPr>
        <p:spPr>
          <a:xfrm>
            <a:off x="6111236" y="1824295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7"/>
                </a:lnTo>
                <a:lnTo>
                  <a:pt x="47532" y="83655"/>
                </a:lnTo>
                <a:lnTo>
                  <a:pt x="50243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5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19" y="42009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5"/>
                </a:lnTo>
                <a:lnTo>
                  <a:pt x="47532" y="364"/>
                </a:lnTo>
                <a:lnTo>
                  <a:pt x="44784" y="92"/>
                </a:lnTo>
                <a:lnTo>
                  <a:pt x="42010" y="0"/>
                </a:lnTo>
                <a:lnTo>
                  <a:pt x="39236" y="92"/>
                </a:lnTo>
                <a:lnTo>
                  <a:pt x="36488" y="364"/>
                </a:lnTo>
                <a:lnTo>
                  <a:pt x="33776" y="815"/>
                </a:lnTo>
                <a:lnTo>
                  <a:pt x="31108" y="1439"/>
                </a:lnTo>
                <a:lnTo>
                  <a:pt x="28491" y="2235"/>
                </a:lnTo>
                <a:lnTo>
                  <a:pt x="25934" y="3198"/>
                </a:lnTo>
                <a:lnTo>
                  <a:pt x="23445" y="4325"/>
                </a:lnTo>
                <a:lnTo>
                  <a:pt x="21032" y="5613"/>
                </a:lnTo>
                <a:lnTo>
                  <a:pt x="18703" y="7058"/>
                </a:lnTo>
                <a:lnTo>
                  <a:pt x="16467" y="8657"/>
                </a:lnTo>
                <a:lnTo>
                  <a:pt x="14331" y="10407"/>
                </a:lnTo>
                <a:lnTo>
                  <a:pt x="12305" y="12304"/>
                </a:lnTo>
                <a:lnTo>
                  <a:pt x="10408" y="14331"/>
                </a:lnTo>
                <a:lnTo>
                  <a:pt x="8658" y="16466"/>
                </a:lnTo>
                <a:lnTo>
                  <a:pt x="7059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40" y="31107"/>
                </a:lnTo>
                <a:lnTo>
                  <a:pt x="815" y="33776"/>
                </a:lnTo>
                <a:lnTo>
                  <a:pt x="365" y="36488"/>
                </a:lnTo>
                <a:lnTo>
                  <a:pt x="92" y="39235"/>
                </a:lnTo>
                <a:lnTo>
                  <a:pt x="0" y="42009"/>
                </a:lnTo>
                <a:lnTo>
                  <a:pt x="92" y="44784"/>
                </a:lnTo>
                <a:lnTo>
                  <a:pt x="365" y="47531"/>
                </a:lnTo>
                <a:lnTo>
                  <a:pt x="815" y="50243"/>
                </a:lnTo>
                <a:lnTo>
                  <a:pt x="1440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8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2" y="78406"/>
                </a:lnTo>
                <a:lnTo>
                  <a:pt x="23445" y="79694"/>
                </a:lnTo>
                <a:lnTo>
                  <a:pt x="25934" y="80821"/>
                </a:lnTo>
                <a:lnTo>
                  <a:pt x="28491" y="81784"/>
                </a:lnTo>
                <a:lnTo>
                  <a:pt x="31108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6" y="83927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0"/>
          <p:cNvSpPr/>
          <p:nvPr/>
        </p:nvSpPr>
        <p:spPr>
          <a:xfrm>
            <a:off x="5762225" y="2124618"/>
            <a:ext cx="84020" cy="84020"/>
          </a:xfrm>
          <a:custGeom>
            <a:avLst/>
            <a:gdLst/>
            <a:ahLst/>
            <a:cxnLst/>
            <a:rect l="l" t="t" r="r" b="b"/>
            <a:pathLst>
              <a:path w="84020" h="84020">
                <a:moveTo>
                  <a:pt x="42010" y="84020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5" y="28491"/>
                </a:lnTo>
                <a:lnTo>
                  <a:pt x="80822" y="25934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8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1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9"/>
                </a:lnTo>
                <a:lnTo>
                  <a:pt x="16467" y="8658"/>
                </a:lnTo>
                <a:lnTo>
                  <a:pt x="14331" y="10408"/>
                </a:lnTo>
                <a:lnTo>
                  <a:pt x="12305" y="12305"/>
                </a:lnTo>
                <a:lnTo>
                  <a:pt x="10408" y="14331"/>
                </a:lnTo>
                <a:lnTo>
                  <a:pt x="8658" y="16467"/>
                </a:lnTo>
                <a:lnTo>
                  <a:pt x="7059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4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4"/>
                </a:lnTo>
                <a:lnTo>
                  <a:pt x="25933" y="80822"/>
                </a:lnTo>
                <a:lnTo>
                  <a:pt x="28491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1"/>
          <p:cNvSpPr/>
          <p:nvPr/>
        </p:nvSpPr>
        <p:spPr>
          <a:xfrm>
            <a:off x="5293435" y="2457986"/>
            <a:ext cx="84020" cy="84019"/>
          </a:xfrm>
          <a:custGeom>
            <a:avLst/>
            <a:gdLst/>
            <a:ahLst/>
            <a:cxnLst/>
            <a:rect l="l" t="t" r="r" b="b"/>
            <a:pathLst>
              <a:path w="84020" h="84019">
                <a:moveTo>
                  <a:pt x="42010" y="84019"/>
                </a:moveTo>
                <a:lnTo>
                  <a:pt x="44785" y="83928"/>
                </a:lnTo>
                <a:lnTo>
                  <a:pt x="47532" y="83655"/>
                </a:lnTo>
                <a:lnTo>
                  <a:pt x="50244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7" y="80821"/>
                </a:lnTo>
                <a:lnTo>
                  <a:pt x="60576" y="79694"/>
                </a:lnTo>
                <a:lnTo>
                  <a:pt x="62989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7" y="62988"/>
                </a:lnTo>
                <a:lnTo>
                  <a:pt x="79695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3"/>
                </a:lnTo>
                <a:lnTo>
                  <a:pt x="83656" y="47531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5"/>
                </a:lnTo>
                <a:lnTo>
                  <a:pt x="83656" y="36488"/>
                </a:lnTo>
                <a:lnTo>
                  <a:pt x="83205" y="33776"/>
                </a:lnTo>
                <a:lnTo>
                  <a:pt x="82580" y="31107"/>
                </a:lnTo>
                <a:lnTo>
                  <a:pt x="81785" y="28490"/>
                </a:lnTo>
                <a:lnTo>
                  <a:pt x="80822" y="25933"/>
                </a:lnTo>
                <a:lnTo>
                  <a:pt x="79695" y="23444"/>
                </a:lnTo>
                <a:lnTo>
                  <a:pt x="78407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9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9" y="5613"/>
                </a:lnTo>
                <a:lnTo>
                  <a:pt x="60576" y="4325"/>
                </a:lnTo>
                <a:lnTo>
                  <a:pt x="58087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4" y="815"/>
                </a:lnTo>
                <a:lnTo>
                  <a:pt x="47532" y="364"/>
                </a:lnTo>
                <a:lnTo>
                  <a:pt x="44785" y="92"/>
                </a:lnTo>
                <a:lnTo>
                  <a:pt x="42010" y="0"/>
                </a:lnTo>
                <a:lnTo>
                  <a:pt x="39236" y="92"/>
                </a:lnTo>
                <a:lnTo>
                  <a:pt x="36488" y="364"/>
                </a:lnTo>
                <a:lnTo>
                  <a:pt x="33776" y="815"/>
                </a:lnTo>
                <a:lnTo>
                  <a:pt x="31108" y="1439"/>
                </a:lnTo>
                <a:lnTo>
                  <a:pt x="28491" y="2235"/>
                </a:lnTo>
                <a:lnTo>
                  <a:pt x="25934" y="3198"/>
                </a:lnTo>
                <a:lnTo>
                  <a:pt x="23445" y="4325"/>
                </a:lnTo>
                <a:lnTo>
                  <a:pt x="21032" y="5613"/>
                </a:lnTo>
                <a:lnTo>
                  <a:pt x="18703" y="7058"/>
                </a:lnTo>
                <a:lnTo>
                  <a:pt x="16467" y="8657"/>
                </a:lnTo>
                <a:lnTo>
                  <a:pt x="14332" y="10407"/>
                </a:lnTo>
                <a:lnTo>
                  <a:pt x="12305" y="12304"/>
                </a:lnTo>
                <a:lnTo>
                  <a:pt x="10408" y="14331"/>
                </a:lnTo>
                <a:lnTo>
                  <a:pt x="8658" y="16466"/>
                </a:lnTo>
                <a:lnTo>
                  <a:pt x="7059" y="18702"/>
                </a:lnTo>
                <a:lnTo>
                  <a:pt x="5613" y="21031"/>
                </a:lnTo>
                <a:lnTo>
                  <a:pt x="4326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40" y="31107"/>
                </a:lnTo>
                <a:lnTo>
                  <a:pt x="815" y="33776"/>
                </a:lnTo>
                <a:lnTo>
                  <a:pt x="365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5" y="47531"/>
                </a:lnTo>
                <a:lnTo>
                  <a:pt x="815" y="50243"/>
                </a:lnTo>
                <a:lnTo>
                  <a:pt x="1440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6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8"/>
                </a:lnTo>
                <a:lnTo>
                  <a:pt x="12305" y="71715"/>
                </a:lnTo>
                <a:lnTo>
                  <a:pt x="14332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2" y="78406"/>
                </a:lnTo>
                <a:lnTo>
                  <a:pt x="23445" y="79694"/>
                </a:lnTo>
                <a:lnTo>
                  <a:pt x="25934" y="80821"/>
                </a:lnTo>
                <a:lnTo>
                  <a:pt x="28491" y="81784"/>
                </a:lnTo>
                <a:lnTo>
                  <a:pt x="31108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6" y="83928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2"/>
          <p:cNvSpPr/>
          <p:nvPr/>
        </p:nvSpPr>
        <p:spPr>
          <a:xfrm>
            <a:off x="5299631" y="2439952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19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4" y="28491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8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3" y="815"/>
                </a:lnTo>
                <a:lnTo>
                  <a:pt x="47531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6" y="8658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8" y="16467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1" y="39235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8" y="67553"/>
                </a:lnTo>
                <a:lnTo>
                  <a:pt x="10407" y="69689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2"/>
                </a:lnTo>
                <a:lnTo>
                  <a:pt x="28490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3"/>
          <p:cNvSpPr/>
          <p:nvPr/>
        </p:nvSpPr>
        <p:spPr>
          <a:xfrm>
            <a:off x="5355390" y="2486786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8"/>
                </a:lnTo>
                <a:lnTo>
                  <a:pt x="47531" y="83655"/>
                </a:lnTo>
                <a:lnTo>
                  <a:pt x="50243" y="83205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5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19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5"/>
                </a:lnTo>
                <a:lnTo>
                  <a:pt x="47531" y="364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4"/>
                </a:lnTo>
                <a:lnTo>
                  <a:pt x="33776" y="815"/>
                </a:lnTo>
                <a:lnTo>
                  <a:pt x="31107" y="1439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8" y="16466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1"/>
                </a:lnTo>
                <a:lnTo>
                  <a:pt x="815" y="50243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8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4"/>
          <p:cNvSpPr/>
          <p:nvPr/>
        </p:nvSpPr>
        <p:spPr>
          <a:xfrm>
            <a:off x="5638316" y="2331281"/>
            <a:ext cx="84020" cy="84019"/>
          </a:xfrm>
          <a:custGeom>
            <a:avLst/>
            <a:gdLst/>
            <a:ahLst/>
            <a:cxnLst/>
            <a:rect l="l" t="t" r="r" b="b"/>
            <a:pathLst>
              <a:path w="84020" h="84019">
                <a:moveTo>
                  <a:pt x="42010" y="84019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5" y="28491"/>
                </a:lnTo>
                <a:lnTo>
                  <a:pt x="80822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8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7" y="1440"/>
                </a:lnTo>
                <a:lnTo>
                  <a:pt x="28491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7" y="8658"/>
                </a:lnTo>
                <a:lnTo>
                  <a:pt x="14331" y="10407"/>
                </a:lnTo>
                <a:lnTo>
                  <a:pt x="12305" y="12304"/>
                </a:lnTo>
                <a:lnTo>
                  <a:pt x="10408" y="14331"/>
                </a:lnTo>
                <a:lnTo>
                  <a:pt x="8658" y="16467"/>
                </a:lnTo>
                <a:lnTo>
                  <a:pt x="7058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1"/>
                </a:lnTo>
                <a:lnTo>
                  <a:pt x="1439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2"/>
                </a:lnTo>
                <a:lnTo>
                  <a:pt x="28491" y="81785"/>
                </a:lnTo>
                <a:lnTo>
                  <a:pt x="31107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65"/>
          <p:cNvSpPr/>
          <p:nvPr/>
        </p:nvSpPr>
        <p:spPr>
          <a:xfrm>
            <a:off x="5260393" y="2486497"/>
            <a:ext cx="84020" cy="84020"/>
          </a:xfrm>
          <a:custGeom>
            <a:avLst/>
            <a:gdLst/>
            <a:ahLst/>
            <a:cxnLst/>
            <a:rect l="l" t="t" r="r" b="b"/>
            <a:pathLst>
              <a:path w="84020" h="84020">
                <a:moveTo>
                  <a:pt x="42010" y="84020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4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7" y="62988"/>
                </a:lnTo>
                <a:lnTo>
                  <a:pt x="79694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5" y="28491"/>
                </a:lnTo>
                <a:lnTo>
                  <a:pt x="80822" y="25934"/>
                </a:lnTo>
                <a:lnTo>
                  <a:pt x="79694" y="23444"/>
                </a:lnTo>
                <a:lnTo>
                  <a:pt x="78407" y="21031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9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8" y="1440"/>
                </a:lnTo>
                <a:lnTo>
                  <a:pt x="28491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9"/>
                </a:lnTo>
                <a:lnTo>
                  <a:pt x="16467" y="8658"/>
                </a:lnTo>
                <a:lnTo>
                  <a:pt x="14331" y="10408"/>
                </a:lnTo>
                <a:lnTo>
                  <a:pt x="12305" y="12305"/>
                </a:lnTo>
                <a:lnTo>
                  <a:pt x="10408" y="14331"/>
                </a:lnTo>
                <a:lnTo>
                  <a:pt x="8658" y="16467"/>
                </a:lnTo>
                <a:lnTo>
                  <a:pt x="7059" y="18703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4"/>
                </a:lnTo>
                <a:lnTo>
                  <a:pt x="2235" y="28491"/>
                </a:lnTo>
                <a:lnTo>
                  <a:pt x="1440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40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4"/>
                </a:lnTo>
                <a:lnTo>
                  <a:pt x="25933" y="80822"/>
                </a:lnTo>
                <a:lnTo>
                  <a:pt x="28491" y="81785"/>
                </a:lnTo>
                <a:lnTo>
                  <a:pt x="31108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66"/>
          <p:cNvSpPr/>
          <p:nvPr/>
        </p:nvSpPr>
        <p:spPr>
          <a:xfrm>
            <a:off x="5349195" y="2401136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7"/>
                </a:lnTo>
                <a:lnTo>
                  <a:pt x="47531" y="83654"/>
                </a:lnTo>
                <a:lnTo>
                  <a:pt x="50243" y="83204"/>
                </a:lnTo>
                <a:lnTo>
                  <a:pt x="52912" y="82579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0"/>
                </a:lnTo>
                <a:lnTo>
                  <a:pt x="67553" y="75361"/>
                </a:lnTo>
                <a:lnTo>
                  <a:pt x="69688" y="73611"/>
                </a:lnTo>
                <a:lnTo>
                  <a:pt x="71715" y="71714"/>
                </a:lnTo>
                <a:lnTo>
                  <a:pt x="73612" y="69688"/>
                </a:lnTo>
                <a:lnTo>
                  <a:pt x="75362" y="67552"/>
                </a:lnTo>
                <a:lnTo>
                  <a:pt x="76961" y="65316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5"/>
                </a:lnTo>
                <a:lnTo>
                  <a:pt x="81784" y="55528"/>
                </a:lnTo>
                <a:lnTo>
                  <a:pt x="82580" y="52911"/>
                </a:lnTo>
                <a:lnTo>
                  <a:pt x="83205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19" y="42009"/>
                </a:lnTo>
                <a:lnTo>
                  <a:pt x="83928" y="39235"/>
                </a:lnTo>
                <a:lnTo>
                  <a:pt x="83655" y="36487"/>
                </a:lnTo>
                <a:lnTo>
                  <a:pt x="83205" y="33775"/>
                </a:lnTo>
                <a:lnTo>
                  <a:pt x="82580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0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2"/>
                </a:lnTo>
                <a:lnTo>
                  <a:pt x="60575" y="4325"/>
                </a:lnTo>
                <a:lnTo>
                  <a:pt x="58086" y="3197"/>
                </a:lnTo>
                <a:lnTo>
                  <a:pt x="55529" y="2234"/>
                </a:lnTo>
                <a:lnTo>
                  <a:pt x="52912" y="1439"/>
                </a:lnTo>
                <a:lnTo>
                  <a:pt x="50243" y="814"/>
                </a:lnTo>
                <a:lnTo>
                  <a:pt x="47531" y="364"/>
                </a:lnTo>
                <a:lnTo>
                  <a:pt x="44784" y="91"/>
                </a:lnTo>
                <a:lnTo>
                  <a:pt x="42010" y="0"/>
                </a:lnTo>
                <a:lnTo>
                  <a:pt x="39235" y="91"/>
                </a:lnTo>
                <a:lnTo>
                  <a:pt x="36488" y="364"/>
                </a:lnTo>
                <a:lnTo>
                  <a:pt x="33776" y="814"/>
                </a:lnTo>
                <a:lnTo>
                  <a:pt x="31107" y="1439"/>
                </a:lnTo>
                <a:lnTo>
                  <a:pt x="28490" y="2234"/>
                </a:lnTo>
                <a:lnTo>
                  <a:pt x="25933" y="3197"/>
                </a:lnTo>
                <a:lnTo>
                  <a:pt x="23444" y="4325"/>
                </a:lnTo>
                <a:lnTo>
                  <a:pt x="21031" y="5612"/>
                </a:lnTo>
                <a:lnTo>
                  <a:pt x="18702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0"/>
                </a:lnTo>
                <a:lnTo>
                  <a:pt x="8657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4" y="33775"/>
                </a:lnTo>
                <a:lnTo>
                  <a:pt x="364" y="36487"/>
                </a:lnTo>
                <a:lnTo>
                  <a:pt x="91" y="39235"/>
                </a:lnTo>
                <a:lnTo>
                  <a:pt x="0" y="42009"/>
                </a:lnTo>
                <a:lnTo>
                  <a:pt x="91" y="44784"/>
                </a:lnTo>
                <a:lnTo>
                  <a:pt x="364" y="47531"/>
                </a:lnTo>
                <a:lnTo>
                  <a:pt x="814" y="50243"/>
                </a:lnTo>
                <a:lnTo>
                  <a:pt x="1439" y="52911"/>
                </a:lnTo>
                <a:lnTo>
                  <a:pt x="2235" y="55528"/>
                </a:lnTo>
                <a:lnTo>
                  <a:pt x="3198" y="58085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6"/>
                </a:lnTo>
                <a:lnTo>
                  <a:pt x="8657" y="67552"/>
                </a:lnTo>
                <a:lnTo>
                  <a:pt x="10407" y="69688"/>
                </a:lnTo>
                <a:lnTo>
                  <a:pt x="12304" y="71714"/>
                </a:lnTo>
                <a:lnTo>
                  <a:pt x="14331" y="73611"/>
                </a:lnTo>
                <a:lnTo>
                  <a:pt x="16466" y="75361"/>
                </a:lnTo>
                <a:lnTo>
                  <a:pt x="18702" y="76960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79"/>
                </a:lnTo>
                <a:lnTo>
                  <a:pt x="33776" y="83204"/>
                </a:lnTo>
                <a:lnTo>
                  <a:pt x="36488" y="83654"/>
                </a:lnTo>
                <a:lnTo>
                  <a:pt x="39235" y="83927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path 67"/>
          <p:cNvSpPr/>
          <p:nvPr/>
        </p:nvSpPr>
        <p:spPr>
          <a:xfrm>
            <a:off x="5369846" y="2498712"/>
            <a:ext cx="84020" cy="84019"/>
          </a:xfrm>
          <a:custGeom>
            <a:avLst/>
            <a:gdLst/>
            <a:ahLst/>
            <a:cxnLst/>
            <a:rect l="l" t="t" r="r" b="b"/>
            <a:pathLst>
              <a:path w="84020" h="84019">
                <a:moveTo>
                  <a:pt x="42010" y="84019"/>
                </a:moveTo>
                <a:lnTo>
                  <a:pt x="44785" y="83927"/>
                </a:lnTo>
                <a:lnTo>
                  <a:pt x="47532" y="83654"/>
                </a:lnTo>
                <a:lnTo>
                  <a:pt x="50244" y="83204"/>
                </a:lnTo>
                <a:lnTo>
                  <a:pt x="52912" y="82579"/>
                </a:lnTo>
                <a:lnTo>
                  <a:pt x="55529" y="81784"/>
                </a:lnTo>
                <a:lnTo>
                  <a:pt x="58087" y="80821"/>
                </a:lnTo>
                <a:lnTo>
                  <a:pt x="60576" y="79694"/>
                </a:lnTo>
                <a:lnTo>
                  <a:pt x="62989" y="78406"/>
                </a:lnTo>
                <a:lnTo>
                  <a:pt x="65317" y="76961"/>
                </a:lnTo>
                <a:lnTo>
                  <a:pt x="67553" y="75361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2"/>
                </a:lnTo>
                <a:lnTo>
                  <a:pt x="76961" y="65316"/>
                </a:lnTo>
                <a:lnTo>
                  <a:pt x="78407" y="62988"/>
                </a:lnTo>
                <a:lnTo>
                  <a:pt x="79695" y="60575"/>
                </a:lnTo>
                <a:lnTo>
                  <a:pt x="80822" y="58086"/>
                </a:lnTo>
                <a:lnTo>
                  <a:pt x="81785" y="55528"/>
                </a:lnTo>
                <a:lnTo>
                  <a:pt x="82581" y="52912"/>
                </a:lnTo>
                <a:lnTo>
                  <a:pt x="83205" y="50243"/>
                </a:lnTo>
                <a:lnTo>
                  <a:pt x="83656" y="47531"/>
                </a:lnTo>
                <a:lnTo>
                  <a:pt x="83928" y="44784"/>
                </a:lnTo>
                <a:lnTo>
                  <a:pt x="84020" y="42009"/>
                </a:lnTo>
                <a:lnTo>
                  <a:pt x="83928" y="39235"/>
                </a:lnTo>
                <a:lnTo>
                  <a:pt x="83656" y="36487"/>
                </a:lnTo>
                <a:lnTo>
                  <a:pt x="83205" y="33775"/>
                </a:lnTo>
                <a:lnTo>
                  <a:pt x="82581" y="31107"/>
                </a:lnTo>
                <a:lnTo>
                  <a:pt x="81785" y="28490"/>
                </a:lnTo>
                <a:lnTo>
                  <a:pt x="80822" y="25933"/>
                </a:lnTo>
                <a:lnTo>
                  <a:pt x="79695" y="23444"/>
                </a:lnTo>
                <a:lnTo>
                  <a:pt x="78407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0"/>
                </a:lnTo>
                <a:lnTo>
                  <a:pt x="71715" y="12304"/>
                </a:lnTo>
                <a:lnTo>
                  <a:pt x="69689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9" y="5613"/>
                </a:lnTo>
                <a:lnTo>
                  <a:pt x="60576" y="4325"/>
                </a:lnTo>
                <a:lnTo>
                  <a:pt x="58087" y="3197"/>
                </a:lnTo>
                <a:lnTo>
                  <a:pt x="55529" y="2234"/>
                </a:lnTo>
                <a:lnTo>
                  <a:pt x="52912" y="1439"/>
                </a:lnTo>
                <a:lnTo>
                  <a:pt x="50244" y="814"/>
                </a:lnTo>
                <a:lnTo>
                  <a:pt x="47532" y="364"/>
                </a:lnTo>
                <a:lnTo>
                  <a:pt x="44785" y="91"/>
                </a:lnTo>
                <a:lnTo>
                  <a:pt x="42010" y="0"/>
                </a:lnTo>
                <a:lnTo>
                  <a:pt x="39236" y="91"/>
                </a:lnTo>
                <a:lnTo>
                  <a:pt x="36488" y="364"/>
                </a:lnTo>
                <a:lnTo>
                  <a:pt x="33776" y="814"/>
                </a:lnTo>
                <a:lnTo>
                  <a:pt x="31108" y="1439"/>
                </a:lnTo>
                <a:lnTo>
                  <a:pt x="28491" y="2234"/>
                </a:lnTo>
                <a:lnTo>
                  <a:pt x="25934" y="3197"/>
                </a:lnTo>
                <a:lnTo>
                  <a:pt x="23445" y="4325"/>
                </a:lnTo>
                <a:lnTo>
                  <a:pt x="21032" y="5613"/>
                </a:lnTo>
                <a:lnTo>
                  <a:pt x="18703" y="7058"/>
                </a:lnTo>
                <a:lnTo>
                  <a:pt x="16467" y="8657"/>
                </a:lnTo>
                <a:lnTo>
                  <a:pt x="14332" y="10407"/>
                </a:lnTo>
                <a:lnTo>
                  <a:pt x="12305" y="12304"/>
                </a:lnTo>
                <a:lnTo>
                  <a:pt x="10408" y="14330"/>
                </a:lnTo>
                <a:lnTo>
                  <a:pt x="8658" y="16466"/>
                </a:lnTo>
                <a:lnTo>
                  <a:pt x="7059" y="18702"/>
                </a:lnTo>
                <a:lnTo>
                  <a:pt x="5614" y="21031"/>
                </a:lnTo>
                <a:lnTo>
                  <a:pt x="4326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40" y="31107"/>
                </a:lnTo>
                <a:lnTo>
                  <a:pt x="815" y="33775"/>
                </a:lnTo>
                <a:lnTo>
                  <a:pt x="365" y="36487"/>
                </a:lnTo>
                <a:lnTo>
                  <a:pt x="92" y="39235"/>
                </a:lnTo>
                <a:lnTo>
                  <a:pt x="0" y="42009"/>
                </a:lnTo>
                <a:lnTo>
                  <a:pt x="92" y="44784"/>
                </a:lnTo>
                <a:lnTo>
                  <a:pt x="365" y="47531"/>
                </a:lnTo>
                <a:lnTo>
                  <a:pt x="815" y="50243"/>
                </a:lnTo>
                <a:lnTo>
                  <a:pt x="1440" y="52912"/>
                </a:lnTo>
                <a:lnTo>
                  <a:pt x="2235" y="55528"/>
                </a:lnTo>
                <a:lnTo>
                  <a:pt x="3198" y="58086"/>
                </a:lnTo>
                <a:lnTo>
                  <a:pt x="4326" y="60575"/>
                </a:lnTo>
                <a:lnTo>
                  <a:pt x="5614" y="62988"/>
                </a:lnTo>
                <a:lnTo>
                  <a:pt x="7059" y="65316"/>
                </a:lnTo>
                <a:lnTo>
                  <a:pt x="8658" y="67552"/>
                </a:lnTo>
                <a:lnTo>
                  <a:pt x="10408" y="69688"/>
                </a:lnTo>
                <a:lnTo>
                  <a:pt x="12305" y="71715"/>
                </a:lnTo>
                <a:lnTo>
                  <a:pt x="14332" y="73612"/>
                </a:lnTo>
                <a:lnTo>
                  <a:pt x="16467" y="75361"/>
                </a:lnTo>
                <a:lnTo>
                  <a:pt x="18703" y="76961"/>
                </a:lnTo>
                <a:lnTo>
                  <a:pt x="21032" y="78406"/>
                </a:lnTo>
                <a:lnTo>
                  <a:pt x="23445" y="79694"/>
                </a:lnTo>
                <a:lnTo>
                  <a:pt x="25934" y="80821"/>
                </a:lnTo>
                <a:lnTo>
                  <a:pt x="28491" y="81784"/>
                </a:lnTo>
                <a:lnTo>
                  <a:pt x="31108" y="82579"/>
                </a:lnTo>
                <a:lnTo>
                  <a:pt x="33776" y="83204"/>
                </a:lnTo>
                <a:lnTo>
                  <a:pt x="36488" y="83654"/>
                </a:lnTo>
                <a:lnTo>
                  <a:pt x="39236" y="83927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68"/>
          <p:cNvSpPr/>
          <p:nvPr/>
        </p:nvSpPr>
        <p:spPr>
          <a:xfrm>
            <a:off x="5260393" y="2538585"/>
            <a:ext cx="84020" cy="84020"/>
          </a:xfrm>
          <a:custGeom>
            <a:avLst/>
            <a:gdLst/>
            <a:ahLst/>
            <a:cxnLst/>
            <a:rect l="l" t="t" r="r" b="b"/>
            <a:pathLst>
              <a:path w="84020" h="84020">
                <a:moveTo>
                  <a:pt x="42010" y="84020"/>
                </a:moveTo>
                <a:lnTo>
                  <a:pt x="44784" y="83928"/>
                </a:lnTo>
                <a:lnTo>
                  <a:pt x="47532" y="83655"/>
                </a:lnTo>
                <a:lnTo>
                  <a:pt x="50244" y="83205"/>
                </a:lnTo>
                <a:lnTo>
                  <a:pt x="52912" y="82580"/>
                </a:lnTo>
                <a:lnTo>
                  <a:pt x="55529" y="81785"/>
                </a:lnTo>
                <a:lnTo>
                  <a:pt x="58086" y="80822"/>
                </a:lnTo>
                <a:lnTo>
                  <a:pt x="60575" y="79695"/>
                </a:lnTo>
                <a:lnTo>
                  <a:pt x="62988" y="78407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9" y="73612"/>
                </a:lnTo>
                <a:lnTo>
                  <a:pt x="71715" y="71715"/>
                </a:lnTo>
                <a:lnTo>
                  <a:pt x="73612" y="69689"/>
                </a:lnTo>
                <a:lnTo>
                  <a:pt x="75362" y="67553"/>
                </a:lnTo>
                <a:lnTo>
                  <a:pt x="76961" y="65317"/>
                </a:lnTo>
                <a:lnTo>
                  <a:pt x="78407" y="62988"/>
                </a:lnTo>
                <a:lnTo>
                  <a:pt x="79694" y="60575"/>
                </a:lnTo>
                <a:lnTo>
                  <a:pt x="80822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4"/>
                </a:lnTo>
                <a:lnTo>
                  <a:pt x="83655" y="47532"/>
                </a:lnTo>
                <a:lnTo>
                  <a:pt x="83928" y="44784"/>
                </a:lnTo>
                <a:lnTo>
                  <a:pt x="84020" y="42010"/>
                </a:lnTo>
                <a:lnTo>
                  <a:pt x="83928" y="39236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8"/>
                </a:lnTo>
                <a:lnTo>
                  <a:pt x="81785" y="28491"/>
                </a:lnTo>
                <a:lnTo>
                  <a:pt x="80822" y="25934"/>
                </a:lnTo>
                <a:lnTo>
                  <a:pt x="79694" y="23445"/>
                </a:lnTo>
                <a:lnTo>
                  <a:pt x="78407" y="21032"/>
                </a:lnTo>
                <a:lnTo>
                  <a:pt x="76961" y="18703"/>
                </a:lnTo>
                <a:lnTo>
                  <a:pt x="75362" y="16467"/>
                </a:lnTo>
                <a:lnTo>
                  <a:pt x="73612" y="14331"/>
                </a:lnTo>
                <a:lnTo>
                  <a:pt x="71715" y="12305"/>
                </a:lnTo>
                <a:lnTo>
                  <a:pt x="69689" y="10408"/>
                </a:lnTo>
                <a:lnTo>
                  <a:pt x="67553" y="8658"/>
                </a:lnTo>
                <a:lnTo>
                  <a:pt x="65317" y="7059"/>
                </a:lnTo>
                <a:lnTo>
                  <a:pt x="62988" y="5613"/>
                </a:lnTo>
                <a:lnTo>
                  <a:pt x="60575" y="4326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40"/>
                </a:lnTo>
                <a:lnTo>
                  <a:pt x="50244" y="815"/>
                </a:lnTo>
                <a:lnTo>
                  <a:pt x="47532" y="365"/>
                </a:lnTo>
                <a:lnTo>
                  <a:pt x="44784" y="92"/>
                </a:lnTo>
                <a:lnTo>
                  <a:pt x="42010" y="0"/>
                </a:lnTo>
                <a:lnTo>
                  <a:pt x="39235" y="92"/>
                </a:lnTo>
                <a:lnTo>
                  <a:pt x="36488" y="365"/>
                </a:lnTo>
                <a:lnTo>
                  <a:pt x="33776" y="815"/>
                </a:lnTo>
                <a:lnTo>
                  <a:pt x="31108" y="1440"/>
                </a:lnTo>
                <a:lnTo>
                  <a:pt x="28491" y="2235"/>
                </a:lnTo>
                <a:lnTo>
                  <a:pt x="25933" y="3198"/>
                </a:lnTo>
                <a:lnTo>
                  <a:pt x="23444" y="4326"/>
                </a:lnTo>
                <a:lnTo>
                  <a:pt x="21031" y="5613"/>
                </a:lnTo>
                <a:lnTo>
                  <a:pt x="18703" y="7059"/>
                </a:lnTo>
                <a:lnTo>
                  <a:pt x="16467" y="8658"/>
                </a:lnTo>
                <a:lnTo>
                  <a:pt x="14331" y="10408"/>
                </a:lnTo>
                <a:lnTo>
                  <a:pt x="12305" y="12305"/>
                </a:lnTo>
                <a:lnTo>
                  <a:pt x="10408" y="14331"/>
                </a:lnTo>
                <a:lnTo>
                  <a:pt x="8658" y="16467"/>
                </a:lnTo>
                <a:lnTo>
                  <a:pt x="7059" y="18703"/>
                </a:lnTo>
                <a:lnTo>
                  <a:pt x="5613" y="21032"/>
                </a:lnTo>
                <a:lnTo>
                  <a:pt x="4325" y="23445"/>
                </a:lnTo>
                <a:lnTo>
                  <a:pt x="3198" y="25934"/>
                </a:lnTo>
                <a:lnTo>
                  <a:pt x="2235" y="28491"/>
                </a:lnTo>
                <a:lnTo>
                  <a:pt x="1440" y="31108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6"/>
                </a:lnTo>
                <a:lnTo>
                  <a:pt x="0" y="42010"/>
                </a:lnTo>
                <a:lnTo>
                  <a:pt x="92" y="44784"/>
                </a:lnTo>
                <a:lnTo>
                  <a:pt x="364" y="47532"/>
                </a:lnTo>
                <a:lnTo>
                  <a:pt x="815" y="50244"/>
                </a:lnTo>
                <a:lnTo>
                  <a:pt x="1440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9" y="65317"/>
                </a:lnTo>
                <a:lnTo>
                  <a:pt x="8658" y="67553"/>
                </a:lnTo>
                <a:lnTo>
                  <a:pt x="10408" y="69689"/>
                </a:lnTo>
                <a:lnTo>
                  <a:pt x="12305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7"/>
                </a:lnTo>
                <a:lnTo>
                  <a:pt x="23444" y="79695"/>
                </a:lnTo>
                <a:lnTo>
                  <a:pt x="25933" y="80822"/>
                </a:lnTo>
                <a:lnTo>
                  <a:pt x="28491" y="81785"/>
                </a:lnTo>
                <a:lnTo>
                  <a:pt x="31108" y="82580"/>
                </a:lnTo>
                <a:lnTo>
                  <a:pt x="33776" y="83205"/>
                </a:lnTo>
                <a:lnTo>
                  <a:pt x="36488" y="83655"/>
                </a:lnTo>
                <a:lnTo>
                  <a:pt x="39235" y="83928"/>
                </a:lnTo>
                <a:lnTo>
                  <a:pt x="42010" y="84020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69"/>
          <p:cNvSpPr/>
          <p:nvPr/>
        </p:nvSpPr>
        <p:spPr>
          <a:xfrm>
            <a:off x="5270719" y="2507748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10" y="84019"/>
                </a:moveTo>
                <a:lnTo>
                  <a:pt x="44784" y="83927"/>
                </a:lnTo>
                <a:lnTo>
                  <a:pt x="47531" y="83655"/>
                </a:lnTo>
                <a:lnTo>
                  <a:pt x="50243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7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2" y="67553"/>
                </a:lnTo>
                <a:lnTo>
                  <a:pt x="76961" y="65316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5" y="55529"/>
                </a:lnTo>
                <a:lnTo>
                  <a:pt x="82580" y="52912"/>
                </a:lnTo>
                <a:lnTo>
                  <a:pt x="83205" y="50243"/>
                </a:lnTo>
                <a:lnTo>
                  <a:pt x="83655" y="47531"/>
                </a:lnTo>
                <a:lnTo>
                  <a:pt x="83928" y="44784"/>
                </a:lnTo>
                <a:lnTo>
                  <a:pt x="84019" y="42009"/>
                </a:lnTo>
                <a:lnTo>
                  <a:pt x="83928" y="39235"/>
                </a:lnTo>
                <a:lnTo>
                  <a:pt x="83655" y="36488"/>
                </a:lnTo>
                <a:lnTo>
                  <a:pt x="83205" y="33776"/>
                </a:lnTo>
                <a:lnTo>
                  <a:pt x="82580" y="31107"/>
                </a:lnTo>
                <a:lnTo>
                  <a:pt x="81785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2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7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4"/>
                </a:lnTo>
                <a:lnTo>
                  <a:pt x="47531" y="364"/>
                </a:lnTo>
                <a:lnTo>
                  <a:pt x="44784" y="91"/>
                </a:lnTo>
                <a:lnTo>
                  <a:pt x="42010" y="0"/>
                </a:lnTo>
                <a:lnTo>
                  <a:pt x="39235" y="91"/>
                </a:lnTo>
                <a:lnTo>
                  <a:pt x="36488" y="364"/>
                </a:lnTo>
                <a:lnTo>
                  <a:pt x="33776" y="814"/>
                </a:lnTo>
                <a:lnTo>
                  <a:pt x="31107" y="1439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3" y="7058"/>
                </a:lnTo>
                <a:lnTo>
                  <a:pt x="16467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8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5" y="33776"/>
                </a:lnTo>
                <a:lnTo>
                  <a:pt x="364" y="36488"/>
                </a:lnTo>
                <a:lnTo>
                  <a:pt x="92" y="39235"/>
                </a:lnTo>
                <a:lnTo>
                  <a:pt x="0" y="42009"/>
                </a:lnTo>
                <a:lnTo>
                  <a:pt x="92" y="44784"/>
                </a:lnTo>
                <a:lnTo>
                  <a:pt x="364" y="47531"/>
                </a:lnTo>
                <a:lnTo>
                  <a:pt x="815" y="50243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6"/>
                </a:lnTo>
                <a:lnTo>
                  <a:pt x="8658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7" y="75362"/>
                </a:lnTo>
                <a:lnTo>
                  <a:pt x="18703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5" y="83927"/>
                </a:lnTo>
                <a:lnTo>
                  <a:pt x="42010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70"/>
          <p:cNvSpPr/>
          <p:nvPr/>
        </p:nvSpPr>
        <p:spPr>
          <a:xfrm>
            <a:off x="5483430" y="2397859"/>
            <a:ext cx="84019" cy="84019"/>
          </a:xfrm>
          <a:custGeom>
            <a:avLst/>
            <a:gdLst/>
            <a:ahLst/>
            <a:cxnLst/>
            <a:rect l="l" t="t" r="r" b="b"/>
            <a:pathLst>
              <a:path w="84019" h="84019">
                <a:moveTo>
                  <a:pt x="42009" y="84019"/>
                </a:moveTo>
                <a:lnTo>
                  <a:pt x="44784" y="83927"/>
                </a:lnTo>
                <a:lnTo>
                  <a:pt x="47531" y="83655"/>
                </a:lnTo>
                <a:lnTo>
                  <a:pt x="50243" y="83204"/>
                </a:lnTo>
                <a:lnTo>
                  <a:pt x="52912" y="82580"/>
                </a:lnTo>
                <a:lnTo>
                  <a:pt x="55529" y="81784"/>
                </a:lnTo>
                <a:lnTo>
                  <a:pt x="58086" y="80821"/>
                </a:lnTo>
                <a:lnTo>
                  <a:pt x="60575" y="79694"/>
                </a:lnTo>
                <a:lnTo>
                  <a:pt x="62988" y="78406"/>
                </a:lnTo>
                <a:lnTo>
                  <a:pt x="65316" y="76961"/>
                </a:lnTo>
                <a:lnTo>
                  <a:pt x="67553" y="75362"/>
                </a:lnTo>
                <a:lnTo>
                  <a:pt x="69688" y="73612"/>
                </a:lnTo>
                <a:lnTo>
                  <a:pt x="71715" y="71715"/>
                </a:lnTo>
                <a:lnTo>
                  <a:pt x="73612" y="69688"/>
                </a:lnTo>
                <a:lnTo>
                  <a:pt x="75361" y="67553"/>
                </a:lnTo>
                <a:lnTo>
                  <a:pt x="76961" y="65317"/>
                </a:lnTo>
                <a:lnTo>
                  <a:pt x="78406" y="62988"/>
                </a:lnTo>
                <a:lnTo>
                  <a:pt x="79694" y="60575"/>
                </a:lnTo>
                <a:lnTo>
                  <a:pt x="80821" y="58086"/>
                </a:lnTo>
                <a:lnTo>
                  <a:pt x="81784" y="55529"/>
                </a:lnTo>
                <a:lnTo>
                  <a:pt x="82580" y="52912"/>
                </a:lnTo>
                <a:lnTo>
                  <a:pt x="83204" y="50243"/>
                </a:lnTo>
                <a:lnTo>
                  <a:pt x="83655" y="47531"/>
                </a:lnTo>
                <a:lnTo>
                  <a:pt x="83927" y="44784"/>
                </a:lnTo>
                <a:lnTo>
                  <a:pt x="84019" y="42010"/>
                </a:lnTo>
                <a:lnTo>
                  <a:pt x="83927" y="39235"/>
                </a:lnTo>
                <a:lnTo>
                  <a:pt x="83655" y="36488"/>
                </a:lnTo>
                <a:lnTo>
                  <a:pt x="83204" y="33776"/>
                </a:lnTo>
                <a:lnTo>
                  <a:pt x="82580" y="31107"/>
                </a:lnTo>
                <a:lnTo>
                  <a:pt x="81784" y="28490"/>
                </a:lnTo>
                <a:lnTo>
                  <a:pt x="80821" y="25933"/>
                </a:lnTo>
                <a:lnTo>
                  <a:pt x="79694" y="23444"/>
                </a:lnTo>
                <a:lnTo>
                  <a:pt x="78406" y="21031"/>
                </a:lnTo>
                <a:lnTo>
                  <a:pt x="76961" y="18702"/>
                </a:lnTo>
                <a:lnTo>
                  <a:pt x="75361" y="16466"/>
                </a:lnTo>
                <a:lnTo>
                  <a:pt x="73612" y="14331"/>
                </a:lnTo>
                <a:lnTo>
                  <a:pt x="71715" y="12304"/>
                </a:lnTo>
                <a:lnTo>
                  <a:pt x="69688" y="10407"/>
                </a:lnTo>
                <a:lnTo>
                  <a:pt x="67553" y="8657"/>
                </a:lnTo>
                <a:lnTo>
                  <a:pt x="65316" y="7058"/>
                </a:lnTo>
                <a:lnTo>
                  <a:pt x="62988" y="5613"/>
                </a:lnTo>
                <a:lnTo>
                  <a:pt x="60575" y="4325"/>
                </a:lnTo>
                <a:lnTo>
                  <a:pt x="58086" y="3198"/>
                </a:lnTo>
                <a:lnTo>
                  <a:pt x="55529" y="2235"/>
                </a:lnTo>
                <a:lnTo>
                  <a:pt x="52912" y="1439"/>
                </a:lnTo>
                <a:lnTo>
                  <a:pt x="50243" y="815"/>
                </a:lnTo>
                <a:lnTo>
                  <a:pt x="47531" y="364"/>
                </a:lnTo>
                <a:lnTo>
                  <a:pt x="44784" y="92"/>
                </a:lnTo>
                <a:lnTo>
                  <a:pt x="42009" y="0"/>
                </a:lnTo>
                <a:lnTo>
                  <a:pt x="39235" y="92"/>
                </a:lnTo>
                <a:lnTo>
                  <a:pt x="36488" y="364"/>
                </a:lnTo>
                <a:lnTo>
                  <a:pt x="33776" y="815"/>
                </a:lnTo>
                <a:lnTo>
                  <a:pt x="31107" y="1439"/>
                </a:lnTo>
                <a:lnTo>
                  <a:pt x="28490" y="2235"/>
                </a:lnTo>
                <a:lnTo>
                  <a:pt x="25933" y="3198"/>
                </a:lnTo>
                <a:lnTo>
                  <a:pt x="23444" y="4325"/>
                </a:lnTo>
                <a:lnTo>
                  <a:pt x="21031" y="5613"/>
                </a:lnTo>
                <a:lnTo>
                  <a:pt x="18702" y="7058"/>
                </a:lnTo>
                <a:lnTo>
                  <a:pt x="16466" y="8657"/>
                </a:lnTo>
                <a:lnTo>
                  <a:pt x="14331" y="10407"/>
                </a:lnTo>
                <a:lnTo>
                  <a:pt x="12304" y="12304"/>
                </a:lnTo>
                <a:lnTo>
                  <a:pt x="10407" y="14331"/>
                </a:lnTo>
                <a:lnTo>
                  <a:pt x="8657" y="16466"/>
                </a:lnTo>
                <a:lnTo>
                  <a:pt x="7058" y="18702"/>
                </a:lnTo>
                <a:lnTo>
                  <a:pt x="5613" y="21031"/>
                </a:lnTo>
                <a:lnTo>
                  <a:pt x="4325" y="23444"/>
                </a:lnTo>
                <a:lnTo>
                  <a:pt x="3198" y="25933"/>
                </a:lnTo>
                <a:lnTo>
                  <a:pt x="2235" y="28490"/>
                </a:lnTo>
                <a:lnTo>
                  <a:pt x="1439" y="31107"/>
                </a:lnTo>
                <a:lnTo>
                  <a:pt x="814" y="33776"/>
                </a:lnTo>
                <a:lnTo>
                  <a:pt x="364" y="36488"/>
                </a:lnTo>
                <a:lnTo>
                  <a:pt x="91" y="39235"/>
                </a:lnTo>
                <a:lnTo>
                  <a:pt x="0" y="42010"/>
                </a:lnTo>
                <a:lnTo>
                  <a:pt x="91" y="44784"/>
                </a:lnTo>
                <a:lnTo>
                  <a:pt x="364" y="47531"/>
                </a:lnTo>
                <a:lnTo>
                  <a:pt x="814" y="50243"/>
                </a:lnTo>
                <a:lnTo>
                  <a:pt x="1439" y="52912"/>
                </a:lnTo>
                <a:lnTo>
                  <a:pt x="2235" y="55529"/>
                </a:lnTo>
                <a:lnTo>
                  <a:pt x="3198" y="58086"/>
                </a:lnTo>
                <a:lnTo>
                  <a:pt x="4325" y="60575"/>
                </a:lnTo>
                <a:lnTo>
                  <a:pt x="5613" y="62988"/>
                </a:lnTo>
                <a:lnTo>
                  <a:pt x="7058" y="65317"/>
                </a:lnTo>
                <a:lnTo>
                  <a:pt x="8657" y="67553"/>
                </a:lnTo>
                <a:lnTo>
                  <a:pt x="10407" y="69688"/>
                </a:lnTo>
                <a:lnTo>
                  <a:pt x="12304" y="71715"/>
                </a:lnTo>
                <a:lnTo>
                  <a:pt x="14331" y="73612"/>
                </a:lnTo>
                <a:lnTo>
                  <a:pt x="16466" y="75362"/>
                </a:lnTo>
                <a:lnTo>
                  <a:pt x="18702" y="76961"/>
                </a:lnTo>
                <a:lnTo>
                  <a:pt x="21031" y="78406"/>
                </a:lnTo>
                <a:lnTo>
                  <a:pt x="23444" y="79694"/>
                </a:lnTo>
                <a:lnTo>
                  <a:pt x="25933" y="80821"/>
                </a:lnTo>
                <a:lnTo>
                  <a:pt x="28490" y="81784"/>
                </a:lnTo>
                <a:lnTo>
                  <a:pt x="31107" y="82580"/>
                </a:lnTo>
                <a:lnTo>
                  <a:pt x="33776" y="83204"/>
                </a:lnTo>
                <a:lnTo>
                  <a:pt x="36488" y="83655"/>
                </a:lnTo>
                <a:lnTo>
                  <a:pt x="39235" y="83927"/>
                </a:lnTo>
                <a:lnTo>
                  <a:pt x="42009" y="84019"/>
                </a:lnTo>
                <a:close/>
              </a:path>
            </a:pathLst>
          </a:custGeom>
          <a:solidFill>
            <a:srgbClr val="7C5AA6">
              <a:alpha val="80000"/>
            </a:srgbClr>
          </a:solidFill>
          <a:ln w="23302">
            <a:solidFill>
              <a:srgbClr val="7C5AA6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71"/>
          <p:cNvSpPr/>
          <p:nvPr/>
        </p:nvSpPr>
        <p:spPr>
          <a:xfrm>
            <a:off x="4794375" y="450690"/>
            <a:ext cx="3230603" cy="2445833"/>
          </a:xfrm>
          <a:custGeom>
            <a:avLst/>
            <a:gdLst/>
            <a:ahLst/>
            <a:cxnLst/>
            <a:rect l="l" t="t" r="r" b="b"/>
            <a:pathLst>
              <a:path w="3230603" h="2445833">
                <a:moveTo>
                  <a:pt x="0" y="2445833"/>
                </a:moveTo>
                <a:lnTo>
                  <a:pt x="3230603" y="0"/>
                </a:lnTo>
              </a:path>
            </a:pathLst>
          </a:custGeom>
          <a:noFill/>
          <a:ln w="18642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72"/>
          <p:cNvSpPr/>
          <p:nvPr/>
        </p:nvSpPr>
        <p:spPr>
          <a:xfrm>
            <a:off x="4794375" y="2583825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6311">
            <a:solidFill>
              <a:srgbClr val="B45B5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73"/>
          <p:cNvSpPr/>
          <p:nvPr/>
        </p:nvSpPr>
        <p:spPr>
          <a:xfrm>
            <a:off x="4794375" y="450690"/>
            <a:ext cx="0" cy="2445833"/>
          </a:xfrm>
          <a:custGeom>
            <a:avLst/>
            <a:gdLst/>
            <a:ahLst/>
            <a:cxnLst/>
            <a:rect l="l" t="t" r="r" b="b"/>
            <a:pathLst>
              <a:path w="0" h="2445833">
                <a:moveTo>
                  <a:pt x="0" y="244583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74"/>
          <p:cNvSpPr/>
          <p:nvPr/>
        </p:nvSpPr>
        <p:spPr>
          <a:xfrm>
            <a:off x="4794375" y="2896523"/>
            <a:ext cx="3230603" cy="0"/>
          </a:xfrm>
          <a:custGeom>
            <a:avLst/>
            <a:gdLst/>
            <a:ahLst/>
            <a:cxnLst/>
            <a:rect l="l" t="t" r="r" b="b"/>
            <a:pathLst>
              <a:path w="3230603" h="0">
                <a:moveTo>
                  <a:pt x="0" y="0"/>
                </a:moveTo>
                <a:lnTo>
                  <a:pt x="3230603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20894" y="148715"/>
            <a:ext cx="1826237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(b) 31 doorway passes</a:t>
            </a:r>
          </a:p>
        </p:txBody>
      </p:sp>
      <p:sp>
        <p:nvSpPr>
          <p:cNvPr id="105" name="Editable path 75"/>
          <p:cNvSpPr/>
          <p:nvPr/>
        </p:nvSpPr>
        <p:spPr>
          <a:xfrm>
            <a:off x="8793616" y="450690"/>
            <a:ext cx="3230602" cy="2445833"/>
          </a:xfrm>
          <a:custGeom>
            <a:avLst/>
            <a:gdLst/>
            <a:ahLst/>
            <a:cxnLst/>
            <a:rect l="l" t="t" r="r" b="b"/>
            <a:pathLst>
              <a:path w="3230602" h="2445833">
                <a:moveTo>
                  <a:pt x="0" y="0"/>
                </a:moveTo>
                <a:lnTo>
                  <a:pt x="3230602" y="0"/>
                </a:lnTo>
                <a:lnTo>
                  <a:pt x="3230602" y="2445833"/>
                </a:lnTo>
                <a:lnTo>
                  <a:pt x="0" y="24458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path 76"/>
          <p:cNvSpPr/>
          <p:nvPr/>
        </p:nvSpPr>
        <p:spPr>
          <a:xfrm>
            <a:off x="8793616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52836" y="303751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8" name="Editable path 77"/>
          <p:cNvSpPr/>
          <p:nvPr/>
        </p:nvSpPr>
        <p:spPr>
          <a:xfrm>
            <a:off x="9511528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429968" y="303751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10" name="Editable path 78"/>
          <p:cNvSpPr/>
          <p:nvPr/>
        </p:nvSpPr>
        <p:spPr>
          <a:xfrm>
            <a:off x="10229439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147879" y="303751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12" name="Editable path 79"/>
          <p:cNvSpPr/>
          <p:nvPr/>
        </p:nvSpPr>
        <p:spPr>
          <a:xfrm>
            <a:off x="10947351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865791" y="303751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14" name="Editable path 80"/>
          <p:cNvSpPr/>
          <p:nvPr/>
        </p:nvSpPr>
        <p:spPr>
          <a:xfrm>
            <a:off x="11665263" y="2896523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583702" y="303751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39902" y="3274406"/>
            <a:ext cx="2184867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Maximum carrier drift (mm)</a:t>
            </a:r>
          </a:p>
        </p:txBody>
      </p:sp>
      <p:sp>
        <p:nvSpPr>
          <p:cNvPr id="117" name="Editable path 81"/>
          <p:cNvSpPr/>
          <p:nvPr/>
        </p:nvSpPr>
        <p:spPr>
          <a:xfrm>
            <a:off x="8793616" y="2896523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82"/>
          <p:cNvSpPr/>
          <p:nvPr/>
        </p:nvSpPr>
        <p:spPr>
          <a:xfrm>
            <a:off x="8712057" y="2896523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26597" y="2818689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0.0</a:t>
            </a:r>
          </a:p>
        </p:txBody>
      </p:sp>
      <p:sp>
        <p:nvSpPr>
          <p:cNvPr id="120" name="Editable path 83"/>
          <p:cNvSpPr/>
          <p:nvPr/>
        </p:nvSpPr>
        <p:spPr>
          <a:xfrm>
            <a:off x="8793616" y="2430650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84"/>
          <p:cNvSpPr/>
          <p:nvPr/>
        </p:nvSpPr>
        <p:spPr>
          <a:xfrm>
            <a:off x="8712057" y="2430650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26597" y="2352816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0.2</a:t>
            </a:r>
          </a:p>
        </p:txBody>
      </p:sp>
      <p:sp>
        <p:nvSpPr>
          <p:cNvPr id="123" name="Editable path 85"/>
          <p:cNvSpPr/>
          <p:nvPr/>
        </p:nvSpPr>
        <p:spPr>
          <a:xfrm>
            <a:off x="8793616" y="1964777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86"/>
          <p:cNvSpPr/>
          <p:nvPr/>
        </p:nvSpPr>
        <p:spPr>
          <a:xfrm>
            <a:off x="8712057" y="1964777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26597" y="1886943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0.4</a:t>
            </a:r>
          </a:p>
        </p:txBody>
      </p:sp>
      <p:sp>
        <p:nvSpPr>
          <p:cNvPr id="126" name="Editable path 87"/>
          <p:cNvSpPr/>
          <p:nvPr/>
        </p:nvSpPr>
        <p:spPr>
          <a:xfrm>
            <a:off x="8793616" y="1498904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88"/>
          <p:cNvSpPr/>
          <p:nvPr/>
        </p:nvSpPr>
        <p:spPr>
          <a:xfrm>
            <a:off x="8712057" y="1498904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26597" y="1421070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0.6</a:t>
            </a:r>
          </a:p>
        </p:txBody>
      </p:sp>
      <p:sp>
        <p:nvSpPr>
          <p:cNvPr id="129" name="Editable path 89"/>
          <p:cNvSpPr/>
          <p:nvPr/>
        </p:nvSpPr>
        <p:spPr>
          <a:xfrm>
            <a:off x="8793616" y="1033032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90"/>
          <p:cNvSpPr/>
          <p:nvPr/>
        </p:nvSpPr>
        <p:spPr>
          <a:xfrm>
            <a:off x="8712057" y="1033032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426597" y="955197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0.8</a:t>
            </a:r>
          </a:p>
        </p:txBody>
      </p:sp>
      <p:sp>
        <p:nvSpPr>
          <p:cNvPr id="132" name="Editable path 91"/>
          <p:cNvSpPr/>
          <p:nvPr/>
        </p:nvSpPr>
        <p:spPr>
          <a:xfrm>
            <a:off x="8793616" y="567158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path 92"/>
          <p:cNvSpPr/>
          <p:nvPr/>
        </p:nvSpPr>
        <p:spPr>
          <a:xfrm>
            <a:off x="8712057" y="567158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426597" y="489324"/>
            <a:ext cx="24467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1.0</a:t>
            </a:r>
          </a:p>
        </p:txBody>
      </p:sp>
      <p:sp>
        <p:nvSpPr>
          <p:cNvPr id="135" name="TextBox 134"/>
          <p:cNvSpPr txBox="1"/>
          <p:nvPr/>
        </p:nvSpPr>
        <p:spPr>
          <a:xfrm rot="16200000">
            <a:off x="7466342" y="1557815"/>
            <a:ext cx="1625787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Fraction of 35 passes</a:t>
            </a:r>
          </a:p>
        </p:txBody>
      </p:sp>
      <p:sp>
        <p:nvSpPr>
          <p:cNvPr id="136" name="Editable path 93"/>
          <p:cNvSpPr/>
          <p:nvPr/>
        </p:nvSpPr>
        <p:spPr>
          <a:xfrm>
            <a:off x="9183674" y="567158"/>
            <a:ext cx="2540042" cy="2262812"/>
          </a:xfrm>
          <a:custGeom>
            <a:avLst/>
            <a:gdLst/>
            <a:ahLst/>
            <a:cxnLst/>
            <a:rect l="l" t="t" r="r" b="b"/>
            <a:pathLst>
              <a:path w="2540042" h="2262812">
                <a:moveTo>
                  <a:pt x="0" y="2262812"/>
                </a:moveTo>
                <a:lnTo>
                  <a:pt x="209738" y="2262812"/>
                </a:lnTo>
                <a:lnTo>
                  <a:pt x="209738" y="2196259"/>
                </a:lnTo>
                <a:lnTo>
                  <a:pt x="287278" y="2196259"/>
                </a:lnTo>
                <a:lnTo>
                  <a:pt x="287278" y="2129705"/>
                </a:lnTo>
                <a:lnTo>
                  <a:pt x="289434" y="2129705"/>
                </a:lnTo>
                <a:lnTo>
                  <a:pt x="289434" y="2063152"/>
                </a:lnTo>
                <a:lnTo>
                  <a:pt x="309917" y="2063152"/>
                </a:lnTo>
                <a:lnTo>
                  <a:pt x="309917" y="1996599"/>
                </a:lnTo>
                <a:lnTo>
                  <a:pt x="366133" y="1996599"/>
                </a:lnTo>
                <a:lnTo>
                  <a:pt x="366133" y="1930045"/>
                </a:lnTo>
                <a:lnTo>
                  <a:pt x="397269" y="1930045"/>
                </a:lnTo>
                <a:lnTo>
                  <a:pt x="397269" y="1863492"/>
                </a:lnTo>
                <a:lnTo>
                  <a:pt x="428493" y="1863492"/>
                </a:lnTo>
                <a:lnTo>
                  <a:pt x="428493" y="1796939"/>
                </a:lnTo>
                <a:lnTo>
                  <a:pt x="434868" y="1796939"/>
                </a:lnTo>
                <a:lnTo>
                  <a:pt x="434868" y="1730386"/>
                </a:lnTo>
                <a:lnTo>
                  <a:pt x="442726" y="1730386"/>
                </a:lnTo>
                <a:lnTo>
                  <a:pt x="442726" y="1663833"/>
                </a:lnTo>
                <a:lnTo>
                  <a:pt x="499117" y="1663833"/>
                </a:lnTo>
                <a:lnTo>
                  <a:pt x="499117" y="1597279"/>
                </a:lnTo>
                <a:lnTo>
                  <a:pt x="513685" y="1597279"/>
                </a:lnTo>
                <a:lnTo>
                  <a:pt x="513685" y="1530726"/>
                </a:lnTo>
                <a:lnTo>
                  <a:pt x="537648" y="1530726"/>
                </a:lnTo>
                <a:lnTo>
                  <a:pt x="537648" y="1464173"/>
                </a:lnTo>
                <a:lnTo>
                  <a:pt x="538535" y="1464173"/>
                </a:lnTo>
                <a:lnTo>
                  <a:pt x="538535" y="1397619"/>
                </a:lnTo>
                <a:lnTo>
                  <a:pt x="549313" y="1397619"/>
                </a:lnTo>
                <a:lnTo>
                  <a:pt x="549313" y="1331066"/>
                </a:lnTo>
                <a:lnTo>
                  <a:pt x="633129" y="1331066"/>
                </a:lnTo>
                <a:lnTo>
                  <a:pt x="633129" y="1264513"/>
                </a:lnTo>
                <a:lnTo>
                  <a:pt x="690448" y="1264513"/>
                </a:lnTo>
                <a:lnTo>
                  <a:pt x="690448" y="1197960"/>
                </a:lnTo>
                <a:lnTo>
                  <a:pt x="773972" y="1197960"/>
                </a:lnTo>
                <a:lnTo>
                  <a:pt x="773972" y="1131406"/>
                </a:lnTo>
                <a:lnTo>
                  <a:pt x="807736" y="1131406"/>
                </a:lnTo>
                <a:lnTo>
                  <a:pt x="807736" y="1064853"/>
                </a:lnTo>
                <a:lnTo>
                  <a:pt x="824025" y="1064853"/>
                </a:lnTo>
                <a:lnTo>
                  <a:pt x="824025" y="998300"/>
                </a:lnTo>
                <a:lnTo>
                  <a:pt x="828686" y="998300"/>
                </a:lnTo>
                <a:lnTo>
                  <a:pt x="828686" y="931746"/>
                </a:lnTo>
                <a:lnTo>
                  <a:pt x="1097536" y="931746"/>
                </a:lnTo>
                <a:lnTo>
                  <a:pt x="1097536" y="865193"/>
                </a:lnTo>
                <a:lnTo>
                  <a:pt x="1140532" y="865193"/>
                </a:lnTo>
                <a:lnTo>
                  <a:pt x="1140532" y="798640"/>
                </a:lnTo>
                <a:lnTo>
                  <a:pt x="1163641" y="798640"/>
                </a:lnTo>
                <a:lnTo>
                  <a:pt x="1163641" y="732087"/>
                </a:lnTo>
                <a:lnTo>
                  <a:pt x="1445762" y="732087"/>
                </a:lnTo>
                <a:lnTo>
                  <a:pt x="1445762" y="665533"/>
                </a:lnTo>
                <a:lnTo>
                  <a:pt x="1585452" y="665533"/>
                </a:lnTo>
                <a:lnTo>
                  <a:pt x="1585452" y="598980"/>
                </a:lnTo>
                <a:lnTo>
                  <a:pt x="1631766" y="598980"/>
                </a:lnTo>
                <a:lnTo>
                  <a:pt x="1631766" y="532427"/>
                </a:lnTo>
                <a:lnTo>
                  <a:pt x="1647458" y="532427"/>
                </a:lnTo>
                <a:lnTo>
                  <a:pt x="1647458" y="465874"/>
                </a:lnTo>
                <a:lnTo>
                  <a:pt x="1725578" y="465874"/>
                </a:lnTo>
                <a:lnTo>
                  <a:pt x="1725578" y="399320"/>
                </a:lnTo>
                <a:lnTo>
                  <a:pt x="1743235" y="399320"/>
                </a:lnTo>
                <a:lnTo>
                  <a:pt x="1743235" y="332767"/>
                </a:lnTo>
                <a:lnTo>
                  <a:pt x="1752070" y="332767"/>
                </a:lnTo>
                <a:lnTo>
                  <a:pt x="1752070" y="266214"/>
                </a:lnTo>
                <a:lnTo>
                  <a:pt x="1773138" y="266214"/>
                </a:lnTo>
                <a:lnTo>
                  <a:pt x="1773138" y="199660"/>
                </a:lnTo>
                <a:lnTo>
                  <a:pt x="2033129" y="199660"/>
                </a:lnTo>
                <a:lnTo>
                  <a:pt x="2033129" y="133107"/>
                </a:lnTo>
                <a:lnTo>
                  <a:pt x="2228119" y="133107"/>
                </a:lnTo>
                <a:lnTo>
                  <a:pt x="2228119" y="66554"/>
                </a:lnTo>
                <a:lnTo>
                  <a:pt x="2540042" y="66554"/>
                </a:lnTo>
                <a:lnTo>
                  <a:pt x="2540042" y="0"/>
                </a:lnTo>
              </a:path>
            </a:pathLst>
          </a:custGeom>
          <a:noFill/>
          <a:ln w="34954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path 94"/>
          <p:cNvSpPr/>
          <p:nvPr/>
        </p:nvSpPr>
        <p:spPr>
          <a:xfrm>
            <a:off x="10229439" y="450690"/>
            <a:ext cx="0" cy="2445833"/>
          </a:xfrm>
          <a:custGeom>
            <a:avLst/>
            <a:gdLst/>
            <a:ahLst/>
            <a:cxnLst/>
            <a:rect l="l" t="t" r="r" b="b"/>
            <a:pathLst>
              <a:path w="0" h="2445833">
                <a:moveTo>
                  <a:pt x="0" y="2445833"/>
                </a:moveTo>
                <a:lnTo>
                  <a:pt x="0" y="0"/>
                </a:lnTo>
              </a:path>
            </a:pathLst>
          </a:custGeom>
          <a:noFill/>
          <a:ln w="18642">
            <a:solidFill>
              <a:srgbClr val="B45B5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path 95"/>
          <p:cNvSpPr/>
          <p:nvPr/>
        </p:nvSpPr>
        <p:spPr>
          <a:xfrm>
            <a:off x="8793616" y="450690"/>
            <a:ext cx="0" cy="2445833"/>
          </a:xfrm>
          <a:custGeom>
            <a:avLst/>
            <a:gdLst/>
            <a:ahLst/>
            <a:cxnLst/>
            <a:rect l="l" t="t" r="r" b="b"/>
            <a:pathLst>
              <a:path w="0" h="2445833">
                <a:moveTo>
                  <a:pt x="0" y="2445833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path 96"/>
          <p:cNvSpPr/>
          <p:nvPr/>
        </p:nvSpPr>
        <p:spPr>
          <a:xfrm>
            <a:off x="8793616" y="2896523"/>
            <a:ext cx="3230602" cy="0"/>
          </a:xfrm>
          <a:custGeom>
            <a:avLst/>
            <a:gdLst/>
            <a:ahLst/>
            <a:cxnLst/>
            <a:rect l="l" t="t" r="r" b="b"/>
            <a:pathLst>
              <a:path w="3230602" h="0">
                <a:moveTo>
                  <a:pt x="0" y="0"/>
                </a:moveTo>
                <a:lnTo>
                  <a:pt x="3230602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301230" y="2137629"/>
            <a:ext cx="46288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B45B52"/>
                </a:solidFill>
                <a:latin typeface="Times New Roman"/>
              </a:rPr>
              <a:t>20 mm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01230" y="2306647"/>
            <a:ext cx="466975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B45B52"/>
                </a:solidFill>
                <a:latin typeface="Times New Roman"/>
              </a:rPr>
              <a:t>margin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484634" y="148715"/>
            <a:ext cx="1897940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(c) Formation variation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