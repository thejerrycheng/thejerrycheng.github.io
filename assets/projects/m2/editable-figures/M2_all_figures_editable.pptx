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iros_01_task.pdf.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iros_02_evaluated.pdf.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iros_13_execution.pdf.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journal_grasp_search.pdf.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iros_03_geometry.pdf.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journal_mission_evidence.pdf.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iros_14_force_response.pdf.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journal_native_learning.pdf.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image" Target="../media/image24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28.png"/><Relationship Id="rId20" Type="http://schemas.openxmlformats.org/officeDocument/2006/relationships/image" Target="../media/image29.png"/><Relationship Id="rId21" Type="http://schemas.openxmlformats.org/officeDocument/2006/relationships/image" Target="../media/image30.png"/><Relationship Id="rId22" Type="http://schemas.openxmlformats.org/officeDocument/2006/relationships/image" Target="../media/image31.png"/><Relationship Id="rId23" Type="http://schemas.openxmlformats.org/officeDocument/2006/relationships/image" Target="../media/image32.png"/><Relationship Id="rId24" Type="http://schemas.openxmlformats.org/officeDocument/2006/relationships/image" Target="../media/image33.png"/><Relationship Id="rId25" Type="http://schemas.openxmlformats.org/officeDocument/2006/relationships/image" Target="../media/image34.png"/><Relationship Id="rId26" Type="http://schemas.openxmlformats.org/officeDocument/2006/relationships/image" Target="../media/image35.png"/><Relationship Id="rId2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1245219" y="0"/>
            <a:ext cx="9701561" cy="6858000"/>
          </a:xfrm>
          <a:custGeom>
            <a:avLst/>
            <a:gdLst/>
            <a:ahLst/>
            <a:cxnLst/>
            <a:rect l="l" t="t" r="r" b="b"/>
            <a:pathLst>
              <a:path w="9701561" h="6858000">
                <a:moveTo>
                  <a:pt x="0" y="0"/>
                </a:moveTo>
                <a:lnTo>
                  <a:pt x="9701561" y="0"/>
                </a:lnTo>
                <a:lnTo>
                  <a:pt x="970156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219" y="0"/>
            <a:ext cx="9701560" cy="6858000"/>
          </a:xfrm>
          <a:prstGeom prst="rect">
            <a:avLst/>
          </a:prstGeom>
        </p:spPr>
      </p:pic>
      <p:sp>
        <p:nvSpPr>
          <p:cNvPr id="4" name="Editable path 2"/>
          <p:cNvSpPr/>
          <p:nvPr/>
        </p:nvSpPr>
        <p:spPr>
          <a:xfrm>
            <a:off x="5370148" y="4794501"/>
            <a:ext cx="3560232" cy="1481005"/>
          </a:xfrm>
          <a:custGeom>
            <a:avLst/>
            <a:gdLst/>
            <a:ahLst/>
            <a:cxnLst/>
            <a:rect l="l" t="t" r="r" b="b"/>
            <a:pathLst>
              <a:path w="3560232" h="1481005">
                <a:moveTo>
                  <a:pt x="213698" y="1244521"/>
                </a:moveTo>
                <a:lnTo>
                  <a:pt x="218981" y="1257079"/>
                </a:lnTo>
                <a:lnTo>
                  <a:pt x="309289" y="1421916"/>
                </a:lnTo>
                <a:lnTo>
                  <a:pt x="295118" y="1432280"/>
                </a:lnTo>
                <a:lnTo>
                  <a:pt x="192321" y="1481005"/>
                </a:lnTo>
                <a:lnTo>
                  <a:pt x="174369" y="1461973"/>
                </a:lnTo>
                <a:lnTo>
                  <a:pt x="125777" y="1384417"/>
                </a:lnTo>
                <a:lnTo>
                  <a:pt x="58905" y="1268082"/>
                </a:lnTo>
                <a:lnTo>
                  <a:pt x="0" y="1162757"/>
                </a:lnTo>
                <a:lnTo>
                  <a:pt x="1329" y="1165277"/>
                </a:lnTo>
                <a:lnTo>
                  <a:pt x="27141" y="1175180"/>
                </a:lnTo>
                <a:lnTo>
                  <a:pt x="61261" y="1187092"/>
                </a:lnTo>
                <a:lnTo>
                  <a:pt x="90872" y="1193859"/>
                </a:lnTo>
                <a:lnTo>
                  <a:pt x="131016" y="1196062"/>
                </a:lnTo>
                <a:lnTo>
                  <a:pt x="168750" y="1193426"/>
                </a:lnTo>
                <a:lnTo>
                  <a:pt x="206041" y="1187025"/>
                </a:lnTo>
                <a:lnTo>
                  <a:pt x="278592" y="1167289"/>
                </a:lnTo>
                <a:lnTo>
                  <a:pt x="351815" y="1144816"/>
                </a:lnTo>
                <a:lnTo>
                  <a:pt x="633479" y="1043362"/>
                </a:lnTo>
                <a:lnTo>
                  <a:pt x="625059" y="1036466"/>
                </a:lnTo>
                <a:lnTo>
                  <a:pt x="616983" y="1032844"/>
                </a:lnTo>
                <a:lnTo>
                  <a:pt x="615003" y="1026406"/>
                </a:lnTo>
                <a:lnTo>
                  <a:pt x="614833" y="1027209"/>
                </a:lnTo>
                <a:lnTo>
                  <a:pt x="614530" y="1026178"/>
                </a:lnTo>
                <a:lnTo>
                  <a:pt x="615152" y="1025663"/>
                </a:lnTo>
                <a:lnTo>
                  <a:pt x="626100" y="1024597"/>
                </a:lnTo>
                <a:lnTo>
                  <a:pt x="644206" y="1026681"/>
                </a:lnTo>
                <a:lnTo>
                  <a:pt x="654393" y="1029388"/>
                </a:lnTo>
                <a:lnTo>
                  <a:pt x="663112" y="1032361"/>
                </a:lnTo>
                <a:lnTo>
                  <a:pt x="663466" y="1030804"/>
                </a:lnTo>
                <a:lnTo>
                  <a:pt x="680044" y="1031436"/>
                </a:lnTo>
                <a:lnTo>
                  <a:pt x="689867" y="1031972"/>
                </a:lnTo>
                <a:lnTo>
                  <a:pt x="700136" y="1031235"/>
                </a:lnTo>
                <a:lnTo>
                  <a:pt x="701173" y="1034668"/>
                </a:lnTo>
                <a:lnTo>
                  <a:pt x="701318" y="1038157"/>
                </a:lnTo>
                <a:lnTo>
                  <a:pt x="702752" y="1040746"/>
                </a:lnTo>
                <a:lnTo>
                  <a:pt x="698868" y="1057411"/>
                </a:lnTo>
                <a:lnTo>
                  <a:pt x="697045" y="1056721"/>
                </a:lnTo>
                <a:lnTo>
                  <a:pt x="699521" y="1058637"/>
                </a:lnTo>
                <a:lnTo>
                  <a:pt x="698093" y="1067528"/>
                </a:lnTo>
                <a:lnTo>
                  <a:pt x="701958" y="1090727"/>
                </a:lnTo>
                <a:lnTo>
                  <a:pt x="696227" y="1131412"/>
                </a:lnTo>
                <a:lnTo>
                  <a:pt x="693901" y="1137957"/>
                </a:lnTo>
                <a:lnTo>
                  <a:pt x="695747" y="1139452"/>
                </a:lnTo>
                <a:lnTo>
                  <a:pt x="690687" y="1143760"/>
                </a:lnTo>
                <a:lnTo>
                  <a:pt x="689718" y="1145795"/>
                </a:lnTo>
                <a:lnTo>
                  <a:pt x="681607" y="1150734"/>
                </a:lnTo>
                <a:lnTo>
                  <a:pt x="679586" y="1155154"/>
                </a:lnTo>
                <a:lnTo>
                  <a:pt x="681813" y="1156270"/>
                </a:lnTo>
                <a:lnTo>
                  <a:pt x="679181" y="1155583"/>
                </a:lnTo>
                <a:lnTo>
                  <a:pt x="676634" y="1156226"/>
                </a:lnTo>
                <a:lnTo>
                  <a:pt x="675449" y="1156367"/>
                </a:lnTo>
                <a:lnTo>
                  <a:pt x="675698" y="1158574"/>
                </a:lnTo>
                <a:lnTo>
                  <a:pt x="685594" y="1152976"/>
                </a:lnTo>
                <a:lnTo>
                  <a:pt x="703916" y="1145064"/>
                </a:lnTo>
                <a:lnTo>
                  <a:pt x="710934" y="1139757"/>
                </a:lnTo>
                <a:lnTo>
                  <a:pt x="714685" y="1140706"/>
                </a:lnTo>
                <a:lnTo>
                  <a:pt x="740709" y="1132100"/>
                </a:lnTo>
                <a:lnTo>
                  <a:pt x="754940" y="1125661"/>
                </a:lnTo>
                <a:lnTo>
                  <a:pt x="798774" y="1112387"/>
                </a:lnTo>
                <a:lnTo>
                  <a:pt x="827211" y="1101150"/>
                </a:lnTo>
                <a:lnTo>
                  <a:pt x="866402" y="1088155"/>
                </a:lnTo>
                <a:lnTo>
                  <a:pt x="886575" y="1080006"/>
                </a:lnTo>
                <a:lnTo>
                  <a:pt x="1002404" y="1037477"/>
                </a:lnTo>
                <a:lnTo>
                  <a:pt x="1025951" y="1029070"/>
                </a:lnTo>
                <a:lnTo>
                  <a:pt x="1156628" y="983280"/>
                </a:lnTo>
                <a:lnTo>
                  <a:pt x="1163593" y="979390"/>
                </a:lnTo>
                <a:lnTo>
                  <a:pt x="1191818" y="969589"/>
                </a:lnTo>
                <a:lnTo>
                  <a:pt x="1217763" y="959863"/>
                </a:lnTo>
                <a:lnTo>
                  <a:pt x="1225866" y="958587"/>
                </a:lnTo>
                <a:lnTo>
                  <a:pt x="1272174" y="939613"/>
                </a:lnTo>
                <a:lnTo>
                  <a:pt x="1288789" y="934760"/>
                </a:lnTo>
                <a:lnTo>
                  <a:pt x="1301003" y="927882"/>
                </a:lnTo>
                <a:lnTo>
                  <a:pt x="1307821" y="926981"/>
                </a:lnTo>
                <a:lnTo>
                  <a:pt x="1382065" y="900747"/>
                </a:lnTo>
                <a:lnTo>
                  <a:pt x="1393607" y="895614"/>
                </a:lnTo>
                <a:lnTo>
                  <a:pt x="1413416" y="890182"/>
                </a:lnTo>
                <a:lnTo>
                  <a:pt x="1419831" y="886171"/>
                </a:lnTo>
                <a:lnTo>
                  <a:pt x="1454143" y="873439"/>
                </a:lnTo>
                <a:lnTo>
                  <a:pt x="1470362" y="866515"/>
                </a:lnTo>
                <a:lnTo>
                  <a:pt x="1517110" y="850801"/>
                </a:lnTo>
                <a:lnTo>
                  <a:pt x="1571514" y="830408"/>
                </a:lnTo>
                <a:lnTo>
                  <a:pt x="1578735" y="825530"/>
                </a:lnTo>
                <a:lnTo>
                  <a:pt x="1581658" y="827158"/>
                </a:lnTo>
                <a:lnTo>
                  <a:pt x="1598906" y="821188"/>
                </a:lnTo>
                <a:lnTo>
                  <a:pt x="1615429" y="819328"/>
                </a:lnTo>
                <a:lnTo>
                  <a:pt x="1801493" y="750905"/>
                </a:lnTo>
                <a:lnTo>
                  <a:pt x="1859880" y="731578"/>
                </a:lnTo>
                <a:lnTo>
                  <a:pt x="1870725" y="725171"/>
                </a:lnTo>
                <a:lnTo>
                  <a:pt x="1887471" y="722237"/>
                </a:lnTo>
                <a:lnTo>
                  <a:pt x="1927037" y="706259"/>
                </a:lnTo>
                <a:lnTo>
                  <a:pt x="1924967" y="702649"/>
                </a:lnTo>
                <a:lnTo>
                  <a:pt x="1923436" y="703651"/>
                </a:lnTo>
                <a:lnTo>
                  <a:pt x="1884580" y="707618"/>
                </a:lnTo>
                <a:lnTo>
                  <a:pt x="1879738" y="707035"/>
                </a:lnTo>
                <a:lnTo>
                  <a:pt x="1872184" y="711166"/>
                </a:lnTo>
                <a:lnTo>
                  <a:pt x="1866353" y="709674"/>
                </a:lnTo>
                <a:lnTo>
                  <a:pt x="1867095" y="709430"/>
                </a:lnTo>
                <a:lnTo>
                  <a:pt x="1864429" y="713278"/>
                </a:lnTo>
                <a:lnTo>
                  <a:pt x="1867850" y="721567"/>
                </a:lnTo>
                <a:lnTo>
                  <a:pt x="1868560" y="719430"/>
                </a:lnTo>
                <a:lnTo>
                  <a:pt x="1870921" y="723224"/>
                </a:lnTo>
                <a:lnTo>
                  <a:pt x="1870801" y="723753"/>
                </a:lnTo>
                <a:lnTo>
                  <a:pt x="1894555" y="714761"/>
                </a:lnTo>
                <a:lnTo>
                  <a:pt x="1903826" y="710101"/>
                </a:lnTo>
                <a:lnTo>
                  <a:pt x="1923781" y="704237"/>
                </a:lnTo>
                <a:lnTo>
                  <a:pt x="1979367" y="684544"/>
                </a:lnTo>
                <a:lnTo>
                  <a:pt x="1985242" y="680337"/>
                </a:lnTo>
                <a:lnTo>
                  <a:pt x="2011058" y="673790"/>
                </a:lnTo>
                <a:lnTo>
                  <a:pt x="2120348" y="628819"/>
                </a:lnTo>
                <a:lnTo>
                  <a:pt x="2124778" y="628450"/>
                </a:lnTo>
                <a:lnTo>
                  <a:pt x="2147488" y="621545"/>
                </a:lnTo>
                <a:lnTo>
                  <a:pt x="2162683" y="618301"/>
                </a:lnTo>
                <a:lnTo>
                  <a:pt x="2279856" y="570578"/>
                </a:lnTo>
                <a:lnTo>
                  <a:pt x="2277140" y="568278"/>
                </a:lnTo>
                <a:lnTo>
                  <a:pt x="2277843" y="567428"/>
                </a:lnTo>
                <a:lnTo>
                  <a:pt x="2275891" y="566966"/>
                </a:lnTo>
                <a:lnTo>
                  <a:pt x="2275274" y="565893"/>
                </a:lnTo>
                <a:lnTo>
                  <a:pt x="2270783" y="565609"/>
                </a:lnTo>
                <a:lnTo>
                  <a:pt x="2270258" y="562957"/>
                </a:lnTo>
                <a:lnTo>
                  <a:pt x="2256074" y="563029"/>
                </a:lnTo>
                <a:lnTo>
                  <a:pt x="2257732" y="561167"/>
                </a:lnTo>
                <a:lnTo>
                  <a:pt x="2247540" y="557937"/>
                </a:lnTo>
                <a:lnTo>
                  <a:pt x="2224452" y="550353"/>
                </a:lnTo>
                <a:lnTo>
                  <a:pt x="2215527" y="543412"/>
                </a:lnTo>
                <a:lnTo>
                  <a:pt x="2190678" y="544584"/>
                </a:lnTo>
                <a:lnTo>
                  <a:pt x="2183090" y="544583"/>
                </a:lnTo>
                <a:lnTo>
                  <a:pt x="2162646" y="544273"/>
                </a:lnTo>
                <a:lnTo>
                  <a:pt x="2138629" y="555467"/>
                </a:lnTo>
                <a:lnTo>
                  <a:pt x="2163103" y="546184"/>
                </a:lnTo>
                <a:lnTo>
                  <a:pt x="2193680" y="536411"/>
                </a:lnTo>
                <a:lnTo>
                  <a:pt x="2201459" y="532150"/>
                </a:lnTo>
                <a:lnTo>
                  <a:pt x="2210862" y="529849"/>
                </a:lnTo>
                <a:lnTo>
                  <a:pt x="2279276" y="498550"/>
                </a:lnTo>
                <a:lnTo>
                  <a:pt x="2411348" y="450050"/>
                </a:lnTo>
                <a:lnTo>
                  <a:pt x="2415252" y="450227"/>
                </a:lnTo>
                <a:lnTo>
                  <a:pt x="2416930" y="448113"/>
                </a:lnTo>
                <a:lnTo>
                  <a:pt x="2466672" y="440047"/>
                </a:lnTo>
                <a:lnTo>
                  <a:pt x="2476729" y="436205"/>
                </a:lnTo>
                <a:lnTo>
                  <a:pt x="2538092" y="415890"/>
                </a:lnTo>
                <a:lnTo>
                  <a:pt x="2557808" y="405946"/>
                </a:lnTo>
                <a:lnTo>
                  <a:pt x="2579442" y="397153"/>
                </a:lnTo>
                <a:lnTo>
                  <a:pt x="2603303" y="387098"/>
                </a:lnTo>
                <a:lnTo>
                  <a:pt x="2665064" y="353875"/>
                </a:lnTo>
                <a:lnTo>
                  <a:pt x="2708007" y="330461"/>
                </a:lnTo>
                <a:lnTo>
                  <a:pt x="2749348" y="309932"/>
                </a:lnTo>
                <a:lnTo>
                  <a:pt x="2782513" y="292804"/>
                </a:lnTo>
                <a:lnTo>
                  <a:pt x="2812252" y="282937"/>
                </a:lnTo>
                <a:lnTo>
                  <a:pt x="2841194" y="268962"/>
                </a:lnTo>
                <a:lnTo>
                  <a:pt x="2855390" y="265220"/>
                </a:lnTo>
                <a:lnTo>
                  <a:pt x="2873539" y="257054"/>
                </a:lnTo>
                <a:lnTo>
                  <a:pt x="2906666" y="244417"/>
                </a:lnTo>
                <a:lnTo>
                  <a:pt x="3003556" y="208512"/>
                </a:lnTo>
                <a:lnTo>
                  <a:pt x="3024932" y="202490"/>
                </a:lnTo>
                <a:lnTo>
                  <a:pt x="3099078" y="174955"/>
                </a:lnTo>
                <a:lnTo>
                  <a:pt x="3140998" y="161076"/>
                </a:lnTo>
                <a:lnTo>
                  <a:pt x="3152301" y="155080"/>
                </a:lnTo>
                <a:lnTo>
                  <a:pt x="3196265" y="140348"/>
                </a:lnTo>
                <a:lnTo>
                  <a:pt x="3227941" y="127298"/>
                </a:lnTo>
                <a:lnTo>
                  <a:pt x="3349431" y="85242"/>
                </a:lnTo>
                <a:lnTo>
                  <a:pt x="3368108" y="75106"/>
                </a:lnTo>
                <a:lnTo>
                  <a:pt x="3432762" y="51760"/>
                </a:lnTo>
                <a:lnTo>
                  <a:pt x="3471480" y="35999"/>
                </a:lnTo>
                <a:lnTo>
                  <a:pt x="3478108" y="34880"/>
                </a:lnTo>
                <a:lnTo>
                  <a:pt x="3521856" y="17604"/>
                </a:lnTo>
                <a:lnTo>
                  <a:pt x="3535680" y="15062"/>
                </a:lnTo>
                <a:lnTo>
                  <a:pt x="3543050" y="10000"/>
                </a:lnTo>
                <a:lnTo>
                  <a:pt x="3543892" y="12120"/>
                </a:lnTo>
                <a:lnTo>
                  <a:pt x="3548232" y="16438"/>
                </a:lnTo>
                <a:lnTo>
                  <a:pt x="3545904" y="16958"/>
                </a:lnTo>
                <a:lnTo>
                  <a:pt x="3547264" y="18181"/>
                </a:lnTo>
                <a:lnTo>
                  <a:pt x="3549946" y="19404"/>
                </a:lnTo>
                <a:lnTo>
                  <a:pt x="3549872" y="19306"/>
                </a:lnTo>
                <a:lnTo>
                  <a:pt x="3555904" y="24167"/>
                </a:lnTo>
                <a:lnTo>
                  <a:pt x="3555708" y="23625"/>
                </a:lnTo>
                <a:lnTo>
                  <a:pt x="3556218" y="21656"/>
                </a:lnTo>
                <a:lnTo>
                  <a:pt x="3554365" y="21914"/>
                </a:lnTo>
                <a:lnTo>
                  <a:pt x="3552377" y="18615"/>
                </a:lnTo>
                <a:lnTo>
                  <a:pt x="3552214" y="18868"/>
                </a:lnTo>
                <a:lnTo>
                  <a:pt x="3560232" y="6720"/>
                </a:lnTo>
                <a:lnTo>
                  <a:pt x="3554376" y="2392"/>
                </a:lnTo>
                <a:lnTo>
                  <a:pt x="3544437" y="0"/>
                </a:lnTo>
                <a:lnTo>
                  <a:pt x="3530459" y="2157"/>
                </a:lnTo>
                <a:lnTo>
                  <a:pt x="3526734" y="9936"/>
                </a:lnTo>
                <a:lnTo>
                  <a:pt x="3526231" y="13267"/>
                </a:lnTo>
                <a:lnTo>
                  <a:pt x="3529784" y="15775"/>
                </a:lnTo>
                <a:lnTo>
                  <a:pt x="3536063" y="23040"/>
                </a:lnTo>
                <a:lnTo>
                  <a:pt x="3536485" y="22531"/>
                </a:lnTo>
                <a:lnTo>
                  <a:pt x="3538095" y="20212"/>
                </a:lnTo>
                <a:lnTo>
                  <a:pt x="3538754" y="19877"/>
                </a:lnTo>
                <a:lnTo>
                  <a:pt x="3536663" y="18610"/>
                </a:lnTo>
                <a:lnTo>
                  <a:pt x="3537491" y="18281"/>
                </a:lnTo>
                <a:lnTo>
                  <a:pt x="3537700" y="17964"/>
                </a:lnTo>
              </a:path>
            </a:pathLst>
          </a:custGeom>
          <a:noFill/>
          <a:ln w="52766">
            <a:solidFill>
              <a:srgbClr val="FFFFFF">
                <a:alpha val="9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3"/>
          <p:cNvSpPr/>
          <p:nvPr/>
        </p:nvSpPr>
        <p:spPr>
          <a:xfrm>
            <a:off x="5370148" y="4794501"/>
            <a:ext cx="3560232" cy="1481005"/>
          </a:xfrm>
          <a:custGeom>
            <a:avLst/>
            <a:gdLst/>
            <a:ahLst/>
            <a:cxnLst/>
            <a:rect l="l" t="t" r="r" b="b"/>
            <a:pathLst>
              <a:path w="3560232" h="1481005">
                <a:moveTo>
                  <a:pt x="213698" y="1244521"/>
                </a:moveTo>
                <a:lnTo>
                  <a:pt x="218981" y="1257079"/>
                </a:lnTo>
                <a:lnTo>
                  <a:pt x="309289" y="1421916"/>
                </a:lnTo>
                <a:lnTo>
                  <a:pt x="295118" y="1432280"/>
                </a:lnTo>
                <a:lnTo>
                  <a:pt x="192321" y="1481005"/>
                </a:lnTo>
                <a:lnTo>
                  <a:pt x="174369" y="1461973"/>
                </a:lnTo>
                <a:lnTo>
                  <a:pt x="125777" y="1384417"/>
                </a:lnTo>
                <a:lnTo>
                  <a:pt x="58905" y="1268082"/>
                </a:lnTo>
                <a:lnTo>
                  <a:pt x="0" y="1162757"/>
                </a:lnTo>
                <a:lnTo>
                  <a:pt x="1329" y="1165277"/>
                </a:lnTo>
                <a:lnTo>
                  <a:pt x="27141" y="1175180"/>
                </a:lnTo>
                <a:lnTo>
                  <a:pt x="61261" y="1187092"/>
                </a:lnTo>
                <a:lnTo>
                  <a:pt x="90872" y="1193859"/>
                </a:lnTo>
                <a:lnTo>
                  <a:pt x="131016" y="1196062"/>
                </a:lnTo>
                <a:lnTo>
                  <a:pt x="168750" y="1193426"/>
                </a:lnTo>
                <a:lnTo>
                  <a:pt x="206041" y="1187025"/>
                </a:lnTo>
                <a:lnTo>
                  <a:pt x="278592" y="1167289"/>
                </a:lnTo>
                <a:lnTo>
                  <a:pt x="351815" y="1144816"/>
                </a:lnTo>
                <a:lnTo>
                  <a:pt x="633479" y="1043362"/>
                </a:lnTo>
                <a:lnTo>
                  <a:pt x="625059" y="1036466"/>
                </a:lnTo>
                <a:lnTo>
                  <a:pt x="616983" y="1032844"/>
                </a:lnTo>
                <a:lnTo>
                  <a:pt x="615003" y="1026406"/>
                </a:lnTo>
                <a:lnTo>
                  <a:pt x="614833" y="1027209"/>
                </a:lnTo>
                <a:lnTo>
                  <a:pt x="614530" y="1026178"/>
                </a:lnTo>
                <a:lnTo>
                  <a:pt x="615152" y="1025663"/>
                </a:lnTo>
                <a:lnTo>
                  <a:pt x="626100" y="1024597"/>
                </a:lnTo>
                <a:lnTo>
                  <a:pt x="644206" y="1026681"/>
                </a:lnTo>
                <a:lnTo>
                  <a:pt x="654393" y="1029388"/>
                </a:lnTo>
                <a:lnTo>
                  <a:pt x="663112" y="1032361"/>
                </a:lnTo>
                <a:lnTo>
                  <a:pt x="663466" y="1030804"/>
                </a:lnTo>
                <a:lnTo>
                  <a:pt x="680044" y="1031436"/>
                </a:lnTo>
                <a:lnTo>
                  <a:pt x="689867" y="1031972"/>
                </a:lnTo>
                <a:lnTo>
                  <a:pt x="700136" y="1031235"/>
                </a:lnTo>
                <a:lnTo>
                  <a:pt x="701173" y="1034668"/>
                </a:lnTo>
                <a:lnTo>
                  <a:pt x="701318" y="1038157"/>
                </a:lnTo>
                <a:lnTo>
                  <a:pt x="702752" y="1040746"/>
                </a:lnTo>
                <a:lnTo>
                  <a:pt x="698868" y="1057411"/>
                </a:lnTo>
                <a:lnTo>
                  <a:pt x="697045" y="1056721"/>
                </a:lnTo>
                <a:lnTo>
                  <a:pt x="699521" y="1058637"/>
                </a:lnTo>
                <a:lnTo>
                  <a:pt x="698093" y="1067528"/>
                </a:lnTo>
                <a:lnTo>
                  <a:pt x="701958" y="1090727"/>
                </a:lnTo>
                <a:lnTo>
                  <a:pt x="696227" y="1131412"/>
                </a:lnTo>
                <a:lnTo>
                  <a:pt x="693901" y="1137957"/>
                </a:lnTo>
                <a:lnTo>
                  <a:pt x="695747" y="1139452"/>
                </a:lnTo>
                <a:lnTo>
                  <a:pt x="690687" y="1143760"/>
                </a:lnTo>
                <a:lnTo>
                  <a:pt x="689718" y="1145795"/>
                </a:lnTo>
                <a:lnTo>
                  <a:pt x="681607" y="1150734"/>
                </a:lnTo>
                <a:lnTo>
                  <a:pt x="679586" y="1155154"/>
                </a:lnTo>
                <a:lnTo>
                  <a:pt x="681813" y="1156270"/>
                </a:lnTo>
                <a:lnTo>
                  <a:pt x="679181" y="1155583"/>
                </a:lnTo>
                <a:lnTo>
                  <a:pt x="676634" y="1156226"/>
                </a:lnTo>
                <a:lnTo>
                  <a:pt x="675449" y="1156367"/>
                </a:lnTo>
                <a:lnTo>
                  <a:pt x="675698" y="1158574"/>
                </a:lnTo>
                <a:lnTo>
                  <a:pt x="685594" y="1152976"/>
                </a:lnTo>
                <a:lnTo>
                  <a:pt x="703916" y="1145064"/>
                </a:lnTo>
                <a:lnTo>
                  <a:pt x="710934" y="1139757"/>
                </a:lnTo>
                <a:lnTo>
                  <a:pt x="714685" y="1140706"/>
                </a:lnTo>
                <a:lnTo>
                  <a:pt x="740709" y="1132100"/>
                </a:lnTo>
                <a:lnTo>
                  <a:pt x="754940" y="1125661"/>
                </a:lnTo>
                <a:lnTo>
                  <a:pt x="798774" y="1112387"/>
                </a:lnTo>
                <a:lnTo>
                  <a:pt x="827211" y="1101150"/>
                </a:lnTo>
                <a:lnTo>
                  <a:pt x="866402" y="1088155"/>
                </a:lnTo>
                <a:lnTo>
                  <a:pt x="886575" y="1080006"/>
                </a:lnTo>
                <a:lnTo>
                  <a:pt x="1002404" y="1037477"/>
                </a:lnTo>
                <a:lnTo>
                  <a:pt x="1025951" y="1029070"/>
                </a:lnTo>
                <a:lnTo>
                  <a:pt x="1156628" y="983280"/>
                </a:lnTo>
                <a:lnTo>
                  <a:pt x="1163593" y="979390"/>
                </a:lnTo>
                <a:lnTo>
                  <a:pt x="1191818" y="969589"/>
                </a:lnTo>
                <a:lnTo>
                  <a:pt x="1217763" y="959863"/>
                </a:lnTo>
                <a:lnTo>
                  <a:pt x="1225866" y="958587"/>
                </a:lnTo>
                <a:lnTo>
                  <a:pt x="1272174" y="939613"/>
                </a:lnTo>
                <a:lnTo>
                  <a:pt x="1288789" y="934760"/>
                </a:lnTo>
                <a:lnTo>
                  <a:pt x="1301003" y="927882"/>
                </a:lnTo>
                <a:lnTo>
                  <a:pt x="1307821" y="926981"/>
                </a:lnTo>
                <a:lnTo>
                  <a:pt x="1382065" y="900747"/>
                </a:lnTo>
                <a:lnTo>
                  <a:pt x="1393607" y="895614"/>
                </a:lnTo>
                <a:lnTo>
                  <a:pt x="1413416" y="890182"/>
                </a:lnTo>
                <a:lnTo>
                  <a:pt x="1419831" y="886171"/>
                </a:lnTo>
                <a:lnTo>
                  <a:pt x="1454143" y="873439"/>
                </a:lnTo>
                <a:lnTo>
                  <a:pt x="1470362" y="866515"/>
                </a:lnTo>
                <a:lnTo>
                  <a:pt x="1517110" y="850801"/>
                </a:lnTo>
                <a:lnTo>
                  <a:pt x="1571514" y="830408"/>
                </a:lnTo>
                <a:lnTo>
                  <a:pt x="1578735" y="825530"/>
                </a:lnTo>
                <a:lnTo>
                  <a:pt x="1581658" y="827158"/>
                </a:lnTo>
                <a:lnTo>
                  <a:pt x="1598906" y="821188"/>
                </a:lnTo>
                <a:lnTo>
                  <a:pt x="1615429" y="819328"/>
                </a:lnTo>
                <a:lnTo>
                  <a:pt x="1801493" y="750905"/>
                </a:lnTo>
                <a:lnTo>
                  <a:pt x="1859880" y="731578"/>
                </a:lnTo>
                <a:lnTo>
                  <a:pt x="1870725" y="725171"/>
                </a:lnTo>
                <a:lnTo>
                  <a:pt x="1887471" y="722237"/>
                </a:lnTo>
                <a:lnTo>
                  <a:pt x="1927037" y="706259"/>
                </a:lnTo>
                <a:lnTo>
                  <a:pt x="1924967" y="702649"/>
                </a:lnTo>
                <a:lnTo>
                  <a:pt x="1923436" y="703651"/>
                </a:lnTo>
                <a:lnTo>
                  <a:pt x="1884580" y="707618"/>
                </a:lnTo>
                <a:lnTo>
                  <a:pt x="1879738" y="707035"/>
                </a:lnTo>
                <a:lnTo>
                  <a:pt x="1872184" y="711166"/>
                </a:lnTo>
                <a:lnTo>
                  <a:pt x="1866353" y="709674"/>
                </a:lnTo>
                <a:lnTo>
                  <a:pt x="1867095" y="709430"/>
                </a:lnTo>
                <a:lnTo>
                  <a:pt x="1864429" y="713278"/>
                </a:lnTo>
                <a:lnTo>
                  <a:pt x="1867850" y="721567"/>
                </a:lnTo>
                <a:lnTo>
                  <a:pt x="1868560" y="719430"/>
                </a:lnTo>
                <a:lnTo>
                  <a:pt x="1870921" y="723224"/>
                </a:lnTo>
                <a:lnTo>
                  <a:pt x="1870801" y="723753"/>
                </a:lnTo>
                <a:lnTo>
                  <a:pt x="1894555" y="714761"/>
                </a:lnTo>
                <a:lnTo>
                  <a:pt x="1903826" y="710101"/>
                </a:lnTo>
                <a:lnTo>
                  <a:pt x="1923781" y="704237"/>
                </a:lnTo>
                <a:lnTo>
                  <a:pt x="1979367" y="684544"/>
                </a:lnTo>
                <a:lnTo>
                  <a:pt x="1985242" y="680337"/>
                </a:lnTo>
                <a:lnTo>
                  <a:pt x="2011058" y="673790"/>
                </a:lnTo>
                <a:lnTo>
                  <a:pt x="2120348" y="628819"/>
                </a:lnTo>
                <a:lnTo>
                  <a:pt x="2124778" y="628450"/>
                </a:lnTo>
                <a:lnTo>
                  <a:pt x="2147488" y="621545"/>
                </a:lnTo>
                <a:lnTo>
                  <a:pt x="2162683" y="618301"/>
                </a:lnTo>
                <a:lnTo>
                  <a:pt x="2279856" y="570578"/>
                </a:lnTo>
                <a:lnTo>
                  <a:pt x="2277140" y="568278"/>
                </a:lnTo>
                <a:lnTo>
                  <a:pt x="2277843" y="567428"/>
                </a:lnTo>
                <a:lnTo>
                  <a:pt x="2275891" y="566966"/>
                </a:lnTo>
                <a:lnTo>
                  <a:pt x="2275274" y="565893"/>
                </a:lnTo>
                <a:lnTo>
                  <a:pt x="2270783" y="565609"/>
                </a:lnTo>
                <a:lnTo>
                  <a:pt x="2270258" y="562957"/>
                </a:lnTo>
                <a:lnTo>
                  <a:pt x="2256074" y="563029"/>
                </a:lnTo>
                <a:lnTo>
                  <a:pt x="2257732" y="561167"/>
                </a:lnTo>
                <a:lnTo>
                  <a:pt x="2247540" y="557937"/>
                </a:lnTo>
                <a:lnTo>
                  <a:pt x="2224452" y="550353"/>
                </a:lnTo>
                <a:lnTo>
                  <a:pt x="2215527" y="543412"/>
                </a:lnTo>
                <a:lnTo>
                  <a:pt x="2190678" y="544584"/>
                </a:lnTo>
                <a:lnTo>
                  <a:pt x="2183090" y="544583"/>
                </a:lnTo>
                <a:lnTo>
                  <a:pt x="2162646" y="544273"/>
                </a:lnTo>
                <a:lnTo>
                  <a:pt x="2138629" y="555467"/>
                </a:lnTo>
                <a:lnTo>
                  <a:pt x="2163103" y="546184"/>
                </a:lnTo>
                <a:lnTo>
                  <a:pt x="2193680" y="536411"/>
                </a:lnTo>
                <a:lnTo>
                  <a:pt x="2201459" y="532150"/>
                </a:lnTo>
                <a:lnTo>
                  <a:pt x="2210862" y="529849"/>
                </a:lnTo>
                <a:lnTo>
                  <a:pt x="2279276" y="498550"/>
                </a:lnTo>
                <a:lnTo>
                  <a:pt x="2411348" y="450050"/>
                </a:lnTo>
                <a:lnTo>
                  <a:pt x="2415252" y="450227"/>
                </a:lnTo>
                <a:lnTo>
                  <a:pt x="2416930" y="448113"/>
                </a:lnTo>
                <a:lnTo>
                  <a:pt x="2466672" y="440047"/>
                </a:lnTo>
                <a:lnTo>
                  <a:pt x="2476729" y="436205"/>
                </a:lnTo>
                <a:lnTo>
                  <a:pt x="2538092" y="415890"/>
                </a:lnTo>
                <a:lnTo>
                  <a:pt x="2557808" y="405946"/>
                </a:lnTo>
                <a:lnTo>
                  <a:pt x="2579442" y="397153"/>
                </a:lnTo>
                <a:lnTo>
                  <a:pt x="2603303" y="387098"/>
                </a:lnTo>
                <a:lnTo>
                  <a:pt x="2665064" y="353875"/>
                </a:lnTo>
                <a:lnTo>
                  <a:pt x="2708007" y="330461"/>
                </a:lnTo>
                <a:lnTo>
                  <a:pt x="2749348" y="309932"/>
                </a:lnTo>
                <a:lnTo>
                  <a:pt x="2782513" y="292804"/>
                </a:lnTo>
                <a:lnTo>
                  <a:pt x="2812252" y="282937"/>
                </a:lnTo>
                <a:lnTo>
                  <a:pt x="2841194" y="268962"/>
                </a:lnTo>
                <a:lnTo>
                  <a:pt x="2855390" y="265220"/>
                </a:lnTo>
                <a:lnTo>
                  <a:pt x="2873539" y="257054"/>
                </a:lnTo>
                <a:lnTo>
                  <a:pt x="2906666" y="244417"/>
                </a:lnTo>
                <a:lnTo>
                  <a:pt x="3003556" y="208512"/>
                </a:lnTo>
                <a:lnTo>
                  <a:pt x="3024932" y="202490"/>
                </a:lnTo>
                <a:lnTo>
                  <a:pt x="3099078" y="174955"/>
                </a:lnTo>
                <a:lnTo>
                  <a:pt x="3140998" y="161076"/>
                </a:lnTo>
                <a:lnTo>
                  <a:pt x="3152301" y="155080"/>
                </a:lnTo>
                <a:lnTo>
                  <a:pt x="3196265" y="140348"/>
                </a:lnTo>
                <a:lnTo>
                  <a:pt x="3227941" y="127298"/>
                </a:lnTo>
                <a:lnTo>
                  <a:pt x="3349431" y="85242"/>
                </a:lnTo>
                <a:lnTo>
                  <a:pt x="3368108" y="75106"/>
                </a:lnTo>
                <a:lnTo>
                  <a:pt x="3432762" y="51760"/>
                </a:lnTo>
                <a:lnTo>
                  <a:pt x="3471480" y="35999"/>
                </a:lnTo>
                <a:lnTo>
                  <a:pt x="3478108" y="34880"/>
                </a:lnTo>
                <a:lnTo>
                  <a:pt x="3521856" y="17604"/>
                </a:lnTo>
                <a:lnTo>
                  <a:pt x="3535680" y="15062"/>
                </a:lnTo>
                <a:lnTo>
                  <a:pt x="3543050" y="10000"/>
                </a:lnTo>
                <a:lnTo>
                  <a:pt x="3543892" y="12120"/>
                </a:lnTo>
                <a:lnTo>
                  <a:pt x="3548232" y="16438"/>
                </a:lnTo>
                <a:lnTo>
                  <a:pt x="3545904" y="16958"/>
                </a:lnTo>
                <a:lnTo>
                  <a:pt x="3547264" y="18181"/>
                </a:lnTo>
                <a:lnTo>
                  <a:pt x="3549946" y="19404"/>
                </a:lnTo>
                <a:lnTo>
                  <a:pt x="3549872" y="19306"/>
                </a:lnTo>
                <a:lnTo>
                  <a:pt x="3555904" y="24167"/>
                </a:lnTo>
                <a:lnTo>
                  <a:pt x="3555708" y="23625"/>
                </a:lnTo>
                <a:lnTo>
                  <a:pt x="3556218" y="21656"/>
                </a:lnTo>
                <a:lnTo>
                  <a:pt x="3554365" y="21914"/>
                </a:lnTo>
                <a:lnTo>
                  <a:pt x="3552377" y="18615"/>
                </a:lnTo>
                <a:lnTo>
                  <a:pt x="3552214" y="18868"/>
                </a:lnTo>
                <a:lnTo>
                  <a:pt x="3560232" y="6720"/>
                </a:lnTo>
                <a:lnTo>
                  <a:pt x="3554376" y="2392"/>
                </a:lnTo>
                <a:lnTo>
                  <a:pt x="3544437" y="0"/>
                </a:lnTo>
                <a:lnTo>
                  <a:pt x="3530459" y="2157"/>
                </a:lnTo>
                <a:lnTo>
                  <a:pt x="3526734" y="9936"/>
                </a:lnTo>
                <a:lnTo>
                  <a:pt x="3526231" y="13267"/>
                </a:lnTo>
                <a:lnTo>
                  <a:pt x="3529784" y="15775"/>
                </a:lnTo>
                <a:lnTo>
                  <a:pt x="3536063" y="23040"/>
                </a:lnTo>
                <a:lnTo>
                  <a:pt x="3536485" y="22531"/>
                </a:lnTo>
                <a:lnTo>
                  <a:pt x="3538095" y="20212"/>
                </a:lnTo>
                <a:lnTo>
                  <a:pt x="3538754" y="19877"/>
                </a:lnTo>
                <a:lnTo>
                  <a:pt x="3536663" y="18610"/>
                </a:lnTo>
                <a:lnTo>
                  <a:pt x="3537491" y="18281"/>
                </a:lnTo>
                <a:lnTo>
                  <a:pt x="3537700" y="17964"/>
                </a:lnTo>
              </a:path>
            </a:pathLst>
          </a:custGeom>
          <a:noFill/>
          <a:ln w="2826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path 4"/>
          <p:cNvSpPr/>
          <p:nvPr/>
        </p:nvSpPr>
        <p:spPr>
          <a:xfrm>
            <a:off x="3528046" y="2142885"/>
            <a:ext cx="3150445" cy="903079"/>
          </a:xfrm>
          <a:custGeom>
            <a:avLst/>
            <a:gdLst/>
            <a:ahLst/>
            <a:cxnLst/>
            <a:rect l="l" t="t" r="r" b="b"/>
            <a:pathLst>
              <a:path w="3150445" h="903079">
                <a:moveTo>
                  <a:pt x="52875" y="861919"/>
                </a:moveTo>
                <a:lnTo>
                  <a:pt x="49213" y="855516"/>
                </a:lnTo>
                <a:lnTo>
                  <a:pt x="0" y="760885"/>
                </a:lnTo>
                <a:lnTo>
                  <a:pt x="23151" y="751325"/>
                </a:lnTo>
                <a:lnTo>
                  <a:pt x="157234" y="709834"/>
                </a:lnTo>
                <a:lnTo>
                  <a:pt x="162785" y="712449"/>
                </a:lnTo>
                <a:lnTo>
                  <a:pt x="178965" y="734050"/>
                </a:lnTo>
                <a:lnTo>
                  <a:pt x="221288" y="803515"/>
                </a:lnTo>
                <a:lnTo>
                  <a:pt x="277515" y="903079"/>
                </a:lnTo>
                <a:lnTo>
                  <a:pt x="277321" y="902659"/>
                </a:lnTo>
                <a:lnTo>
                  <a:pt x="279874" y="899024"/>
                </a:lnTo>
                <a:lnTo>
                  <a:pt x="317653" y="867736"/>
                </a:lnTo>
                <a:lnTo>
                  <a:pt x="387304" y="824549"/>
                </a:lnTo>
                <a:lnTo>
                  <a:pt x="439548" y="801567"/>
                </a:lnTo>
                <a:lnTo>
                  <a:pt x="520205" y="770423"/>
                </a:lnTo>
                <a:lnTo>
                  <a:pt x="664481" y="729271"/>
                </a:lnTo>
                <a:lnTo>
                  <a:pt x="778930" y="696895"/>
                </a:lnTo>
                <a:lnTo>
                  <a:pt x="772276" y="701441"/>
                </a:lnTo>
                <a:lnTo>
                  <a:pt x="761901" y="706576"/>
                </a:lnTo>
                <a:lnTo>
                  <a:pt x="743998" y="709975"/>
                </a:lnTo>
                <a:lnTo>
                  <a:pt x="740523" y="710731"/>
                </a:lnTo>
                <a:lnTo>
                  <a:pt x="735652" y="711449"/>
                </a:lnTo>
                <a:lnTo>
                  <a:pt x="735653" y="712757"/>
                </a:lnTo>
                <a:lnTo>
                  <a:pt x="736324" y="711487"/>
                </a:lnTo>
                <a:lnTo>
                  <a:pt x="732465" y="712329"/>
                </a:lnTo>
                <a:lnTo>
                  <a:pt x="749122" y="706691"/>
                </a:lnTo>
                <a:lnTo>
                  <a:pt x="750743" y="703918"/>
                </a:lnTo>
                <a:lnTo>
                  <a:pt x="747468" y="697659"/>
                </a:lnTo>
                <a:lnTo>
                  <a:pt x="736251" y="688172"/>
                </a:lnTo>
                <a:lnTo>
                  <a:pt x="717478" y="676559"/>
                </a:lnTo>
                <a:lnTo>
                  <a:pt x="705103" y="670187"/>
                </a:lnTo>
                <a:lnTo>
                  <a:pt x="677610" y="661168"/>
                </a:lnTo>
                <a:lnTo>
                  <a:pt x="657072" y="658265"/>
                </a:lnTo>
                <a:lnTo>
                  <a:pt x="639391" y="660990"/>
                </a:lnTo>
                <a:lnTo>
                  <a:pt x="605935" y="670345"/>
                </a:lnTo>
                <a:lnTo>
                  <a:pt x="571712" y="685070"/>
                </a:lnTo>
                <a:lnTo>
                  <a:pt x="572767" y="684761"/>
                </a:lnTo>
                <a:lnTo>
                  <a:pt x="548132" y="696619"/>
                </a:lnTo>
                <a:lnTo>
                  <a:pt x="545448" y="698486"/>
                </a:lnTo>
                <a:lnTo>
                  <a:pt x="532509" y="700939"/>
                </a:lnTo>
                <a:lnTo>
                  <a:pt x="525076" y="705367"/>
                </a:lnTo>
                <a:lnTo>
                  <a:pt x="529254" y="703384"/>
                </a:lnTo>
                <a:lnTo>
                  <a:pt x="532728" y="704659"/>
                </a:lnTo>
                <a:lnTo>
                  <a:pt x="546519" y="703796"/>
                </a:lnTo>
                <a:lnTo>
                  <a:pt x="556252" y="702729"/>
                </a:lnTo>
                <a:lnTo>
                  <a:pt x="611853" y="690771"/>
                </a:lnTo>
                <a:lnTo>
                  <a:pt x="794207" y="646748"/>
                </a:lnTo>
                <a:lnTo>
                  <a:pt x="812588" y="641755"/>
                </a:lnTo>
                <a:lnTo>
                  <a:pt x="827751" y="638288"/>
                </a:lnTo>
                <a:lnTo>
                  <a:pt x="861058" y="629145"/>
                </a:lnTo>
                <a:lnTo>
                  <a:pt x="868628" y="628495"/>
                </a:lnTo>
                <a:lnTo>
                  <a:pt x="896330" y="620494"/>
                </a:lnTo>
                <a:lnTo>
                  <a:pt x="940643" y="608601"/>
                </a:lnTo>
                <a:lnTo>
                  <a:pt x="970188" y="600632"/>
                </a:lnTo>
                <a:lnTo>
                  <a:pt x="1019628" y="589317"/>
                </a:lnTo>
                <a:lnTo>
                  <a:pt x="1099843" y="567600"/>
                </a:lnTo>
                <a:lnTo>
                  <a:pt x="1207172" y="539922"/>
                </a:lnTo>
                <a:lnTo>
                  <a:pt x="1219825" y="537108"/>
                </a:lnTo>
                <a:lnTo>
                  <a:pt x="1260164" y="525344"/>
                </a:lnTo>
                <a:lnTo>
                  <a:pt x="1273308" y="522389"/>
                </a:lnTo>
                <a:lnTo>
                  <a:pt x="1271167" y="522820"/>
                </a:lnTo>
                <a:lnTo>
                  <a:pt x="1268884" y="525143"/>
                </a:lnTo>
                <a:lnTo>
                  <a:pt x="1264910" y="524962"/>
                </a:lnTo>
                <a:lnTo>
                  <a:pt x="1273002" y="523771"/>
                </a:lnTo>
                <a:lnTo>
                  <a:pt x="1400723" y="490873"/>
                </a:lnTo>
                <a:lnTo>
                  <a:pt x="1426100" y="484248"/>
                </a:lnTo>
                <a:lnTo>
                  <a:pt x="1433870" y="481662"/>
                </a:lnTo>
                <a:lnTo>
                  <a:pt x="1453790" y="475276"/>
                </a:lnTo>
                <a:lnTo>
                  <a:pt x="1474880" y="471159"/>
                </a:lnTo>
                <a:lnTo>
                  <a:pt x="1592025" y="429412"/>
                </a:lnTo>
                <a:lnTo>
                  <a:pt x="1595010" y="430255"/>
                </a:lnTo>
                <a:lnTo>
                  <a:pt x="1591882" y="428838"/>
                </a:lnTo>
                <a:lnTo>
                  <a:pt x="1595114" y="429202"/>
                </a:lnTo>
                <a:lnTo>
                  <a:pt x="1598035" y="431718"/>
                </a:lnTo>
                <a:lnTo>
                  <a:pt x="1577799" y="437576"/>
                </a:lnTo>
                <a:lnTo>
                  <a:pt x="1550671" y="446165"/>
                </a:lnTo>
                <a:lnTo>
                  <a:pt x="1517299" y="458225"/>
                </a:lnTo>
                <a:lnTo>
                  <a:pt x="1507454" y="461805"/>
                </a:lnTo>
                <a:lnTo>
                  <a:pt x="1546182" y="451479"/>
                </a:lnTo>
                <a:lnTo>
                  <a:pt x="1550042" y="452233"/>
                </a:lnTo>
                <a:lnTo>
                  <a:pt x="1729270" y="402815"/>
                </a:lnTo>
                <a:lnTo>
                  <a:pt x="1783878" y="378640"/>
                </a:lnTo>
                <a:lnTo>
                  <a:pt x="1793142" y="371245"/>
                </a:lnTo>
                <a:lnTo>
                  <a:pt x="1822393" y="357046"/>
                </a:lnTo>
                <a:lnTo>
                  <a:pt x="1828957" y="358103"/>
                </a:lnTo>
                <a:lnTo>
                  <a:pt x="1840509" y="357350"/>
                </a:lnTo>
                <a:lnTo>
                  <a:pt x="1890914" y="342163"/>
                </a:lnTo>
                <a:lnTo>
                  <a:pt x="1970765" y="322472"/>
                </a:lnTo>
                <a:lnTo>
                  <a:pt x="2015287" y="313328"/>
                </a:lnTo>
                <a:lnTo>
                  <a:pt x="2035372" y="308525"/>
                </a:lnTo>
                <a:lnTo>
                  <a:pt x="2056075" y="305153"/>
                </a:lnTo>
                <a:lnTo>
                  <a:pt x="2078787" y="302814"/>
                </a:lnTo>
                <a:lnTo>
                  <a:pt x="2102813" y="295777"/>
                </a:lnTo>
                <a:lnTo>
                  <a:pt x="2155091" y="277419"/>
                </a:lnTo>
                <a:lnTo>
                  <a:pt x="2154205" y="276674"/>
                </a:lnTo>
                <a:lnTo>
                  <a:pt x="2149663" y="276511"/>
                </a:lnTo>
                <a:lnTo>
                  <a:pt x="2156021" y="276399"/>
                </a:lnTo>
                <a:lnTo>
                  <a:pt x="2183921" y="271762"/>
                </a:lnTo>
                <a:lnTo>
                  <a:pt x="2381760" y="221112"/>
                </a:lnTo>
                <a:lnTo>
                  <a:pt x="2398676" y="216877"/>
                </a:lnTo>
                <a:lnTo>
                  <a:pt x="2416763" y="212491"/>
                </a:lnTo>
                <a:lnTo>
                  <a:pt x="2500761" y="186502"/>
                </a:lnTo>
                <a:lnTo>
                  <a:pt x="2624648" y="152195"/>
                </a:lnTo>
                <a:lnTo>
                  <a:pt x="2662024" y="143198"/>
                </a:lnTo>
                <a:lnTo>
                  <a:pt x="2679667" y="137508"/>
                </a:lnTo>
                <a:lnTo>
                  <a:pt x="2741797" y="120553"/>
                </a:lnTo>
                <a:lnTo>
                  <a:pt x="2804694" y="102596"/>
                </a:lnTo>
                <a:lnTo>
                  <a:pt x="2842055" y="93017"/>
                </a:lnTo>
                <a:lnTo>
                  <a:pt x="2865695" y="86896"/>
                </a:lnTo>
                <a:lnTo>
                  <a:pt x="2883556" y="82739"/>
                </a:lnTo>
                <a:lnTo>
                  <a:pt x="2911210" y="73931"/>
                </a:lnTo>
                <a:lnTo>
                  <a:pt x="2946366" y="63856"/>
                </a:lnTo>
                <a:lnTo>
                  <a:pt x="2984180" y="52249"/>
                </a:lnTo>
                <a:lnTo>
                  <a:pt x="3007041" y="46265"/>
                </a:lnTo>
                <a:lnTo>
                  <a:pt x="3045308" y="35355"/>
                </a:lnTo>
                <a:lnTo>
                  <a:pt x="3047368" y="33217"/>
                </a:lnTo>
                <a:lnTo>
                  <a:pt x="3052618" y="32725"/>
                </a:lnTo>
                <a:lnTo>
                  <a:pt x="3076252" y="25901"/>
                </a:lnTo>
                <a:lnTo>
                  <a:pt x="3090313" y="22366"/>
                </a:lnTo>
                <a:lnTo>
                  <a:pt x="3090721" y="23230"/>
                </a:lnTo>
                <a:lnTo>
                  <a:pt x="3089840" y="21782"/>
                </a:lnTo>
                <a:lnTo>
                  <a:pt x="3091995" y="21542"/>
                </a:lnTo>
                <a:lnTo>
                  <a:pt x="3096456" y="20551"/>
                </a:lnTo>
                <a:lnTo>
                  <a:pt x="3098828" y="18672"/>
                </a:lnTo>
                <a:lnTo>
                  <a:pt x="3100584" y="17054"/>
                </a:lnTo>
                <a:lnTo>
                  <a:pt x="3111336" y="12638"/>
                </a:lnTo>
                <a:lnTo>
                  <a:pt x="3118271" y="5235"/>
                </a:lnTo>
                <a:lnTo>
                  <a:pt x="3139964" y="0"/>
                </a:lnTo>
                <a:lnTo>
                  <a:pt x="3143993" y="1144"/>
                </a:lnTo>
                <a:lnTo>
                  <a:pt x="3147162" y="7591"/>
                </a:lnTo>
                <a:lnTo>
                  <a:pt x="3150445" y="15366"/>
                </a:lnTo>
                <a:lnTo>
                  <a:pt x="3149264" y="15483"/>
                </a:lnTo>
                <a:lnTo>
                  <a:pt x="3145695" y="15472"/>
                </a:lnTo>
                <a:lnTo>
                  <a:pt x="3146563" y="16445"/>
                </a:lnTo>
              </a:path>
            </a:pathLst>
          </a:custGeom>
          <a:noFill/>
          <a:ln w="52766">
            <a:solidFill>
              <a:srgbClr val="FFFFFF">
                <a:alpha val="9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path 5"/>
          <p:cNvSpPr/>
          <p:nvPr/>
        </p:nvSpPr>
        <p:spPr>
          <a:xfrm>
            <a:off x="3528046" y="2142885"/>
            <a:ext cx="3150445" cy="903079"/>
          </a:xfrm>
          <a:custGeom>
            <a:avLst/>
            <a:gdLst/>
            <a:ahLst/>
            <a:cxnLst/>
            <a:rect l="l" t="t" r="r" b="b"/>
            <a:pathLst>
              <a:path w="3150445" h="903079">
                <a:moveTo>
                  <a:pt x="52875" y="861919"/>
                </a:moveTo>
                <a:lnTo>
                  <a:pt x="49213" y="855516"/>
                </a:lnTo>
                <a:lnTo>
                  <a:pt x="0" y="760885"/>
                </a:lnTo>
                <a:lnTo>
                  <a:pt x="23151" y="751325"/>
                </a:lnTo>
                <a:lnTo>
                  <a:pt x="157234" y="709834"/>
                </a:lnTo>
                <a:lnTo>
                  <a:pt x="162785" y="712449"/>
                </a:lnTo>
                <a:lnTo>
                  <a:pt x="178965" y="734050"/>
                </a:lnTo>
                <a:lnTo>
                  <a:pt x="221288" y="803515"/>
                </a:lnTo>
                <a:lnTo>
                  <a:pt x="277515" y="903079"/>
                </a:lnTo>
                <a:lnTo>
                  <a:pt x="277321" y="902659"/>
                </a:lnTo>
                <a:lnTo>
                  <a:pt x="279874" y="899024"/>
                </a:lnTo>
                <a:lnTo>
                  <a:pt x="317653" y="867736"/>
                </a:lnTo>
                <a:lnTo>
                  <a:pt x="387304" y="824549"/>
                </a:lnTo>
                <a:lnTo>
                  <a:pt x="439548" y="801567"/>
                </a:lnTo>
                <a:lnTo>
                  <a:pt x="520205" y="770423"/>
                </a:lnTo>
                <a:lnTo>
                  <a:pt x="664481" y="729271"/>
                </a:lnTo>
                <a:lnTo>
                  <a:pt x="778930" y="696895"/>
                </a:lnTo>
                <a:lnTo>
                  <a:pt x="772276" y="701441"/>
                </a:lnTo>
                <a:lnTo>
                  <a:pt x="761901" y="706576"/>
                </a:lnTo>
                <a:lnTo>
                  <a:pt x="743998" y="709975"/>
                </a:lnTo>
                <a:lnTo>
                  <a:pt x="740523" y="710731"/>
                </a:lnTo>
                <a:lnTo>
                  <a:pt x="735652" y="711449"/>
                </a:lnTo>
                <a:lnTo>
                  <a:pt x="735653" y="712757"/>
                </a:lnTo>
                <a:lnTo>
                  <a:pt x="736324" y="711487"/>
                </a:lnTo>
                <a:lnTo>
                  <a:pt x="732465" y="712329"/>
                </a:lnTo>
                <a:lnTo>
                  <a:pt x="749122" y="706691"/>
                </a:lnTo>
                <a:lnTo>
                  <a:pt x="750743" y="703918"/>
                </a:lnTo>
                <a:lnTo>
                  <a:pt x="747468" y="697659"/>
                </a:lnTo>
                <a:lnTo>
                  <a:pt x="736251" y="688172"/>
                </a:lnTo>
                <a:lnTo>
                  <a:pt x="717478" y="676559"/>
                </a:lnTo>
                <a:lnTo>
                  <a:pt x="705103" y="670187"/>
                </a:lnTo>
                <a:lnTo>
                  <a:pt x="677610" y="661168"/>
                </a:lnTo>
                <a:lnTo>
                  <a:pt x="657072" y="658265"/>
                </a:lnTo>
                <a:lnTo>
                  <a:pt x="639391" y="660990"/>
                </a:lnTo>
                <a:lnTo>
                  <a:pt x="605935" y="670345"/>
                </a:lnTo>
                <a:lnTo>
                  <a:pt x="571712" y="685070"/>
                </a:lnTo>
                <a:lnTo>
                  <a:pt x="572767" y="684761"/>
                </a:lnTo>
                <a:lnTo>
                  <a:pt x="548132" y="696619"/>
                </a:lnTo>
                <a:lnTo>
                  <a:pt x="545448" y="698486"/>
                </a:lnTo>
                <a:lnTo>
                  <a:pt x="532509" y="700939"/>
                </a:lnTo>
                <a:lnTo>
                  <a:pt x="525076" y="705367"/>
                </a:lnTo>
                <a:lnTo>
                  <a:pt x="529254" y="703384"/>
                </a:lnTo>
                <a:lnTo>
                  <a:pt x="532728" y="704659"/>
                </a:lnTo>
                <a:lnTo>
                  <a:pt x="546519" y="703796"/>
                </a:lnTo>
                <a:lnTo>
                  <a:pt x="556252" y="702729"/>
                </a:lnTo>
                <a:lnTo>
                  <a:pt x="611853" y="690771"/>
                </a:lnTo>
                <a:lnTo>
                  <a:pt x="794207" y="646748"/>
                </a:lnTo>
                <a:lnTo>
                  <a:pt x="812588" y="641755"/>
                </a:lnTo>
                <a:lnTo>
                  <a:pt x="827751" y="638288"/>
                </a:lnTo>
                <a:lnTo>
                  <a:pt x="861058" y="629145"/>
                </a:lnTo>
                <a:lnTo>
                  <a:pt x="868628" y="628495"/>
                </a:lnTo>
                <a:lnTo>
                  <a:pt x="896330" y="620494"/>
                </a:lnTo>
                <a:lnTo>
                  <a:pt x="940643" y="608601"/>
                </a:lnTo>
                <a:lnTo>
                  <a:pt x="970188" y="600632"/>
                </a:lnTo>
                <a:lnTo>
                  <a:pt x="1019628" y="589317"/>
                </a:lnTo>
                <a:lnTo>
                  <a:pt x="1099843" y="567600"/>
                </a:lnTo>
                <a:lnTo>
                  <a:pt x="1207172" y="539922"/>
                </a:lnTo>
                <a:lnTo>
                  <a:pt x="1219825" y="537108"/>
                </a:lnTo>
                <a:lnTo>
                  <a:pt x="1260164" y="525344"/>
                </a:lnTo>
                <a:lnTo>
                  <a:pt x="1273308" y="522389"/>
                </a:lnTo>
                <a:lnTo>
                  <a:pt x="1271167" y="522820"/>
                </a:lnTo>
                <a:lnTo>
                  <a:pt x="1268884" y="525143"/>
                </a:lnTo>
                <a:lnTo>
                  <a:pt x="1264910" y="524962"/>
                </a:lnTo>
                <a:lnTo>
                  <a:pt x="1273002" y="523771"/>
                </a:lnTo>
                <a:lnTo>
                  <a:pt x="1400723" y="490873"/>
                </a:lnTo>
                <a:lnTo>
                  <a:pt x="1426100" y="484248"/>
                </a:lnTo>
                <a:lnTo>
                  <a:pt x="1433870" y="481662"/>
                </a:lnTo>
                <a:lnTo>
                  <a:pt x="1453790" y="475276"/>
                </a:lnTo>
                <a:lnTo>
                  <a:pt x="1474880" y="471159"/>
                </a:lnTo>
                <a:lnTo>
                  <a:pt x="1592025" y="429412"/>
                </a:lnTo>
                <a:lnTo>
                  <a:pt x="1595010" y="430255"/>
                </a:lnTo>
                <a:lnTo>
                  <a:pt x="1591882" y="428838"/>
                </a:lnTo>
                <a:lnTo>
                  <a:pt x="1595114" y="429202"/>
                </a:lnTo>
                <a:lnTo>
                  <a:pt x="1598035" y="431718"/>
                </a:lnTo>
                <a:lnTo>
                  <a:pt x="1577799" y="437576"/>
                </a:lnTo>
                <a:lnTo>
                  <a:pt x="1550671" y="446165"/>
                </a:lnTo>
                <a:lnTo>
                  <a:pt x="1517299" y="458225"/>
                </a:lnTo>
                <a:lnTo>
                  <a:pt x="1507454" y="461805"/>
                </a:lnTo>
                <a:lnTo>
                  <a:pt x="1546182" y="451479"/>
                </a:lnTo>
                <a:lnTo>
                  <a:pt x="1550042" y="452233"/>
                </a:lnTo>
                <a:lnTo>
                  <a:pt x="1729270" y="402815"/>
                </a:lnTo>
                <a:lnTo>
                  <a:pt x="1783878" y="378640"/>
                </a:lnTo>
                <a:lnTo>
                  <a:pt x="1793142" y="371245"/>
                </a:lnTo>
                <a:lnTo>
                  <a:pt x="1822393" y="357046"/>
                </a:lnTo>
                <a:lnTo>
                  <a:pt x="1828957" y="358103"/>
                </a:lnTo>
                <a:lnTo>
                  <a:pt x="1840509" y="357350"/>
                </a:lnTo>
                <a:lnTo>
                  <a:pt x="1890914" y="342163"/>
                </a:lnTo>
                <a:lnTo>
                  <a:pt x="1970765" y="322472"/>
                </a:lnTo>
                <a:lnTo>
                  <a:pt x="2015287" y="313328"/>
                </a:lnTo>
                <a:lnTo>
                  <a:pt x="2035372" y="308525"/>
                </a:lnTo>
                <a:lnTo>
                  <a:pt x="2056075" y="305153"/>
                </a:lnTo>
                <a:lnTo>
                  <a:pt x="2078787" y="302814"/>
                </a:lnTo>
                <a:lnTo>
                  <a:pt x="2102813" y="295777"/>
                </a:lnTo>
                <a:lnTo>
                  <a:pt x="2155091" y="277419"/>
                </a:lnTo>
                <a:lnTo>
                  <a:pt x="2154205" y="276674"/>
                </a:lnTo>
                <a:lnTo>
                  <a:pt x="2149663" y="276511"/>
                </a:lnTo>
                <a:lnTo>
                  <a:pt x="2156021" y="276399"/>
                </a:lnTo>
                <a:lnTo>
                  <a:pt x="2183921" y="271762"/>
                </a:lnTo>
                <a:lnTo>
                  <a:pt x="2381760" y="221112"/>
                </a:lnTo>
                <a:lnTo>
                  <a:pt x="2398676" y="216877"/>
                </a:lnTo>
                <a:lnTo>
                  <a:pt x="2416763" y="212491"/>
                </a:lnTo>
                <a:lnTo>
                  <a:pt x="2500761" y="186502"/>
                </a:lnTo>
                <a:lnTo>
                  <a:pt x="2624648" y="152195"/>
                </a:lnTo>
                <a:lnTo>
                  <a:pt x="2662024" y="143198"/>
                </a:lnTo>
                <a:lnTo>
                  <a:pt x="2679667" y="137508"/>
                </a:lnTo>
                <a:lnTo>
                  <a:pt x="2741797" y="120553"/>
                </a:lnTo>
                <a:lnTo>
                  <a:pt x="2804694" y="102596"/>
                </a:lnTo>
                <a:lnTo>
                  <a:pt x="2842055" y="93017"/>
                </a:lnTo>
                <a:lnTo>
                  <a:pt x="2865695" y="86896"/>
                </a:lnTo>
                <a:lnTo>
                  <a:pt x="2883556" y="82739"/>
                </a:lnTo>
                <a:lnTo>
                  <a:pt x="2911210" y="73931"/>
                </a:lnTo>
                <a:lnTo>
                  <a:pt x="2946366" y="63856"/>
                </a:lnTo>
                <a:lnTo>
                  <a:pt x="2984180" y="52249"/>
                </a:lnTo>
                <a:lnTo>
                  <a:pt x="3007041" y="46265"/>
                </a:lnTo>
                <a:lnTo>
                  <a:pt x="3045308" y="35355"/>
                </a:lnTo>
                <a:lnTo>
                  <a:pt x="3047368" y="33217"/>
                </a:lnTo>
                <a:lnTo>
                  <a:pt x="3052618" y="32725"/>
                </a:lnTo>
                <a:lnTo>
                  <a:pt x="3076252" y="25901"/>
                </a:lnTo>
                <a:lnTo>
                  <a:pt x="3090313" y="22366"/>
                </a:lnTo>
                <a:lnTo>
                  <a:pt x="3090721" y="23230"/>
                </a:lnTo>
                <a:lnTo>
                  <a:pt x="3089840" y="21782"/>
                </a:lnTo>
                <a:lnTo>
                  <a:pt x="3091995" y="21542"/>
                </a:lnTo>
                <a:lnTo>
                  <a:pt x="3096456" y="20551"/>
                </a:lnTo>
                <a:lnTo>
                  <a:pt x="3098828" y="18672"/>
                </a:lnTo>
                <a:lnTo>
                  <a:pt x="3100584" y="17054"/>
                </a:lnTo>
                <a:lnTo>
                  <a:pt x="3111336" y="12638"/>
                </a:lnTo>
                <a:lnTo>
                  <a:pt x="3118271" y="5235"/>
                </a:lnTo>
                <a:lnTo>
                  <a:pt x="3139964" y="0"/>
                </a:lnTo>
                <a:lnTo>
                  <a:pt x="3143993" y="1144"/>
                </a:lnTo>
                <a:lnTo>
                  <a:pt x="3147162" y="7591"/>
                </a:lnTo>
                <a:lnTo>
                  <a:pt x="3150445" y="15366"/>
                </a:lnTo>
                <a:lnTo>
                  <a:pt x="3149264" y="15483"/>
                </a:lnTo>
                <a:lnTo>
                  <a:pt x="3145695" y="15472"/>
                </a:lnTo>
                <a:lnTo>
                  <a:pt x="3146563" y="16445"/>
                </a:lnTo>
              </a:path>
            </a:pathLst>
          </a:custGeom>
          <a:noFill/>
          <a:ln w="28267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6"/>
          <p:cNvSpPr/>
          <p:nvPr/>
        </p:nvSpPr>
        <p:spPr>
          <a:xfrm>
            <a:off x="4390602" y="2327257"/>
            <a:ext cx="3378863" cy="1328379"/>
          </a:xfrm>
          <a:custGeom>
            <a:avLst/>
            <a:gdLst/>
            <a:ahLst/>
            <a:cxnLst/>
            <a:rect l="l" t="t" r="r" b="b"/>
            <a:pathLst>
              <a:path w="3378863" h="1328379">
                <a:moveTo>
                  <a:pt x="36460" y="1328379"/>
                </a:moveTo>
                <a:lnTo>
                  <a:pt x="33439" y="1309253"/>
                </a:lnTo>
                <a:lnTo>
                  <a:pt x="2479" y="1010657"/>
                </a:lnTo>
                <a:lnTo>
                  <a:pt x="0" y="987137"/>
                </a:lnTo>
                <a:lnTo>
                  <a:pt x="2955" y="983352"/>
                </a:lnTo>
                <a:lnTo>
                  <a:pt x="60792" y="973456"/>
                </a:lnTo>
                <a:lnTo>
                  <a:pt x="347588" y="893021"/>
                </a:lnTo>
                <a:lnTo>
                  <a:pt x="598797" y="818693"/>
                </a:lnTo>
                <a:lnTo>
                  <a:pt x="597932" y="817970"/>
                </a:lnTo>
                <a:lnTo>
                  <a:pt x="590989" y="812781"/>
                </a:lnTo>
                <a:lnTo>
                  <a:pt x="590255" y="814578"/>
                </a:lnTo>
                <a:lnTo>
                  <a:pt x="588182" y="815487"/>
                </a:lnTo>
                <a:lnTo>
                  <a:pt x="590820" y="814243"/>
                </a:lnTo>
                <a:lnTo>
                  <a:pt x="588634" y="814731"/>
                </a:lnTo>
                <a:lnTo>
                  <a:pt x="585998" y="815100"/>
                </a:lnTo>
                <a:lnTo>
                  <a:pt x="588746" y="812994"/>
                </a:lnTo>
                <a:lnTo>
                  <a:pt x="585450" y="808935"/>
                </a:lnTo>
                <a:lnTo>
                  <a:pt x="586768" y="805344"/>
                </a:lnTo>
                <a:lnTo>
                  <a:pt x="584682" y="811673"/>
                </a:lnTo>
                <a:lnTo>
                  <a:pt x="588210" y="812371"/>
                </a:lnTo>
                <a:lnTo>
                  <a:pt x="583981" y="813361"/>
                </a:lnTo>
                <a:lnTo>
                  <a:pt x="576825" y="814375"/>
                </a:lnTo>
                <a:lnTo>
                  <a:pt x="584726" y="815249"/>
                </a:lnTo>
                <a:lnTo>
                  <a:pt x="585585" y="815119"/>
                </a:lnTo>
                <a:lnTo>
                  <a:pt x="581121" y="816362"/>
                </a:lnTo>
                <a:lnTo>
                  <a:pt x="581121" y="817196"/>
                </a:lnTo>
                <a:lnTo>
                  <a:pt x="580189" y="816881"/>
                </a:lnTo>
                <a:lnTo>
                  <a:pt x="575567" y="815164"/>
                </a:lnTo>
                <a:lnTo>
                  <a:pt x="578014" y="811904"/>
                </a:lnTo>
                <a:lnTo>
                  <a:pt x="577802" y="811783"/>
                </a:lnTo>
                <a:lnTo>
                  <a:pt x="573903" y="808424"/>
                </a:lnTo>
                <a:lnTo>
                  <a:pt x="573989" y="809234"/>
                </a:lnTo>
                <a:lnTo>
                  <a:pt x="568564" y="809567"/>
                </a:lnTo>
                <a:lnTo>
                  <a:pt x="598205" y="807257"/>
                </a:lnTo>
                <a:lnTo>
                  <a:pt x="600627" y="808223"/>
                </a:lnTo>
                <a:lnTo>
                  <a:pt x="599037" y="810698"/>
                </a:lnTo>
                <a:lnTo>
                  <a:pt x="595741" y="809695"/>
                </a:lnTo>
                <a:lnTo>
                  <a:pt x="596402" y="811571"/>
                </a:lnTo>
                <a:lnTo>
                  <a:pt x="650754" y="794766"/>
                </a:lnTo>
                <a:lnTo>
                  <a:pt x="726602" y="774518"/>
                </a:lnTo>
                <a:lnTo>
                  <a:pt x="784374" y="757560"/>
                </a:lnTo>
                <a:lnTo>
                  <a:pt x="828954" y="745982"/>
                </a:lnTo>
                <a:lnTo>
                  <a:pt x="896038" y="725955"/>
                </a:lnTo>
                <a:lnTo>
                  <a:pt x="1024205" y="689864"/>
                </a:lnTo>
                <a:lnTo>
                  <a:pt x="1269383" y="617408"/>
                </a:lnTo>
                <a:lnTo>
                  <a:pt x="1277063" y="616486"/>
                </a:lnTo>
                <a:lnTo>
                  <a:pt x="1319583" y="604686"/>
                </a:lnTo>
                <a:lnTo>
                  <a:pt x="1338190" y="599607"/>
                </a:lnTo>
                <a:lnTo>
                  <a:pt x="1355787" y="593263"/>
                </a:lnTo>
                <a:lnTo>
                  <a:pt x="1500798" y="551039"/>
                </a:lnTo>
                <a:lnTo>
                  <a:pt x="1501195" y="553665"/>
                </a:lnTo>
                <a:lnTo>
                  <a:pt x="1502524" y="550912"/>
                </a:lnTo>
                <a:lnTo>
                  <a:pt x="1514009" y="550774"/>
                </a:lnTo>
                <a:lnTo>
                  <a:pt x="1540494" y="539244"/>
                </a:lnTo>
                <a:lnTo>
                  <a:pt x="1547604" y="537871"/>
                </a:lnTo>
                <a:lnTo>
                  <a:pt x="1674295" y="501431"/>
                </a:lnTo>
                <a:lnTo>
                  <a:pt x="1793752" y="468695"/>
                </a:lnTo>
                <a:lnTo>
                  <a:pt x="1792969" y="470863"/>
                </a:lnTo>
                <a:lnTo>
                  <a:pt x="1790982" y="466461"/>
                </a:lnTo>
                <a:lnTo>
                  <a:pt x="1787045" y="469039"/>
                </a:lnTo>
                <a:lnTo>
                  <a:pt x="1790441" y="468192"/>
                </a:lnTo>
                <a:lnTo>
                  <a:pt x="1790740" y="469367"/>
                </a:lnTo>
                <a:lnTo>
                  <a:pt x="1792344" y="468768"/>
                </a:lnTo>
                <a:lnTo>
                  <a:pt x="1793845" y="469975"/>
                </a:lnTo>
                <a:lnTo>
                  <a:pt x="1791396" y="469537"/>
                </a:lnTo>
                <a:lnTo>
                  <a:pt x="1793341" y="469551"/>
                </a:lnTo>
                <a:lnTo>
                  <a:pt x="1791959" y="466660"/>
                </a:lnTo>
                <a:lnTo>
                  <a:pt x="1792813" y="468118"/>
                </a:lnTo>
                <a:lnTo>
                  <a:pt x="1790626" y="469290"/>
                </a:lnTo>
                <a:lnTo>
                  <a:pt x="1801122" y="464937"/>
                </a:lnTo>
                <a:lnTo>
                  <a:pt x="1827998" y="456020"/>
                </a:lnTo>
                <a:lnTo>
                  <a:pt x="1848609" y="448784"/>
                </a:lnTo>
                <a:lnTo>
                  <a:pt x="1909180" y="431079"/>
                </a:lnTo>
                <a:lnTo>
                  <a:pt x="1912328" y="431967"/>
                </a:lnTo>
                <a:lnTo>
                  <a:pt x="1925172" y="430051"/>
                </a:lnTo>
                <a:lnTo>
                  <a:pt x="2005181" y="404900"/>
                </a:lnTo>
                <a:lnTo>
                  <a:pt x="2024191" y="399143"/>
                </a:lnTo>
                <a:lnTo>
                  <a:pt x="2047467" y="390739"/>
                </a:lnTo>
                <a:lnTo>
                  <a:pt x="2056811" y="391499"/>
                </a:lnTo>
                <a:lnTo>
                  <a:pt x="2059484" y="392547"/>
                </a:lnTo>
                <a:lnTo>
                  <a:pt x="2069536" y="389652"/>
                </a:lnTo>
                <a:lnTo>
                  <a:pt x="2062027" y="391467"/>
                </a:lnTo>
                <a:lnTo>
                  <a:pt x="2059328" y="387314"/>
                </a:lnTo>
                <a:lnTo>
                  <a:pt x="2057092" y="385983"/>
                </a:lnTo>
                <a:lnTo>
                  <a:pt x="2058075" y="384358"/>
                </a:lnTo>
                <a:lnTo>
                  <a:pt x="2063501" y="381123"/>
                </a:lnTo>
                <a:lnTo>
                  <a:pt x="2063220" y="381901"/>
                </a:lnTo>
                <a:lnTo>
                  <a:pt x="2066944" y="382066"/>
                </a:lnTo>
                <a:lnTo>
                  <a:pt x="2063539" y="381562"/>
                </a:lnTo>
                <a:lnTo>
                  <a:pt x="2062256" y="379209"/>
                </a:lnTo>
                <a:lnTo>
                  <a:pt x="2063475" y="379057"/>
                </a:lnTo>
                <a:lnTo>
                  <a:pt x="2065706" y="380203"/>
                </a:lnTo>
                <a:lnTo>
                  <a:pt x="2064294" y="381084"/>
                </a:lnTo>
                <a:lnTo>
                  <a:pt x="2062233" y="381751"/>
                </a:lnTo>
                <a:lnTo>
                  <a:pt x="2064284" y="381293"/>
                </a:lnTo>
                <a:lnTo>
                  <a:pt x="2158130" y="353043"/>
                </a:lnTo>
                <a:lnTo>
                  <a:pt x="2178125" y="345464"/>
                </a:lnTo>
                <a:lnTo>
                  <a:pt x="2245111" y="325257"/>
                </a:lnTo>
                <a:lnTo>
                  <a:pt x="2252661" y="323422"/>
                </a:lnTo>
                <a:lnTo>
                  <a:pt x="2264204" y="322796"/>
                </a:lnTo>
                <a:lnTo>
                  <a:pt x="2331553" y="305611"/>
                </a:lnTo>
                <a:lnTo>
                  <a:pt x="2330836" y="306253"/>
                </a:lnTo>
                <a:lnTo>
                  <a:pt x="2329429" y="304816"/>
                </a:lnTo>
                <a:lnTo>
                  <a:pt x="2331002" y="303921"/>
                </a:lnTo>
                <a:lnTo>
                  <a:pt x="2335050" y="301497"/>
                </a:lnTo>
                <a:lnTo>
                  <a:pt x="2331201" y="300311"/>
                </a:lnTo>
                <a:lnTo>
                  <a:pt x="2330251" y="301491"/>
                </a:lnTo>
                <a:lnTo>
                  <a:pt x="2331346" y="300328"/>
                </a:lnTo>
                <a:lnTo>
                  <a:pt x="2487620" y="260623"/>
                </a:lnTo>
                <a:lnTo>
                  <a:pt x="2529948" y="247824"/>
                </a:lnTo>
                <a:lnTo>
                  <a:pt x="2570645" y="236728"/>
                </a:lnTo>
                <a:lnTo>
                  <a:pt x="2612915" y="224503"/>
                </a:lnTo>
                <a:lnTo>
                  <a:pt x="2644088" y="217274"/>
                </a:lnTo>
                <a:lnTo>
                  <a:pt x="2708135" y="195150"/>
                </a:lnTo>
                <a:lnTo>
                  <a:pt x="2780651" y="173986"/>
                </a:lnTo>
                <a:lnTo>
                  <a:pt x="2820903" y="162337"/>
                </a:lnTo>
                <a:lnTo>
                  <a:pt x="2893507" y="141813"/>
                </a:lnTo>
                <a:lnTo>
                  <a:pt x="2975809" y="117806"/>
                </a:lnTo>
                <a:lnTo>
                  <a:pt x="2985669" y="113920"/>
                </a:lnTo>
                <a:lnTo>
                  <a:pt x="3006220" y="108974"/>
                </a:lnTo>
                <a:lnTo>
                  <a:pt x="3038344" y="98994"/>
                </a:lnTo>
                <a:lnTo>
                  <a:pt x="3068734" y="89987"/>
                </a:lnTo>
                <a:lnTo>
                  <a:pt x="3161786" y="65370"/>
                </a:lnTo>
                <a:lnTo>
                  <a:pt x="3181029" y="60482"/>
                </a:lnTo>
                <a:lnTo>
                  <a:pt x="3210625" y="49921"/>
                </a:lnTo>
                <a:lnTo>
                  <a:pt x="3251881" y="38430"/>
                </a:lnTo>
                <a:lnTo>
                  <a:pt x="3299856" y="23045"/>
                </a:lnTo>
                <a:lnTo>
                  <a:pt x="3313638" y="18792"/>
                </a:lnTo>
                <a:lnTo>
                  <a:pt x="3329829" y="15035"/>
                </a:lnTo>
                <a:lnTo>
                  <a:pt x="3352564" y="7572"/>
                </a:lnTo>
                <a:lnTo>
                  <a:pt x="3364138" y="4097"/>
                </a:lnTo>
                <a:lnTo>
                  <a:pt x="3365348" y="2684"/>
                </a:lnTo>
                <a:lnTo>
                  <a:pt x="3367617" y="3780"/>
                </a:lnTo>
                <a:lnTo>
                  <a:pt x="3368111" y="2369"/>
                </a:lnTo>
                <a:lnTo>
                  <a:pt x="3374528" y="0"/>
                </a:lnTo>
                <a:lnTo>
                  <a:pt x="3363300" y="5421"/>
                </a:lnTo>
                <a:lnTo>
                  <a:pt x="3357367" y="7597"/>
                </a:lnTo>
                <a:lnTo>
                  <a:pt x="3362078" y="7679"/>
                </a:lnTo>
                <a:lnTo>
                  <a:pt x="3362761" y="8325"/>
                </a:lnTo>
                <a:lnTo>
                  <a:pt x="3362686" y="7058"/>
                </a:lnTo>
                <a:lnTo>
                  <a:pt x="3365034" y="7118"/>
                </a:lnTo>
                <a:lnTo>
                  <a:pt x="3364696" y="8433"/>
                </a:lnTo>
                <a:lnTo>
                  <a:pt x="3363179" y="14455"/>
                </a:lnTo>
                <a:lnTo>
                  <a:pt x="3343601" y="50424"/>
                </a:lnTo>
                <a:lnTo>
                  <a:pt x="3352874" y="58263"/>
                </a:lnTo>
                <a:lnTo>
                  <a:pt x="3358802" y="54183"/>
                </a:lnTo>
                <a:lnTo>
                  <a:pt x="3362031" y="45334"/>
                </a:lnTo>
                <a:lnTo>
                  <a:pt x="3370799" y="35512"/>
                </a:lnTo>
                <a:lnTo>
                  <a:pt x="3376845" y="5990"/>
                </a:lnTo>
                <a:lnTo>
                  <a:pt x="3378863" y="3453"/>
                </a:lnTo>
                <a:lnTo>
                  <a:pt x="3373880" y="6557"/>
                </a:lnTo>
                <a:lnTo>
                  <a:pt x="3375341" y="8055"/>
                </a:lnTo>
              </a:path>
            </a:pathLst>
          </a:custGeom>
          <a:noFill/>
          <a:ln w="52766">
            <a:solidFill>
              <a:srgbClr val="FFFFFF">
                <a:alpha val="9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path 7"/>
          <p:cNvSpPr/>
          <p:nvPr/>
        </p:nvSpPr>
        <p:spPr>
          <a:xfrm>
            <a:off x="4390602" y="2327257"/>
            <a:ext cx="3378863" cy="1328379"/>
          </a:xfrm>
          <a:custGeom>
            <a:avLst/>
            <a:gdLst/>
            <a:ahLst/>
            <a:cxnLst/>
            <a:rect l="l" t="t" r="r" b="b"/>
            <a:pathLst>
              <a:path w="3378863" h="1328379">
                <a:moveTo>
                  <a:pt x="36460" y="1328379"/>
                </a:moveTo>
                <a:lnTo>
                  <a:pt x="33439" y="1309253"/>
                </a:lnTo>
                <a:lnTo>
                  <a:pt x="2479" y="1010657"/>
                </a:lnTo>
                <a:lnTo>
                  <a:pt x="0" y="987137"/>
                </a:lnTo>
                <a:lnTo>
                  <a:pt x="2955" y="983352"/>
                </a:lnTo>
                <a:lnTo>
                  <a:pt x="60792" y="973456"/>
                </a:lnTo>
                <a:lnTo>
                  <a:pt x="347588" y="893021"/>
                </a:lnTo>
                <a:lnTo>
                  <a:pt x="598797" y="818693"/>
                </a:lnTo>
                <a:lnTo>
                  <a:pt x="597932" y="817970"/>
                </a:lnTo>
                <a:lnTo>
                  <a:pt x="590989" y="812781"/>
                </a:lnTo>
                <a:lnTo>
                  <a:pt x="590255" y="814578"/>
                </a:lnTo>
                <a:lnTo>
                  <a:pt x="588182" y="815487"/>
                </a:lnTo>
                <a:lnTo>
                  <a:pt x="590820" y="814243"/>
                </a:lnTo>
                <a:lnTo>
                  <a:pt x="588634" y="814731"/>
                </a:lnTo>
                <a:lnTo>
                  <a:pt x="585998" y="815100"/>
                </a:lnTo>
                <a:lnTo>
                  <a:pt x="588746" y="812994"/>
                </a:lnTo>
                <a:lnTo>
                  <a:pt x="585450" y="808935"/>
                </a:lnTo>
                <a:lnTo>
                  <a:pt x="586768" y="805344"/>
                </a:lnTo>
                <a:lnTo>
                  <a:pt x="584682" y="811673"/>
                </a:lnTo>
                <a:lnTo>
                  <a:pt x="588210" y="812371"/>
                </a:lnTo>
                <a:lnTo>
                  <a:pt x="583981" y="813361"/>
                </a:lnTo>
                <a:lnTo>
                  <a:pt x="576825" y="814375"/>
                </a:lnTo>
                <a:lnTo>
                  <a:pt x="584726" y="815249"/>
                </a:lnTo>
                <a:lnTo>
                  <a:pt x="585585" y="815119"/>
                </a:lnTo>
                <a:lnTo>
                  <a:pt x="581121" y="816362"/>
                </a:lnTo>
                <a:lnTo>
                  <a:pt x="581121" y="817196"/>
                </a:lnTo>
                <a:lnTo>
                  <a:pt x="580189" y="816881"/>
                </a:lnTo>
                <a:lnTo>
                  <a:pt x="575567" y="815164"/>
                </a:lnTo>
                <a:lnTo>
                  <a:pt x="578014" y="811904"/>
                </a:lnTo>
                <a:lnTo>
                  <a:pt x="577802" y="811783"/>
                </a:lnTo>
                <a:lnTo>
                  <a:pt x="573903" y="808424"/>
                </a:lnTo>
                <a:lnTo>
                  <a:pt x="573989" y="809234"/>
                </a:lnTo>
                <a:lnTo>
                  <a:pt x="568564" y="809567"/>
                </a:lnTo>
                <a:lnTo>
                  <a:pt x="598205" y="807257"/>
                </a:lnTo>
                <a:lnTo>
                  <a:pt x="600627" y="808223"/>
                </a:lnTo>
                <a:lnTo>
                  <a:pt x="599037" y="810698"/>
                </a:lnTo>
                <a:lnTo>
                  <a:pt x="595741" y="809695"/>
                </a:lnTo>
                <a:lnTo>
                  <a:pt x="596402" y="811571"/>
                </a:lnTo>
                <a:lnTo>
                  <a:pt x="650754" y="794766"/>
                </a:lnTo>
                <a:lnTo>
                  <a:pt x="726602" y="774518"/>
                </a:lnTo>
                <a:lnTo>
                  <a:pt x="784374" y="757560"/>
                </a:lnTo>
                <a:lnTo>
                  <a:pt x="828954" y="745982"/>
                </a:lnTo>
                <a:lnTo>
                  <a:pt x="896038" y="725955"/>
                </a:lnTo>
                <a:lnTo>
                  <a:pt x="1024205" y="689864"/>
                </a:lnTo>
                <a:lnTo>
                  <a:pt x="1269383" y="617408"/>
                </a:lnTo>
                <a:lnTo>
                  <a:pt x="1277063" y="616486"/>
                </a:lnTo>
                <a:lnTo>
                  <a:pt x="1319583" y="604686"/>
                </a:lnTo>
                <a:lnTo>
                  <a:pt x="1338190" y="599607"/>
                </a:lnTo>
                <a:lnTo>
                  <a:pt x="1355787" y="593263"/>
                </a:lnTo>
                <a:lnTo>
                  <a:pt x="1500798" y="551039"/>
                </a:lnTo>
                <a:lnTo>
                  <a:pt x="1501195" y="553665"/>
                </a:lnTo>
                <a:lnTo>
                  <a:pt x="1502524" y="550912"/>
                </a:lnTo>
                <a:lnTo>
                  <a:pt x="1514009" y="550774"/>
                </a:lnTo>
                <a:lnTo>
                  <a:pt x="1540494" y="539244"/>
                </a:lnTo>
                <a:lnTo>
                  <a:pt x="1547604" y="537871"/>
                </a:lnTo>
                <a:lnTo>
                  <a:pt x="1674295" y="501431"/>
                </a:lnTo>
                <a:lnTo>
                  <a:pt x="1793752" y="468695"/>
                </a:lnTo>
                <a:lnTo>
                  <a:pt x="1792969" y="470863"/>
                </a:lnTo>
                <a:lnTo>
                  <a:pt x="1790982" y="466461"/>
                </a:lnTo>
                <a:lnTo>
                  <a:pt x="1787045" y="469039"/>
                </a:lnTo>
                <a:lnTo>
                  <a:pt x="1790441" y="468192"/>
                </a:lnTo>
                <a:lnTo>
                  <a:pt x="1790740" y="469367"/>
                </a:lnTo>
                <a:lnTo>
                  <a:pt x="1792344" y="468768"/>
                </a:lnTo>
                <a:lnTo>
                  <a:pt x="1793845" y="469975"/>
                </a:lnTo>
                <a:lnTo>
                  <a:pt x="1791396" y="469537"/>
                </a:lnTo>
                <a:lnTo>
                  <a:pt x="1793341" y="469551"/>
                </a:lnTo>
                <a:lnTo>
                  <a:pt x="1791959" y="466660"/>
                </a:lnTo>
                <a:lnTo>
                  <a:pt x="1792813" y="468118"/>
                </a:lnTo>
                <a:lnTo>
                  <a:pt x="1790626" y="469290"/>
                </a:lnTo>
                <a:lnTo>
                  <a:pt x="1801122" y="464937"/>
                </a:lnTo>
                <a:lnTo>
                  <a:pt x="1827998" y="456020"/>
                </a:lnTo>
                <a:lnTo>
                  <a:pt x="1848609" y="448784"/>
                </a:lnTo>
                <a:lnTo>
                  <a:pt x="1909180" y="431079"/>
                </a:lnTo>
                <a:lnTo>
                  <a:pt x="1912328" y="431967"/>
                </a:lnTo>
                <a:lnTo>
                  <a:pt x="1925172" y="430051"/>
                </a:lnTo>
                <a:lnTo>
                  <a:pt x="2005181" y="404900"/>
                </a:lnTo>
                <a:lnTo>
                  <a:pt x="2024191" y="399143"/>
                </a:lnTo>
                <a:lnTo>
                  <a:pt x="2047467" y="390739"/>
                </a:lnTo>
                <a:lnTo>
                  <a:pt x="2056811" y="391499"/>
                </a:lnTo>
                <a:lnTo>
                  <a:pt x="2059484" y="392547"/>
                </a:lnTo>
                <a:lnTo>
                  <a:pt x="2069536" y="389652"/>
                </a:lnTo>
                <a:lnTo>
                  <a:pt x="2062027" y="391467"/>
                </a:lnTo>
                <a:lnTo>
                  <a:pt x="2059328" y="387314"/>
                </a:lnTo>
                <a:lnTo>
                  <a:pt x="2057092" y="385983"/>
                </a:lnTo>
                <a:lnTo>
                  <a:pt x="2058075" y="384358"/>
                </a:lnTo>
                <a:lnTo>
                  <a:pt x="2063501" y="381123"/>
                </a:lnTo>
                <a:lnTo>
                  <a:pt x="2063220" y="381901"/>
                </a:lnTo>
                <a:lnTo>
                  <a:pt x="2066944" y="382066"/>
                </a:lnTo>
                <a:lnTo>
                  <a:pt x="2063539" y="381562"/>
                </a:lnTo>
                <a:lnTo>
                  <a:pt x="2062256" y="379209"/>
                </a:lnTo>
                <a:lnTo>
                  <a:pt x="2063475" y="379057"/>
                </a:lnTo>
                <a:lnTo>
                  <a:pt x="2065706" y="380203"/>
                </a:lnTo>
                <a:lnTo>
                  <a:pt x="2064294" y="381084"/>
                </a:lnTo>
                <a:lnTo>
                  <a:pt x="2062233" y="381751"/>
                </a:lnTo>
                <a:lnTo>
                  <a:pt x="2064284" y="381293"/>
                </a:lnTo>
                <a:lnTo>
                  <a:pt x="2158130" y="353043"/>
                </a:lnTo>
                <a:lnTo>
                  <a:pt x="2178125" y="345464"/>
                </a:lnTo>
                <a:lnTo>
                  <a:pt x="2245111" y="325257"/>
                </a:lnTo>
                <a:lnTo>
                  <a:pt x="2252661" y="323422"/>
                </a:lnTo>
                <a:lnTo>
                  <a:pt x="2264204" y="322796"/>
                </a:lnTo>
                <a:lnTo>
                  <a:pt x="2331553" y="305611"/>
                </a:lnTo>
                <a:lnTo>
                  <a:pt x="2330836" y="306253"/>
                </a:lnTo>
                <a:lnTo>
                  <a:pt x="2329429" y="304816"/>
                </a:lnTo>
                <a:lnTo>
                  <a:pt x="2331002" y="303921"/>
                </a:lnTo>
                <a:lnTo>
                  <a:pt x="2335050" y="301497"/>
                </a:lnTo>
                <a:lnTo>
                  <a:pt x="2331201" y="300311"/>
                </a:lnTo>
                <a:lnTo>
                  <a:pt x="2330251" y="301491"/>
                </a:lnTo>
                <a:lnTo>
                  <a:pt x="2331346" y="300328"/>
                </a:lnTo>
                <a:lnTo>
                  <a:pt x="2487620" y="260623"/>
                </a:lnTo>
                <a:lnTo>
                  <a:pt x="2529948" y="247824"/>
                </a:lnTo>
                <a:lnTo>
                  <a:pt x="2570645" y="236728"/>
                </a:lnTo>
                <a:lnTo>
                  <a:pt x="2612915" y="224503"/>
                </a:lnTo>
                <a:lnTo>
                  <a:pt x="2644088" y="217274"/>
                </a:lnTo>
                <a:lnTo>
                  <a:pt x="2708135" y="195150"/>
                </a:lnTo>
                <a:lnTo>
                  <a:pt x="2780651" y="173986"/>
                </a:lnTo>
                <a:lnTo>
                  <a:pt x="2820903" y="162337"/>
                </a:lnTo>
                <a:lnTo>
                  <a:pt x="2893507" y="141813"/>
                </a:lnTo>
                <a:lnTo>
                  <a:pt x="2975809" y="117806"/>
                </a:lnTo>
                <a:lnTo>
                  <a:pt x="2985669" y="113920"/>
                </a:lnTo>
                <a:lnTo>
                  <a:pt x="3006220" y="108974"/>
                </a:lnTo>
                <a:lnTo>
                  <a:pt x="3038344" y="98994"/>
                </a:lnTo>
                <a:lnTo>
                  <a:pt x="3068734" y="89987"/>
                </a:lnTo>
                <a:lnTo>
                  <a:pt x="3161786" y="65370"/>
                </a:lnTo>
                <a:lnTo>
                  <a:pt x="3181029" y="60482"/>
                </a:lnTo>
                <a:lnTo>
                  <a:pt x="3210625" y="49921"/>
                </a:lnTo>
                <a:lnTo>
                  <a:pt x="3251881" y="38430"/>
                </a:lnTo>
                <a:lnTo>
                  <a:pt x="3299856" y="23045"/>
                </a:lnTo>
                <a:lnTo>
                  <a:pt x="3313638" y="18792"/>
                </a:lnTo>
                <a:lnTo>
                  <a:pt x="3329829" y="15035"/>
                </a:lnTo>
                <a:lnTo>
                  <a:pt x="3352564" y="7572"/>
                </a:lnTo>
                <a:lnTo>
                  <a:pt x="3364138" y="4097"/>
                </a:lnTo>
                <a:lnTo>
                  <a:pt x="3365348" y="2684"/>
                </a:lnTo>
                <a:lnTo>
                  <a:pt x="3367617" y="3780"/>
                </a:lnTo>
                <a:lnTo>
                  <a:pt x="3368111" y="2369"/>
                </a:lnTo>
                <a:lnTo>
                  <a:pt x="3374528" y="0"/>
                </a:lnTo>
                <a:lnTo>
                  <a:pt x="3363300" y="5421"/>
                </a:lnTo>
                <a:lnTo>
                  <a:pt x="3357367" y="7597"/>
                </a:lnTo>
                <a:lnTo>
                  <a:pt x="3362078" y="7679"/>
                </a:lnTo>
                <a:lnTo>
                  <a:pt x="3362761" y="8325"/>
                </a:lnTo>
                <a:lnTo>
                  <a:pt x="3362686" y="7058"/>
                </a:lnTo>
                <a:lnTo>
                  <a:pt x="3365034" y="7118"/>
                </a:lnTo>
                <a:lnTo>
                  <a:pt x="3364696" y="8433"/>
                </a:lnTo>
                <a:lnTo>
                  <a:pt x="3363179" y="14455"/>
                </a:lnTo>
                <a:lnTo>
                  <a:pt x="3343601" y="50424"/>
                </a:lnTo>
                <a:lnTo>
                  <a:pt x="3352874" y="58263"/>
                </a:lnTo>
                <a:lnTo>
                  <a:pt x="3358802" y="54183"/>
                </a:lnTo>
                <a:lnTo>
                  <a:pt x="3362031" y="45334"/>
                </a:lnTo>
                <a:lnTo>
                  <a:pt x="3370799" y="35512"/>
                </a:lnTo>
                <a:lnTo>
                  <a:pt x="3376845" y="5990"/>
                </a:lnTo>
                <a:lnTo>
                  <a:pt x="3378863" y="3453"/>
                </a:lnTo>
                <a:lnTo>
                  <a:pt x="3373880" y="6557"/>
                </a:lnTo>
                <a:lnTo>
                  <a:pt x="3375341" y="8055"/>
                </a:lnTo>
              </a:path>
            </a:pathLst>
          </a:custGeom>
          <a:noFill/>
          <a:ln w="28267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path 8"/>
          <p:cNvSpPr/>
          <p:nvPr/>
        </p:nvSpPr>
        <p:spPr>
          <a:xfrm>
            <a:off x="6043831" y="5825284"/>
            <a:ext cx="6319" cy="174"/>
          </a:xfrm>
          <a:custGeom>
            <a:avLst/>
            <a:gdLst/>
            <a:ahLst/>
            <a:cxnLst/>
            <a:rect l="l" t="t" r="r" b="b"/>
            <a:pathLst>
              <a:path w="6319" h="174">
                <a:moveTo>
                  <a:pt x="1" y="174"/>
                </a:moveTo>
                <a:lnTo>
                  <a:pt x="1931" y="121"/>
                </a:lnTo>
                <a:lnTo>
                  <a:pt x="3511" y="78"/>
                </a:lnTo>
                <a:lnTo>
                  <a:pt x="4739" y="44"/>
                </a:lnTo>
                <a:lnTo>
                  <a:pt x="5617" y="20"/>
                </a:lnTo>
                <a:lnTo>
                  <a:pt x="6143" y="5"/>
                </a:lnTo>
                <a:lnTo>
                  <a:pt x="6319" y="0"/>
                </a:lnTo>
                <a:lnTo>
                  <a:pt x="6143" y="5"/>
                </a:lnTo>
                <a:lnTo>
                  <a:pt x="5617" y="20"/>
                </a:lnTo>
                <a:lnTo>
                  <a:pt x="4739" y="44"/>
                </a:lnTo>
                <a:lnTo>
                  <a:pt x="3510" y="78"/>
                </a:lnTo>
                <a:lnTo>
                  <a:pt x="1930" y="121"/>
                </a:lnTo>
                <a:lnTo>
                  <a:pt x="0" y="174"/>
                </a:lnTo>
              </a:path>
            </a:pathLst>
          </a:custGeom>
          <a:noFill/>
          <a:ln w="2261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9"/>
          <p:cNvSpPr/>
          <p:nvPr/>
        </p:nvSpPr>
        <p:spPr>
          <a:xfrm>
            <a:off x="5982718" y="5796978"/>
            <a:ext cx="61113" cy="60282"/>
          </a:xfrm>
          <a:custGeom>
            <a:avLst/>
            <a:gdLst/>
            <a:ahLst/>
            <a:cxnLst/>
            <a:rect l="l" t="t" r="r" b="b"/>
            <a:pathLst>
              <a:path w="61113" h="60282">
                <a:moveTo>
                  <a:pt x="0" y="0"/>
                </a:moveTo>
                <a:lnTo>
                  <a:pt x="61113" y="28480"/>
                </a:lnTo>
                <a:lnTo>
                  <a:pt x="1661" y="60282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2261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path 10"/>
          <p:cNvSpPr/>
          <p:nvPr/>
        </p:nvSpPr>
        <p:spPr>
          <a:xfrm>
            <a:off x="7532519" y="5339251"/>
            <a:ext cx="21591" cy="876"/>
          </a:xfrm>
          <a:custGeom>
            <a:avLst/>
            <a:gdLst/>
            <a:ahLst/>
            <a:cxnLst/>
            <a:rect l="l" t="t" r="r" b="b"/>
            <a:pathLst>
              <a:path w="21591" h="876">
                <a:moveTo>
                  <a:pt x="143" y="870"/>
                </a:moveTo>
                <a:lnTo>
                  <a:pt x="0" y="876"/>
                </a:lnTo>
                <a:lnTo>
                  <a:pt x="209" y="867"/>
                </a:lnTo>
                <a:lnTo>
                  <a:pt x="768" y="845"/>
                </a:lnTo>
                <a:lnTo>
                  <a:pt x="1678" y="808"/>
                </a:lnTo>
                <a:lnTo>
                  <a:pt x="2939" y="757"/>
                </a:lnTo>
                <a:lnTo>
                  <a:pt x="4551" y="691"/>
                </a:lnTo>
                <a:lnTo>
                  <a:pt x="6514" y="612"/>
                </a:lnTo>
                <a:lnTo>
                  <a:pt x="8828" y="518"/>
                </a:lnTo>
                <a:lnTo>
                  <a:pt x="11492" y="410"/>
                </a:lnTo>
                <a:lnTo>
                  <a:pt x="14508" y="288"/>
                </a:lnTo>
                <a:lnTo>
                  <a:pt x="17874" y="151"/>
                </a:lnTo>
                <a:lnTo>
                  <a:pt x="21591" y="0"/>
                </a:lnTo>
              </a:path>
            </a:pathLst>
          </a:custGeom>
          <a:noFill/>
          <a:ln w="2261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path 11"/>
          <p:cNvSpPr/>
          <p:nvPr/>
        </p:nvSpPr>
        <p:spPr>
          <a:xfrm>
            <a:off x="7554110" y="5306680"/>
            <a:ext cx="61478" cy="60255"/>
          </a:xfrm>
          <a:custGeom>
            <a:avLst/>
            <a:gdLst/>
            <a:ahLst/>
            <a:cxnLst/>
            <a:rect l="l" t="t" r="r" b="b"/>
            <a:pathLst>
              <a:path w="61478" h="60255">
                <a:moveTo>
                  <a:pt x="61478" y="60255"/>
                </a:moveTo>
                <a:lnTo>
                  <a:pt x="0" y="32571"/>
                </a:lnTo>
                <a:lnTo>
                  <a:pt x="59034" y="0"/>
                </a:lnTo>
                <a:lnTo>
                  <a:pt x="61478" y="60255"/>
                </a:lnTo>
                <a:close/>
              </a:path>
            </a:pathLst>
          </a:custGeom>
          <a:solidFill>
            <a:srgbClr val="FF9500"/>
          </a:solidFill>
          <a:ln w="2261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path 12"/>
          <p:cNvSpPr/>
          <p:nvPr/>
        </p:nvSpPr>
        <p:spPr>
          <a:xfrm>
            <a:off x="8912006" y="4788009"/>
            <a:ext cx="4112" cy="20709"/>
          </a:xfrm>
          <a:custGeom>
            <a:avLst/>
            <a:gdLst/>
            <a:ahLst/>
            <a:cxnLst/>
            <a:rect l="l" t="t" r="r" b="b"/>
            <a:pathLst>
              <a:path w="4112" h="20709">
                <a:moveTo>
                  <a:pt x="4075" y="20525"/>
                </a:moveTo>
                <a:lnTo>
                  <a:pt x="4112" y="20709"/>
                </a:lnTo>
                <a:lnTo>
                  <a:pt x="4080" y="20549"/>
                </a:lnTo>
                <a:lnTo>
                  <a:pt x="3980" y="20044"/>
                </a:lnTo>
                <a:lnTo>
                  <a:pt x="3811" y="19194"/>
                </a:lnTo>
                <a:lnTo>
                  <a:pt x="3574" y="18001"/>
                </a:lnTo>
                <a:lnTo>
                  <a:pt x="3269" y="16462"/>
                </a:lnTo>
                <a:lnTo>
                  <a:pt x="2895" y="14580"/>
                </a:lnTo>
                <a:lnTo>
                  <a:pt x="2453" y="12353"/>
                </a:lnTo>
                <a:lnTo>
                  <a:pt x="1942" y="9781"/>
                </a:lnTo>
                <a:lnTo>
                  <a:pt x="1363" y="6865"/>
                </a:lnTo>
                <a:lnTo>
                  <a:pt x="715" y="3605"/>
                </a:lnTo>
                <a:lnTo>
                  <a:pt x="0" y="0"/>
                </a:lnTo>
              </a:path>
            </a:pathLst>
          </a:custGeom>
          <a:noFill/>
          <a:ln w="2261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path 13"/>
          <p:cNvSpPr/>
          <p:nvPr/>
        </p:nvSpPr>
        <p:spPr>
          <a:xfrm>
            <a:off x="8870685" y="4722986"/>
            <a:ext cx="59150" cy="65023"/>
          </a:xfrm>
          <a:custGeom>
            <a:avLst/>
            <a:gdLst/>
            <a:ahLst/>
            <a:cxnLst/>
            <a:rect l="l" t="t" r="r" b="b"/>
            <a:pathLst>
              <a:path w="59150" h="65023">
                <a:moveTo>
                  <a:pt x="59150" y="0"/>
                </a:moveTo>
                <a:lnTo>
                  <a:pt x="41321" y="65023"/>
                </a:lnTo>
                <a:lnTo>
                  <a:pt x="0" y="11746"/>
                </a:lnTo>
                <a:lnTo>
                  <a:pt x="59150" y="0"/>
                </a:lnTo>
                <a:close/>
              </a:path>
            </a:pathLst>
          </a:custGeom>
          <a:solidFill>
            <a:srgbClr val="FF9500"/>
          </a:solidFill>
          <a:ln w="2261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path 14"/>
          <p:cNvSpPr/>
          <p:nvPr/>
        </p:nvSpPr>
        <p:spPr>
          <a:xfrm>
            <a:off x="4266364" y="2849269"/>
            <a:ext cx="812" cy="9657"/>
          </a:xfrm>
          <a:custGeom>
            <a:avLst/>
            <a:gdLst/>
            <a:ahLst/>
            <a:cxnLst/>
            <a:rect l="l" t="t" r="r" b="b"/>
            <a:pathLst>
              <a:path w="812" h="9657">
                <a:moveTo>
                  <a:pt x="509" y="3600"/>
                </a:moveTo>
                <a:lnTo>
                  <a:pt x="629" y="2180"/>
                </a:lnTo>
                <a:lnTo>
                  <a:pt x="718" y="1110"/>
                </a:lnTo>
                <a:lnTo>
                  <a:pt x="779" y="390"/>
                </a:lnTo>
                <a:lnTo>
                  <a:pt x="810" y="20"/>
                </a:lnTo>
                <a:lnTo>
                  <a:pt x="812" y="0"/>
                </a:lnTo>
                <a:lnTo>
                  <a:pt x="784" y="330"/>
                </a:lnTo>
                <a:lnTo>
                  <a:pt x="727" y="1010"/>
                </a:lnTo>
                <a:lnTo>
                  <a:pt x="640" y="2039"/>
                </a:lnTo>
                <a:lnTo>
                  <a:pt x="524" y="3419"/>
                </a:lnTo>
                <a:lnTo>
                  <a:pt x="379" y="5149"/>
                </a:lnTo>
                <a:lnTo>
                  <a:pt x="204" y="7228"/>
                </a:lnTo>
                <a:lnTo>
                  <a:pt x="0" y="9657"/>
                </a:lnTo>
              </a:path>
            </a:pathLst>
          </a:custGeom>
          <a:noFill/>
          <a:ln w="2261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path 15"/>
          <p:cNvSpPr/>
          <p:nvPr/>
        </p:nvSpPr>
        <p:spPr>
          <a:xfrm>
            <a:off x="4231266" y="2858926"/>
            <a:ext cx="60093" cy="62619"/>
          </a:xfrm>
          <a:custGeom>
            <a:avLst/>
            <a:gdLst/>
            <a:ahLst/>
            <a:cxnLst/>
            <a:rect l="l" t="t" r="r" b="b"/>
            <a:pathLst>
              <a:path w="60093" h="62619">
                <a:moveTo>
                  <a:pt x="0" y="57568"/>
                </a:moveTo>
                <a:lnTo>
                  <a:pt x="35098" y="0"/>
                </a:lnTo>
                <a:lnTo>
                  <a:pt x="60093" y="62619"/>
                </a:lnTo>
                <a:lnTo>
                  <a:pt x="0" y="57568"/>
                </a:lnTo>
                <a:close/>
              </a:path>
            </a:pathLst>
          </a:custGeom>
          <a:solidFill>
            <a:srgbClr val="0ABAB5"/>
          </a:solidFill>
          <a:ln w="2261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path 16"/>
          <p:cNvSpPr/>
          <p:nvPr/>
        </p:nvSpPr>
        <p:spPr>
          <a:xfrm>
            <a:off x="5375564" y="2492243"/>
            <a:ext cx="16701" cy="4247"/>
          </a:xfrm>
          <a:custGeom>
            <a:avLst/>
            <a:gdLst/>
            <a:ahLst/>
            <a:cxnLst/>
            <a:rect l="l" t="t" r="r" b="b"/>
            <a:pathLst>
              <a:path w="16701" h="4247">
                <a:moveTo>
                  <a:pt x="15957" y="189"/>
                </a:moveTo>
                <a:lnTo>
                  <a:pt x="16499" y="51"/>
                </a:lnTo>
                <a:lnTo>
                  <a:pt x="16701" y="0"/>
                </a:lnTo>
                <a:lnTo>
                  <a:pt x="16562" y="35"/>
                </a:lnTo>
                <a:lnTo>
                  <a:pt x="16083" y="157"/>
                </a:lnTo>
                <a:lnTo>
                  <a:pt x="15264" y="365"/>
                </a:lnTo>
                <a:lnTo>
                  <a:pt x="14105" y="660"/>
                </a:lnTo>
                <a:lnTo>
                  <a:pt x="12605" y="1042"/>
                </a:lnTo>
                <a:lnTo>
                  <a:pt x="10764" y="1510"/>
                </a:lnTo>
                <a:lnTo>
                  <a:pt x="8584" y="2064"/>
                </a:lnTo>
                <a:lnTo>
                  <a:pt x="6063" y="2705"/>
                </a:lnTo>
                <a:lnTo>
                  <a:pt x="3202" y="3433"/>
                </a:lnTo>
                <a:lnTo>
                  <a:pt x="0" y="4247"/>
                </a:lnTo>
              </a:path>
            </a:pathLst>
          </a:custGeom>
          <a:noFill/>
          <a:ln w="2261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path 17"/>
          <p:cNvSpPr/>
          <p:nvPr/>
        </p:nvSpPr>
        <p:spPr>
          <a:xfrm>
            <a:off x="5309689" y="2482128"/>
            <a:ext cx="65875" cy="58445"/>
          </a:xfrm>
          <a:custGeom>
            <a:avLst/>
            <a:gdLst/>
            <a:ahLst/>
            <a:cxnLst/>
            <a:rect l="l" t="t" r="r" b="b"/>
            <a:pathLst>
              <a:path w="65875" h="58445">
                <a:moveTo>
                  <a:pt x="0" y="0"/>
                </a:moveTo>
                <a:lnTo>
                  <a:pt x="65875" y="14362"/>
                </a:lnTo>
                <a:lnTo>
                  <a:pt x="14861" y="58445"/>
                </a:lnTo>
                <a:lnTo>
                  <a:pt x="0" y="0"/>
                </a:lnTo>
                <a:close/>
              </a:path>
            </a:pathLst>
          </a:custGeom>
          <a:solidFill>
            <a:srgbClr val="0ABAB5"/>
          </a:solidFill>
          <a:ln w="2261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18"/>
          <p:cNvSpPr/>
          <p:nvPr/>
        </p:nvSpPr>
        <p:spPr>
          <a:xfrm>
            <a:off x="6587890" y="2172763"/>
            <a:ext cx="7261" cy="2128"/>
          </a:xfrm>
          <a:custGeom>
            <a:avLst/>
            <a:gdLst/>
            <a:ahLst/>
            <a:cxnLst/>
            <a:rect l="l" t="t" r="r" b="b"/>
            <a:pathLst>
              <a:path w="7261" h="2128">
                <a:moveTo>
                  <a:pt x="0" y="2128"/>
                </a:moveTo>
                <a:lnTo>
                  <a:pt x="2048" y="1528"/>
                </a:lnTo>
                <a:lnTo>
                  <a:pt x="3759" y="1026"/>
                </a:lnTo>
                <a:lnTo>
                  <a:pt x="5133" y="623"/>
                </a:lnTo>
                <a:lnTo>
                  <a:pt x="6171" y="319"/>
                </a:lnTo>
                <a:lnTo>
                  <a:pt x="6871" y="114"/>
                </a:lnTo>
                <a:lnTo>
                  <a:pt x="7234" y="8"/>
                </a:lnTo>
                <a:lnTo>
                  <a:pt x="7261" y="0"/>
                </a:lnTo>
                <a:lnTo>
                  <a:pt x="6950" y="91"/>
                </a:lnTo>
                <a:lnTo>
                  <a:pt x="6303" y="281"/>
                </a:lnTo>
                <a:lnTo>
                  <a:pt x="5318" y="569"/>
                </a:lnTo>
                <a:lnTo>
                  <a:pt x="3996" y="957"/>
                </a:lnTo>
                <a:lnTo>
                  <a:pt x="2338" y="1443"/>
                </a:lnTo>
              </a:path>
            </a:pathLst>
          </a:custGeom>
          <a:noFill/>
          <a:ln w="2261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19"/>
          <p:cNvSpPr/>
          <p:nvPr/>
        </p:nvSpPr>
        <p:spPr>
          <a:xfrm>
            <a:off x="6523877" y="2162231"/>
            <a:ext cx="66351" cy="57871"/>
          </a:xfrm>
          <a:custGeom>
            <a:avLst/>
            <a:gdLst/>
            <a:ahLst/>
            <a:cxnLst/>
            <a:rect l="l" t="t" r="r" b="b"/>
            <a:pathLst>
              <a:path w="66351" h="57871">
                <a:moveTo>
                  <a:pt x="0" y="0"/>
                </a:moveTo>
                <a:lnTo>
                  <a:pt x="66351" y="11975"/>
                </a:lnTo>
                <a:lnTo>
                  <a:pt x="16960" y="57871"/>
                </a:lnTo>
                <a:lnTo>
                  <a:pt x="0" y="0"/>
                </a:lnTo>
                <a:close/>
              </a:path>
            </a:pathLst>
          </a:custGeom>
          <a:solidFill>
            <a:srgbClr val="0ABAB5"/>
          </a:solidFill>
          <a:ln w="22614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path 20"/>
          <p:cNvSpPr/>
          <p:nvPr/>
        </p:nvSpPr>
        <p:spPr>
          <a:xfrm>
            <a:off x="4970493" y="3138565"/>
            <a:ext cx="20664" cy="3189"/>
          </a:xfrm>
          <a:custGeom>
            <a:avLst/>
            <a:gdLst/>
            <a:ahLst/>
            <a:cxnLst/>
            <a:rect l="l" t="t" r="r" b="b"/>
            <a:pathLst>
              <a:path w="20664" h="3189">
                <a:moveTo>
                  <a:pt x="203" y="3157"/>
                </a:moveTo>
                <a:lnTo>
                  <a:pt x="0" y="3189"/>
                </a:lnTo>
                <a:lnTo>
                  <a:pt x="143" y="3167"/>
                </a:lnTo>
                <a:lnTo>
                  <a:pt x="633" y="3091"/>
                </a:lnTo>
                <a:lnTo>
                  <a:pt x="1471" y="2962"/>
                </a:lnTo>
                <a:lnTo>
                  <a:pt x="2655" y="2779"/>
                </a:lnTo>
                <a:lnTo>
                  <a:pt x="4187" y="2543"/>
                </a:lnTo>
                <a:lnTo>
                  <a:pt x="6065" y="2253"/>
                </a:lnTo>
                <a:lnTo>
                  <a:pt x="8291" y="1909"/>
                </a:lnTo>
                <a:lnTo>
                  <a:pt x="10864" y="1513"/>
                </a:lnTo>
                <a:lnTo>
                  <a:pt x="13783" y="1062"/>
                </a:lnTo>
                <a:lnTo>
                  <a:pt x="17050" y="558"/>
                </a:lnTo>
                <a:lnTo>
                  <a:pt x="20664" y="0"/>
                </a:lnTo>
              </a:path>
            </a:pathLst>
          </a:custGeom>
          <a:noFill/>
          <a:ln w="22614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21"/>
          <p:cNvSpPr/>
          <p:nvPr/>
        </p:nvSpPr>
        <p:spPr>
          <a:xfrm>
            <a:off x="4991157" y="3099570"/>
            <a:ext cx="64198" cy="59600"/>
          </a:xfrm>
          <a:custGeom>
            <a:avLst/>
            <a:gdLst/>
            <a:ahLst/>
            <a:cxnLst/>
            <a:rect l="l" t="t" r="r" b="b"/>
            <a:pathLst>
              <a:path w="64198" h="59600">
                <a:moveTo>
                  <a:pt x="64198" y="59600"/>
                </a:moveTo>
                <a:lnTo>
                  <a:pt x="0" y="38995"/>
                </a:lnTo>
                <a:lnTo>
                  <a:pt x="55002" y="0"/>
                </a:lnTo>
                <a:lnTo>
                  <a:pt x="64198" y="59600"/>
                </a:lnTo>
                <a:close/>
              </a:path>
            </a:pathLst>
          </a:custGeom>
          <a:solidFill>
            <a:srgbClr val="7C5AA6"/>
          </a:solidFill>
          <a:ln w="22614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22"/>
          <p:cNvSpPr/>
          <p:nvPr/>
        </p:nvSpPr>
        <p:spPr>
          <a:xfrm>
            <a:off x="6431202" y="2710025"/>
            <a:ext cx="21561" cy="7268"/>
          </a:xfrm>
          <a:custGeom>
            <a:avLst/>
            <a:gdLst/>
            <a:ahLst/>
            <a:cxnLst/>
            <a:rect l="l" t="t" r="r" b="b"/>
            <a:pathLst>
              <a:path w="21561" h="7268">
                <a:moveTo>
                  <a:pt x="21525" y="12"/>
                </a:moveTo>
                <a:lnTo>
                  <a:pt x="21561" y="0"/>
                </a:lnTo>
                <a:lnTo>
                  <a:pt x="21265" y="100"/>
                </a:lnTo>
                <a:lnTo>
                  <a:pt x="20636" y="312"/>
                </a:lnTo>
                <a:lnTo>
                  <a:pt x="19674" y="636"/>
                </a:lnTo>
                <a:lnTo>
                  <a:pt x="18380" y="1072"/>
                </a:lnTo>
                <a:lnTo>
                  <a:pt x="16752" y="1621"/>
                </a:lnTo>
                <a:lnTo>
                  <a:pt x="14792" y="2282"/>
                </a:lnTo>
                <a:lnTo>
                  <a:pt x="12499" y="3054"/>
                </a:lnTo>
                <a:lnTo>
                  <a:pt x="9873" y="3939"/>
                </a:lnTo>
                <a:lnTo>
                  <a:pt x="6915" y="4937"/>
                </a:lnTo>
                <a:lnTo>
                  <a:pt x="3624" y="6046"/>
                </a:lnTo>
                <a:lnTo>
                  <a:pt x="0" y="7268"/>
                </a:lnTo>
              </a:path>
            </a:pathLst>
          </a:custGeom>
          <a:noFill/>
          <a:ln w="22614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23"/>
          <p:cNvSpPr/>
          <p:nvPr/>
        </p:nvSpPr>
        <p:spPr>
          <a:xfrm>
            <a:off x="6364425" y="2707981"/>
            <a:ext cx="66777" cy="57146"/>
          </a:xfrm>
          <a:custGeom>
            <a:avLst/>
            <a:gdLst/>
            <a:ahLst/>
            <a:cxnLst/>
            <a:rect l="l" t="t" r="r" b="b"/>
            <a:pathLst>
              <a:path w="66777" h="57146">
                <a:moveTo>
                  <a:pt x="0" y="0"/>
                </a:moveTo>
                <a:lnTo>
                  <a:pt x="66777" y="9312"/>
                </a:lnTo>
                <a:lnTo>
                  <a:pt x="19262" y="57146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22614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24"/>
          <p:cNvSpPr/>
          <p:nvPr/>
        </p:nvSpPr>
        <p:spPr>
          <a:xfrm>
            <a:off x="7747902" y="2330419"/>
            <a:ext cx="13744" cy="19098"/>
          </a:xfrm>
          <a:custGeom>
            <a:avLst/>
            <a:gdLst/>
            <a:ahLst/>
            <a:cxnLst/>
            <a:rect l="l" t="t" r="r" b="b"/>
            <a:pathLst>
              <a:path w="13744" h="19098">
                <a:moveTo>
                  <a:pt x="13744" y="0"/>
                </a:moveTo>
                <a:lnTo>
                  <a:pt x="13727" y="24"/>
                </a:lnTo>
                <a:lnTo>
                  <a:pt x="13504" y="333"/>
                </a:lnTo>
                <a:lnTo>
                  <a:pt x="13077" y="927"/>
                </a:lnTo>
                <a:lnTo>
                  <a:pt x="12444" y="1805"/>
                </a:lnTo>
                <a:lnTo>
                  <a:pt x="11607" y="2969"/>
                </a:lnTo>
                <a:lnTo>
                  <a:pt x="10564" y="4418"/>
                </a:lnTo>
                <a:lnTo>
                  <a:pt x="9316" y="6152"/>
                </a:lnTo>
                <a:lnTo>
                  <a:pt x="7863" y="8171"/>
                </a:lnTo>
                <a:lnTo>
                  <a:pt x="6205" y="10476"/>
                </a:lnTo>
                <a:lnTo>
                  <a:pt x="4342" y="13065"/>
                </a:lnTo>
                <a:lnTo>
                  <a:pt x="2274" y="15939"/>
                </a:lnTo>
                <a:lnTo>
                  <a:pt x="0" y="19098"/>
                </a:lnTo>
              </a:path>
            </a:pathLst>
          </a:custGeom>
          <a:noFill/>
          <a:ln w="22614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25"/>
          <p:cNvSpPr/>
          <p:nvPr/>
        </p:nvSpPr>
        <p:spPr>
          <a:xfrm>
            <a:off x="7688204" y="2349517"/>
            <a:ext cx="59698" cy="66560"/>
          </a:xfrm>
          <a:custGeom>
            <a:avLst/>
            <a:gdLst/>
            <a:ahLst/>
            <a:cxnLst/>
            <a:rect l="l" t="t" r="r" b="b"/>
            <a:pathLst>
              <a:path w="59698" h="66560">
                <a:moveTo>
                  <a:pt x="0" y="31336"/>
                </a:moveTo>
                <a:lnTo>
                  <a:pt x="59698" y="0"/>
                </a:lnTo>
                <a:lnTo>
                  <a:pt x="48948" y="66560"/>
                </a:lnTo>
                <a:lnTo>
                  <a:pt x="0" y="31336"/>
                </a:lnTo>
                <a:close/>
              </a:path>
            </a:pathLst>
          </a:custGeom>
          <a:solidFill>
            <a:srgbClr val="7C5AA6"/>
          </a:solidFill>
          <a:ln w="22614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26"/>
          <p:cNvSpPr/>
          <p:nvPr/>
        </p:nvSpPr>
        <p:spPr>
          <a:xfrm>
            <a:off x="2347333" y="1447864"/>
            <a:ext cx="2042340" cy="2168081"/>
          </a:xfrm>
          <a:custGeom>
            <a:avLst/>
            <a:gdLst/>
            <a:ahLst/>
            <a:cxnLst/>
            <a:rect l="l" t="t" r="r" b="b"/>
            <a:pathLst>
              <a:path w="2042340" h="2168081">
                <a:moveTo>
                  <a:pt x="0" y="0"/>
                </a:moveTo>
                <a:lnTo>
                  <a:pt x="171078" y="181611"/>
                </a:lnTo>
                <a:lnTo>
                  <a:pt x="341995" y="363051"/>
                </a:lnTo>
                <a:lnTo>
                  <a:pt x="512752" y="544321"/>
                </a:lnTo>
                <a:lnTo>
                  <a:pt x="683348" y="725420"/>
                </a:lnTo>
                <a:lnTo>
                  <a:pt x="853784" y="906349"/>
                </a:lnTo>
                <a:lnTo>
                  <a:pt x="1024059" y="1087108"/>
                </a:lnTo>
                <a:lnTo>
                  <a:pt x="1194174" y="1267696"/>
                </a:lnTo>
                <a:lnTo>
                  <a:pt x="1364128" y="1448114"/>
                </a:lnTo>
                <a:lnTo>
                  <a:pt x="1533922" y="1628361"/>
                </a:lnTo>
                <a:lnTo>
                  <a:pt x="1703555" y="1808438"/>
                </a:lnTo>
                <a:lnTo>
                  <a:pt x="1873028" y="1988345"/>
                </a:lnTo>
                <a:lnTo>
                  <a:pt x="2042340" y="2168081"/>
                </a:lnTo>
              </a:path>
            </a:pathLst>
          </a:custGeom>
          <a:noFill/>
          <a:ln w="1507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27"/>
          <p:cNvSpPr/>
          <p:nvPr/>
        </p:nvSpPr>
        <p:spPr>
          <a:xfrm>
            <a:off x="4336661" y="3561867"/>
            <a:ext cx="53012" cy="54078"/>
          </a:xfrm>
          <a:custGeom>
            <a:avLst/>
            <a:gdLst/>
            <a:ahLst/>
            <a:cxnLst/>
            <a:rect l="l" t="t" r="r" b="b"/>
            <a:pathLst>
              <a:path w="53012" h="54078">
                <a:moveTo>
                  <a:pt x="36762" y="0"/>
                </a:moveTo>
                <a:lnTo>
                  <a:pt x="53012" y="54078"/>
                </a:lnTo>
                <a:lnTo>
                  <a:pt x="0" y="34631"/>
                </a:lnTo>
              </a:path>
            </a:pathLst>
          </a:custGeom>
          <a:noFill/>
          <a:ln w="1507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28"/>
          <p:cNvSpPr/>
          <p:nvPr/>
        </p:nvSpPr>
        <p:spPr>
          <a:xfrm>
            <a:off x="1819148" y="1095269"/>
            <a:ext cx="692094" cy="318486"/>
          </a:xfrm>
          <a:custGeom>
            <a:avLst/>
            <a:gdLst/>
            <a:ahLst/>
            <a:cxnLst/>
            <a:rect l="l" t="t" r="r" b="b"/>
            <a:pathLst>
              <a:path w="692094" h="318486">
                <a:moveTo>
                  <a:pt x="31566" y="318486"/>
                </a:moveTo>
                <a:lnTo>
                  <a:pt x="660528" y="318486"/>
                </a:lnTo>
                <a:lnTo>
                  <a:pt x="665569" y="318267"/>
                </a:lnTo>
                <a:lnTo>
                  <a:pt x="670173" y="317609"/>
                </a:lnTo>
                <a:lnTo>
                  <a:pt x="674338" y="316513"/>
                </a:lnTo>
                <a:lnTo>
                  <a:pt x="678064" y="314978"/>
                </a:lnTo>
                <a:lnTo>
                  <a:pt x="681352" y="313006"/>
                </a:lnTo>
                <a:lnTo>
                  <a:pt x="684202" y="310594"/>
                </a:lnTo>
                <a:lnTo>
                  <a:pt x="686613" y="307745"/>
                </a:lnTo>
                <a:lnTo>
                  <a:pt x="688586" y="304457"/>
                </a:lnTo>
                <a:lnTo>
                  <a:pt x="690121" y="300730"/>
                </a:lnTo>
                <a:lnTo>
                  <a:pt x="691217" y="296565"/>
                </a:lnTo>
                <a:lnTo>
                  <a:pt x="691874" y="291962"/>
                </a:lnTo>
                <a:lnTo>
                  <a:pt x="692094" y="286920"/>
                </a:lnTo>
                <a:lnTo>
                  <a:pt x="692094" y="31566"/>
                </a:lnTo>
                <a:lnTo>
                  <a:pt x="691874" y="26524"/>
                </a:lnTo>
                <a:lnTo>
                  <a:pt x="691217" y="21921"/>
                </a:lnTo>
                <a:lnTo>
                  <a:pt x="690121" y="17756"/>
                </a:lnTo>
                <a:lnTo>
                  <a:pt x="688586" y="14030"/>
                </a:lnTo>
                <a:lnTo>
                  <a:pt x="686613" y="10742"/>
                </a:lnTo>
                <a:lnTo>
                  <a:pt x="684202" y="7892"/>
                </a:lnTo>
                <a:lnTo>
                  <a:pt x="681352" y="5481"/>
                </a:lnTo>
                <a:lnTo>
                  <a:pt x="678064" y="3508"/>
                </a:lnTo>
                <a:lnTo>
                  <a:pt x="674338" y="1973"/>
                </a:lnTo>
                <a:lnTo>
                  <a:pt x="670173" y="877"/>
                </a:lnTo>
                <a:lnTo>
                  <a:pt x="665569" y="219"/>
                </a:lnTo>
                <a:lnTo>
                  <a:pt x="660528" y="0"/>
                </a:lnTo>
                <a:lnTo>
                  <a:pt x="31566" y="0"/>
                </a:lnTo>
                <a:lnTo>
                  <a:pt x="26524" y="219"/>
                </a:lnTo>
                <a:lnTo>
                  <a:pt x="21921" y="877"/>
                </a:lnTo>
                <a:lnTo>
                  <a:pt x="17756" y="1973"/>
                </a:lnTo>
                <a:lnTo>
                  <a:pt x="14029" y="3508"/>
                </a:lnTo>
                <a:lnTo>
                  <a:pt x="10741" y="5481"/>
                </a:lnTo>
                <a:lnTo>
                  <a:pt x="7891" y="7892"/>
                </a:lnTo>
                <a:lnTo>
                  <a:pt x="5480" y="10742"/>
                </a:lnTo>
                <a:lnTo>
                  <a:pt x="3507" y="14030"/>
                </a:lnTo>
                <a:lnTo>
                  <a:pt x="1973" y="17756"/>
                </a:lnTo>
                <a:lnTo>
                  <a:pt x="877" y="21921"/>
                </a:lnTo>
                <a:lnTo>
                  <a:pt x="219" y="26524"/>
                </a:lnTo>
                <a:lnTo>
                  <a:pt x="0" y="31566"/>
                </a:lnTo>
                <a:lnTo>
                  <a:pt x="0" y="286920"/>
                </a:lnTo>
                <a:lnTo>
                  <a:pt x="219" y="291962"/>
                </a:lnTo>
                <a:lnTo>
                  <a:pt x="877" y="296565"/>
                </a:lnTo>
                <a:lnTo>
                  <a:pt x="1973" y="300730"/>
                </a:lnTo>
                <a:lnTo>
                  <a:pt x="3507" y="304457"/>
                </a:lnTo>
                <a:lnTo>
                  <a:pt x="5480" y="307745"/>
                </a:lnTo>
                <a:lnTo>
                  <a:pt x="7891" y="310594"/>
                </a:lnTo>
                <a:lnTo>
                  <a:pt x="10741" y="313006"/>
                </a:lnTo>
                <a:lnTo>
                  <a:pt x="14029" y="314978"/>
                </a:lnTo>
                <a:lnTo>
                  <a:pt x="17756" y="316513"/>
                </a:lnTo>
                <a:lnTo>
                  <a:pt x="21921" y="317609"/>
                </a:lnTo>
                <a:lnTo>
                  <a:pt x="26524" y="318267"/>
                </a:lnTo>
                <a:lnTo>
                  <a:pt x="31566" y="318486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13191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50713" y="1113570"/>
            <a:ext cx="655686" cy="151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94" b="0" i="0">
                <a:solidFill>
                  <a:srgbClr val="2B2B2B"/>
                </a:solidFill>
                <a:latin typeface="Times New Roman"/>
              </a:rPr>
              <a:t>1  Approach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45055" y="1250257"/>
            <a:ext cx="270077" cy="151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94" b="0" i="0">
                <a:solidFill>
                  <a:srgbClr val="2B2B2B"/>
                </a:solidFill>
                <a:latin typeface="Times New Roman"/>
              </a:rPr>
              <a:t>0.0 s</a:t>
            </a:r>
          </a:p>
        </p:txBody>
      </p:sp>
      <p:sp>
        <p:nvSpPr>
          <p:cNvPr id="33" name="Editable path 29"/>
          <p:cNvSpPr/>
          <p:nvPr/>
        </p:nvSpPr>
        <p:spPr>
          <a:xfrm>
            <a:off x="2525031" y="533306"/>
            <a:ext cx="2369652" cy="4323846"/>
          </a:xfrm>
          <a:custGeom>
            <a:avLst/>
            <a:gdLst/>
            <a:ahLst/>
            <a:cxnLst/>
            <a:rect l="l" t="t" r="r" b="b"/>
            <a:pathLst>
              <a:path w="2369652" h="4323846">
                <a:moveTo>
                  <a:pt x="0" y="0"/>
                </a:moveTo>
                <a:lnTo>
                  <a:pt x="198090" y="361450"/>
                </a:lnTo>
                <a:lnTo>
                  <a:pt x="396067" y="722694"/>
                </a:lnTo>
                <a:lnTo>
                  <a:pt x="593932" y="1083733"/>
                </a:lnTo>
                <a:lnTo>
                  <a:pt x="791684" y="1444567"/>
                </a:lnTo>
                <a:lnTo>
                  <a:pt x="989324" y="1805195"/>
                </a:lnTo>
                <a:lnTo>
                  <a:pt x="1186851" y="2165619"/>
                </a:lnTo>
                <a:lnTo>
                  <a:pt x="1384266" y="2525836"/>
                </a:lnTo>
                <a:lnTo>
                  <a:pt x="1581568" y="2885849"/>
                </a:lnTo>
                <a:lnTo>
                  <a:pt x="1778758" y="3245656"/>
                </a:lnTo>
                <a:lnTo>
                  <a:pt x="1975835" y="3605258"/>
                </a:lnTo>
                <a:lnTo>
                  <a:pt x="2172800" y="3964655"/>
                </a:lnTo>
                <a:lnTo>
                  <a:pt x="2369652" y="4323846"/>
                </a:lnTo>
              </a:path>
            </a:pathLst>
          </a:custGeom>
          <a:noFill/>
          <a:ln w="1507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30"/>
          <p:cNvSpPr/>
          <p:nvPr/>
        </p:nvSpPr>
        <p:spPr>
          <a:xfrm>
            <a:off x="4848265" y="4800726"/>
            <a:ext cx="46418" cy="56426"/>
          </a:xfrm>
          <a:custGeom>
            <a:avLst/>
            <a:gdLst/>
            <a:ahLst/>
            <a:cxnLst/>
            <a:rect l="l" t="t" r="r" b="b"/>
            <a:pathLst>
              <a:path w="46418" h="56426">
                <a:moveTo>
                  <a:pt x="44290" y="0"/>
                </a:moveTo>
                <a:lnTo>
                  <a:pt x="46418" y="56426"/>
                </a:lnTo>
                <a:lnTo>
                  <a:pt x="0" y="24273"/>
                </a:lnTo>
              </a:path>
            </a:pathLst>
          </a:custGeom>
          <a:noFill/>
          <a:ln w="1507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31"/>
          <p:cNvSpPr/>
          <p:nvPr/>
        </p:nvSpPr>
        <p:spPr>
          <a:xfrm>
            <a:off x="2168988" y="175294"/>
            <a:ext cx="494218" cy="318485"/>
          </a:xfrm>
          <a:custGeom>
            <a:avLst/>
            <a:gdLst/>
            <a:ahLst/>
            <a:cxnLst/>
            <a:rect l="l" t="t" r="r" b="b"/>
            <a:pathLst>
              <a:path w="494218" h="318485">
                <a:moveTo>
                  <a:pt x="31566" y="318485"/>
                </a:moveTo>
                <a:lnTo>
                  <a:pt x="462652" y="318485"/>
                </a:lnTo>
                <a:lnTo>
                  <a:pt x="467694" y="318266"/>
                </a:lnTo>
                <a:lnTo>
                  <a:pt x="472297" y="317608"/>
                </a:lnTo>
                <a:lnTo>
                  <a:pt x="476462" y="316512"/>
                </a:lnTo>
                <a:lnTo>
                  <a:pt x="480189" y="314978"/>
                </a:lnTo>
                <a:lnTo>
                  <a:pt x="483477" y="313005"/>
                </a:lnTo>
                <a:lnTo>
                  <a:pt x="486327" y="310594"/>
                </a:lnTo>
                <a:lnTo>
                  <a:pt x="488738" y="307744"/>
                </a:lnTo>
                <a:lnTo>
                  <a:pt x="490711" y="304456"/>
                </a:lnTo>
                <a:lnTo>
                  <a:pt x="492245" y="300729"/>
                </a:lnTo>
                <a:lnTo>
                  <a:pt x="493341" y="296565"/>
                </a:lnTo>
                <a:lnTo>
                  <a:pt x="493999" y="291961"/>
                </a:lnTo>
                <a:lnTo>
                  <a:pt x="494218" y="286920"/>
                </a:lnTo>
                <a:lnTo>
                  <a:pt x="494218" y="31566"/>
                </a:lnTo>
                <a:lnTo>
                  <a:pt x="493999" y="26524"/>
                </a:lnTo>
                <a:lnTo>
                  <a:pt x="493341" y="21920"/>
                </a:lnTo>
                <a:lnTo>
                  <a:pt x="492245" y="17755"/>
                </a:lnTo>
                <a:lnTo>
                  <a:pt x="490711" y="14029"/>
                </a:lnTo>
                <a:lnTo>
                  <a:pt x="488738" y="10741"/>
                </a:lnTo>
                <a:lnTo>
                  <a:pt x="486327" y="7891"/>
                </a:lnTo>
                <a:lnTo>
                  <a:pt x="483477" y="5480"/>
                </a:lnTo>
                <a:lnTo>
                  <a:pt x="480189" y="3507"/>
                </a:lnTo>
                <a:lnTo>
                  <a:pt x="476462" y="1973"/>
                </a:lnTo>
                <a:lnTo>
                  <a:pt x="472297" y="877"/>
                </a:lnTo>
                <a:lnTo>
                  <a:pt x="467694" y="219"/>
                </a:lnTo>
                <a:lnTo>
                  <a:pt x="462652" y="0"/>
                </a:lnTo>
                <a:lnTo>
                  <a:pt x="31566" y="0"/>
                </a:lnTo>
                <a:lnTo>
                  <a:pt x="26524" y="219"/>
                </a:lnTo>
                <a:lnTo>
                  <a:pt x="21921" y="877"/>
                </a:lnTo>
                <a:lnTo>
                  <a:pt x="17756" y="1973"/>
                </a:lnTo>
                <a:lnTo>
                  <a:pt x="14029" y="3507"/>
                </a:lnTo>
                <a:lnTo>
                  <a:pt x="10741" y="5480"/>
                </a:lnTo>
                <a:lnTo>
                  <a:pt x="7892" y="7891"/>
                </a:lnTo>
                <a:lnTo>
                  <a:pt x="5480" y="10741"/>
                </a:lnTo>
                <a:lnTo>
                  <a:pt x="3507" y="14029"/>
                </a:lnTo>
                <a:lnTo>
                  <a:pt x="1973" y="17755"/>
                </a:lnTo>
                <a:lnTo>
                  <a:pt x="877" y="21920"/>
                </a:lnTo>
                <a:lnTo>
                  <a:pt x="219" y="26524"/>
                </a:lnTo>
                <a:lnTo>
                  <a:pt x="0" y="31566"/>
                </a:lnTo>
                <a:lnTo>
                  <a:pt x="0" y="286920"/>
                </a:lnTo>
                <a:lnTo>
                  <a:pt x="219" y="291961"/>
                </a:lnTo>
                <a:lnTo>
                  <a:pt x="877" y="296565"/>
                </a:lnTo>
                <a:lnTo>
                  <a:pt x="1973" y="300729"/>
                </a:lnTo>
                <a:lnTo>
                  <a:pt x="3507" y="304456"/>
                </a:lnTo>
                <a:lnTo>
                  <a:pt x="5480" y="307744"/>
                </a:lnTo>
                <a:lnTo>
                  <a:pt x="7892" y="310594"/>
                </a:lnTo>
                <a:lnTo>
                  <a:pt x="10741" y="313005"/>
                </a:lnTo>
                <a:lnTo>
                  <a:pt x="14029" y="314978"/>
                </a:lnTo>
                <a:lnTo>
                  <a:pt x="17756" y="316512"/>
                </a:lnTo>
                <a:lnTo>
                  <a:pt x="21921" y="317608"/>
                </a:lnTo>
                <a:lnTo>
                  <a:pt x="26524" y="318266"/>
                </a:lnTo>
                <a:lnTo>
                  <a:pt x="31566" y="318485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13191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00553" y="193594"/>
            <a:ext cx="459346" cy="151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94" b="0" i="0">
                <a:solidFill>
                  <a:srgbClr val="2B2B2B"/>
                </a:solidFill>
                <a:latin typeface="Times New Roman"/>
              </a:rPr>
              <a:t>2  Grasp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95958" y="330282"/>
            <a:ext cx="270077" cy="151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94" b="0" i="0">
                <a:solidFill>
                  <a:srgbClr val="2B2B2B"/>
                </a:solidFill>
                <a:latin typeface="Times New Roman"/>
              </a:rPr>
              <a:t>5.2 s</a:t>
            </a:r>
          </a:p>
        </p:txBody>
      </p:sp>
      <p:sp>
        <p:nvSpPr>
          <p:cNvPr id="38" name="Editable path 32"/>
          <p:cNvSpPr/>
          <p:nvPr/>
        </p:nvSpPr>
        <p:spPr>
          <a:xfrm>
            <a:off x="2440159" y="3357041"/>
            <a:ext cx="1917251" cy="2510647"/>
          </a:xfrm>
          <a:custGeom>
            <a:avLst/>
            <a:gdLst/>
            <a:ahLst/>
            <a:cxnLst/>
            <a:rect l="l" t="t" r="r" b="b"/>
            <a:pathLst>
              <a:path w="1917251" h="2510647">
                <a:moveTo>
                  <a:pt x="0" y="2510647"/>
                </a:moveTo>
                <a:lnTo>
                  <a:pt x="160552" y="2300403"/>
                </a:lnTo>
                <a:lnTo>
                  <a:pt x="320963" y="2090345"/>
                </a:lnTo>
                <a:lnTo>
                  <a:pt x="481231" y="1880473"/>
                </a:lnTo>
                <a:lnTo>
                  <a:pt x="641357" y="1670787"/>
                </a:lnTo>
                <a:lnTo>
                  <a:pt x="801341" y="1461288"/>
                </a:lnTo>
                <a:lnTo>
                  <a:pt x="961183" y="1251974"/>
                </a:lnTo>
                <a:lnTo>
                  <a:pt x="1120883" y="1042847"/>
                </a:lnTo>
                <a:lnTo>
                  <a:pt x="1280441" y="833905"/>
                </a:lnTo>
                <a:lnTo>
                  <a:pt x="1439856" y="625150"/>
                </a:lnTo>
                <a:lnTo>
                  <a:pt x="1599130" y="416580"/>
                </a:lnTo>
                <a:lnTo>
                  <a:pt x="1758262" y="208197"/>
                </a:lnTo>
                <a:lnTo>
                  <a:pt x="1917251" y="0"/>
                </a:lnTo>
              </a:path>
            </a:pathLst>
          </a:custGeom>
          <a:noFill/>
          <a:ln w="1507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path 33"/>
          <p:cNvSpPr/>
          <p:nvPr/>
        </p:nvSpPr>
        <p:spPr>
          <a:xfrm>
            <a:off x="4306687" y="3357041"/>
            <a:ext cx="50723" cy="55466"/>
          </a:xfrm>
          <a:custGeom>
            <a:avLst/>
            <a:gdLst/>
            <a:ahLst/>
            <a:cxnLst/>
            <a:rect l="l" t="t" r="r" b="b"/>
            <a:pathLst>
              <a:path w="50723" h="55466">
                <a:moveTo>
                  <a:pt x="0" y="24813"/>
                </a:moveTo>
                <a:lnTo>
                  <a:pt x="50723" y="0"/>
                </a:lnTo>
                <a:lnTo>
                  <a:pt x="40140" y="55466"/>
                </a:lnTo>
              </a:path>
            </a:pathLst>
          </a:custGeom>
          <a:noFill/>
          <a:ln w="1507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path 34"/>
          <p:cNvSpPr/>
          <p:nvPr/>
        </p:nvSpPr>
        <p:spPr>
          <a:xfrm>
            <a:off x="1859059" y="5904233"/>
            <a:ext cx="863174" cy="318485"/>
          </a:xfrm>
          <a:custGeom>
            <a:avLst/>
            <a:gdLst/>
            <a:ahLst/>
            <a:cxnLst/>
            <a:rect l="l" t="t" r="r" b="b"/>
            <a:pathLst>
              <a:path w="863174" h="318485">
                <a:moveTo>
                  <a:pt x="31566" y="318485"/>
                </a:moveTo>
                <a:lnTo>
                  <a:pt x="831608" y="318485"/>
                </a:lnTo>
                <a:lnTo>
                  <a:pt x="836650" y="318266"/>
                </a:lnTo>
                <a:lnTo>
                  <a:pt x="841253" y="317608"/>
                </a:lnTo>
                <a:lnTo>
                  <a:pt x="845418" y="316512"/>
                </a:lnTo>
                <a:lnTo>
                  <a:pt x="849144" y="314978"/>
                </a:lnTo>
                <a:lnTo>
                  <a:pt x="852433" y="313005"/>
                </a:lnTo>
                <a:lnTo>
                  <a:pt x="855282" y="310594"/>
                </a:lnTo>
                <a:lnTo>
                  <a:pt x="857694" y="307744"/>
                </a:lnTo>
                <a:lnTo>
                  <a:pt x="859666" y="304456"/>
                </a:lnTo>
                <a:lnTo>
                  <a:pt x="861201" y="300730"/>
                </a:lnTo>
                <a:lnTo>
                  <a:pt x="862297" y="296565"/>
                </a:lnTo>
                <a:lnTo>
                  <a:pt x="862955" y="291961"/>
                </a:lnTo>
                <a:lnTo>
                  <a:pt x="863174" y="286920"/>
                </a:lnTo>
                <a:lnTo>
                  <a:pt x="863174" y="31566"/>
                </a:lnTo>
                <a:lnTo>
                  <a:pt x="862955" y="26524"/>
                </a:lnTo>
                <a:lnTo>
                  <a:pt x="862297" y="21921"/>
                </a:lnTo>
                <a:lnTo>
                  <a:pt x="861201" y="17756"/>
                </a:lnTo>
                <a:lnTo>
                  <a:pt x="859666" y="14029"/>
                </a:lnTo>
                <a:lnTo>
                  <a:pt x="857694" y="10741"/>
                </a:lnTo>
                <a:lnTo>
                  <a:pt x="855282" y="7891"/>
                </a:lnTo>
                <a:lnTo>
                  <a:pt x="852433" y="5480"/>
                </a:lnTo>
                <a:lnTo>
                  <a:pt x="849144" y="3507"/>
                </a:lnTo>
                <a:lnTo>
                  <a:pt x="845418" y="1973"/>
                </a:lnTo>
                <a:lnTo>
                  <a:pt x="841253" y="877"/>
                </a:lnTo>
                <a:lnTo>
                  <a:pt x="836650" y="219"/>
                </a:lnTo>
                <a:lnTo>
                  <a:pt x="831608" y="0"/>
                </a:lnTo>
                <a:lnTo>
                  <a:pt x="31566" y="0"/>
                </a:lnTo>
                <a:lnTo>
                  <a:pt x="26524" y="219"/>
                </a:lnTo>
                <a:lnTo>
                  <a:pt x="21921" y="877"/>
                </a:lnTo>
                <a:lnTo>
                  <a:pt x="17756" y="1973"/>
                </a:lnTo>
                <a:lnTo>
                  <a:pt x="14029" y="3507"/>
                </a:lnTo>
                <a:lnTo>
                  <a:pt x="10741" y="5480"/>
                </a:lnTo>
                <a:lnTo>
                  <a:pt x="7892" y="7891"/>
                </a:lnTo>
                <a:lnTo>
                  <a:pt x="5480" y="10741"/>
                </a:lnTo>
                <a:lnTo>
                  <a:pt x="3507" y="14029"/>
                </a:lnTo>
                <a:lnTo>
                  <a:pt x="1973" y="17756"/>
                </a:lnTo>
                <a:lnTo>
                  <a:pt x="877" y="21921"/>
                </a:lnTo>
                <a:lnTo>
                  <a:pt x="219" y="26524"/>
                </a:lnTo>
                <a:lnTo>
                  <a:pt x="0" y="31566"/>
                </a:lnTo>
                <a:lnTo>
                  <a:pt x="0" y="286920"/>
                </a:lnTo>
                <a:lnTo>
                  <a:pt x="219" y="291961"/>
                </a:lnTo>
                <a:lnTo>
                  <a:pt x="877" y="296565"/>
                </a:lnTo>
                <a:lnTo>
                  <a:pt x="1973" y="300730"/>
                </a:lnTo>
                <a:lnTo>
                  <a:pt x="3507" y="304456"/>
                </a:lnTo>
                <a:lnTo>
                  <a:pt x="5480" y="307744"/>
                </a:lnTo>
                <a:lnTo>
                  <a:pt x="7892" y="310594"/>
                </a:lnTo>
                <a:lnTo>
                  <a:pt x="10741" y="313005"/>
                </a:lnTo>
                <a:lnTo>
                  <a:pt x="14029" y="314978"/>
                </a:lnTo>
                <a:lnTo>
                  <a:pt x="17756" y="316512"/>
                </a:lnTo>
                <a:lnTo>
                  <a:pt x="21921" y="317608"/>
                </a:lnTo>
                <a:lnTo>
                  <a:pt x="26524" y="318266"/>
                </a:lnTo>
                <a:lnTo>
                  <a:pt x="31566" y="318485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13191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71569" y="5922534"/>
            <a:ext cx="466417" cy="151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94" b="0" i="0">
                <a:solidFill>
                  <a:srgbClr val="2B2B2B"/>
                </a:solidFill>
                <a:latin typeface="Times New Roman"/>
              </a:rPr>
              <a:t>3  Lifted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90624" y="6059221"/>
            <a:ext cx="825636" cy="151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94" b="0" i="0">
                <a:solidFill>
                  <a:srgbClr val="2B2B2B"/>
                </a:solidFill>
                <a:latin typeface="Times New Roman"/>
              </a:rPr>
              <a:t>14.1 s · 0° pitch</a:t>
            </a:r>
          </a:p>
        </p:txBody>
      </p:sp>
      <p:sp>
        <p:nvSpPr>
          <p:cNvPr id="43" name="Editable path 35"/>
          <p:cNvSpPr/>
          <p:nvPr/>
        </p:nvSpPr>
        <p:spPr>
          <a:xfrm>
            <a:off x="5127131" y="538144"/>
            <a:ext cx="354648" cy="2508829"/>
          </a:xfrm>
          <a:custGeom>
            <a:avLst/>
            <a:gdLst/>
            <a:ahLst/>
            <a:cxnLst/>
            <a:rect l="l" t="t" r="r" b="b"/>
            <a:pathLst>
              <a:path w="354648" h="2508829">
                <a:moveTo>
                  <a:pt x="354648" y="0"/>
                </a:moveTo>
                <a:lnTo>
                  <a:pt x="324913" y="210344"/>
                </a:lnTo>
                <a:lnTo>
                  <a:pt x="295212" y="420456"/>
                </a:lnTo>
                <a:lnTo>
                  <a:pt x="265543" y="630336"/>
                </a:lnTo>
                <a:lnTo>
                  <a:pt x="235908" y="839985"/>
                </a:lnTo>
                <a:lnTo>
                  <a:pt x="206304" y="1049402"/>
                </a:lnTo>
                <a:lnTo>
                  <a:pt x="176734" y="1258587"/>
                </a:lnTo>
                <a:lnTo>
                  <a:pt x="147197" y="1467540"/>
                </a:lnTo>
                <a:lnTo>
                  <a:pt x="117692" y="1676261"/>
                </a:lnTo>
                <a:lnTo>
                  <a:pt x="88220" y="1884751"/>
                </a:lnTo>
                <a:lnTo>
                  <a:pt x="58780" y="2093009"/>
                </a:lnTo>
                <a:lnTo>
                  <a:pt x="29374" y="2301035"/>
                </a:lnTo>
                <a:lnTo>
                  <a:pt x="0" y="2508829"/>
                </a:lnTo>
              </a:path>
            </a:pathLst>
          </a:custGeom>
          <a:noFill/>
          <a:ln w="1507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path 36"/>
          <p:cNvSpPr/>
          <p:nvPr/>
        </p:nvSpPr>
        <p:spPr>
          <a:xfrm>
            <a:off x="5109196" y="2993430"/>
            <a:ext cx="50008" cy="53543"/>
          </a:xfrm>
          <a:custGeom>
            <a:avLst/>
            <a:gdLst/>
            <a:ahLst/>
            <a:cxnLst/>
            <a:rect l="l" t="t" r="r" b="b"/>
            <a:pathLst>
              <a:path w="50008" h="53543">
                <a:moveTo>
                  <a:pt x="50008" y="7069"/>
                </a:moveTo>
                <a:lnTo>
                  <a:pt x="17935" y="53543"/>
                </a:lnTo>
                <a:lnTo>
                  <a:pt x="0" y="0"/>
                </a:lnTo>
              </a:path>
            </a:pathLst>
          </a:custGeom>
          <a:noFill/>
          <a:ln w="1507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37"/>
          <p:cNvSpPr/>
          <p:nvPr/>
        </p:nvSpPr>
        <p:spPr>
          <a:xfrm>
            <a:off x="4938223" y="174940"/>
            <a:ext cx="1144675" cy="319192"/>
          </a:xfrm>
          <a:custGeom>
            <a:avLst/>
            <a:gdLst/>
            <a:ahLst/>
            <a:cxnLst/>
            <a:rect l="l" t="t" r="r" b="b"/>
            <a:pathLst>
              <a:path w="1144675" h="319192">
                <a:moveTo>
                  <a:pt x="31566" y="319192"/>
                </a:moveTo>
                <a:lnTo>
                  <a:pt x="1113109" y="319192"/>
                </a:lnTo>
                <a:lnTo>
                  <a:pt x="1118151" y="318973"/>
                </a:lnTo>
                <a:lnTo>
                  <a:pt x="1122755" y="318316"/>
                </a:lnTo>
                <a:lnTo>
                  <a:pt x="1126919" y="317220"/>
                </a:lnTo>
                <a:lnTo>
                  <a:pt x="1130646" y="315685"/>
                </a:lnTo>
                <a:lnTo>
                  <a:pt x="1133934" y="313712"/>
                </a:lnTo>
                <a:lnTo>
                  <a:pt x="1136784" y="311301"/>
                </a:lnTo>
                <a:lnTo>
                  <a:pt x="1139195" y="308451"/>
                </a:lnTo>
                <a:lnTo>
                  <a:pt x="1141168" y="305163"/>
                </a:lnTo>
                <a:lnTo>
                  <a:pt x="1142703" y="301437"/>
                </a:lnTo>
                <a:lnTo>
                  <a:pt x="1143799" y="297272"/>
                </a:lnTo>
                <a:lnTo>
                  <a:pt x="1144456" y="292669"/>
                </a:lnTo>
                <a:lnTo>
                  <a:pt x="1144675" y="287627"/>
                </a:lnTo>
                <a:lnTo>
                  <a:pt x="1144675" y="31566"/>
                </a:lnTo>
                <a:lnTo>
                  <a:pt x="1144456" y="26525"/>
                </a:lnTo>
                <a:lnTo>
                  <a:pt x="1143799" y="21921"/>
                </a:lnTo>
                <a:lnTo>
                  <a:pt x="1142703" y="17756"/>
                </a:lnTo>
                <a:lnTo>
                  <a:pt x="1141168" y="14030"/>
                </a:lnTo>
                <a:lnTo>
                  <a:pt x="1139195" y="10742"/>
                </a:lnTo>
                <a:lnTo>
                  <a:pt x="1136784" y="7892"/>
                </a:lnTo>
                <a:lnTo>
                  <a:pt x="1133934" y="5480"/>
                </a:lnTo>
                <a:lnTo>
                  <a:pt x="1130646" y="3508"/>
                </a:lnTo>
                <a:lnTo>
                  <a:pt x="1126919" y="1973"/>
                </a:lnTo>
                <a:lnTo>
                  <a:pt x="1122755" y="877"/>
                </a:lnTo>
                <a:lnTo>
                  <a:pt x="1118151" y="219"/>
                </a:lnTo>
                <a:lnTo>
                  <a:pt x="1113109" y="0"/>
                </a:lnTo>
                <a:lnTo>
                  <a:pt x="31566" y="0"/>
                </a:lnTo>
                <a:lnTo>
                  <a:pt x="26524" y="219"/>
                </a:lnTo>
                <a:lnTo>
                  <a:pt x="21921" y="877"/>
                </a:lnTo>
                <a:lnTo>
                  <a:pt x="17756" y="1973"/>
                </a:lnTo>
                <a:lnTo>
                  <a:pt x="14029" y="3508"/>
                </a:lnTo>
                <a:lnTo>
                  <a:pt x="10741" y="5480"/>
                </a:lnTo>
                <a:lnTo>
                  <a:pt x="7891" y="7892"/>
                </a:lnTo>
                <a:lnTo>
                  <a:pt x="5480" y="10742"/>
                </a:lnTo>
                <a:lnTo>
                  <a:pt x="3507" y="14030"/>
                </a:lnTo>
                <a:lnTo>
                  <a:pt x="1973" y="17756"/>
                </a:lnTo>
                <a:lnTo>
                  <a:pt x="877" y="21921"/>
                </a:lnTo>
                <a:lnTo>
                  <a:pt x="219" y="26525"/>
                </a:lnTo>
                <a:lnTo>
                  <a:pt x="0" y="31566"/>
                </a:lnTo>
                <a:lnTo>
                  <a:pt x="0" y="287627"/>
                </a:lnTo>
                <a:lnTo>
                  <a:pt x="219" y="292669"/>
                </a:lnTo>
                <a:lnTo>
                  <a:pt x="877" y="297272"/>
                </a:lnTo>
                <a:lnTo>
                  <a:pt x="1973" y="301437"/>
                </a:lnTo>
                <a:lnTo>
                  <a:pt x="3507" y="305163"/>
                </a:lnTo>
                <a:lnTo>
                  <a:pt x="5480" y="308451"/>
                </a:lnTo>
                <a:lnTo>
                  <a:pt x="7891" y="311301"/>
                </a:lnTo>
                <a:lnTo>
                  <a:pt x="10741" y="313712"/>
                </a:lnTo>
                <a:lnTo>
                  <a:pt x="14029" y="315685"/>
                </a:lnTo>
                <a:lnTo>
                  <a:pt x="17756" y="317220"/>
                </a:lnTo>
                <a:lnTo>
                  <a:pt x="21921" y="318316"/>
                </a:lnTo>
                <a:lnTo>
                  <a:pt x="26524" y="318973"/>
                </a:lnTo>
                <a:lnTo>
                  <a:pt x="31566" y="319192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13191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69788" y="193241"/>
            <a:ext cx="1104553" cy="151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94" b="0" i="0">
                <a:solidFill>
                  <a:srgbClr val="2B2B2B"/>
                </a:solidFill>
                <a:latin typeface="Times New Roman"/>
              </a:rPr>
              <a:t>4  Pitch for clearance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78738" y="330635"/>
            <a:ext cx="888768" cy="151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94" b="0" i="0">
                <a:solidFill>
                  <a:srgbClr val="2B2B2B"/>
                </a:solidFill>
                <a:latin typeface="Times New Roman"/>
              </a:rPr>
              <a:t>45.0 s · 45° pitch</a:t>
            </a:r>
          </a:p>
        </p:txBody>
      </p:sp>
      <p:sp>
        <p:nvSpPr>
          <p:cNvPr id="48" name="Editable path 38"/>
          <p:cNvSpPr/>
          <p:nvPr/>
        </p:nvSpPr>
        <p:spPr>
          <a:xfrm>
            <a:off x="6499272" y="567792"/>
            <a:ext cx="2352576" cy="2112795"/>
          </a:xfrm>
          <a:custGeom>
            <a:avLst/>
            <a:gdLst/>
            <a:ahLst/>
            <a:cxnLst/>
            <a:rect l="l" t="t" r="r" b="b"/>
            <a:pathLst>
              <a:path w="2352576" h="2112795">
                <a:moveTo>
                  <a:pt x="2352576" y="0"/>
                </a:moveTo>
                <a:lnTo>
                  <a:pt x="2155570" y="176926"/>
                </a:lnTo>
                <a:lnTo>
                  <a:pt x="1958738" y="353697"/>
                </a:lnTo>
                <a:lnTo>
                  <a:pt x="1762080" y="530310"/>
                </a:lnTo>
                <a:lnTo>
                  <a:pt x="1565597" y="706768"/>
                </a:lnTo>
                <a:lnTo>
                  <a:pt x="1369288" y="883069"/>
                </a:lnTo>
                <a:lnTo>
                  <a:pt x="1173153" y="1059213"/>
                </a:lnTo>
                <a:lnTo>
                  <a:pt x="977192" y="1235201"/>
                </a:lnTo>
                <a:lnTo>
                  <a:pt x="781405" y="1411033"/>
                </a:lnTo>
                <a:lnTo>
                  <a:pt x="585793" y="1586708"/>
                </a:lnTo>
                <a:lnTo>
                  <a:pt x="390354" y="1762227"/>
                </a:lnTo>
                <a:lnTo>
                  <a:pt x="195090" y="1937589"/>
                </a:lnTo>
                <a:lnTo>
                  <a:pt x="0" y="2112795"/>
                </a:lnTo>
              </a:path>
            </a:pathLst>
          </a:custGeom>
          <a:noFill/>
          <a:ln w="1507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path 39"/>
          <p:cNvSpPr/>
          <p:nvPr/>
        </p:nvSpPr>
        <p:spPr>
          <a:xfrm>
            <a:off x="6499272" y="2628053"/>
            <a:ext cx="54450" cy="52534"/>
          </a:xfrm>
          <a:custGeom>
            <a:avLst/>
            <a:gdLst/>
            <a:ahLst/>
            <a:cxnLst/>
            <a:rect l="l" t="t" r="r" b="b"/>
            <a:pathLst>
              <a:path w="54450" h="52534">
                <a:moveTo>
                  <a:pt x="54450" y="37576"/>
                </a:moveTo>
                <a:lnTo>
                  <a:pt x="0" y="52534"/>
                </a:lnTo>
                <a:lnTo>
                  <a:pt x="20704" y="0"/>
                </a:lnTo>
              </a:path>
            </a:pathLst>
          </a:custGeom>
          <a:noFill/>
          <a:ln w="1507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path 40"/>
          <p:cNvSpPr/>
          <p:nvPr/>
        </p:nvSpPr>
        <p:spPr>
          <a:xfrm>
            <a:off x="8542290" y="216375"/>
            <a:ext cx="1045443" cy="319663"/>
          </a:xfrm>
          <a:custGeom>
            <a:avLst/>
            <a:gdLst/>
            <a:ahLst/>
            <a:cxnLst/>
            <a:rect l="l" t="t" r="r" b="b"/>
            <a:pathLst>
              <a:path w="1045443" h="319663">
                <a:moveTo>
                  <a:pt x="31566" y="319663"/>
                </a:moveTo>
                <a:lnTo>
                  <a:pt x="1013878" y="319663"/>
                </a:lnTo>
                <a:lnTo>
                  <a:pt x="1018920" y="319444"/>
                </a:lnTo>
                <a:lnTo>
                  <a:pt x="1023523" y="318786"/>
                </a:lnTo>
                <a:lnTo>
                  <a:pt x="1027688" y="317690"/>
                </a:lnTo>
                <a:lnTo>
                  <a:pt x="1031414" y="316156"/>
                </a:lnTo>
                <a:lnTo>
                  <a:pt x="1034702" y="314183"/>
                </a:lnTo>
                <a:lnTo>
                  <a:pt x="1037552" y="311772"/>
                </a:lnTo>
                <a:lnTo>
                  <a:pt x="1039963" y="308922"/>
                </a:lnTo>
                <a:lnTo>
                  <a:pt x="1041936" y="305634"/>
                </a:lnTo>
                <a:lnTo>
                  <a:pt x="1043471" y="301907"/>
                </a:lnTo>
                <a:lnTo>
                  <a:pt x="1044567" y="297743"/>
                </a:lnTo>
                <a:lnTo>
                  <a:pt x="1045224" y="293139"/>
                </a:lnTo>
                <a:lnTo>
                  <a:pt x="1045443" y="288097"/>
                </a:lnTo>
                <a:lnTo>
                  <a:pt x="1045443" y="31565"/>
                </a:lnTo>
                <a:lnTo>
                  <a:pt x="1045224" y="26524"/>
                </a:lnTo>
                <a:lnTo>
                  <a:pt x="1044567" y="21920"/>
                </a:lnTo>
                <a:lnTo>
                  <a:pt x="1043471" y="17755"/>
                </a:lnTo>
                <a:lnTo>
                  <a:pt x="1041936" y="14029"/>
                </a:lnTo>
                <a:lnTo>
                  <a:pt x="1039963" y="10741"/>
                </a:lnTo>
                <a:lnTo>
                  <a:pt x="1037552" y="7891"/>
                </a:lnTo>
                <a:lnTo>
                  <a:pt x="1034702" y="5480"/>
                </a:lnTo>
                <a:lnTo>
                  <a:pt x="1031414" y="3507"/>
                </a:lnTo>
                <a:lnTo>
                  <a:pt x="1027688" y="1973"/>
                </a:lnTo>
                <a:lnTo>
                  <a:pt x="1023523" y="877"/>
                </a:lnTo>
                <a:lnTo>
                  <a:pt x="1018920" y="219"/>
                </a:lnTo>
                <a:lnTo>
                  <a:pt x="1013878" y="0"/>
                </a:lnTo>
                <a:lnTo>
                  <a:pt x="31566" y="0"/>
                </a:lnTo>
                <a:lnTo>
                  <a:pt x="26525" y="219"/>
                </a:lnTo>
                <a:lnTo>
                  <a:pt x="21921" y="877"/>
                </a:lnTo>
                <a:lnTo>
                  <a:pt x="17756" y="1973"/>
                </a:lnTo>
                <a:lnTo>
                  <a:pt x="14030" y="3507"/>
                </a:lnTo>
                <a:lnTo>
                  <a:pt x="10742" y="5480"/>
                </a:lnTo>
                <a:lnTo>
                  <a:pt x="7892" y="7891"/>
                </a:lnTo>
                <a:lnTo>
                  <a:pt x="5480" y="10741"/>
                </a:lnTo>
                <a:lnTo>
                  <a:pt x="3508" y="14029"/>
                </a:lnTo>
                <a:lnTo>
                  <a:pt x="1973" y="17755"/>
                </a:lnTo>
                <a:lnTo>
                  <a:pt x="877" y="21920"/>
                </a:lnTo>
                <a:lnTo>
                  <a:pt x="219" y="26524"/>
                </a:lnTo>
                <a:lnTo>
                  <a:pt x="0" y="31565"/>
                </a:lnTo>
                <a:lnTo>
                  <a:pt x="0" y="288097"/>
                </a:lnTo>
                <a:lnTo>
                  <a:pt x="219" y="293139"/>
                </a:lnTo>
                <a:lnTo>
                  <a:pt x="877" y="297743"/>
                </a:lnTo>
                <a:lnTo>
                  <a:pt x="1973" y="301907"/>
                </a:lnTo>
                <a:lnTo>
                  <a:pt x="3508" y="305634"/>
                </a:lnTo>
                <a:lnTo>
                  <a:pt x="5480" y="308922"/>
                </a:lnTo>
                <a:lnTo>
                  <a:pt x="7892" y="311772"/>
                </a:lnTo>
                <a:lnTo>
                  <a:pt x="10742" y="314183"/>
                </a:lnTo>
                <a:lnTo>
                  <a:pt x="14030" y="316156"/>
                </a:lnTo>
                <a:lnTo>
                  <a:pt x="17756" y="317690"/>
                </a:lnTo>
                <a:lnTo>
                  <a:pt x="21921" y="318786"/>
                </a:lnTo>
                <a:lnTo>
                  <a:pt x="26525" y="319444"/>
                </a:lnTo>
                <a:lnTo>
                  <a:pt x="31566" y="319663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13191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73856" y="235559"/>
            <a:ext cx="1006572" cy="151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94" b="0" i="0">
                <a:solidFill>
                  <a:srgbClr val="2B2B2B"/>
                </a:solidFill>
                <a:latin typeface="Times New Roman"/>
              </a:rPr>
              <a:t>5  Crossing / return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33189" y="372541"/>
            <a:ext cx="888768" cy="151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94" b="0" i="0">
                <a:solidFill>
                  <a:srgbClr val="2B2B2B"/>
                </a:solidFill>
                <a:latin typeface="Times New Roman"/>
              </a:rPr>
              <a:t>78.0 s · 32° pitch</a:t>
            </a:r>
          </a:p>
        </p:txBody>
      </p:sp>
      <p:sp>
        <p:nvSpPr>
          <p:cNvPr id="53" name="Editable path 41"/>
          <p:cNvSpPr/>
          <p:nvPr/>
        </p:nvSpPr>
        <p:spPr>
          <a:xfrm>
            <a:off x="7820973" y="2341790"/>
            <a:ext cx="1656617" cy="192047"/>
          </a:xfrm>
          <a:custGeom>
            <a:avLst/>
            <a:gdLst/>
            <a:ahLst/>
            <a:cxnLst/>
            <a:rect l="l" t="t" r="r" b="b"/>
            <a:pathLst>
              <a:path w="1656617" h="192047">
                <a:moveTo>
                  <a:pt x="1656617" y="192047"/>
                </a:moveTo>
                <a:lnTo>
                  <a:pt x="1517287" y="175895"/>
                </a:lnTo>
                <a:lnTo>
                  <a:pt x="1378189" y="159770"/>
                </a:lnTo>
                <a:lnTo>
                  <a:pt x="1239323" y="143671"/>
                </a:lnTo>
                <a:lnTo>
                  <a:pt x="1100690" y="127600"/>
                </a:lnTo>
                <a:lnTo>
                  <a:pt x="962290" y="111556"/>
                </a:lnTo>
                <a:lnTo>
                  <a:pt x="824122" y="95538"/>
                </a:lnTo>
                <a:lnTo>
                  <a:pt x="686187" y="79548"/>
                </a:lnTo>
                <a:lnTo>
                  <a:pt x="548484" y="63584"/>
                </a:lnTo>
                <a:lnTo>
                  <a:pt x="411014" y="47648"/>
                </a:lnTo>
                <a:lnTo>
                  <a:pt x="273777" y="31738"/>
                </a:lnTo>
                <a:lnTo>
                  <a:pt x="136772" y="15855"/>
                </a:lnTo>
                <a:lnTo>
                  <a:pt x="0" y="0"/>
                </a:lnTo>
              </a:path>
            </a:pathLst>
          </a:custGeom>
          <a:noFill/>
          <a:ln w="1507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42"/>
          <p:cNvSpPr/>
          <p:nvPr/>
        </p:nvSpPr>
        <p:spPr>
          <a:xfrm>
            <a:off x="7820973" y="2322521"/>
            <a:ext cx="53077" cy="50170"/>
          </a:xfrm>
          <a:custGeom>
            <a:avLst/>
            <a:gdLst/>
            <a:ahLst/>
            <a:cxnLst/>
            <a:rect l="l" t="t" r="r" b="b"/>
            <a:pathLst>
              <a:path w="53077" h="50170">
                <a:moveTo>
                  <a:pt x="47261" y="50170"/>
                </a:moveTo>
                <a:lnTo>
                  <a:pt x="0" y="19269"/>
                </a:lnTo>
                <a:lnTo>
                  <a:pt x="53077" y="0"/>
                </a:lnTo>
              </a:path>
            </a:pathLst>
          </a:custGeom>
          <a:noFill/>
          <a:ln w="15076">
            <a:solidFill>
              <a:srgbClr val="FF95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path 43"/>
          <p:cNvSpPr/>
          <p:nvPr/>
        </p:nvSpPr>
        <p:spPr>
          <a:xfrm>
            <a:off x="9521599" y="2433416"/>
            <a:ext cx="926777" cy="318485"/>
          </a:xfrm>
          <a:custGeom>
            <a:avLst/>
            <a:gdLst/>
            <a:ahLst/>
            <a:cxnLst/>
            <a:rect l="l" t="t" r="r" b="b"/>
            <a:pathLst>
              <a:path w="926777" h="318485">
                <a:moveTo>
                  <a:pt x="31566" y="318485"/>
                </a:moveTo>
                <a:lnTo>
                  <a:pt x="895211" y="318485"/>
                </a:lnTo>
                <a:lnTo>
                  <a:pt x="900253" y="318266"/>
                </a:lnTo>
                <a:lnTo>
                  <a:pt x="904856" y="317609"/>
                </a:lnTo>
                <a:lnTo>
                  <a:pt x="909021" y="316513"/>
                </a:lnTo>
                <a:lnTo>
                  <a:pt x="912747" y="314978"/>
                </a:lnTo>
                <a:lnTo>
                  <a:pt x="916036" y="313005"/>
                </a:lnTo>
                <a:lnTo>
                  <a:pt x="918885" y="310594"/>
                </a:lnTo>
                <a:lnTo>
                  <a:pt x="921296" y="307744"/>
                </a:lnTo>
                <a:lnTo>
                  <a:pt x="923269" y="304456"/>
                </a:lnTo>
                <a:lnTo>
                  <a:pt x="924804" y="300730"/>
                </a:lnTo>
                <a:lnTo>
                  <a:pt x="925900" y="296565"/>
                </a:lnTo>
                <a:lnTo>
                  <a:pt x="926557" y="291961"/>
                </a:lnTo>
                <a:lnTo>
                  <a:pt x="926777" y="286919"/>
                </a:lnTo>
                <a:lnTo>
                  <a:pt x="926777" y="31566"/>
                </a:lnTo>
                <a:lnTo>
                  <a:pt x="926557" y="26524"/>
                </a:lnTo>
                <a:lnTo>
                  <a:pt x="925900" y="21920"/>
                </a:lnTo>
                <a:lnTo>
                  <a:pt x="924804" y="17755"/>
                </a:lnTo>
                <a:lnTo>
                  <a:pt x="923269" y="14029"/>
                </a:lnTo>
                <a:lnTo>
                  <a:pt x="921296" y="10741"/>
                </a:lnTo>
                <a:lnTo>
                  <a:pt x="918885" y="7891"/>
                </a:lnTo>
                <a:lnTo>
                  <a:pt x="916036" y="5480"/>
                </a:lnTo>
                <a:lnTo>
                  <a:pt x="912747" y="3507"/>
                </a:lnTo>
                <a:lnTo>
                  <a:pt x="909021" y="1973"/>
                </a:lnTo>
                <a:lnTo>
                  <a:pt x="904856" y="876"/>
                </a:lnTo>
                <a:lnTo>
                  <a:pt x="900253" y="219"/>
                </a:lnTo>
                <a:lnTo>
                  <a:pt x="895211" y="0"/>
                </a:lnTo>
                <a:lnTo>
                  <a:pt x="31566" y="0"/>
                </a:lnTo>
                <a:lnTo>
                  <a:pt x="26524" y="219"/>
                </a:lnTo>
                <a:lnTo>
                  <a:pt x="21921" y="876"/>
                </a:lnTo>
                <a:lnTo>
                  <a:pt x="17756" y="1973"/>
                </a:lnTo>
                <a:lnTo>
                  <a:pt x="14030" y="3507"/>
                </a:lnTo>
                <a:lnTo>
                  <a:pt x="10741" y="5480"/>
                </a:lnTo>
                <a:lnTo>
                  <a:pt x="7892" y="7891"/>
                </a:lnTo>
                <a:lnTo>
                  <a:pt x="5481" y="10741"/>
                </a:lnTo>
                <a:lnTo>
                  <a:pt x="3508" y="14029"/>
                </a:lnTo>
                <a:lnTo>
                  <a:pt x="1973" y="17755"/>
                </a:lnTo>
                <a:lnTo>
                  <a:pt x="877" y="21920"/>
                </a:lnTo>
                <a:lnTo>
                  <a:pt x="220" y="26524"/>
                </a:lnTo>
                <a:lnTo>
                  <a:pt x="0" y="31566"/>
                </a:lnTo>
                <a:lnTo>
                  <a:pt x="0" y="286919"/>
                </a:lnTo>
                <a:lnTo>
                  <a:pt x="220" y="291961"/>
                </a:lnTo>
                <a:lnTo>
                  <a:pt x="877" y="296565"/>
                </a:lnTo>
                <a:lnTo>
                  <a:pt x="1973" y="300730"/>
                </a:lnTo>
                <a:lnTo>
                  <a:pt x="3508" y="304456"/>
                </a:lnTo>
                <a:lnTo>
                  <a:pt x="5481" y="307744"/>
                </a:lnTo>
                <a:lnTo>
                  <a:pt x="7892" y="310594"/>
                </a:lnTo>
                <a:lnTo>
                  <a:pt x="10741" y="313005"/>
                </a:lnTo>
                <a:lnTo>
                  <a:pt x="14030" y="314978"/>
                </a:lnTo>
                <a:lnTo>
                  <a:pt x="17756" y="316513"/>
                </a:lnTo>
                <a:lnTo>
                  <a:pt x="21921" y="317609"/>
                </a:lnTo>
                <a:lnTo>
                  <a:pt x="26524" y="318266"/>
                </a:lnTo>
                <a:lnTo>
                  <a:pt x="31566" y="318485"/>
                </a:lnTo>
                <a:close/>
              </a:path>
            </a:pathLst>
          </a:custGeom>
          <a:solidFill>
            <a:srgbClr val="FFF8EC">
              <a:alpha val="97000"/>
            </a:srgbClr>
          </a:solidFill>
          <a:ln w="13191">
            <a:solidFill>
              <a:srgbClr val="FF9500">
                <a:alpha val="9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97712" y="2451716"/>
            <a:ext cx="403286" cy="151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94" b="0" i="0">
                <a:solidFill>
                  <a:srgbClr val="2B2B2B"/>
                </a:solidFill>
                <a:latin typeface="Times New Roman"/>
              </a:rPr>
              <a:t>6  Goal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53165" y="2588404"/>
            <a:ext cx="888768" cy="151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94" b="0" i="0">
                <a:solidFill>
                  <a:srgbClr val="2B2B2B"/>
                </a:solidFill>
                <a:latin typeface="Times New Roman"/>
              </a:rPr>
              <a:t>128.6 s · 0° pitch</a:t>
            </a:r>
          </a:p>
        </p:txBody>
      </p:sp>
      <p:sp>
        <p:nvSpPr>
          <p:cNvPr id="58" name="Editable path 44"/>
          <p:cNvSpPr/>
          <p:nvPr/>
        </p:nvSpPr>
        <p:spPr>
          <a:xfrm>
            <a:off x="7647439" y="6607122"/>
            <a:ext cx="3242805" cy="194342"/>
          </a:xfrm>
          <a:custGeom>
            <a:avLst/>
            <a:gdLst/>
            <a:ahLst/>
            <a:cxnLst/>
            <a:rect l="l" t="t" r="r" b="b"/>
            <a:pathLst>
              <a:path w="3242805" h="194342">
                <a:moveTo>
                  <a:pt x="22614" y="194342"/>
                </a:moveTo>
                <a:lnTo>
                  <a:pt x="3220191" y="194342"/>
                </a:lnTo>
                <a:lnTo>
                  <a:pt x="3223803" y="194185"/>
                </a:lnTo>
                <a:lnTo>
                  <a:pt x="3227101" y="193714"/>
                </a:lnTo>
                <a:lnTo>
                  <a:pt x="3230085" y="192929"/>
                </a:lnTo>
                <a:lnTo>
                  <a:pt x="3232754" y="191829"/>
                </a:lnTo>
                <a:lnTo>
                  <a:pt x="3235110" y="190416"/>
                </a:lnTo>
                <a:lnTo>
                  <a:pt x="3237152" y="188689"/>
                </a:lnTo>
                <a:lnTo>
                  <a:pt x="3238879" y="186647"/>
                </a:lnTo>
                <a:lnTo>
                  <a:pt x="3240292" y="184291"/>
                </a:lnTo>
                <a:lnTo>
                  <a:pt x="3241392" y="181621"/>
                </a:lnTo>
                <a:lnTo>
                  <a:pt x="3242177" y="178638"/>
                </a:lnTo>
                <a:lnTo>
                  <a:pt x="3242648" y="175340"/>
                </a:lnTo>
                <a:lnTo>
                  <a:pt x="3242805" y="171728"/>
                </a:lnTo>
                <a:lnTo>
                  <a:pt x="3242805" y="22615"/>
                </a:lnTo>
                <a:lnTo>
                  <a:pt x="3242648" y="19002"/>
                </a:lnTo>
                <a:lnTo>
                  <a:pt x="3242177" y="15704"/>
                </a:lnTo>
                <a:lnTo>
                  <a:pt x="3241392" y="12721"/>
                </a:lnTo>
                <a:lnTo>
                  <a:pt x="3240292" y="10051"/>
                </a:lnTo>
                <a:lnTo>
                  <a:pt x="3238879" y="7695"/>
                </a:lnTo>
                <a:lnTo>
                  <a:pt x="3237152" y="5654"/>
                </a:lnTo>
                <a:lnTo>
                  <a:pt x="3235110" y="3926"/>
                </a:lnTo>
                <a:lnTo>
                  <a:pt x="3232754" y="2513"/>
                </a:lnTo>
                <a:lnTo>
                  <a:pt x="3230085" y="1413"/>
                </a:lnTo>
                <a:lnTo>
                  <a:pt x="3227101" y="628"/>
                </a:lnTo>
                <a:lnTo>
                  <a:pt x="3223803" y="157"/>
                </a:lnTo>
                <a:lnTo>
                  <a:pt x="3220191" y="0"/>
                </a:lnTo>
                <a:lnTo>
                  <a:pt x="22614" y="0"/>
                </a:lnTo>
                <a:lnTo>
                  <a:pt x="19002" y="157"/>
                </a:lnTo>
                <a:lnTo>
                  <a:pt x="15704" y="628"/>
                </a:lnTo>
                <a:lnTo>
                  <a:pt x="12721" y="1413"/>
                </a:lnTo>
                <a:lnTo>
                  <a:pt x="10051" y="2513"/>
                </a:lnTo>
                <a:lnTo>
                  <a:pt x="7695" y="3926"/>
                </a:lnTo>
                <a:lnTo>
                  <a:pt x="5654" y="5654"/>
                </a:lnTo>
                <a:lnTo>
                  <a:pt x="3926" y="7695"/>
                </a:lnTo>
                <a:lnTo>
                  <a:pt x="2513" y="10051"/>
                </a:lnTo>
                <a:lnTo>
                  <a:pt x="1414" y="12721"/>
                </a:lnTo>
                <a:lnTo>
                  <a:pt x="628" y="15704"/>
                </a:lnTo>
                <a:lnTo>
                  <a:pt x="157" y="19002"/>
                </a:lnTo>
                <a:lnTo>
                  <a:pt x="0" y="22615"/>
                </a:lnTo>
                <a:lnTo>
                  <a:pt x="0" y="171728"/>
                </a:lnTo>
                <a:lnTo>
                  <a:pt x="157" y="175340"/>
                </a:lnTo>
                <a:lnTo>
                  <a:pt x="628" y="178638"/>
                </a:lnTo>
                <a:lnTo>
                  <a:pt x="1414" y="181621"/>
                </a:lnTo>
                <a:lnTo>
                  <a:pt x="2513" y="184291"/>
                </a:lnTo>
                <a:lnTo>
                  <a:pt x="3926" y="186647"/>
                </a:lnTo>
                <a:lnTo>
                  <a:pt x="5654" y="188689"/>
                </a:lnTo>
                <a:lnTo>
                  <a:pt x="7695" y="190416"/>
                </a:lnTo>
                <a:lnTo>
                  <a:pt x="10051" y="191829"/>
                </a:lnTo>
                <a:lnTo>
                  <a:pt x="12721" y="192929"/>
                </a:lnTo>
                <a:lnTo>
                  <a:pt x="15704" y="193714"/>
                </a:lnTo>
                <a:lnTo>
                  <a:pt x="19002" y="194185"/>
                </a:lnTo>
                <a:lnTo>
                  <a:pt x="22614" y="194342"/>
                </a:lnTo>
                <a:close/>
              </a:path>
            </a:pathLst>
          </a:custGeom>
          <a:solidFill>
            <a:srgbClr val="FFFFFF">
              <a:alpha val="95000"/>
            </a:srgbClr>
          </a:solidFill>
          <a:ln w="18845">
            <a:solidFill>
              <a:srgbClr val="CCCCCC">
                <a:alpha val="9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path 45"/>
          <p:cNvSpPr/>
          <p:nvPr/>
        </p:nvSpPr>
        <p:spPr>
          <a:xfrm>
            <a:off x="7692668" y="6691926"/>
            <a:ext cx="226143" cy="0"/>
          </a:xfrm>
          <a:custGeom>
            <a:avLst/>
            <a:gdLst/>
            <a:ahLst/>
            <a:cxnLst/>
            <a:rect l="l" t="t" r="r" b="b"/>
            <a:pathLst>
              <a:path w="226143" h="0">
                <a:moveTo>
                  <a:pt x="0" y="0"/>
                </a:moveTo>
                <a:lnTo>
                  <a:pt x="113072" y="0"/>
                </a:lnTo>
                <a:lnTo>
                  <a:pt x="226143" y="0"/>
                </a:lnTo>
              </a:path>
            </a:pathLst>
          </a:custGeom>
          <a:noFill/>
          <a:ln w="2826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09268" y="6638932"/>
            <a:ext cx="653215" cy="1356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2B2B2B"/>
                </a:solidFill>
                <a:latin typeface="Times New Roman"/>
              </a:rPr>
              <a:t>MABEL base</a:t>
            </a:r>
          </a:p>
        </p:txBody>
      </p:sp>
      <p:sp>
        <p:nvSpPr>
          <p:cNvPr id="61" name="Editable path 46"/>
          <p:cNvSpPr/>
          <p:nvPr/>
        </p:nvSpPr>
        <p:spPr>
          <a:xfrm>
            <a:off x="8860546" y="6691926"/>
            <a:ext cx="226144" cy="0"/>
          </a:xfrm>
          <a:custGeom>
            <a:avLst/>
            <a:gdLst/>
            <a:ahLst/>
            <a:cxnLst/>
            <a:rect l="l" t="t" r="r" b="b"/>
            <a:pathLst>
              <a:path w="226144" h="0">
                <a:moveTo>
                  <a:pt x="0" y="0"/>
                </a:moveTo>
                <a:lnTo>
                  <a:pt x="113072" y="0"/>
                </a:lnTo>
                <a:lnTo>
                  <a:pt x="226144" y="0"/>
                </a:lnTo>
              </a:path>
            </a:pathLst>
          </a:custGeom>
          <a:noFill/>
          <a:ln w="28267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77147" y="6638932"/>
            <a:ext cx="546363" cy="1356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2B2B2B"/>
                </a:solidFill>
                <a:latin typeface="Times New Roman"/>
              </a:rPr>
              <a:t>MILO base</a:t>
            </a:r>
          </a:p>
        </p:txBody>
      </p:sp>
      <p:sp>
        <p:nvSpPr>
          <p:cNvPr id="63" name="Editable path 47"/>
          <p:cNvSpPr/>
          <p:nvPr/>
        </p:nvSpPr>
        <p:spPr>
          <a:xfrm>
            <a:off x="9921537" y="6691926"/>
            <a:ext cx="226144" cy="0"/>
          </a:xfrm>
          <a:custGeom>
            <a:avLst/>
            <a:gdLst/>
            <a:ahLst/>
            <a:cxnLst/>
            <a:rect l="l" t="t" r="r" b="b"/>
            <a:pathLst>
              <a:path w="226144" h="0">
                <a:moveTo>
                  <a:pt x="0" y="0"/>
                </a:moveTo>
                <a:lnTo>
                  <a:pt x="113072" y="0"/>
                </a:lnTo>
                <a:lnTo>
                  <a:pt x="226144" y="0"/>
                </a:lnTo>
              </a:path>
            </a:pathLst>
          </a:custGeom>
          <a:noFill/>
          <a:ln w="28267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238137" y="6638932"/>
            <a:ext cx="634219" cy="1356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2B2B2B"/>
                </a:solidFill>
                <a:latin typeface="Times New Roman"/>
              </a:rPr>
              <a:t>Object center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717772"/>
            <a:ext cx="12191999" cy="5422456"/>
          </a:xfrm>
          <a:custGeom>
            <a:avLst/>
            <a:gdLst/>
            <a:ahLst/>
            <a:cxnLst/>
            <a:rect l="l" t="t" r="r" b="b"/>
            <a:pathLst>
              <a:path w="12191999" h="5422456">
                <a:moveTo>
                  <a:pt x="0" y="0"/>
                </a:moveTo>
                <a:lnTo>
                  <a:pt x="12191999" y="0"/>
                </a:lnTo>
                <a:lnTo>
                  <a:pt x="12191999" y="5422456"/>
                </a:lnTo>
                <a:lnTo>
                  <a:pt x="0" y="54224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121920" y="1109083"/>
            <a:ext cx="2438400" cy="3130491"/>
          </a:xfrm>
          <a:custGeom>
            <a:avLst/>
            <a:gdLst/>
            <a:ahLst/>
            <a:cxnLst/>
            <a:rect l="l" t="t" r="r" b="b"/>
            <a:pathLst>
              <a:path w="2438400" h="3130491">
                <a:moveTo>
                  <a:pt x="152400" y="3130491"/>
                </a:moveTo>
                <a:lnTo>
                  <a:pt x="2286000" y="3130491"/>
                </a:lnTo>
                <a:lnTo>
                  <a:pt x="2310341" y="3130005"/>
                </a:lnTo>
                <a:lnTo>
                  <a:pt x="2332566" y="3128549"/>
                </a:lnTo>
                <a:lnTo>
                  <a:pt x="2352675" y="3126123"/>
                </a:lnTo>
                <a:lnTo>
                  <a:pt x="2370666" y="3122726"/>
                </a:lnTo>
                <a:lnTo>
                  <a:pt x="2386541" y="3118359"/>
                </a:lnTo>
                <a:lnTo>
                  <a:pt x="2400300" y="3113021"/>
                </a:lnTo>
                <a:lnTo>
                  <a:pt x="2411942" y="3106713"/>
                </a:lnTo>
                <a:lnTo>
                  <a:pt x="2421467" y="3099434"/>
                </a:lnTo>
                <a:lnTo>
                  <a:pt x="2428875" y="3091184"/>
                </a:lnTo>
                <a:lnTo>
                  <a:pt x="2434167" y="3081964"/>
                </a:lnTo>
                <a:lnTo>
                  <a:pt x="2437342" y="3071774"/>
                </a:lnTo>
                <a:lnTo>
                  <a:pt x="2438400" y="3060613"/>
                </a:lnTo>
                <a:lnTo>
                  <a:pt x="2438400" y="69877"/>
                </a:lnTo>
                <a:lnTo>
                  <a:pt x="2437342" y="58716"/>
                </a:lnTo>
                <a:lnTo>
                  <a:pt x="2434167" y="48526"/>
                </a:lnTo>
                <a:lnTo>
                  <a:pt x="2428875" y="39306"/>
                </a:lnTo>
                <a:lnTo>
                  <a:pt x="2421467" y="31057"/>
                </a:lnTo>
                <a:lnTo>
                  <a:pt x="2411942" y="23778"/>
                </a:lnTo>
                <a:lnTo>
                  <a:pt x="2400300" y="17470"/>
                </a:lnTo>
                <a:lnTo>
                  <a:pt x="2386541" y="12132"/>
                </a:lnTo>
                <a:lnTo>
                  <a:pt x="2370666" y="7764"/>
                </a:lnTo>
                <a:lnTo>
                  <a:pt x="2352675" y="4368"/>
                </a:lnTo>
                <a:lnTo>
                  <a:pt x="2332566" y="1941"/>
                </a:lnTo>
                <a:lnTo>
                  <a:pt x="2310341" y="486"/>
                </a:lnTo>
                <a:lnTo>
                  <a:pt x="2286000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1"/>
                </a:lnTo>
                <a:lnTo>
                  <a:pt x="85725" y="4368"/>
                </a:lnTo>
                <a:lnTo>
                  <a:pt x="67733" y="7764"/>
                </a:lnTo>
                <a:lnTo>
                  <a:pt x="51858" y="12132"/>
                </a:lnTo>
                <a:lnTo>
                  <a:pt x="38100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6"/>
                </a:lnTo>
                <a:lnTo>
                  <a:pt x="0" y="69877"/>
                </a:lnTo>
                <a:lnTo>
                  <a:pt x="0" y="3060613"/>
                </a:lnTo>
                <a:lnTo>
                  <a:pt x="1058" y="3071774"/>
                </a:lnTo>
                <a:lnTo>
                  <a:pt x="4233" y="3081964"/>
                </a:lnTo>
                <a:lnTo>
                  <a:pt x="9525" y="3091184"/>
                </a:lnTo>
                <a:lnTo>
                  <a:pt x="16933" y="3099434"/>
                </a:lnTo>
                <a:lnTo>
                  <a:pt x="26458" y="3106713"/>
                </a:lnTo>
                <a:lnTo>
                  <a:pt x="38100" y="3113021"/>
                </a:lnTo>
                <a:lnTo>
                  <a:pt x="51858" y="3118359"/>
                </a:lnTo>
                <a:lnTo>
                  <a:pt x="67733" y="3122726"/>
                </a:lnTo>
                <a:lnTo>
                  <a:pt x="85725" y="3126123"/>
                </a:lnTo>
                <a:lnTo>
                  <a:pt x="105833" y="3128549"/>
                </a:lnTo>
                <a:lnTo>
                  <a:pt x="128058" y="3130005"/>
                </a:lnTo>
                <a:lnTo>
                  <a:pt x="152400" y="3130491"/>
                </a:lnTo>
                <a:close/>
              </a:path>
            </a:pathLst>
          </a:custGeom>
          <a:solidFill>
            <a:srgbClr val="FBF1E0"/>
          </a:solidFill>
          <a:ln w="15393">
            <a:solidFill>
              <a:srgbClr val="B8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2926080" y="1109083"/>
            <a:ext cx="2560320" cy="3130491"/>
          </a:xfrm>
          <a:custGeom>
            <a:avLst/>
            <a:gdLst/>
            <a:ahLst/>
            <a:cxnLst/>
            <a:rect l="l" t="t" r="r" b="b"/>
            <a:pathLst>
              <a:path w="2560320" h="3130491">
                <a:moveTo>
                  <a:pt x="152400" y="3130491"/>
                </a:moveTo>
                <a:lnTo>
                  <a:pt x="2407920" y="3130491"/>
                </a:lnTo>
                <a:lnTo>
                  <a:pt x="2432261" y="3130005"/>
                </a:lnTo>
                <a:lnTo>
                  <a:pt x="2454486" y="3128549"/>
                </a:lnTo>
                <a:lnTo>
                  <a:pt x="2474595" y="3126123"/>
                </a:lnTo>
                <a:lnTo>
                  <a:pt x="2492586" y="3122726"/>
                </a:lnTo>
                <a:lnTo>
                  <a:pt x="2508461" y="3118359"/>
                </a:lnTo>
                <a:lnTo>
                  <a:pt x="2522220" y="3113021"/>
                </a:lnTo>
                <a:lnTo>
                  <a:pt x="2533861" y="3106713"/>
                </a:lnTo>
                <a:lnTo>
                  <a:pt x="2543386" y="3099434"/>
                </a:lnTo>
                <a:lnTo>
                  <a:pt x="2550795" y="3091184"/>
                </a:lnTo>
                <a:lnTo>
                  <a:pt x="2556086" y="3081964"/>
                </a:lnTo>
                <a:lnTo>
                  <a:pt x="2559261" y="3071774"/>
                </a:lnTo>
                <a:lnTo>
                  <a:pt x="2560320" y="3060613"/>
                </a:lnTo>
                <a:lnTo>
                  <a:pt x="2560320" y="69877"/>
                </a:lnTo>
                <a:lnTo>
                  <a:pt x="2559261" y="58716"/>
                </a:lnTo>
                <a:lnTo>
                  <a:pt x="2556086" y="48526"/>
                </a:lnTo>
                <a:lnTo>
                  <a:pt x="2550795" y="39306"/>
                </a:lnTo>
                <a:lnTo>
                  <a:pt x="2543386" y="31057"/>
                </a:lnTo>
                <a:lnTo>
                  <a:pt x="2533861" y="23778"/>
                </a:lnTo>
                <a:lnTo>
                  <a:pt x="2522220" y="17470"/>
                </a:lnTo>
                <a:lnTo>
                  <a:pt x="2508461" y="12132"/>
                </a:lnTo>
                <a:lnTo>
                  <a:pt x="2492586" y="7764"/>
                </a:lnTo>
                <a:lnTo>
                  <a:pt x="2474595" y="4368"/>
                </a:lnTo>
                <a:lnTo>
                  <a:pt x="2454486" y="1941"/>
                </a:lnTo>
                <a:lnTo>
                  <a:pt x="2432261" y="486"/>
                </a:lnTo>
                <a:lnTo>
                  <a:pt x="2407920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1"/>
                </a:lnTo>
                <a:lnTo>
                  <a:pt x="85725" y="4368"/>
                </a:lnTo>
                <a:lnTo>
                  <a:pt x="67733" y="7764"/>
                </a:lnTo>
                <a:lnTo>
                  <a:pt x="51858" y="12132"/>
                </a:lnTo>
                <a:lnTo>
                  <a:pt x="38100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6"/>
                </a:lnTo>
                <a:lnTo>
                  <a:pt x="0" y="69877"/>
                </a:lnTo>
                <a:lnTo>
                  <a:pt x="0" y="3060613"/>
                </a:lnTo>
                <a:lnTo>
                  <a:pt x="1058" y="3071774"/>
                </a:lnTo>
                <a:lnTo>
                  <a:pt x="4233" y="3081964"/>
                </a:lnTo>
                <a:lnTo>
                  <a:pt x="9525" y="3091184"/>
                </a:lnTo>
                <a:lnTo>
                  <a:pt x="16933" y="3099434"/>
                </a:lnTo>
                <a:lnTo>
                  <a:pt x="26458" y="3106713"/>
                </a:lnTo>
                <a:lnTo>
                  <a:pt x="38100" y="3113021"/>
                </a:lnTo>
                <a:lnTo>
                  <a:pt x="51858" y="3118359"/>
                </a:lnTo>
                <a:lnTo>
                  <a:pt x="67733" y="3122726"/>
                </a:lnTo>
                <a:lnTo>
                  <a:pt x="85725" y="3126123"/>
                </a:lnTo>
                <a:lnTo>
                  <a:pt x="105833" y="3128549"/>
                </a:lnTo>
                <a:lnTo>
                  <a:pt x="128058" y="3130005"/>
                </a:lnTo>
                <a:lnTo>
                  <a:pt x="152400" y="3130491"/>
                </a:lnTo>
                <a:close/>
              </a:path>
            </a:pathLst>
          </a:custGeom>
          <a:solidFill>
            <a:srgbClr val="EFE9F5"/>
          </a:solidFill>
          <a:ln w="15393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4"/>
          <p:cNvSpPr/>
          <p:nvPr/>
        </p:nvSpPr>
        <p:spPr>
          <a:xfrm>
            <a:off x="3048000" y="3624656"/>
            <a:ext cx="2316480" cy="503114"/>
          </a:xfrm>
          <a:custGeom>
            <a:avLst/>
            <a:gdLst/>
            <a:ahLst/>
            <a:cxnLst/>
            <a:rect l="l" t="t" r="r" b="b"/>
            <a:pathLst>
              <a:path w="2316480" h="503114">
                <a:moveTo>
                  <a:pt x="152400" y="503114"/>
                </a:moveTo>
                <a:lnTo>
                  <a:pt x="2164080" y="503114"/>
                </a:lnTo>
                <a:lnTo>
                  <a:pt x="2188421" y="502629"/>
                </a:lnTo>
                <a:lnTo>
                  <a:pt x="2210646" y="501173"/>
                </a:lnTo>
                <a:lnTo>
                  <a:pt x="2230755" y="498747"/>
                </a:lnTo>
                <a:lnTo>
                  <a:pt x="2248746" y="495350"/>
                </a:lnTo>
                <a:lnTo>
                  <a:pt x="2264621" y="490983"/>
                </a:lnTo>
                <a:lnTo>
                  <a:pt x="2278380" y="485645"/>
                </a:lnTo>
                <a:lnTo>
                  <a:pt x="2290021" y="479336"/>
                </a:lnTo>
                <a:lnTo>
                  <a:pt x="2299546" y="472058"/>
                </a:lnTo>
                <a:lnTo>
                  <a:pt x="2306955" y="463808"/>
                </a:lnTo>
                <a:lnTo>
                  <a:pt x="2312246" y="454588"/>
                </a:lnTo>
                <a:lnTo>
                  <a:pt x="2315421" y="444398"/>
                </a:lnTo>
                <a:lnTo>
                  <a:pt x="2316480" y="433237"/>
                </a:lnTo>
                <a:lnTo>
                  <a:pt x="2316480" y="69877"/>
                </a:lnTo>
                <a:lnTo>
                  <a:pt x="2315421" y="58716"/>
                </a:lnTo>
                <a:lnTo>
                  <a:pt x="2312246" y="48525"/>
                </a:lnTo>
                <a:lnTo>
                  <a:pt x="2306955" y="39305"/>
                </a:lnTo>
                <a:lnTo>
                  <a:pt x="2299546" y="31056"/>
                </a:lnTo>
                <a:lnTo>
                  <a:pt x="2290021" y="23777"/>
                </a:lnTo>
                <a:lnTo>
                  <a:pt x="2278380" y="17469"/>
                </a:lnTo>
                <a:lnTo>
                  <a:pt x="2264621" y="12131"/>
                </a:lnTo>
                <a:lnTo>
                  <a:pt x="2248746" y="7764"/>
                </a:lnTo>
                <a:lnTo>
                  <a:pt x="2230755" y="4367"/>
                </a:lnTo>
                <a:lnTo>
                  <a:pt x="2210646" y="1941"/>
                </a:lnTo>
                <a:lnTo>
                  <a:pt x="2188421" y="485"/>
                </a:lnTo>
                <a:lnTo>
                  <a:pt x="2164080" y="0"/>
                </a:lnTo>
                <a:lnTo>
                  <a:pt x="152400" y="0"/>
                </a:lnTo>
                <a:lnTo>
                  <a:pt x="128058" y="485"/>
                </a:lnTo>
                <a:lnTo>
                  <a:pt x="105833" y="1941"/>
                </a:lnTo>
                <a:lnTo>
                  <a:pt x="85725" y="4367"/>
                </a:lnTo>
                <a:lnTo>
                  <a:pt x="67733" y="7764"/>
                </a:lnTo>
                <a:lnTo>
                  <a:pt x="51858" y="12131"/>
                </a:lnTo>
                <a:lnTo>
                  <a:pt x="38100" y="17469"/>
                </a:lnTo>
                <a:lnTo>
                  <a:pt x="26458" y="23777"/>
                </a:lnTo>
                <a:lnTo>
                  <a:pt x="16933" y="31056"/>
                </a:lnTo>
                <a:lnTo>
                  <a:pt x="9525" y="39305"/>
                </a:lnTo>
                <a:lnTo>
                  <a:pt x="4233" y="48525"/>
                </a:lnTo>
                <a:lnTo>
                  <a:pt x="1058" y="58716"/>
                </a:lnTo>
                <a:lnTo>
                  <a:pt x="0" y="69877"/>
                </a:lnTo>
                <a:lnTo>
                  <a:pt x="0" y="433237"/>
                </a:lnTo>
                <a:lnTo>
                  <a:pt x="1058" y="444398"/>
                </a:lnTo>
                <a:lnTo>
                  <a:pt x="4233" y="454588"/>
                </a:lnTo>
                <a:lnTo>
                  <a:pt x="9525" y="463808"/>
                </a:lnTo>
                <a:lnTo>
                  <a:pt x="16933" y="472058"/>
                </a:lnTo>
                <a:lnTo>
                  <a:pt x="26458" y="479336"/>
                </a:lnTo>
                <a:lnTo>
                  <a:pt x="38100" y="485645"/>
                </a:lnTo>
                <a:lnTo>
                  <a:pt x="51858" y="490983"/>
                </a:lnTo>
                <a:lnTo>
                  <a:pt x="67733" y="495350"/>
                </a:lnTo>
                <a:lnTo>
                  <a:pt x="85725" y="498747"/>
                </a:lnTo>
                <a:lnTo>
                  <a:pt x="105833" y="501173"/>
                </a:lnTo>
                <a:lnTo>
                  <a:pt x="128058" y="502629"/>
                </a:lnTo>
                <a:lnTo>
                  <a:pt x="152400" y="503114"/>
                </a:lnTo>
                <a:close/>
              </a:path>
            </a:pathLst>
          </a:custGeom>
          <a:solidFill>
            <a:srgbClr val="EEF0F3"/>
          </a:solidFill>
          <a:ln w="15393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path 5"/>
          <p:cNvSpPr/>
          <p:nvPr/>
        </p:nvSpPr>
        <p:spPr>
          <a:xfrm>
            <a:off x="5852160" y="1109083"/>
            <a:ext cx="3535679" cy="3130491"/>
          </a:xfrm>
          <a:custGeom>
            <a:avLst/>
            <a:gdLst/>
            <a:ahLst/>
            <a:cxnLst/>
            <a:rect l="l" t="t" r="r" b="b"/>
            <a:pathLst>
              <a:path w="3535679" h="3130491">
                <a:moveTo>
                  <a:pt x="152400" y="3130491"/>
                </a:moveTo>
                <a:lnTo>
                  <a:pt x="3383279" y="3130491"/>
                </a:lnTo>
                <a:lnTo>
                  <a:pt x="3407621" y="3130005"/>
                </a:lnTo>
                <a:lnTo>
                  <a:pt x="3429846" y="3128549"/>
                </a:lnTo>
                <a:lnTo>
                  <a:pt x="3449954" y="3126123"/>
                </a:lnTo>
                <a:lnTo>
                  <a:pt x="3467946" y="3122726"/>
                </a:lnTo>
                <a:lnTo>
                  <a:pt x="3483821" y="3118359"/>
                </a:lnTo>
                <a:lnTo>
                  <a:pt x="3497579" y="3113021"/>
                </a:lnTo>
                <a:lnTo>
                  <a:pt x="3509221" y="3106713"/>
                </a:lnTo>
                <a:lnTo>
                  <a:pt x="3518746" y="3099434"/>
                </a:lnTo>
                <a:lnTo>
                  <a:pt x="3526154" y="3091184"/>
                </a:lnTo>
                <a:lnTo>
                  <a:pt x="3531446" y="3081964"/>
                </a:lnTo>
                <a:lnTo>
                  <a:pt x="3534621" y="3071774"/>
                </a:lnTo>
                <a:lnTo>
                  <a:pt x="3535679" y="3060613"/>
                </a:lnTo>
                <a:lnTo>
                  <a:pt x="3535679" y="69877"/>
                </a:lnTo>
                <a:lnTo>
                  <a:pt x="3534621" y="58716"/>
                </a:lnTo>
                <a:lnTo>
                  <a:pt x="3531446" y="48526"/>
                </a:lnTo>
                <a:lnTo>
                  <a:pt x="3526154" y="39306"/>
                </a:lnTo>
                <a:lnTo>
                  <a:pt x="3518746" y="31057"/>
                </a:lnTo>
                <a:lnTo>
                  <a:pt x="3509221" y="23778"/>
                </a:lnTo>
                <a:lnTo>
                  <a:pt x="3497579" y="17470"/>
                </a:lnTo>
                <a:lnTo>
                  <a:pt x="3483821" y="12132"/>
                </a:lnTo>
                <a:lnTo>
                  <a:pt x="3467946" y="7764"/>
                </a:lnTo>
                <a:lnTo>
                  <a:pt x="3449954" y="4368"/>
                </a:lnTo>
                <a:lnTo>
                  <a:pt x="3429846" y="1941"/>
                </a:lnTo>
                <a:lnTo>
                  <a:pt x="3407621" y="486"/>
                </a:lnTo>
                <a:lnTo>
                  <a:pt x="3383279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1"/>
                </a:lnTo>
                <a:lnTo>
                  <a:pt x="85725" y="4368"/>
                </a:lnTo>
                <a:lnTo>
                  <a:pt x="67733" y="7764"/>
                </a:lnTo>
                <a:lnTo>
                  <a:pt x="51858" y="12132"/>
                </a:lnTo>
                <a:lnTo>
                  <a:pt x="38100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6"/>
                </a:lnTo>
                <a:lnTo>
                  <a:pt x="0" y="69877"/>
                </a:lnTo>
                <a:lnTo>
                  <a:pt x="0" y="3060613"/>
                </a:lnTo>
                <a:lnTo>
                  <a:pt x="1058" y="3071774"/>
                </a:lnTo>
                <a:lnTo>
                  <a:pt x="4233" y="3081964"/>
                </a:lnTo>
                <a:lnTo>
                  <a:pt x="9525" y="3091184"/>
                </a:lnTo>
                <a:lnTo>
                  <a:pt x="16933" y="3099434"/>
                </a:lnTo>
                <a:lnTo>
                  <a:pt x="26458" y="3106713"/>
                </a:lnTo>
                <a:lnTo>
                  <a:pt x="38100" y="3113021"/>
                </a:lnTo>
                <a:lnTo>
                  <a:pt x="51858" y="3118359"/>
                </a:lnTo>
                <a:lnTo>
                  <a:pt x="67733" y="3122726"/>
                </a:lnTo>
                <a:lnTo>
                  <a:pt x="85725" y="3126123"/>
                </a:lnTo>
                <a:lnTo>
                  <a:pt x="105833" y="3128549"/>
                </a:lnTo>
                <a:lnTo>
                  <a:pt x="128058" y="3130005"/>
                </a:lnTo>
                <a:lnTo>
                  <a:pt x="152400" y="3130491"/>
                </a:lnTo>
                <a:close/>
              </a:path>
            </a:pathLst>
          </a:custGeom>
          <a:solidFill>
            <a:srgbClr val="EEF0F3"/>
          </a:solidFill>
          <a:ln w="1539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path 6"/>
          <p:cNvSpPr/>
          <p:nvPr/>
        </p:nvSpPr>
        <p:spPr>
          <a:xfrm>
            <a:off x="6010656" y="1668099"/>
            <a:ext cx="3218688" cy="838525"/>
          </a:xfrm>
          <a:custGeom>
            <a:avLst/>
            <a:gdLst/>
            <a:ahLst/>
            <a:cxnLst/>
            <a:rect l="l" t="t" r="r" b="b"/>
            <a:pathLst>
              <a:path w="3218688" h="838525">
                <a:moveTo>
                  <a:pt x="152400" y="838525"/>
                </a:moveTo>
                <a:lnTo>
                  <a:pt x="3066287" y="838525"/>
                </a:lnTo>
                <a:lnTo>
                  <a:pt x="3090629" y="838039"/>
                </a:lnTo>
                <a:lnTo>
                  <a:pt x="3112854" y="836584"/>
                </a:lnTo>
                <a:lnTo>
                  <a:pt x="3132962" y="834157"/>
                </a:lnTo>
                <a:lnTo>
                  <a:pt x="3150954" y="830761"/>
                </a:lnTo>
                <a:lnTo>
                  <a:pt x="3166829" y="826393"/>
                </a:lnTo>
                <a:lnTo>
                  <a:pt x="3180588" y="821055"/>
                </a:lnTo>
                <a:lnTo>
                  <a:pt x="3192229" y="814747"/>
                </a:lnTo>
                <a:lnTo>
                  <a:pt x="3201754" y="807468"/>
                </a:lnTo>
                <a:lnTo>
                  <a:pt x="3209163" y="799219"/>
                </a:lnTo>
                <a:lnTo>
                  <a:pt x="3214454" y="789999"/>
                </a:lnTo>
                <a:lnTo>
                  <a:pt x="3217629" y="779809"/>
                </a:lnTo>
                <a:lnTo>
                  <a:pt x="3218688" y="768648"/>
                </a:lnTo>
                <a:lnTo>
                  <a:pt x="3218688" y="69877"/>
                </a:lnTo>
                <a:lnTo>
                  <a:pt x="3217629" y="58717"/>
                </a:lnTo>
                <a:lnTo>
                  <a:pt x="3214454" y="48526"/>
                </a:lnTo>
                <a:lnTo>
                  <a:pt x="3209163" y="39306"/>
                </a:lnTo>
                <a:lnTo>
                  <a:pt x="3201754" y="31057"/>
                </a:lnTo>
                <a:lnTo>
                  <a:pt x="3192229" y="23778"/>
                </a:lnTo>
                <a:lnTo>
                  <a:pt x="3180588" y="17470"/>
                </a:lnTo>
                <a:lnTo>
                  <a:pt x="3166829" y="12132"/>
                </a:lnTo>
                <a:lnTo>
                  <a:pt x="3150954" y="7765"/>
                </a:lnTo>
                <a:lnTo>
                  <a:pt x="3132962" y="4368"/>
                </a:lnTo>
                <a:lnTo>
                  <a:pt x="3112854" y="1942"/>
                </a:lnTo>
                <a:lnTo>
                  <a:pt x="3090629" y="486"/>
                </a:lnTo>
                <a:lnTo>
                  <a:pt x="3066287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2"/>
                </a:lnTo>
                <a:lnTo>
                  <a:pt x="85725" y="4368"/>
                </a:lnTo>
                <a:lnTo>
                  <a:pt x="67733" y="7765"/>
                </a:lnTo>
                <a:lnTo>
                  <a:pt x="51858" y="12132"/>
                </a:lnTo>
                <a:lnTo>
                  <a:pt x="38100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7"/>
                </a:lnTo>
                <a:lnTo>
                  <a:pt x="0" y="69877"/>
                </a:lnTo>
                <a:lnTo>
                  <a:pt x="0" y="768648"/>
                </a:lnTo>
                <a:lnTo>
                  <a:pt x="1058" y="779809"/>
                </a:lnTo>
                <a:lnTo>
                  <a:pt x="4233" y="789999"/>
                </a:lnTo>
                <a:lnTo>
                  <a:pt x="9525" y="799219"/>
                </a:lnTo>
                <a:lnTo>
                  <a:pt x="16933" y="807468"/>
                </a:lnTo>
                <a:lnTo>
                  <a:pt x="26458" y="814747"/>
                </a:lnTo>
                <a:lnTo>
                  <a:pt x="38100" y="821055"/>
                </a:lnTo>
                <a:lnTo>
                  <a:pt x="51858" y="826393"/>
                </a:lnTo>
                <a:lnTo>
                  <a:pt x="67733" y="830761"/>
                </a:lnTo>
                <a:lnTo>
                  <a:pt x="85725" y="834157"/>
                </a:lnTo>
                <a:lnTo>
                  <a:pt x="105833" y="836584"/>
                </a:lnTo>
                <a:lnTo>
                  <a:pt x="128058" y="838039"/>
                </a:lnTo>
                <a:lnTo>
                  <a:pt x="152400" y="838525"/>
                </a:lnTo>
                <a:close/>
              </a:path>
            </a:pathLst>
          </a:custGeom>
          <a:solidFill>
            <a:srgbClr val="EFE9F5"/>
          </a:solidFill>
          <a:ln w="15393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7"/>
          <p:cNvSpPr/>
          <p:nvPr/>
        </p:nvSpPr>
        <p:spPr>
          <a:xfrm>
            <a:off x="6010656" y="2674328"/>
            <a:ext cx="1536191" cy="1062131"/>
          </a:xfrm>
          <a:custGeom>
            <a:avLst/>
            <a:gdLst/>
            <a:ahLst/>
            <a:cxnLst/>
            <a:rect l="l" t="t" r="r" b="b"/>
            <a:pathLst>
              <a:path w="1536191" h="1062131">
                <a:moveTo>
                  <a:pt x="152400" y="1062131"/>
                </a:moveTo>
                <a:lnTo>
                  <a:pt x="1383791" y="1062131"/>
                </a:lnTo>
                <a:lnTo>
                  <a:pt x="1408133" y="1061646"/>
                </a:lnTo>
                <a:lnTo>
                  <a:pt x="1430358" y="1060190"/>
                </a:lnTo>
                <a:lnTo>
                  <a:pt x="1450467" y="1057764"/>
                </a:lnTo>
                <a:lnTo>
                  <a:pt x="1468458" y="1054367"/>
                </a:lnTo>
                <a:lnTo>
                  <a:pt x="1484333" y="1049999"/>
                </a:lnTo>
                <a:lnTo>
                  <a:pt x="1498092" y="1044662"/>
                </a:lnTo>
                <a:lnTo>
                  <a:pt x="1509733" y="1038353"/>
                </a:lnTo>
                <a:lnTo>
                  <a:pt x="1519258" y="1031074"/>
                </a:lnTo>
                <a:lnTo>
                  <a:pt x="1526666" y="1022825"/>
                </a:lnTo>
                <a:lnTo>
                  <a:pt x="1531958" y="1013605"/>
                </a:lnTo>
                <a:lnTo>
                  <a:pt x="1535133" y="1003415"/>
                </a:lnTo>
                <a:lnTo>
                  <a:pt x="1536191" y="992254"/>
                </a:lnTo>
                <a:lnTo>
                  <a:pt x="1536191" y="69877"/>
                </a:lnTo>
                <a:lnTo>
                  <a:pt x="1535133" y="58717"/>
                </a:lnTo>
                <a:lnTo>
                  <a:pt x="1531958" y="48526"/>
                </a:lnTo>
                <a:lnTo>
                  <a:pt x="1526666" y="39306"/>
                </a:lnTo>
                <a:lnTo>
                  <a:pt x="1519258" y="31057"/>
                </a:lnTo>
                <a:lnTo>
                  <a:pt x="1509733" y="23778"/>
                </a:lnTo>
                <a:lnTo>
                  <a:pt x="1498092" y="17470"/>
                </a:lnTo>
                <a:lnTo>
                  <a:pt x="1484333" y="12132"/>
                </a:lnTo>
                <a:lnTo>
                  <a:pt x="1468458" y="7765"/>
                </a:lnTo>
                <a:lnTo>
                  <a:pt x="1450467" y="4368"/>
                </a:lnTo>
                <a:lnTo>
                  <a:pt x="1430358" y="1941"/>
                </a:lnTo>
                <a:lnTo>
                  <a:pt x="1408133" y="486"/>
                </a:lnTo>
                <a:lnTo>
                  <a:pt x="1383791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1"/>
                </a:lnTo>
                <a:lnTo>
                  <a:pt x="85725" y="4368"/>
                </a:lnTo>
                <a:lnTo>
                  <a:pt x="67733" y="7765"/>
                </a:lnTo>
                <a:lnTo>
                  <a:pt x="51858" y="12132"/>
                </a:lnTo>
                <a:lnTo>
                  <a:pt x="38100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7"/>
                </a:lnTo>
                <a:lnTo>
                  <a:pt x="0" y="69877"/>
                </a:lnTo>
                <a:lnTo>
                  <a:pt x="0" y="992254"/>
                </a:lnTo>
                <a:lnTo>
                  <a:pt x="1058" y="1003415"/>
                </a:lnTo>
                <a:lnTo>
                  <a:pt x="4233" y="1013605"/>
                </a:lnTo>
                <a:lnTo>
                  <a:pt x="9525" y="1022825"/>
                </a:lnTo>
                <a:lnTo>
                  <a:pt x="16933" y="1031074"/>
                </a:lnTo>
                <a:lnTo>
                  <a:pt x="26458" y="1038353"/>
                </a:lnTo>
                <a:lnTo>
                  <a:pt x="38100" y="1044662"/>
                </a:lnTo>
                <a:lnTo>
                  <a:pt x="51858" y="1049999"/>
                </a:lnTo>
                <a:lnTo>
                  <a:pt x="67733" y="1054367"/>
                </a:lnTo>
                <a:lnTo>
                  <a:pt x="85725" y="1057764"/>
                </a:lnTo>
                <a:lnTo>
                  <a:pt x="105833" y="1060190"/>
                </a:lnTo>
                <a:lnTo>
                  <a:pt x="128058" y="1061646"/>
                </a:lnTo>
                <a:lnTo>
                  <a:pt x="152400" y="1062131"/>
                </a:lnTo>
                <a:close/>
              </a:path>
            </a:pathLst>
          </a:custGeom>
          <a:solidFill>
            <a:srgbClr val="FFF7EB"/>
          </a:solidFill>
          <a:ln w="1539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path 8"/>
          <p:cNvSpPr/>
          <p:nvPr/>
        </p:nvSpPr>
        <p:spPr>
          <a:xfrm>
            <a:off x="7693152" y="2674328"/>
            <a:ext cx="1536192" cy="1062131"/>
          </a:xfrm>
          <a:custGeom>
            <a:avLst/>
            <a:gdLst/>
            <a:ahLst/>
            <a:cxnLst/>
            <a:rect l="l" t="t" r="r" b="b"/>
            <a:pathLst>
              <a:path w="1536192" h="1062131">
                <a:moveTo>
                  <a:pt x="152400" y="1062131"/>
                </a:moveTo>
                <a:lnTo>
                  <a:pt x="1383791" y="1062131"/>
                </a:lnTo>
                <a:lnTo>
                  <a:pt x="1408133" y="1061646"/>
                </a:lnTo>
                <a:lnTo>
                  <a:pt x="1430358" y="1060190"/>
                </a:lnTo>
                <a:lnTo>
                  <a:pt x="1450466" y="1057764"/>
                </a:lnTo>
                <a:lnTo>
                  <a:pt x="1468458" y="1054367"/>
                </a:lnTo>
                <a:lnTo>
                  <a:pt x="1484333" y="1049999"/>
                </a:lnTo>
                <a:lnTo>
                  <a:pt x="1498092" y="1044662"/>
                </a:lnTo>
                <a:lnTo>
                  <a:pt x="1509733" y="1038353"/>
                </a:lnTo>
                <a:lnTo>
                  <a:pt x="1519258" y="1031074"/>
                </a:lnTo>
                <a:lnTo>
                  <a:pt x="1526667" y="1022825"/>
                </a:lnTo>
                <a:lnTo>
                  <a:pt x="1531958" y="1013605"/>
                </a:lnTo>
                <a:lnTo>
                  <a:pt x="1535133" y="1003415"/>
                </a:lnTo>
                <a:lnTo>
                  <a:pt x="1536192" y="992254"/>
                </a:lnTo>
                <a:lnTo>
                  <a:pt x="1536192" y="69877"/>
                </a:lnTo>
                <a:lnTo>
                  <a:pt x="1535133" y="58717"/>
                </a:lnTo>
                <a:lnTo>
                  <a:pt x="1531958" y="48526"/>
                </a:lnTo>
                <a:lnTo>
                  <a:pt x="1526667" y="39306"/>
                </a:lnTo>
                <a:lnTo>
                  <a:pt x="1519258" y="31057"/>
                </a:lnTo>
                <a:lnTo>
                  <a:pt x="1509733" y="23778"/>
                </a:lnTo>
                <a:lnTo>
                  <a:pt x="1498092" y="17470"/>
                </a:lnTo>
                <a:lnTo>
                  <a:pt x="1484333" y="12132"/>
                </a:lnTo>
                <a:lnTo>
                  <a:pt x="1468458" y="7765"/>
                </a:lnTo>
                <a:lnTo>
                  <a:pt x="1450466" y="4368"/>
                </a:lnTo>
                <a:lnTo>
                  <a:pt x="1430358" y="1941"/>
                </a:lnTo>
                <a:lnTo>
                  <a:pt x="1408133" y="486"/>
                </a:lnTo>
                <a:lnTo>
                  <a:pt x="1383791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1"/>
                </a:lnTo>
                <a:lnTo>
                  <a:pt x="85725" y="4368"/>
                </a:lnTo>
                <a:lnTo>
                  <a:pt x="67733" y="7765"/>
                </a:lnTo>
                <a:lnTo>
                  <a:pt x="51858" y="12132"/>
                </a:lnTo>
                <a:lnTo>
                  <a:pt x="38100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7"/>
                </a:lnTo>
                <a:lnTo>
                  <a:pt x="0" y="69877"/>
                </a:lnTo>
                <a:lnTo>
                  <a:pt x="0" y="992254"/>
                </a:lnTo>
                <a:lnTo>
                  <a:pt x="1058" y="1003415"/>
                </a:lnTo>
                <a:lnTo>
                  <a:pt x="4233" y="1013605"/>
                </a:lnTo>
                <a:lnTo>
                  <a:pt x="9525" y="1022825"/>
                </a:lnTo>
                <a:lnTo>
                  <a:pt x="16933" y="1031074"/>
                </a:lnTo>
                <a:lnTo>
                  <a:pt x="26458" y="1038353"/>
                </a:lnTo>
                <a:lnTo>
                  <a:pt x="38100" y="1044662"/>
                </a:lnTo>
                <a:lnTo>
                  <a:pt x="51858" y="1049999"/>
                </a:lnTo>
                <a:lnTo>
                  <a:pt x="67733" y="1054367"/>
                </a:lnTo>
                <a:lnTo>
                  <a:pt x="85725" y="1057764"/>
                </a:lnTo>
                <a:lnTo>
                  <a:pt x="105833" y="1060190"/>
                </a:lnTo>
                <a:lnTo>
                  <a:pt x="128058" y="1061646"/>
                </a:lnTo>
                <a:lnTo>
                  <a:pt x="152400" y="1062131"/>
                </a:lnTo>
                <a:close/>
              </a:path>
            </a:pathLst>
          </a:custGeom>
          <a:solidFill>
            <a:srgbClr val="EBF9F9"/>
          </a:solidFill>
          <a:ln w="1539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path 9"/>
          <p:cNvSpPr/>
          <p:nvPr/>
        </p:nvSpPr>
        <p:spPr>
          <a:xfrm>
            <a:off x="9753599" y="1109083"/>
            <a:ext cx="2316480" cy="3130491"/>
          </a:xfrm>
          <a:custGeom>
            <a:avLst/>
            <a:gdLst/>
            <a:ahLst/>
            <a:cxnLst/>
            <a:rect l="l" t="t" r="r" b="b"/>
            <a:pathLst>
              <a:path w="2316480" h="3130491">
                <a:moveTo>
                  <a:pt x="152400" y="3130491"/>
                </a:moveTo>
                <a:lnTo>
                  <a:pt x="2164081" y="3130491"/>
                </a:lnTo>
                <a:lnTo>
                  <a:pt x="2188422" y="3130005"/>
                </a:lnTo>
                <a:lnTo>
                  <a:pt x="2210647" y="3128549"/>
                </a:lnTo>
                <a:lnTo>
                  <a:pt x="2230755" y="3126123"/>
                </a:lnTo>
                <a:lnTo>
                  <a:pt x="2248747" y="3122726"/>
                </a:lnTo>
                <a:lnTo>
                  <a:pt x="2264622" y="3118359"/>
                </a:lnTo>
                <a:lnTo>
                  <a:pt x="2278380" y="3113021"/>
                </a:lnTo>
                <a:lnTo>
                  <a:pt x="2290022" y="3106713"/>
                </a:lnTo>
                <a:lnTo>
                  <a:pt x="2299547" y="3099434"/>
                </a:lnTo>
                <a:lnTo>
                  <a:pt x="2306955" y="3091184"/>
                </a:lnTo>
                <a:lnTo>
                  <a:pt x="2312247" y="3081964"/>
                </a:lnTo>
                <a:lnTo>
                  <a:pt x="2315422" y="3071774"/>
                </a:lnTo>
                <a:lnTo>
                  <a:pt x="2316480" y="3060613"/>
                </a:lnTo>
                <a:lnTo>
                  <a:pt x="2316480" y="69877"/>
                </a:lnTo>
                <a:lnTo>
                  <a:pt x="2315422" y="58716"/>
                </a:lnTo>
                <a:lnTo>
                  <a:pt x="2312247" y="48526"/>
                </a:lnTo>
                <a:lnTo>
                  <a:pt x="2306955" y="39306"/>
                </a:lnTo>
                <a:lnTo>
                  <a:pt x="2299547" y="31057"/>
                </a:lnTo>
                <a:lnTo>
                  <a:pt x="2290022" y="23778"/>
                </a:lnTo>
                <a:lnTo>
                  <a:pt x="2278380" y="17470"/>
                </a:lnTo>
                <a:lnTo>
                  <a:pt x="2264622" y="12132"/>
                </a:lnTo>
                <a:lnTo>
                  <a:pt x="2248747" y="7764"/>
                </a:lnTo>
                <a:lnTo>
                  <a:pt x="2230755" y="4368"/>
                </a:lnTo>
                <a:lnTo>
                  <a:pt x="2210647" y="1941"/>
                </a:lnTo>
                <a:lnTo>
                  <a:pt x="2188422" y="486"/>
                </a:lnTo>
                <a:lnTo>
                  <a:pt x="2164081" y="0"/>
                </a:lnTo>
                <a:lnTo>
                  <a:pt x="152400" y="0"/>
                </a:lnTo>
                <a:lnTo>
                  <a:pt x="128059" y="486"/>
                </a:lnTo>
                <a:lnTo>
                  <a:pt x="105834" y="1941"/>
                </a:lnTo>
                <a:lnTo>
                  <a:pt x="85725" y="4368"/>
                </a:lnTo>
                <a:lnTo>
                  <a:pt x="67734" y="7764"/>
                </a:lnTo>
                <a:lnTo>
                  <a:pt x="51859" y="12132"/>
                </a:lnTo>
                <a:lnTo>
                  <a:pt x="38100" y="17470"/>
                </a:lnTo>
                <a:lnTo>
                  <a:pt x="26459" y="23778"/>
                </a:lnTo>
                <a:lnTo>
                  <a:pt x="16934" y="31057"/>
                </a:lnTo>
                <a:lnTo>
                  <a:pt x="9525" y="39306"/>
                </a:lnTo>
                <a:lnTo>
                  <a:pt x="4234" y="48526"/>
                </a:lnTo>
                <a:lnTo>
                  <a:pt x="1059" y="58716"/>
                </a:lnTo>
                <a:lnTo>
                  <a:pt x="0" y="69877"/>
                </a:lnTo>
                <a:lnTo>
                  <a:pt x="0" y="3060613"/>
                </a:lnTo>
                <a:lnTo>
                  <a:pt x="1059" y="3071774"/>
                </a:lnTo>
                <a:lnTo>
                  <a:pt x="4234" y="3081964"/>
                </a:lnTo>
                <a:lnTo>
                  <a:pt x="9525" y="3091184"/>
                </a:lnTo>
                <a:lnTo>
                  <a:pt x="16934" y="3099434"/>
                </a:lnTo>
                <a:lnTo>
                  <a:pt x="26459" y="3106713"/>
                </a:lnTo>
                <a:lnTo>
                  <a:pt x="38100" y="3113021"/>
                </a:lnTo>
                <a:lnTo>
                  <a:pt x="51859" y="3118359"/>
                </a:lnTo>
                <a:lnTo>
                  <a:pt x="67734" y="3122726"/>
                </a:lnTo>
                <a:lnTo>
                  <a:pt x="85725" y="3126123"/>
                </a:lnTo>
                <a:lnTo>
                  <a:pt x="105834" y="3128549"/>
                </a:lnTo>
                <a:lnTo>
                  <a:pt x="128059" y="3130005"/>
                </a:lnTo>
                <a:lnTo>
                  <a:pt x="152400" y="3130491"/>
                </a:lnTo>
                <a:close/>
              </a:path>
            </a:pathLst>
          </a:custGeom>
          <a:solidFill>
            <a:srgbClr val="EAF6EC"/>
          </a:solidFill>
          <a:ln w="15393">
            <a:solidFill>
              <a:srgbClr val="4E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10"/>
          <p:cNvSpPr/>
          <p:nvPr/>
        </p:nvSpPr>
        <p:spPr>
          <a:xfrm>
            <a:off x="9875520" y="1668099"/>
            <a:ext cx="2072639" cy="894426"/>
          </a:xfrm>
          <a:custGeom>
            <a:avLst/>
            <a:gdLst/>
            <a:ahLst/>
            <a:cxnLst/>
            <a:rect l="l" t="t" r="r" b="b"/>
            <a:pathLst>
              <a:path w="2072639" h="894426">
                <a:moveTo>
                  <a:pt x="152400" y="894426"/>
                </a:moveTo>
                <a:lnTo>
                  <a:pt x="1920239" y="894426"/>
                </a:lnTo>
                <a:lnTo>
                  <a:pt x="1944581" y="893941"/>
                </a:lnTo>
                <a:lnTo>
                  <a:pt x="1966806" y="892485"/>
                </a:lnTo>
                <a:lnTo>
                  <a:pt x="1986914" y="890059"/>
                </a:lnTo>
                <a:lnTo>
                  <a:pt x="2004906" y="886662"/>
                </a:lnTo>
                <a:lnTo>
                  <a:pt x="2020781" y="882295"/>
                </a:lnTo>
                <a:lnTo>
                  <a:pt x="2034539" y="876957"/>
                </a:lnTo>
                <a:lnTo>
                  <a:pt x="2046181" y="870649"/>
                </a:lnTo>
                <a:lnTo>
                  <a:pt x="2055706" y="863370"/>
                </a:lnTo>
                <a:lnTo>
                  <a:pt x="2063114" y="855120"/>
                </a:lnTo>
                <a:lnTo>
                  <a:pt x="2068406" y="845901"/>
                </a:lnTo>
                <a:lnTo>
                  <a:pt x="2071581" y="835710"/>
                </a:lnTo>
                <a:lnTo>
                  <a:pt x="2072639" y="824549"/>
                </a:lnTo>
                <a:lnTo>
                  <a:pt x="2072639" y="69877"/>
                </a:lnTo>
                <a:lnTo>
                  <a:pt x="2071581" y="58717"/>
                </a:lnTo>
                <a:lnTo>
                  <a:pt x="2068406" y="48526"/>
                </a:lnTo>
                <a:lnTo>
                  <a:pt x="2063114" y="39306"/>
                </a:lnTo>
                <a:lnTo>
                  <a:pt x="2055706" y="31057"/>
                </a:lnTo>
                <a:lnTo>
                  <a:pt x="2046181" y="23778"/>
                </a:lnTo>
                <a:lnTo>
                  <a:pt x="2034539" y="17470"/>
                </a:lnTo>
                <a:lnTo>
                  <a:pt x="2020781" y="12132"/>
                </a:lnTo>
                <a:lnTo>
                  <a:pt x="2004906" y="7765"/>
                </a:lnTo>
                <a:lnTo>
                  <a:pt x="1986914" y="4368"/>
                </a:lnTo>
                <a:lnTo>
                  <a:pt x="1966806" y="1942"/>
                </a:lnTo>
                <a:lnTo>
                  <a:pt x="1944581" y="486"/>
                </a:lnTo>
                <a:lnTo>
                  <a:pt x="1920239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2"/>
                </a:lnTo>
                <a:lnTo>
                  <a:pt x="85724" y="4368"/>
                </a:lnTo>
                <a:lnTo>
                  <a:pt x="67733" y="7765"/>
                </a:lnTo>
                <a:lnTo>
                  <a:pt x="51858" y="12132"/>
                </a:lnTo>
                <a:lnTo>
                  <a:pt x="38099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7"/>
                </a:lnTo>
                <a:lnTo>
                  <a:pt x="0" y="69877"/>
                </a:lnTo>
                <a:lnTo>
                  <a:pt x="0" y="824549"/>
                </a:lnTo>
                <a:lnTo>
                  <a:pt x="1058" y="835710"/>
                </a:lnTo>
                <a:lnTo>
                  <a:pt x="4233" y="845901"/>
                </a:lnTo>
                <a:lnTo>
                  <a:pt x="9525" y="855120"/>
                </a:lnTo>
                <a:lnTo>
                  <a:pt x="16933" y="863370"/>
                </a:lnTo>
                <a:lnTo>
                  <a:pt x="26458" y="870649"/>
                </a:lnTo>
                <a:lnTo>
                  <a:pt x="38099" y="876957"/>
                </a:lnTo>
                <a:lnTo>
                  <a:pt x="51858" y="882295"/>
                </a:lnTo>
                <a:lnTo>
                  <a:pt x="67733" y="886662"/>
                </a:lnTo>
                <a:lnTo>
                  <a:pt x="85724" y="890059"/>
                </a:lnTo>
                <a:lnTo>
                  <a:pt x="105833" y="892485"/>
                </a:lnTo>
                <a:lnTo>
                  <a:pt x="128058" y="893941"/>
                </a:lnTo>
                <a:lnTo>
                  <a:pt x="152400" y="894426"/>
                </a:lnTo>
                <a:close/>
              </a:path>
            </a:pathLst>
          </a:custGeom>
          <a:solidFill>
            <a:srgbClr val="EAF6EC"/>
          </a:solidFill>
          <a:ln w="15393">
            <a:solidFill>
              <a:srgbClr val="4E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path 11"/>
          <p:cNvSpPr/>
          <p:nvPr/>
        </p:nvSpPr>
        <p:spPr>
          <a:xfrm>
            <a:off x="121920" y="4574983"/>
            <a:ext cx="5364480" cy="1453442"/>
          </a:xfrm>
          <a:custGeom>
            <a:avLst/>
            <a:gdLst/>
            <a:ahLst/>
            <a:cxnLst/>
            <a:rect l="l" t="t" r="r" b="b"/>
            <a:pathLst>
              <a:path w="5364480" h="1453442">
                <a:moveTo>
                  <a:pt x="152400" y="1453442"/>
                </a:moveTo>
                <a:lnTo>
                  <a:pt x="5212080" y="1453442"/>
                </a:lnTo>
                <a:lnTo>
                  <a:pt x="5236421" y="1452956"/>
                </a:lnTo>
                <a:lnTo>
                  <a:pt x="5258646" y="1451501"/>
                </a:lnTo>
                <a:lnTo>
                  <a:pt x="5278755" y="1449074"/>
                </a:lnTo>
                <a:lnTo>
                  <a:pt x="5296746" y="1445678"/>
                </a:lnTo>
                <a:lnTo>
                  <a:pt x="5312621" y="1441310"/>
                </a:lnTo>
                <a:lnTo>
                  <a:pt x="5326380" y="1435972"/>
                </a:lnTo>
                <a:lnTo>
                  <a:pt x="5338021" y="1429664"/>
                </a:lnTo>
                <a:lnTo>
                  <a:pt x="5347546" y="1422385"/>
                </a:lnTo>
                <a:lnTo>
                  <a:pt x="5354955" y="1414136"/>
                </a:lnTo>
                <a:lnTo>
                  <a:pt x="5360246" y="1404916"/>
                </a:lnTo>
                <a:lnTo>
                  <a:pt x="5363421" y="1394726"/>
                </a:lnTo>
                <a:lnTo>
                  <a:pt x="5364480" y="1383565"/>
                </a:lnTo>
                <a:lnTo>
                  <a:pt x="5364480" y="69877"/>
                </a:lnTo>
                <a:lnTo>
                  <a:pt x="5363421" y="58716"/>
                </a:lnTo>
                <a:lnTo>
                  <a:pt x="5360246" y="48526"/>
                </a:lnTo>
                <a:lnTo>
                  <a:pt x="5354955" y="39306"/>
                </a:lnTo>
                <a:lnTo>
                  <a:pt x="5347546" y="31056"/>
                </a:lnTo>
                <a:lnTo>
                  <a:pt x="5338021" y="23778"/>
                </a:lnTo>
                <a:lnTo>
                  <a:pt x="5326380" y="17469"/>
                </a:lnTo>
                <a:lnTo>
                  <a:pt x="5312621" y="12131"/>
                </a:lnTo>
                <a:lnTo>
                  <a:pt x="5296746" y="7764"/>
                </a:lnTo>
                <a:lnTo>
                  <a:pt x="5278755" y="4367"/>
                </a:lnTo>
                <a:lnTo>
                  <a:pt x="5258646" y="1941"/>
                </a:lnTo>
                <a:lnTo>
                  <a:pt x="5236421" y="485"/>
                </a:lnTo>
                <a:lnTo>
                  <a:pt x="5212080" y="0"/>
                </a:lnTo>
                <a:lnTo>
                  <a:pt x="152400" y="0"/>
                </a:lnTo>
                <a:lnTo>
                  <a:pt x="128058" y="485"/>
                </a:lnTo>
                <a:lnTo>
                  <a:pt x="105833" y="1941"/>
                </a:lnTo>
                <a:lnTo>
                  <a:pt x="85725" y="4367"/>
                </a:lnTo>
                <a:lnTo>
                  <a:pt x="67733" y="7764"/>
                </a:lnTo>
                <a:lnTo>
                  <a:pt x="51858" y="12131"/>
                </a:lnTo>
                <a:lnTo>
                  <a:pt x="38100" y="17469"/>
                </a:lnTo>
                <a:lnTo>
                  <a:pt x="26458" y="23778"/>
                </a:lnTo>
                <a:lnTo>
                  <a:pt x="16933" y="31056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6"/>
                </a:lnTo>
                <a:lnTo>
                  <a:pt x="0" y="69877"/>
                </a:lnTo>
                <a:lnTo>
                  <a:pt x="0" y="1383565"/>
                </a:lnTo>
                <a:lnTo>
                  <a:pt x="1058" y="1394726"/>
                </a:lnTo>
                <a:lnTo>
                  <a:pt x="4233" y="1404916"/>
                </a:lnTo>
                <a:lnTo>
                  <a:pt x="9525" y="1414136"/>
                </a:lnTo>
                <a:lnTo>
                  <a:pt x="16933" y="1422385"/>
                </a:lnTo>
                <a:lnTo>
                  <a:pt x="26458" y="1429664"/>
                </a:lnTo>
                <a:lnTo>
                  <a:pt x="38100" y="1435972"/>
                </a:lnTo>
                <a:lnTo>
                  <a:pt x="51858" y="1441310"/>
                </a:lnTo>
                <a:lnTo>
                  <a:pt x="67733" y="1445678"/>
                </a:lnTo>
                <a:lnTo>
                  <a:pt x="85725" y="1449074"/>
                </a:lnTo>
                <a:lnTo>
                  <a:pt x="105833" y="1451501"/>
                </a:lnTo>
                <a:lnTo>
                  <a:pt x="128058" y="1452956"/>
                </a:lnTo>
                <a:lnTo>
                  <a:pt x="152400" y="1453442"/>
                </a:lnTo>
                <a:close/>
              </a:path>
            </a:pathLst>
          </a:custGeom>
          <a:solidFill>
            <a:srgbClr val="EFE9F5"/>
          </a:solidFill>
          <a:ln w="15393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path 12"/>
          <p:cNvSpPr/>
          <p:nvPr/>
        </p:nvSpPr>
        <p:spPr>
          <a:xfrm>
            <a:off x="5852160" y="4574983"/>
            <a:ext cx="6217919" cy="1453442"/>
          </a:xfrm>
          <a:custGeom>
            <a:avLst/>
            <a:gdLst/>
            <a:ahLst/>
            <a:cxnLst/>
            <a:rect l="l" t="t" r="r" b="b"/>
            <a:pathLst>
              <a:path w="6217919" h="1453442">
                <a:moveTo>
                  <a:pt x="152400" y="1453442"/>
                </a:moveTo>
                <a:lnTo>
                  <a:pt x="6065520" y="1453442"/>
                </a:lnTo>
                <a:lnTo>
                  <a:pt x="6089861" y="1452956"/>
                </a:lnTo>
                <a:lnTo>
                  <a:pt x="6112086" y="1451501"/>
                </a:lnTo>
                <a:lnTo>
                  <a:pt x="6132194" y="1449074"/>
                </a:lnTo>
                <a:lnTo>
                  <a:pt x="6150186" y="1445678"/>
                </a:lnTo>
                <a:lnTo>
                  <a:pt x="6166061" y="1441310"/>
                </a:lnTo>
                <a:lnTo>
                  <a:pt x="6179819" y="1435972"/>
                </a:lnTo>
                <a:lnTo>
                  <a:pt x="6191461" y="1429664"/>
                </a:lnTo>
                <a:lnTo>
                  <a:pt x="6200986" y="1422385"/>
                </a:lnTo>
                <a:lnTo>
                  <a:pt x="6208394" y="1414136"/>
                </a:lnTo>
                <a:lnTo>
                  <a:pt x="6213686" y="1404916"/>
                </a:lnTo>
                <a:lnTo>
                  <a:pt x="6216861" y="1394726"/>
                </a:lnTo>
                <a:lnTo>
                  <a:pt x="6217919" y="1383565"/>
                </a:lnTo>
                <a:lnTo>
                  <a:pt x="6217919" y="69877"/>
                </a:lnTo>
                <a:lnTo>
                  <a:pt x="6216861" y="58716"/>
                </a:lnTo>
                <a:lnTo>
                  <a:pt x="6213686" y="48526"/>
                </a:lnTo>
                <a:lnTo>
                  <a:pt x="6208394" y="39306"/>
                </a:lnTo>
                <a:lnTo>
                  <a:pt x="6200986" y="31056"/>
                </a:lnTo>
                <a:lnTo>
                  <a:pt x="6191461" y="23778"/>
                </a:lnTo>
                <a:lnTo>
                  <a:pt x="6179819" y="17469"/>
                </a:lnTo>
                <a:lnTo>
                  <a:pt x="6166061" y="12131"/>
                </a:lnTo>
                <a:lnTo>
                  <a:pt x="6150186" y="7764"/>
                </a:lnTo>
                <a:lnTo>
                  <a:pt x="6132194" y="4367"/>
                </a:lnTo>
                <a:lnTo>
                  <a:pt x="6112086" y="1941"/>
                </a:lnTo>
                <a:lnTo>
                  <a:pt x="6089861" y="485"/>
                </a:lnTo>
                <a:lnTo>
                  <a:pt x="6065520" y="0"/>
                </a:lnTo>
                <a:lnTo>
                  <a:pt x="152400" y="0"/>
                </a:lnTo>
                <a:lnTo>
                  <a:pt x="128058" y="485"/>
                </a:lnTo>
                <a:lnTo>
                  <a:pt x="105833" y="1941"/>
                </a:lnTo>
                <a:lnTo>
                  <a:pt x="85725" y="4367"/>
                </a:lnTo>
                <a:lnTo>
                  <a:pt x="67733" y="7764"/>
                </a:lnTo>
                <a:lnTo>
                  <a:pt x="51858" y="12131"/>
                </a:lnTo>
                <a:lnTo>
                  <a:pt x="38100" y="17469"/>
                </a:lnTo>
                <a:lnTo>
                  <a:pt x="26458" y="23778"/>
                </a:lnTo>
                <a:lnTo>
                  <a:pt x="16933" y="31056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6"/>
                </a:lnTo>
                <a:lnTo>
                  <a:pt x="0" y="69877"/>
                </a:lnTo>
                <a:lnTo>
                  <a:pt x="0" y="1383565"/>
                </a:lnTo>
                <a:lnTo>
                  <a:pt x="1058" y="1394726"/>
                </a:lnTo>
                <a:lnTo>
                  <a:pt x="4233" y="1404916"/>
                </a:lnTo>
                <a:lnTo>
                  <a:pt x="9525" y="1414136"/>
                </a:lnTo>
                <a:lnTo>
                  <a:pt x="16933" y="1422385"/>
                </a:lnTo>
                <a:lnTo>
                  <a:pt x="26458" y="1429664"/>
                </a:lnTo>
                <a:lnTo>
                  <a:pt x="38100" y="1435972"/>
                </a:lnTo>
                <a:lnTo>
                  <a:pt x="51858" y="1441310"/>
                </a:lnTo>
                <a:lnTo>
                  <a:pt x="67733" y="1445678"/>
                </a:lnTo>
                <a:lnTo>
                  <a:pt x="85725" y="1449074"/>
                </a:lnTo>
                <a:lnTo>
                  <a:pt x="105833" y="1451501"/>
                </a:lnTo>
                <a:lnTo>
                  <a:pt x="128058" y="1452956"/>
                </a:lnTo>
                <a:lnTo>
                  <a:pt x="152400" y="1453442"/>
                </a:lnTo>
                <a:close/>
              </a:path>
            </a:pathLst>
          </a:custGeom>
          <a:solidFill>
            <a:srgbClr val="EEF0F3"/>
          </a:solidFill>
          <a:ln w="1539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path 13"/>
          <p:cNvSpPr/>
          <p:nvPr/>
        </p:nvSpPr>
        <p:spPr>
          <a:xfrm>
            <a:off x="7546847" y="3261295"/>
            <a:ext cx="73153" cy="0"/>
          </a:xfrm>
          <a:custGeom>
            <a:avLst/>
            <a:gdLst/>
            <a:ahLst/>
            <a:cxnLst/>
            <a:rect l="l" t="t" r="r" b="b"/>
            <a:pathLst>
              <a:path w="73153" h="0">
                <a:moveTo>
                  <a:pt x="0" y="0"/>
                </a:moveTo>
                <a:lnTo>
                  <a:pt x="73153" y="0"/>
                </a:lnTo>
              </a:path>
            </a:pathLst>
          </a:custGeom>
          <a:noFill/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path 14"/>
          <p:cNvSpPr/>
          <p:nvPr/>
        </p:nvSpPr>
        <p:spPr>
          <a:xfrm>
            <a:off x="9229344" y="3261295"/>
            <a:ext cx="341376" cy="0"/>
          </a:xfrm>
          <a:custGeom>
            <a:avLst/>
            <a:gdLst/>
            <a:ahLst/>
            <a:cxnLst/>
            <a:rect l="l" t="t" r="r" b="b"/>
            <a:pathLst>
              <a:path w="341376" h="0">
                <a:moveTo>
                  <a:pt x="0" y="0"/>
                </a:moveTo>
                <a:lnTo>
                  <a:pt x="341376" y="0"/>
                </a:lnTo>
              </a:path>
            </a:pathLst>
          </a:custGeom>
          <a:noFill/>
          <a:ln w="1894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path 15"/>
          <p:cNvSpPr/>
          <p:nvPr/>
        </p:nvSpPr>
        <p:spPr>
          <a:xfrm>
            <a:off x="9570720" y="2450722"/>
            <a:ext cx="0" cy="810573"/>
          </a:xfrm>
          <a:custGeom>
            <a:avLst/>
            <a:gdLst/>
            <a:ahLst/>
            <a:cxnLst/>
            <a:rect l="l" t="t" r="r" b="b"/>
            <a:pathLst>
              <a:path w="0" h="810573">
                <a:moveTo>
                  <a:pt x="0" y="810573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path 16"/>
          <p:cNvSpPr/>
          <p:nvPr/>
        </p:nvSpPr>
        <p:spPr>
          <a:xfrm>
            <a:off x="7620000" y="3803541"/>
            <a:ext cx="1950720" cy="0"/>
          </a:xfrm>
          <a:custGeom>
            <a:avLst/>
            <a:gdLst/>
            <a:ahLst/>
            <a:cxnLst/>
            <a:rect l="l" t="t" r="r" b="b"/>
            <a:pathLst>
              <a:path w="1950720" h="0">
                <a:moveTo>
                  <a:pt x="0" y="0"/>
                </a:moveTo>
                <a:lnTo>
                  <a:pt x="1950720" y="0"/>
                </a:lnTo>
              </a:path>
            </a:pathLst>
          </a:custGeom>
          <a:noFill/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path 17"/>
          <p:cNvSpPr/>
          <p:nvPr/>
        </p:nvSpPr>
        <p:spPr>
          <a:xfrm>
            <a:off x="12070079" y="3456951"/>
            <a:ext cx="85345" cy="0"/>
          </a:xfrm>
          <a:custGeom>
            <a:avLst/>
            <a:gdLst/>
            <a:ahLst/>
            <a:cxnLst/>
            <a:rect l="l" t="t" r="r" b="b"/>
            <a:pathLst>
              <a:path w="85345" h="0">
                <a:moveTo>
                  <a:pt x="0" y="0"/>
                </a:moveTo>
                <a:lnTo>
                  <a:pt x="85345" y="0"/>
                </a:lnTo>
              </a:path>
            </a:pathLst>
          </a:custGeom>
          <a:noFill/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path 18"/>
          <p:cNvSpPr/>
          <p:nvPr/>
        </p:nvSpPr>
        <p:spPr>
          <a:xfrm>
            <a:off x="12155424" y="885477"/>
            <a:ext cx="0" cy="2571474"/>
          </a:xfrm>
          <a:custGeom>
            <a:avLst/>
            <a:gdLst/>
            <a:ahLst/>
            <a:cxnLst/>
            <a:rect l="l" t="t" r="r" b="b"/>
            <a:pathLst>
              <a:path w="0" h="2571474">
                <a:moveTo>
                  <a:pt x="0" y="2571474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19"/>
          <p:cNvSpPr/>
          <p:nvPr/>
        </p:nvSpPr>
        <p:spPr>
          <a:xfrm>
            <a:off x="4206240" y="885477"/>
            <a:ext cx="7949184" cy="0"/>
          </a:xfrm>
          <a:custGeom>
            <a:avLst/>
            <a:gdLst/>
            <a:ahLst/>
            <a:cxnLst/>
            <a:rect l="l" t="t" r="r" b="b"/>
            <a:pathLst>
              <a:path w="7949184" h="0">
                <a:moveTo>
                  <a:pt x="7949184" y="0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20"/>
          <p:cNvSpPr/>
          <p:nvPr/>
        </p:nvSpPr>
        <p:spPr>
          <a:xfrm>
            <a:off x="9570720" y="885477"/>
            <a:ext cx="0" cy="1062131"/>
          </a:xfrm>
          <a:custGeom>
            <a:avLst/>
            <a:gdLst/>
            <a:ahLst/>
            <a:cxnLst/>
            <a:rect l="l" t="t" r="r" b="b"/>
            <a:pathLst>
              <a:path w="0" h="1062131">
                <a:moveTo>
                  <a:pt x="0" y="0"/>
                </a:moveTo>
                <a:lnTo>
                  <a:pt x="0" y="1062131"/>
                </a:lnTo>
              </a:path>
            </a:pathLst>
          </a:custGeom>
          <a:noFill/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path 21"/>
          <p:cNvSpPr/>
          <p:nvPr/>
        </p:nvSpPr>
        <p:spPr>
          <a:xfrm>
            <a:off x="10911839" y="4239574"/>
            <a:ext cx="0" cy="167704"/>
          </a:xfrm>
          <a:custGeom>
            <a:avLst/>
            <a:gdLst/>
            <a:ahLst/>
            <a:cxnLst/>
            <a:rect l="l" t="t" r="r" b="b"/>
            <a:pathLst>
              <a:path w="0" h="167704">
                <a:moveTo>
                  <a:pt x="0" y="0"/>
                </a:moveTo>
                <a:lnTo>
                  <a:pt x="0" y="167704"/>
                </a:lnTo>
              </a:path>
            </a:pathLst>
          </a:custGeom>
          <a:noFill/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22"/>
          <p:cNvSpPr/>
          <p:nvPr/>
        </p:nvSpPr>
        <p:spPr>
          <a:xfrm>
            <a:off x="1280160" y="4407278"/>
            <a:ext cx="9631679" cy="0"/>
          </a:xfrm>
          <a:custGeom>
            <a:avLst/>
            <a:gdLst/>
            <a:ahLst/>
            <a:cxnLst/>
            <a:rect l="l" t="t" r="r" b="b"/>
            <a:pathLst>
              <a:path w="9631679" h="0">
                <a:moveTo>
                  <a:pt x="9631679" y="0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23"/>
          <p:cNvSpPr/>
          <p:nvPr/>
        </p:nvSpPr>
        <p:spPr>
          <a:xfrm>
            <a:off x="5486400" y="5301704"/>
            <a:ext cx="182880" cy="0"/>
          </a:xfrm>
          <a:custGeom>
            <a:avLst/>
            <a:gdLst/>
            <a:ahLst/>
            <a:cxnLst/>
            <a:rect l="l" t="t" r="r" b="b"/>
            <a:pathLst>
              <a:path w="182880" h="0">
                <a:moveTo>
                  <a:pt x="0" y="0"/>
                </a:moveTo>
                <a:lnTo>
                  <a:pt x="182880" y="0"/>
                </a:lnTo>
              </a:path>
            </a:pathLst>
          </a:custGeom>
          <a:noFill/>
          <a:ln w="18946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24"/>
          <p:cNvSpPr/>
          <p:nvPr/>
        </p:nvSpPr>
        <p:spPr>
          <a:xfrm>
            <a:off x="5669280" y="3261295"/>
            <a:ext cx="0" cy="2040409"/>
          </a:xfrm>
          <a:custGeom>
            <a:avLst/>
            <a:gdLst/>
            <a:ahLst/>
            <a:cxnLst/>
            <a:rect l="l" t="t" r="r" b="b"/>
            <a:pathLst>
              <a:path w="0" h="2040409">
                <a:moveTo>
                  <a:pt x="0" y="2040409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25"/>
          <p:cNvSpPr/>
          <p:nvPr/>
        </p:nvSpPr>
        <p:spPr>
          <a:xfrm>
            <a:off x="5486400" y="2953836"/>
            <a:ext cx="182880" cy="0"/>
          </a:xfrm>
          <a:custGeom>
            <a:avLst/>
            <a:gdLst/>
            <a:ahLst/>
            <a:cxnLst/>
            <a:rect l="l" t="t" r="r" b="b"/>
            <a:pathLst>
              <a:path w="182880" h="0">
                <a:moveTo>
                  <a:pt x="0" y="0"/>
                </a:moveTo>
                <a:lnTo>
                  <a:pt x="182880" y="0"/>
                </a:lnTo>
              </a:path>
            </a:pathLst>
          </a:custGeom>
          <a:noFill/>
          <a:ln w="18946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26"/>
          <p:cNvSpPr/>
          <p:nvPr/>
        </p:nvSpPr>
        <p:spPr>
          <a:xfrm>
            <a:off x="5669280" y="2953836"/>
            <a:ext cx="0" cy="1509344"/>
          </a:xfrm>
          <a:custGeom>
            <a:avLst/>
            <a:gdLst/>
            <a:ahLst/>
            <a:cxnLst/>
            <a:rect l="l" t="t" r="r" b="b"/>
            <a:pathLst>
              <a:path w="0" h="1509344">
                <a:moveTo>
                  <a:pt x="0" y="0"/>
                </a:moveTo>
                <a:lnTo>
                  <a:pt x="0" y="1509344"/>
                </a:lnTo>
              </a:path>
            </a:pathLst>
          </a:custGeom>
          <a:noFill/>
          <a:ln w="18946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27"/>
          <p:cNvSpPr/>
          <p:nvPr/>
        </p:nvSpPr>
        <p:spPr>
          <a:xfrm>
            <a:off x="5669280" y="4463180"/>
            <a:ext cx="1645920" cy="0"/>
          </a:xfrm>
          <a:custGeom>
            <a:avLst/>
            <a:gdLst/>
            <a:ahLst/>
            <a:cxnLst/>
            <a:rect l="l" t="t" r="r" b="b"/>
            <a:pathLst>
              <a:path w="1645920" h="0">
                <a:moveTo>
                  <a:pt x="0" y="0"/>
                </a:moveTo>
                <a:lnTo>
                  <a:pt x="1645920" y="0"/>
                </a:lnTo>
              </a:path>
            </a:pathLst>
          </a:custGeom>
          <a:noFill/>
          <a:ln w="18946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28"/>
          <p:cNvSpPr/>
          <p:nvPr/>
        </p:nvSpPr>
        <p:spPr>
          <a:xfrm>
            <a:off x="10485119" y="4407278"/>
            <a:ext cx="0" cy="167705"/>
          </a:xfrm>
          <a:custGeom>
            <a:avLst/>
            <a:gdLst/>
            <a:ahLst/>
            <a:cxnLst/>
            <a:rect l="l" t="t" r="r" b="b"/>
            <a:pathLst>
              <a:path w="0" h="167705">
                <a:moveTo>
                  <a:pt x="0" y="167705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29"/>
          <p:cNvSpPr/>
          <p:nvPr/>
        </p:nvSpPr>
        <p:spPr>
          <a:xfrm>
            <a:off x="9570720" y="4407278"/>
            <a:ext cx="914399" cy="0"/>
          </a:xfrm>
          <a:custGeom>
            <a:avLst/>
            <a:gdLst/>
            <a:ahLst/>
            <a:cxnLst/>
            <a:rect l="l" t="t" r="r" b="b"/>
            <a:pathLst>
              <a:path w="914399" h="0">
                <a:moveTo>
                  <a:pt x="914399" y="0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30"/>
          <p:cNvSpPr/>
          <p:nvPr/>
        </p:nvSpPr>
        <p:spPr>
          <a:xfrm>
            <a:off x="2560320" y="2115312"/>
            <a:ext cx="344577" cy="0"/>
          </a:xfrm>
          <a:custGeom>
            <a:avLst/>
            <a:gdLst/>
            <a:ahLst/>
            <a:cxnLst/>
            <a:rect l="l" t="t" r="r" b="b"/>
            <a:pathLst>
              <a:path w="344577" h="0">
                <a:moveTo>
                  <a:pt x="0" y="0"/>
                </a:moveTo>
                <a:lnTo>
                  <a:pt x="30333" y="0"/>
                </a:lnTo>
                <a:lnTo>
                  <a:pt x="60371" y="0"/>
                </a:lnTo>
                <a:lnTo>
                  <a:pt x="90116" y="0"/>
                </a:lnTo>
                <a:lnTo>
                  <a:pt x="119566" y="0"/>
                </a:lnTo>
                <a:lnTo>
                  <a:pt x="148722" y="0"/>
                </a:lnTo>
                <a:lnTo>
                  <a:pt x="177584" y="0"/>
                </a:lnTo>
                <a:lnTo>
                  <a:pt x="206152" y="0"/>
                </a:lnTo>
                <a:lnTo>
                  <a:pt x="234425" y="0"/>
                </a:lnTo>
                <a:lnTo>
                  <a:pt x="262405" y="0"/>
                </a:lnTo>
                <a:lnTo>
                  <a:pt x="290090" y="0"/>
                </a:lnTo>
                <a:lnTo>
                  <a:pt x="317480" y="0"/>
                </a:lnTo>
                <a:lnTo>
                  <a:pt x="344577" y="0"/>
                </a:lnTo>
              </a:path>
            </a:pathLst>
          </a:custGeom>
          <a:noFill/>
          <a:ln w="18946">
            <a:solidFill>
              <a:srgbClr val="B8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31"/>
          <p:cNvSpPr/>
          <p:nvPr/>
        </p:nvSpPr>
        <p:spPr>
          <a:xfrm>
            <a:off x="2838585" y="2082156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B8893E"/>
          </a:solidFill>
          <a:ln w="18946">
            <a:solidFill>
              <a:srgbClr val="B8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32"/>
          <p:cNvSpPr/>
          <p:nvPr/>
        </p:nvSpPr>
        <p:spPr>
          <a:xfrm>
            <a:off x="6778751" y="2506624"/>
            <a:ext cx="0" cy="146522"/>
          </a:xfrm>
          <a:custGeom>
            <a:avLst/>
            <a:gdLst/>
            <a:ahLst/>
            <a:cxnLst/>
            <a:rect l="l" t="t" r="r" b="b"/>
            <a:pathLst>
              <a:path w="0" h="146522">
                <a:moveTo>
                  <a:pt x="0" y="0"/>
                </a:moveTo>
                <a:lnTo>
                  <a:pt x="0" y="13828"/>
                </a:lnTo>
                <a:lnTo>
                  <a:pt x="0" y="27362"/>
                </a:lnTo>
                <a:lnTo>
                  <a:pt x="0" y="40602"/>
                </a:lnTo>
                <a:lnTo>
                  <a:pt x="0" y="53548"/>
                </a:lnTo>
                <a:lnTo>
                  <a:pt x="0" y="66199"/>
                </a:lnTo>
                <a:lnTo>
                  <a:pt x="0" y="78556"/>
                </a:lnTo>
                <a:lnTo>
                  <a:pt x="0" y="90619"/>
                </a:lnTo>
                <a:lnTo>
                  <a:pt x="0" y="102388"/>
                </a:lnTo>
                <a:lnTo>
                  <a:pt x="0" y="113863"/>
                </a:lnTo>
                <a:lnTo>
                  <a:pt x="0" y="125043"/>
                </a:lnTo>
                <a:lnTo>
                  <a:pt x="0" y="135930"/>
                </a:lnTo>
                <a:lnTo>
                  <a:pt x="0" y="146522"/>
                </a:lnTo>
              </a:path>
            </a:pathLst>
          </a:custGeom>
          <a:noFill/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33"/>
          <p:cNvSpPr/>
          <p:nvPr/>
        </p:nvSpPr>
        <p:spPr>
          <a:xfrm>
            <a:off x="6745595" y="2586833"/>
            <a:ext cx="66313" cy="66313"/>
          </a:xfrm>
          <a:custGeom>
            <a:avLst/>
            <a:gdLst/>
            <a:ahLst/>
            <a:cxnLst/>
            <a:rect l="l" t="t" r="r" b="b"/>
            <a:pathLst>
              <a:path w="66313" h="66313">
                <a:moveTo>
                  <a:pt x="66313" y="0"/>
                </a:moveTo>
                <a:lnTo>
                  <a:pt x="33156" y="66313"/>
                </a:lnTo>
                <a:lnTo>
                  <a:pt x="0" y="0"/>
                </a:lnTo>
                <a:lnTo>
                  <a:pt x="66313" y="0"/>
                </a:lnTo>
                <a:close/>
              </a:path>
            </a:pathLst>
          </a:custGeom>
          <a:solidFill>
            <a:srgbClr val="FF9500"/>
          </a:solidFill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34"/>
          <p:cNvSpPr/>
          <p:nvPr/>
        </p:nvSpPr>
        <p:spPr>
          <a:xfrm>
            <a:off x="8461248" y="2506624"/>
            <a:ext cx="0" cy="146522"/>
          </a:xfrm>
          <a:custGeom>
            <a:avLst/>
            <a:gdLst/>
            <a:ahLst/>
            <a:cxnLst/>
            <a:rect l="l" t="t" r="r" b="b"/>
            <a:pathLst>
              <a:path w="0" h="146522">
                <a:moveTo>
                  <a:pt x="0" y="0"/>
                </a:moveTo>
                <a:lnTo>
                  <a:pt x="0" y="13828"/>
                </a:lnTo>
                <a:lnTo>
                  <a:pt x="0" y="27362"/>
                </a:lnTo>
                <a:lnTo>
                  <a:pt x="0" y="40602"/>
                </a:lnTo>
                <a:lnTo>
                  <a:pt x="0" y="53548"/>
                </a:lnTo>
                <a:lnTo>
                  <a:pt x="0" y="66199"/>
                </a:lnTo>
                <a:lnTo>
                  <a:pt x="0" y="78556"/>
                </a:lnTo>
                <a:lnTo>
                  <a:pt x="0" y="90619"/>
                </a:lnTo>
                <a:lnTo>
                  <a:pt x="0" y="102388"/>
                </a:lnTo>
                <a:lnTo>
                  <a:pt x="0" y="113863"/>
                </a:lnTo>
                <a:lnTo>
                  <a:pt x="0" y="125043"/>
                </a:lnTo>
                <a:lnTo>
                  <a:pt x="0" y="135930"/>
                </a:lnTo>
                <a:lnTo>
                  <a:pt x="0" y="146522"/>
                </a:lnTo>
              </a:path>
            </a:pathLst>
          </a:custGeom>
          <a:noFill/>
          <a:ln w="1894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path 35"/>
          <p:cNvSpPr/>
          <p:nvPr/>
        </p:nvSpPr>
        <p:spPr>
          <a:xfrm>
            <a:off x="8428091" y="2586833"/>
            <a:ext cx="66313" cy="66313"/>
          </a:xfrm>
          <a:custGeom>
            <a:avLst/>
            <a:gdLst/>
            <a:ahLst/>
            <a:cxnLst/>
            <a:rect l="l" t="t" r="r" b="b"/>
            <a:pathLst>
              <a:path w="66313" h="66313">
                <a:moveTo>
                  <a:pt x="66313" y="0"/>
                </a:moveTo>
                <a:lnTo>
                  <a:pt x="33157" y="66313"/>
                </a:lnTo>
                <a:lnTo>
                  <a:pt x="0" y="0"/>
                </a:lnTo>
                <a:lnTo>
                  <a:pt x="66313" y="0"/>
                </a:lnTo>
                <a:close/>
              </a:path>
            </a:pathLst>
          </a:custGeom>
          <a:solidFill>
            <a:srgbClr val="0ABAB5"/>
          </a:solidFill>
          <a:ln w="1894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path 36"/>
          <p:cNvSpPr/>
          <p:nvPr/>
        </p:nvSpPr>
        <p:spPr>
          <a:xfrm>
            <a:off x="5486400" y="2227116"/>
            <a:ext cx="503073" cy="0"/>
          </a:xfrm>
          <a:custGeom>
            <a:avLst/>
            <a:gdLst/>
            <a:ahLst/>
            <a:cxnLst/>
            <a:rect l="l" t="t" r="r" b="b"/>
            <a:pathLst>
              <a:path w="503073" h="0">
                <a:moveTo>
                  <a:pt x="0" y="0"/>
                </a:moveTo>
                <a:lnTo>
                  <a:pt x="43541" y="0"/>
                </a:lnTo>
                <a:lnTo>
                  <a:pt x="86787" y="0"/>
                </a:lnTo>
                <a:lnTo>
                  <a:pt x="129740" y="0"/>
                </a:lnTo>
                <a:lnTo>
                  <a:pt x="172398" y="0"/>
                </a:lnTo>
                <a:lnTo>
                  <a:pt x="214762" y="0"/>
                </a:lnTo>
                <a:lnTo>
                  <a:pt x="256832" y="0"/>
                </a:lnTo>
                <a:lnTo>
                  <a:pt x="298608" y="0"/>
                </a:lnTo>
                <a:lnTo>
                  <a:pt x="340089" y="0"/>
                </a:lnTo>
                <a:lnTo>
                  <a:pt x="381276" y="0"/>
                </a:lnTo>
                <a:lnTo>
                  <a:pt x="422170" y="0"/>
                </a:lnTo>
                <a:lnTo>
                  <a:pt x="462768" y="0"/>
                </a:lnTo>
                <a:lnTo>
                  <a:pt x="503073" y="0"/>
                </a:lnTo>
              </a:path>
            </a:pathLst>
          </a:custGeom>
          <a:noFill/>
          <a:ln w="1894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37"/>
          <p:cNvSpPr/>
          <p:nvPr/>
        </p:nvSpPr>
        <p:spPr>
          <a:xfrm>
            <a:off x="5923161" y="2193960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1894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path 38"/>
          <p:cNvSpPr/>
          <p:nvPr/>
        </p:nvSpPr>
        <p:spPr>
          <a:xfrm>
            <a:off x="7620000" y="3261295"/>
            <a:ext cx="0" cy="521063"/>
          </a:xfrm>
          <a:custGeom>
            <a:avLst/>
            <a:gdLst/>
            <a:ahLst/>
            <a:cxnLst/>
            <a:rect l="l" t="t" r="r" b="b"/>
            <a:pathLst>
              <a:path w="0" h="521063">
                <a:moveTo>
                  <a:pt x="0" y="0"/>
                </a:moveTo>
                <a:lnTo>
                  <a:pt x="0" y="45040"/>
                </a:lnTo>
                <a:lnTo>
                  <a:pt x="0" y="89786"/>
                </a:lnTo>
                <a:lnTo>
                  <a:pt x="0" y="134238"/>
                </a:lnTo>
                <a:lnTo>
                  <a:pt x="0" y="178395"/>
                </a:lnTo>
                <a:lnTo>
                  <a:pt x="0" y="222258"/>
                </a:lnTo>
                <a:lnTo>
                  <a:pt x="0" y="265827"/>
                </a:lnTo>
                <a:lnTo>
                  <a:pt x="0" y="309102"/>
                </a:lnTo>
                <a:lnTo>
                  <a:pt x="0" y="352083"/>
                </a:lnTo>
                <a:lnTo>
                  <a:pt x="0" y="394769"/>
                </a:lnTo>
                <a:lnTo>
                  <a:pt x="0" y="437161"/>
                </a:lnTo>
                <a:lnTo>
                  <a:pt x="0" y="479259"/>
                </a:lnTo>
                <a:lnTo>
                  <a:pt x="0" y="521063"/>
                </a:lnTo>
              </a:path>
            </a:pathLst>
          </a:custGeom>
          <a:noFill/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path 39"/>
          <p:cNvSpPr/>
          <p:nvPr/>
        </p:nvSpPr>
        <p:spPr>
          <a:xfrm>
            <a:off x="7586844" y="3716046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0"/>
                </a:moveTo>
                <a:lnTo>
                  <a:pt x="33156" y="66312"/>
                </a:lnTo>
                <a:lnTo>
                  <a:pt x="0" y="0"/>
                </a:lnTo>
                <a:lnTo>
                  <a:pt x="66312" y="0"/>
                </a:lnTo>
                <a:close/>
              </a:path>
            </a:pathLst>
          </a:custGeom>
          <a:solidFill>
            <a:srgbClr val="FF9500"/>
          </a:solidFill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path 40"/>
          <p:cNvSpPr/>
          <p:nvPr/>
        </p:nvSpPr>
        <p:spPr>
          <a:xfrm>
            <a:off x="9570720" y="2450722"/>
            <a:ext cx="283617" cy="0"/>
          </a:xfrm>
          <a:custGeom>
            <a:avLst/>
            <a:gdLst/>
            <a:ahLst/>
            <a:cxnLst/>
            <a:rect l="l" t="t" r="r" b="b"/>
            <a:pathLst>
              <a:path w="283617" h="0">
                <a:moveTo>
                  <a:pt x="0" y="0"/>
                </a:moveTo>
                <a:lnTo>
                  <a:pt x="25253" y="0"/>
                </a:lnTo>
                <a:lnTo>
                  <a:pt x="50211" y="0"/>
                </a:lnTo>
                <a:lnTo>
                  <a:pt x="74876" y="0"/>
                </a:lnTo>
                <a:lnTo>
                  <a:pt x="99246" y="0"/>
                </a:lnTo>
                <a:lnTo>
                  <a:pt x="123322" y="0"/>
                </a:lnTo>
                <a:lnTo>
                  <a:pt x="147104" y="0"/>
                </a:lnTo>
                <a:lnTo>
                  <a:pt x="170591" y="0"/>
                </a:lnTo>
                <a:lnTo>
                  <a:pt x="193785" y="0"/>
                </a:lnTo>
                <a:lnTo>
                  <a:pt x="216684" y="0"/>
                </a:lnTo>
                <a:lnTo>
                  <a:pt x="239289" y="0"/>
                </a:lnTo>
                <a:lnTo>
                  <a:pt x="261600" y="0"/>
                </a:lnTo>
                <a:lnTo>
                  <a:pt x="283617" y="0"/>
                </a:lnTo>
              </a:path>
            </a:pathLst>
          </a:custGeom>
          <a:noFill/>
          <a:ln w="1894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path 41"/>
          <p:cNvSpPr/>
          <p:nvPr/>
        </p:nvSpPr>
        <p:spPr>
          <a:xfrm>
            <a:off x="9788025" y="2417566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0ABAB5"/>
          </a:solidFill>
          <a:ln w="1894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path 42"/>
          <p:cNvSpPr/>
          <p:nvPr/>
        </p:nvSpPr>
        <p:spPr>
          <a:xfrm>
            <a:off x="9570720" y="3282478"/>
            <a:ext cx="0" cy="521063"/>
          </a:xfrm>
          <a:custGeom>
            <a:avLst/>
            <a:gdLst/>
            <a:ahLst/>
            <a:cxnLst/>
            <a:rect l="l" t="t" r="r" b="b"/>
            <a:pathLst>
              <a:path w="0" h="521063">
                <a:moveTo>
                  <a:pt x="0" y="521063"/>
                </a:moveTo>
                <a:lnTo>
                  <a:pt x="0" y="476023"/>
                </a:lnTo>
                <a:lnTo>
                  <a:pt x="0" y="431277"/>
                </a:lnTo>
                <a:lnTo>
                  <a:pt x="0" y="386825"/>
                </a:lnTo>
                <a:lnTo>
                  <a:pt x="0" y="342668"/>
                </a:lnTo>
                <a:lnTo>
                  <a:pt x="0" y="298805"/>
                </a:lnTo>
                <a:lnTo>
                  <a:pt x="0" y="255236"/>
                </a:lnTo>
                <a:lnTo>
                  <a:pt x="0" y="211961"/>
                </a:lnTo>
                <a:lnTo>
                  <a:pt x="0" y="168980"/>
                </a:lnTo>
                <a:lnTo>
                  <a:pt x="0" y="126294"/>
                </a:lnTo>
                <a:lnTo>
                  <a:pt x="0" y="83902"/>
                </a:lnTo>
                <a:lnTo>
                  <a:pt x="0" y="41804"/>
                </a:lnTo>
                <a:lnTo>
                  <a:pt x="0" y="0"/>
                </a:lnTo>
              </a:path>
            </a:pathLst>
          </a:custGeom>
          <a:noFill/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path 43"/>
          <p:cNvSpPr/>
          <p:nvPr/>
        </p:nvSpPr>
        <p:spPr>
          <a:xfrm>
            <a:off x="9537563" y="3282478"/>
            <a:ext cx="66313" cy="66312"/>
          </a:xfrm>
          <a:custGeom>
            <a:avLst/>
            <a:gdLst/>
            <a:ahLst/>
            <a:cxnLst/>
            <a:rect l="l" t="t" r="r" b="b"/>
            <a:pathLst>
              <a:path w="66313" h="66312">
                <a:moveTo>
                  <a:pt x="0" y="66312"/>
                </a:moveTo>
                <a:lnTo>
                  <a:pt x="33157" y="0"/>
                </a:lnTo>
                <a:lnTo>
                  <a:pt x="66313" y="66312"/>
                </a:lnTo>
                <a:lnTo>
                  <a:pt x="0" y="66312"/>
                </a:lnTo>
                <a:close/>
              </a:path>
            </a:pathLst>
          </a:custGeom>
          <a:solidFill>
            <a:srgbClr val="FF9500"/>
          </a:solidFill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44"/>
          <p:cNvSpPr/>
          <p:nvPr/>
        </p:nvSpPr>
        <p:spPr>
          <a:xfrm>
            <a:off x="10911839" y="2562525"/>
            <a:ext cx="0" cy="202424"/>
          </a:xfrm>
          <a:custGeom>
            <a:avLst/>
            <a:gdLst/>
            <a:ahLst/>
            <a:cxnLst/>
            <a:rect l="l" t="t" r="r" b="b"/>
            <a:pathLst>
              <a:path w="0" h="202424">
                <a:moveTo>
                  <a:pt x="0" y="0"/>
                </a:moveTo>
                <a:lnTo>
                  <a:pt x="0" y="18487"/>
                </a:lnTo>
                <a:lnTo>
                  <a:pt x="0" y="36680"/>
                </a:lnTo>
                <a:lnTo>
                  <a:pt x="0" y="54578"/>
                </a:lnTo>
                <a:lnTo>
                  <a:pt x="0" y="72182"/>
                </a:lnTo>
                <a:lnTo>
                  <a:pt x="0" y="89492"/>
                </a:lnTo>
                <a:lnTo>
                  <a:pt x="0" y="106508"/>
                </a:lnTo>
                <a:lnTo>
                  <a:pt x="0" y="123229"/>
                </a:lnTo>
                <a:lnTo>
                  <a:pt x="0" y="139657"/>
                </a:lnTo>
                <a:lnTo>
                  <a:pt x="0" y="155790"/>
                </a:lnTo>
                <a:lnTo>
                  <a:pt x="0" y="171629"/>
                </a:lnTo>
                <a:lnTo>
                  <a:pt x="0" y="187173"/>
                </a:lnTo>
                <a:lnTo>
                  <a:pt x="0" y="202424"/>
                </a:lnTo>
              </a:path>
            </a:pathLst>
          </a:custGeom>
          <a:noFill/>
          <a:ln w="18946">
            <a:solidFill>
              <a:srgbClr val="4E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path 45"/>
          <p:cNvSpPr/>
          <p:nvPr/>
        </p:nvSpPr>
        <p:spPr>
          <a:xfrm>
            <a:off x="10878683" y="2698637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0"/>
                </a:moveTo>
                <a:lnTo>
                  <a:pt x="33156" y="66312"/>
                </a:lnTo>
                <a:lnTo>
                  <a:pt x="0" y="0"/>
                </a:lnTo>
                <a:lnTo>
                  <a:pt x="66312" y="0"/>
                </a:lnTo>
                <a:close/>
              </a:path>
            </a:pathLst>
          </a:custGeom>
          <a:solidFill>
            <a:srgbClr val="4E8C5A"/>
          </a:solidFill>
          <a:ln w="18946">
            <a:solidFill>
              <a:srgbClr val="4E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path 46"/>
          <p:cNvSpPr/>
          <p:nvPr/>
        </p:nvSpPr>
        <p:spPr>
          <a:xfrm>
            <a:off x="4206240" y="885477"/>
            <a:ext cx="0" cy="202424"/>
          </a:xfrm>
          <a:custGeom>
            <a:avLst/>
            <a:gdLst/>
            <a:ahLst/>
            <a:cxnLst/>
            <a:rect l="l" t="t" r="r" b="b"/>
            <a:pathLst>
              <a:path w="0" h="202424">
                <a:moveTo>
                  <a:pt x="0" y="0"/>
                </a:moveTo>
                <a:lnTo>
                  <a:pt x="0" y="18487"/>
                </a:lnTo>
                <a:lnTo>
                  <a:pt x="0" y="36679"/>
                </a:lnTo>
                <a:lnTo>
                  <a:pt x="0" y="54578"/>
                </a:lnTo>
                <a:lnTo>
                  <a:pt x="0" y="72182"/>
                </a:lnTo>
                <a:lnTo>
                  <a:pt x="0" y="89492"/>
                </a:lnTo>
                <a:lnTo>
                  <a:pt x="0" y="106507"/>
                </a:lnTo>
                <a:lnTo>
                  <a:pt x="0" y="123229"/>
                </a:lnTo>
                <a:lnTo>
                  <a:pt x="0" y="139656"/>
                </a:lnTo>
                <a:lnTo>
                  <a:pt x="0" y="155790"/>
                </a:lnTo>
                <a:lnTo>
                  <a:pt x="0" y="171628"/>
                </a:lnTo>
                <a:lnTo>
                  <a:pt x="0" y="187173"/>
                </a:lnTo>
                <a:lnTo>
                  <a:pt x="0" y="202424"/>
                </a:lnTo>
              </a:path>
            </a:pathLst>
          </a:custGeom>
          <a:noFill/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path 47"/>
          <p:cNvSpPr/>
          <p:nvPr/>
        </p:nvSpPr>
        <p:spPr>
          <a:xfrm>
            <a:off x="4173083" y="1021588"/>
            <a:ext cx="66313" cy="66313"/>
          </a:xfrm>
          <a:custGeom>
            <a:avLst/>
            <a:gdLst/>
            <a:ahLst/>
            <a:cxnLst/>
            <a:rect l="l" t="t" r="r" b="b"/>
            <a:pathLst>
              <a:path w="66313" h="66313">
                <a:moveTo>
                  <a:pt x="66313" y="0"/>
                </a:moveTo>
                <a:lnTo>
                  <a:pt x="33157" y="66313"/>
                </a:lnTo>
                <a:lnTo>
                  <a:pt x="0" y="0"/>
                </a:lnTo>
                <a:lnTo>
                  <a:pt x="66313" y="0"/>
                </a:lnTo>
                <a:close/>
              </a:path>
            </a:pathLst>
          </a:custGeom>
          <a:solidFill>
            <a:srgbClr val="6B7280"/>
          </a:solidFill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path 48"/>
          <p:cNvSpPr/>
          <p:nvPr/>
        </p:nvSpPr>
        <p:spPr>
          <a:xfrm>
            <a:off x="9250526" y="1947608"/>
            <a:ext cx="320194" cy="0"/>
          </a:xfrm>
          <a:custGeom>
            <a:avLst/>
            <a:gdLst/>
            <a:ahLst/>
            <a:cxnLst/>
            <a:rect l="l" t="t" r="r" b="b"/>
            <a:pathLst>
              <a:path w="320194" h="0">
                <a:moveTo>
                  <a:pt x="320194" y="0"/>
                </a:moveTo>
                <a:lnTo>
                  <a:pt x="291893" y="0"/>
                </a:lnTo>
                <a:lnTo>
                  <a:pt x="263886" y="0"/>
                </a:lnTo>
                <a:lnTo>
                  <a:pt x="236174" y="0"/>
                </a:lnTo>
                <a:lnTo>
                  <a:pt x="208755" y="0"/>
                </a:lnTo>
                <a:lnTo>
                  <a:pt x="181631" y="0"/>
                </a:lnTo>
                <a:lnTo>
                  <a:pt x="154801" y="0"/>
                </a:lnTo>
                <a:lnTo>
                  <a:pt x="128266" y="0"/>
                </a:lnTo>
                <a:lnTo>
                  <a:pt x="102024" y="0"/>
                </a:lnTo>
                <a:lnTo>
                  <a:pt x="76077" y="0"/>
                </a:lnTo>
                <a:lnTo>
                  <a:pt x="50424" y="0"/>
                </a:lnTo>
                <a:lnTo>
                  <a:pt x="25065" y="0"/>
                </a:lnTo>
                <a:lnTo>
                  <a:pt x="0" y="0"/>
                </a:lnTo>
              </a:path>
            </a:pathLst>
          </a:custGeom>
          <a:noFill/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path 49"/>
          <p:cNvSpPr/>
          <p:nvPr/>
        </p:nvSpPr>
        <p:spPr>
          <a:xfrm>
            <a:off x="9250526" y="1914451"/>
            <a:ext cx="66313" cy="66313"/>
          </a:xfrm>
          <a:custGeom>
            <a:avLst/>
            <a:gdLst/>
            <a:ahLst/>
            <a:cxnLst/>
            <a:rect l="l" t="t" r="r" b="b"/>
            <a:pathLst>
              <a:path w="66313" h="66313">
                <a:moveTo>
                  <a:pt x="66313" y="66313"/>
                </a:moveTo>
                <a:lnTo>
                  <a:pt x="0" y="33157"/>
                </a:lnTo>
                <a:lnTo>
                  <a:pt x="66313" y="0"/>
                </a:lnTo>
                <a:lnTo>
                  <a:pt x="66313" y="66313"/>
                </a:lnTo>
                <a:close/>
              </a:path>
            </a:pathLst>
          </a:custGeom>
          <a:solidFill>
            <a:srgbClr val="6B7280"/>
          </a:solidFill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50"/>
          <p:cNvSpPr/>
          <p:nvPr/>
        </p:nvSpPr>
        <p:spPr>
          <a:xfrm>
            <a:off x="2560320" y="5301704"/>
            <a:ext cx="466497" cy="0"/>
          </a:xfrm>
          <a:custGeom>
            <a:avLst/>
            <a:gdLst/>
            <a:ahLst/>
            <a:cxnLst/>
            <a:rect l="l" t="t" r="r" b="b"/>
            <a:pathLst>
              <a:path w="466497" h="0">
                <a:moveTo>
                  <a:pt x="0" y="0"/>
                </a:moveTo>
                <a:lnTo>
                  <a:pt x="40493" y="0"/>
                </a:lnTo>
                <a:lnTo>
                  <a:pt x="80691" y="0"/>
                </a:lnTo>
                <a:lnTo>
                  <a:pt x="120596" y="0"/>
                </a:lnTo>
                <a:lnTo>
                  <a:pt x="160206" y="0"/>
                </a:lnTo>
                <a:lnTo>
                  <a:pt x="199522" y="0"/>
                </a:lnTo>
                <a:lnTo>
                  <a:pt x="238544" y="0"/>
                </a:lnTo>
                <a:lnTo>
                  <a:pt x="277272" y="0"/>
                </a:lnTo>
                <a:lnTo>
                  <a:pt x="315705" y="0"/>
                </a:lnTo>
                <a:lnTo>
                  <a:pt x="353845" y="0"/>
                </a:lnTo>
                <a:lnTo>
                  <a:pt x="391690" y="0"/>
                </a:lnTo>
                <a:lnTo>
                  <a:pt x="429240" y="0"/>
                </a:lnTo>
                <a:lnTo>
                  <a:pt x="466497" y="0"/>
                </a:lnTo>
              </a:path>
            </a:pathLst>
          </a:custGeom>
          <a:noFill/>
          <a:ln w="1894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path 51"/>
          <p:cNvSpPr/>
          <p:nvPr/>
        </p:nvSpPr>
        <p:spPr>
          <a:xfrm>
            <a:off x="2960505" y="5268548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1894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path 52"/>
          <p:cNvSpPr/>
          <p:nvPr/>
        </p:nvSpPr>
        <p:spPr>
          <a:xfrm>
            <a:off x="1280160" y="4407278"/>
            <a:ext cx="0" cy="146522"/>
          </a:xfrm>
          <a:custGeom>
            <a:avLst/>
            <a:gdLst/>
            <a:ahLst/>
            <a:cxnLst/>
            <a:rect l="l" t="t" r="r" b="b"/>
            <a:pathLst>
              <a:path w="0" h="146522">
                <a:moveTo>
                  <a:pt x="0" y="0"/>
                </a:moveTo>
                <a:lnTo>
                  <a:pt x="0" y="13829"/>
                </a:lnTo>
                <a:lnTo>
                  <a:pt x="0" y="27363"/>
                </a:lnTo>
                <a:lnTo>
                  <a:pt x="0" y="40603"/>
                </a:lnTo>
                <a:lnTo>
                  <a:pt x="0" y="53548"/>
                </a:lnTo>
                <a:lnTo>
                  <a:pt x="0" y="66200"/>
                </a:lnTo>
                <a:lnTo>
                  <a:pt x="0" y="78557"/>
                </a:lnTo>
                <a:lnTo>
                  <a:pt x="0" y="90620"/>
                </a:lnTo>
                <a:lnTo>
                  <a:pt x="0" y="102389"/>
                </a:lnTo>
                <a:lnTo>
                  <a:pt x="0" y="113863"/>
                </a:lnTo>
                <a:lnTo>
                  <a:pt x="0" y="125044"/>
                </a:lnTo>
                <a:lnTo>
                  <a:pt x="0" y="135930"/>
                </a:lnTo>
                <a:lnTo>
                  <a:pt x="0" y="146522"/>
                </a:lnTo>
              </a:path>
            </a:pathLst>
          </a:custGeom>
          <a:noFill/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53"/>
          <p:cNvSpPr/>
          <p:nvPr/>
        </p:nvSpPr>
        <p:spPr>
          <a:xfrm>
            <a:off x="1247004" y="4487488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0"/>
                </a:moveTo>
                <a:lnTo>
                  <a:pt x="33156" y="66312"/>
                </a:lnTo>
                <a:lnTo>
                  <a:pt x="0" y="0"/>
                </a:lnTo>
                <a:lnTo>
                  <a:pt x="66312" y="0"/>
                </a:lnTo>
                <a:close/>
              </a:path>
            </a:pathLst>
          </a:custGeom>
          <a:solidFill>
            <a:srgbClr val="6B7280"/>
          </a:solidFill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path 54"/>
          <p:cNvSpPr/>
          <p:nvPr/>
        </p:nvSpPr>
        <p:spPr>
          <a:xfrm>
            <a:off x="5669280" y="3261295"/>
            <a:ext cx="320193" cy="0"/>
          </a:xfrm>
          <a:custGeom>
            <a:avLst/>
            <a:gdLst/>
            <a:ahLst/>
            <a:cxnLst/>
            <a:rect l="l" t="t" r="r" b="b"/>
            <a:pathLst>
              <a:path w="320193" h="0">
                <a:moveTo>
                  <a:pt x="0" y="0"/>
                </a:moveTo>
                <a:lnTo>
                  <a:pt x="28301" y="0"/>
                </a:lnTo>
                <a:lnTo>
                  <a:pt x="56307" y="0"/>
                </a:lnTo>
                <a:lnTo>
                  <a:pt x="84020" y="0"/>
                </a:lnTo>
                <a:lnTo>
                  <a:pt x="111438" y="0"/>
                </a:lnTo>
                <a:lnTo>
                  <a:pt x="138562" y="0"/>
                </a:lnTo>
                <a:lnTo>
                  <a:pt x="165392" y="0"/>
                </a:lnTo>
                <a:lnTo>
                  <a:pt x="191928" y="0"/>
                </a:lnTo>
                <a:lnTo>
                  <a:pt x="218169" y="0"/>
                </a:lnTo>
                <a:lnTo>
                  <a:pt x="244116" y="0"/>
                </a:lnTo>
                <a:lnTo>
                  <a:pt x="269769" y="0"/>
                </a:lnTo>
                <a:lnTo>
                  <a:pt x="295128" y="0"/>
                </a:lnTo>
                <a:lnTo>
                  <a:pt x="320193" y="0"/>
                </a:lnTo>
              </a:path>
            </a:pathLst>
          </a:custGeom>
          <a:noFill/>
          <a:ln w="18946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path 55"/>
          <p:cNvSpPr/>
          <p:nvPr/>
        </p:nvSpPr>
        <p:spPr>
          <a:xfrm>
            <a:off x="5923161" y="3228139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B8893E"/>
          </a:solidFill>
          <a:ln w="18946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56"/>
          <p:cNvSpPr/>
          <p:nvPr/>
        </p:nvSpPr>
        <p:spPr>
          <a:xfrm>
            <a:off x="7315200" y="4463180"/>
            <a:ext cx="0" cy="90620"/>
          </a:xfrm>
          <a:custGeom>
            <a:avLst/>
            <a:gdLst/>
            <a:ahLst/>
            <a:cxnLst/>
            <a:rect l="l" t="t" r="r" b="b"/>
            <a:pathLst>
              <a:path w="0" h="90620">
                <a:moveTo>
                  <a:pt x="0" y="0"/>
                </a:moveTo>
                <a:lnTo>
                  <a:pt x="0" y="9170"/>
                </a:lnTo>
                <a:lnTo>
                  <a:pt x="0" y="18045"/>
                </a:lnTo>
                <a:lnTo>
                  <a:pt x="0" y="26627"/>
                </a:lnTo>
                <a:lnTo>
                  <a:pt x="0" y="34914"/>
                </a:lnTo>
                <a:lnTo>
                  <a:pt x="0" y="42907"/>
                </a:lnTo>
                <a:lnTo>
                  <a:pt x="0" y="50606"/>
                </a:lnTo>
                <a:lnTo>
                  <a:pt x="0" y="58010"/>
                </a:lnTo>
                <a:lnTo>
                  <a:pt x="0" y="65121"/>
                </a:lnTo>
                <a:lnTo>
                  <a:pt x="0" y="71937"/>
                </a:lnTo>
                <a:lnTo>
                  <a:pt x="0" y="78459"/>
                </a:lnTo>
                <a:lnTo>
                  <a:pt x="0" y="84687"/>
                </a:lnTo>
                <a:lnTo>
                  <a:pt x="0" y="90620"/>
                </a:lnTo>
              </a:path>
            </a:pathLst>
          </a:custGeom>
          <a:noFill/>
          <a:ln w="18946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path 57"/>
          <p:cNvSpPr/>
          <p:nvPr/>
        </p:nvSpPr>
        <p:spPr>
          <a:xfrm>
            <a:off x="7282044" y="4487488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0"/>
                </a:moveTo>
                <a:lnTo>
                  <a:pt x="33156" y="66312"/>
                </a:lnTo>
                <a:lnTo>
                  <a:pt x="0" y="0"/>
                </a:lnTo>
                <a:lnTo>
                  <a:pt x="66312" y="0"/>
                </a:lnTo>
                <a:close/>
              </a:path>
            </a:pathLst>
          </a:custGeom>
          <a:solidFill>
            <a:srgbClr val="7C5AA6"/>
          </a:solidFill>
          <a:ln w="18946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path 58"/>
          <p:cNvSpPr/>
          <p:nvPr/>
        </p:nvSpPr>
        <p:spPr>
          <a:xfrm>
            <a:off x="9570720" y="4260756"/>
            <a:ext cx="0" cy="146522"/>
          </a:xfrm>
          <a:custGeom>
            <a:avLst/>
            <a:gdLst/>
            <a:ahLst/>
            <a:cxnLst/>
            <a:rect l="l" t="t" r="r" b="b"/>
            <a:pathLst>
              <a:path w="0" h="146522">
                <a:moveTo>
                  <a:pt x="0" y="146522"/>
                </a:moveTo>
                <a:lnTo>
                  <a:pt x="0" y="132694"/>
                </a:lnTo>
                <a:lnTo>
                  <a:pt x="0" y="119160"/>
                </a:lnTo>
                <a:lnTo>
                  <a:pt x="0" y="105920"/>
                </a:lnTo>
                <a:lnTo>
                  <a:pt x="0" y="92974"/>
                </a:lnTo>
                <a:lnTo>
                  <a:pt x="0" y="80323"/>
                </a:lnTo>
                <a:lnTo>
                  <a:pt x="0" y="67965"/>
                </a:lnTo>
                <a:lnTo>
                  <a:pt x="0" y="55902"/>
                </a:lnTo>
                <a:lnTo>
                  <a:pt x="0" y="44133"/>
                </a:lnTo>
                <a:lnTo>
                  <a:pt x="0" y="32659"/>
                </a:lnTo>
                <a:lnTo>
                  <a:pt x="0" y="21478"/>
                </a:lnTo>
                <a:lnTo>
                  <a:pt x="0" y="10592"/>
                </a:lnTo>
                <a:lnTo>
                  <a:pt x="0" y="0"/>
                </a:lnTo>
              </a:path>
            </a:pathLst>
          </a:custGeom>
          <a:noFill/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path 59"/>
          <p:cNvSpPr/>
          <p:nvPr/>
        </p:nvSpPr>
        <p:spPr>
          <a:xfrm>
            <a:off x="9537563" y="4260756"/>
            <a:ext cx="66313" cy="66313"/>
          </a:xfrm>
          <a:custGeom>
            <a:avLst/>
            <a:gdLst/>
            <a:ahLst/>
            <a:cxnLst/>
            <a:rect l="l" t="t" r="r" b="b"/>
            <a:pathLst>
              <a:path w="66313" h="66313">
                <a:moveTo>
                  <a:pt x="0" y="66313"/>
                </a:moveTo>
                <a:lnTo>
                  <a:pt x="33157" y="0"/>
                </a:lnTo>
                <a:lnTo>
                  <a:pt x="66313" y="66313"/>
                </a:lnTo>
                <a:lnTo>
                  <a:pt x="0" y="66313"/>
                </a:lnTo>
                <a:close/>
              </a:path>
            </a:pathLst>
          </a:custGeom>
          <a:solidFill>
            <a:srgbClr val="6B7280"/>
          </a:solidFill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968" y="1807853"/>
            <a:ext cx="647950" cy="1285737"/>
          </a:xfrm>
          <a:prstGeom prst="rect">
            <a:avLst/>
          </a:prstGeom>
        </p:spPr>
      </p:pic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5" y="3189428"/>
            <a:ext cx="524255" cy="322619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9" y="3160266"/>
            <a:ext cx="524256" cy="38094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5503" y="3209637"/>
            <a:ext cx="524255" cy="282200"/>
          </a:xfrm>
          <a:prstGeom prst="rect">
            <a:avLst/>
          </a:prstGeom>
        </p:spPr>
      </p:pic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8527" y="3159311"/>
            <a:ext cx="524255" cy="382853"/>
          </a:xfrm>
          <a:prstGeom prst="rect">
            <a:avLst/>
          </a:prstGeom>
        </p:spPr>
      </p:pic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991" y="3669376"/>
            <a:ext cx="805521" cy="514295"/>
          </a:xfrm>
          <a:prstGeom prst="rect">
            <a:avLst/>
          </a:prstGeom>
        </p:spPr>
      </p:pic>
      <p:sp>
        <p:nvSpPr>
          <p:cNvPr id="67" name="Editable path 60"/>
          <p:cNvSpPr/>
          <p:nvPr/>
        </p:nvSpPr>
        <p:spPr>
          <a:xfrm>
            <a:off x="3532997" y="2456312"/>
            <a:ext cx="68032" cy="273918"/>
          </a:xfrm>
          <a:custGeom>
            <a:avLst/>
            <a:gdLst/>
            <a:ahLst/>
            <a:cxnLst/>
            <a:rect l="l" t="t" r="r" b="b"/>
            <a:pathLst>
              <a:path w="68032" h="273918">
                <a:moveTo>
                  <a:pt x="0" y="0"/>
                </a:moveTo>
                <a:lnTo>
                  <a:pt x="68032" y="0"/>
                </a:lnTo>
                <a:lnTo>
                  <a:pt x="68032" y="273918"/>
                </a:lnTo>
                <a:lnTo>
                  <a:pt x="0" y="273918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130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path 61"/>
          <p:cNvSpPr/>
          <p:nvPr/>
        </p:nvSpPr>
        <p:spPr>
          <a:xfrm>
            <a:off x="3532997" y="1947608"/>
            <a:ext cx="68032" cy="247830"/>
          </a:xfrm>
          <a:custGeom>
            <a:avLst/>
            <a:gdLst/>
            <a:ahLst/>
            <a:cxnLst/>
            <a:rect l="l" t="t" r="r" b="b"/>
            <a:pathLst>
              <a:path w="68032" h="247830">
                <a:moveTo>
                  <a:pt x="0" y="0"/>
                </a:moveTo>
                <a:lnTo>
                  <a:pt x="68032" y="0"/>
                </a:lnTo>
                <a:lnTo>
                  <a:pt x="68032" y="247830"/>
                </a:lnTo>
                <a:lnTo>
                  <a:pt x="0" y="247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130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path 62"/>
          <p:cNvSpPr/>
          <p:nvPr/>
        </p:nvSpPr>
        <p:spPr>
          <a:xfrm>
            <a:off x="3124809" y="2338919"/>
            <a:ext cx="385512" cy="260874"/>
          </a:xfrm>
          <a:custGeom>
            <a:avLst/>
            <a:gdLst/>
            <a:ahLst/>
            <a:cxnLst/>
            <a:rect l="l" t="t" r="r" b="b"/>
            <a:pathLst>
              <a:path w="385512" h="260874">
                <a:moveTo>
                  <a:pt x="0" y="260874"/>
                </a:moveTo>
                <a:lnTo>
                  <a:pt x="136063" y="130437"/>
                </a:lnTo>
                <a:lnTo>
                  <a:pt x="260787" y="52175"/>
                </a:lnTo>
                <a:lnTo>
                  <a:pt x="385512" y="0"/>
                </a:lnTo>
              </a:path>
            </a:pathLst>
          </a:custGeom>
          <a:noFill/>
          <a:ln w="2841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63"/>
          <p:cNvSpPr/>
          <p:nvPr/>
        </p:nvSpPr>
        <p:spPr>
          <a:xfrm>
            <a:off x="3101126" y="2576110"/>
            <a:ext cx="47366" cy="47366"/>
          </a:xfrm>
          <a:custGeom>
            <a:avLst/>
            <a:gdLst/>
            <a:ahLst/>
            <a:cxnLst/>
            <a:rect l="l" t="t" r="r" b="b"/>
            <a:pathLst>
              <a:path w="47366" h="47366">
                <a:moveTo>
                  <a:pt x="23683" y="47366"/>
                </a:moveTo>
                <a:lnTo>
                  <a:pt x="25247" y="47314"/>
                </a:lnTo>
                <a:lnTo>
                  <a:pt x="26796" y="47161"/>
                </a:lnTo>
                <a:lnTo>
                  <a:pt x="28325" y="46907"/>
                </a:lnTo>
                <a:lnTo>
                  <a:pt x="29829" y="46554"/>
                </a:lnTo>
                <a:lnTo>
                  <a:pt x="31305" y="46106"/>
                </a:lnTo>
                <a:lnTo>
                  <a:pt x="32746" y="45563"/>
                </a:lnTo>
                <a:lnTo>
                  <a:pt x="34150" y="44928"/>
                </a:lnTo>
                <a:lnTo>
                  <a:pt x="35510" y="44202"/>
                </a:lnTo>
                <a:lnTo>
                  <a:pt x="36823" y="43387"/>
                </a:lnTo>
                <a:lnTo>
                  <a:pt x="38083" y="42485"/>
                </a:lnTo>
                <a:lnTo>
                  <a:pt x="39287" y="41499"/>
                </a:lnTo>
                <a:lnTo>
                  <a:pt x="40430" y="40429"/>
                </a:lnTo>
                <a:lnTo>
                  <a:pt x="41499" y="39287"/>
                </a:lnTo>
                <a:lnTo>
                  <a:pt x="42486" y="38083"/>
                </a:lnTo>
                <a:lnTo>
                  <a:pt x="43387" y="36822"/>
                </a:lnTo>
                <a:lnTo>
                  <a:pt x="44202" y="35510"/>
                </a:lnTo>
                <a:lnTo>
                  <a:pt x="44928" y="34149"/>
                </a:lnTo>
                <a:lnTo>
                  <a:pt x="45564" y="32746"/>
                </a:lnTo>
                <a:lnTo>
                  <a:pt x="46106" y="31304"/>
                </a:lnTo>
                <a:lnTo>
                  <a:pt x="46555" y="29829"/>
                </a:lnTo>
                <a:lnTo>
                  <a:pt x="46907" y="28325"/>
                </a:lnTo>
                <a:lnTo>
                  <a:pt x="47161" y="26796"/>
                </a:lnTo>
                <a:lnTo>
                  <a:pt x="47315" y="25247"/>
                </a:lnTo>
                <a:lnTo>
                  <a:pt x="47366" y="23683"/>
                </a:lnTo>
                <a:lnTo>
                  <a:pt x="47315" y="22119"/>
                </a:lnTo>
                <a:lnTo>
                  <a:pt x="47161" y="20570"/>
                </a:lnTo>
                <a:lnTo>
                  <a:pt x="46907" y="19041"/>
                </a:lnTo>
                <a:lnTo>
                  <a:pt x="46555" y="17537"/>
                </a:lnTo>
                <a:lnTo>
                  <a:pt x="46106" y="16061"/>
                </a:lnTo>
                <a:lnTo>
                  <a:pt x="45564" y="14620"/>
                </a:lnTo>
                <a:lnTo>
                  <a:pt x="44928" y="13217"/>
                </a:lnTo>
                <a:lnTo>
                  <a:pt x="44202" y="11856"/>
                </a:lnTo>
                <a:lnTo>
                  <a:pt x="43387" y="10544"/>
                </a:lnTo>
                <a:lnTo>
                  <a:pt x="42486" y="9283"/>
                </a:lnTo>
                <a:lnTo>
                  <a:pt x="41499" y="8079"/>
                </a:lnTo>
                <a:lnTo>
                  <a:pt x="40430" y="6937"/>
                </a:lnTo>
                <a:lnTo>
                  <a:pt x="39287" y="5867"/>
                </a:lnTo>
                <a:lnTo>
                  <a:pt x="38083" y="4881"/>
                </a:lnTo>
                <a:lnTo>
                  <a:pt x="36823" y="3979"/>
                </a:lnTo>
                <a:lnTo>
                  <a:pt x="35510" y="3164"/>
                </a:lnTo>
                <a:lnTo>
                  <a:pt x="34150" y="2438"/>
                </a:lnTo>
                <a:lnTo>
                  <a:pt x="32746" y="1803"/>
                </a:lnTo>
                <a:lnTo>
                  <a:pt x="31305" y="1260"/>
                </a:lnTo>
                <a:lnTo>
                  <a:pt x="29829" y="811"/>
                </a:lnTo>
                <a:lnTo>
                  <a:pt x="28325" y="459"/>
                </a:lnTo>
                <a:lnTo>
                  <a:pt x="26796" y="205"/>
                </a:lnTo>
                <a:lnTo>
                  <a:pt x="25247" y="52"/>
                </a:lnTo>
                <a:lnTo>
                  <a:pt x="23683" y="0"/>
                </a:lnTo>
                <a:lnTo>
                  <a:pt x="22119" y="52"/>
                </a:lnTo>
                <a:lnTo>
                  <a:pt x="20571" y="205"/>
                </a:lnTo>
                <a:lnTo>
                  <a:pt x="19042" y="459"/>
                </a:lnTo>
                <a:lnTo>
                  <a:pt x="17537" y="811"/>
                </a:lnTo>
                <a:lnTo>
                  <a:pt x="16062" y="1260"/>
                </a:lnTo>
                <a:lnTo>
                  <a:pt x="14620" y="1803"/>
                </a:lnTo>
                <a:lnTo>
                  <a:pt x="13217" y="2438"/>
                </a:lnTo>
                <a:lnTo>
                  <a:pt x="11857" y="3164"/>
                </a:lnTo>
                <a:lnTo>
                  <a:pt x="10544" y="3979"/>
                </a:lnTo>
                <a:lnTo>
                  <a:pt x="9283" y="4881"/>
                </a:lnTo>
                <a:lnTo>
                  <a:pt x="8079" y="5867"/>
                </a:lnTo>
                <a:lnTo>
                  <a:pt x="6937" y="6937"/>
                </a:lnTo>
                <a:lnTo>
                  <a:pt x="5867" y="8079"/>
                </a:lnTo>
                <a:lnTo>
                  <a:pt x="4881" y="9283"/>
                </a:lnTo>
                <a:lnTo>
                  <a:pt x="3979" y="10544"/>
                </a:lnTo>
                <a:lnTo>
                  <a:pt x="3165" y="11856"/>
                </a:lnTo>
                <a:lnTo>
                  <a:pt x="2439" y="13217"/>
                </a:lnTo>
                <a:lnTo>
                  <a:pt x="1803" y="14620"/>
                </a:lnTo>
                <a:lnTo>
                  <a:pt x="1260" y="16061"/>
                </a:lnTo>
                <a:lnTo>
                  <a:pt x="812" y="17537"/>
                </a:lnTo>
                <a:lnTo>
                  <a:pt x="460" y="19041"/>
                </a:lnTo>
                <a:lnTo>
                  <a:pt x="206" y="20570"/>
                </a:lnTo>
                <a:lnTo>
                  <a:pt x="52" y="22119"/>
                </a:lnTo>
                <a:lnTo>
                  <a:pt x="0" y="23683"/>
                </a:lnTo>
                <a:lnTo>
                  <a:pt x="52" y="25247"/>
                </a:lnTo>
                <a:lnTo>
                  <a:pt x="206" y="26796"/>
                </a:lnTo>
                <a:lnTo>
                  <a:pt x="460" y="28325"/>
                </a:lnTo>
                <a:lnTo>
                  <a:pt x="812" y="29829"/>
                </a:lnTo>
                <a:lnTo>
                  <a:pt x="1260" y="31304"/>
                </a:lnTo>
                <a:lnTo>
                  <a:pt x="1803" y="32746"/>
                </a:lnTo>
                <a:lnTo>
                  <a:pt x="2439" y="34149"/>
                </a:lnTo>
                <a:lnTo>
                  <a:pt x="3165" y="35510"/>
                </a:lnTo>
                <a:lnTo>
                  <a:pt x="3979" y="36822"/>
                </a:lnTo>
                <a:lnTo>
                  <a:pt x="4881" y="38083"/>
                </a:lnTo>
                <a:lnTo>
                  <a:pt x="5867" y="39287"/>
                </a:lnTo>
                <a:lnTo>
                  <a:pt x="6937" y="40429"/>
                </a:lnTo>
                <a:lnTo>
                  <a:pt x="8079" y="41499"/>
                </a:lnTo>
                <a:lnTo>
                  <a:pt x="9283" y="42485"/>
                </a:lnTo>
                <a:lnTo>
                  <a:pt x="10544" y="43387"/>
                </a:lnTo>
                <a:lnTo>
                  <a:pt x="11857" y="44202"/>
                </a:lnTo>
                <a:lnTo>
                  <a:pt x="13217" y="44928"/>
                </a:lnTo>
                <a:lnTo>
                  <a:pt x="14620" y="45563"/>
                </a:lnTo>
                <a:lnTo>
                  <a:pt x="16062" y="46106"/>
                </a:lnTo>
                <a:lnTo>
                  <a:pt x="17537" y="46554"/>
                </a:lnTo>
                <a:lnTo>
                  <a:pt x="19042" y="46907"/>
                </a:lnTo>
                <a:lnTo>
                  <a:pt x="20571" y="47161"/>
                </a:lnTo>
                <a:lnTo>
                  <a:pt x="22119" y="47314"/>
                </a:lnTo>
                <a:lnTo>
                  <a:pt x="23683" y="47366"/>
                </a:lnTo>
                <a:close/>
              </a:path>
            </a:pathLst>
          </a:custGeom>
          <a:solidFill>
            <a:srgbClr val="FF9500"/>
          </a:solidFill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64"/>
          <p:cNvSpPr/>
          <p:nvPr/>
        </p:nvSpPr>
        <p:spPr>
          <a:xfrm>
            <a:off x="3237189" y="2445673"/>
            <a:ext cx="47366" cy="47366"/>
          </a:xfrm>
          <a:custGeom>
            <a:avLst/>
            <a:gdLst/>
            <a:ahLst/>
            <a:cxnLst/>
            <a:rect l="l" t="t" r="r" b="b"/>
            <a:pathLst>
              <a:path w="47366" h="47366">
                <a:moveTo>
                  <a:pt x="23683" y="47366"/>
                </a:moveTo>
                <a:lnTo>
                  <a:pt x="25247" y="47314"/>
                </a:lnTo>
                <a:lnTo>
                  <a:pt x="26796" y="47160"/>
                </a:lnTo>
                <a:lnTo>
                  <a:pt x="28325" y="46907"/>
                </a:lnTo>
                <a:lnTo>
                  <a:pt x="29829" y="46554"/>
                </a:lnTo>
                <a:lnTo>
                  <a:pt x="31304" y="46106"/>
                </a:lnTo>
                <a:lnTo>
                  <a:pt x="32746" y="45563"/>
                </a:lnTo>
                <a:lnTo>
                  <a:pt x="34149" y="44928"/>
                </a:lnTo>
                <a:lnTo>
                  <a:pt x="35510" y="44201"/>
                </a:lnTo>
                <a:lnTo>
                  <a:pt x="36822" y="43387"/>
                </a:lnTo>
                <a:lnTo>
                  <a:pt x="38083" y="42485"/>
                </a:lnTo>
                <a:lnTo>
                  <a:pt x="39287" y="41499"/>
                </a:lnTo>
                <a:lnTo>
                  <a:pt x="40429" y="40429"/>
                </a:lnTo>
                <a:lnTo>
                  <a:pt x="41499" y="39287"/>
                </a:lnTo>
                <a:lnTo>
                  <a:pt x="42485" y="38083"/>
                </a:lnTo>
                <a:lnTo>
                  <a:pt x="43387" y="36822"/>
                </a:lnTo>
                <a:lnTo>
                  <a:pt x="44202" y="35509"/>
                </a:lnTo>
                <a:lnTo>
                  <a:pt x="44928" y="34149"/>
                </a:lnTo>
                <a:lnTo>
                  <a:pt x="45563" y="32746"/>
                </a:lnTo>
                <a:lnTo>
                  <a:pt x="46106" y="31304"/>
                </a:lnTo>
                <a:lnTo>
                  <a:pt x="46555" y="29829"/>
                </a:lnTo>
                <a:lnTo>
                  <a:pt x="46907" y="28325"/>
                </a:lnTo>
                <a:lnTo>
                  <a:pt x="47161" y="26796"/>
                </a:lnTo>
                <a:lnTo>
                  <a:pt x="47314" y="25247"/>
                </a:lnTo>
                <a:lnTo>
                  <a:pt x="47366" y="23683"/>
                </a:lnTo>
                <a:lnTo>
                  <a:pt x="47314" y="22119"/>
                </a:lnTo>
                <a:lnTo>
                  <a:pt x="47161" y="20570"/>
                </a:lnTo>
                <a:lnTo>
                  <a:pt x="46907" y="19041"/>
                </a:lnTo>
                <a:lnTo>
                  <a:pt x="46555" y="17537"/>
                </a:lnTo>
                <a:lnTo>
                  <a:pt x="46106" y="16061"/>
                </a:lnTo>
                <a:lnTo>
                  <a:pt x="45563" y="14620"/>
                </a:lnTo>
                <a:lnTo>
                  <a:pt x="44928" y="13217"/>
                </a:lnTo>
                <a:lnTo>
                  <a:pt x="44202" y="11856"/>
                </a:lnTo>
                <a:lnTo>
                  <a:pt x="43387" y="10544"/>
                </a:lnTo>
                <a:lnTo>
                  <a:pt x="42485" y="9283"/>
                </a:lnTo>
                <a:lnTo>
                  <a:pt x="41499" y="8079"/>
                </a:lnTo>
                <a:lnTo>
                  <a:pt x="40429" y="6936"/>
                </a:lnTo>
                <a:lnTo>
                  <a:pt x="39287" y="5867"/>
                </a:lnTo>
                <a:lnTo>
                  <a:pt x="38083" y="4881"/>
                </a:lnTo>
                <a:lnTo>
                  <a:pt x="36822" y="3979"/>
                </a:lnTo>
                <a:lnTo>
                  <a:pt x="35510" y="3164"/>
                </a:lnTo>
                <a:lnTo>
                  <a:pt x="34149" y="2438"/>
                </a:lnTo>
                <a:lnTo>
                  <a:pt x="32746" y="1803"/>
                </a:lnTo>
                <a:lnTo>
                  <a:pt x="31304" y="1260"/>
                </a:lnTo>
                <a:lnTo>
                  <a:pt x="29829" y="811"/>
                </a:lnTo>
                <a:lnTo>
                  <a:pt x="28325" y="459"/>
                </a:lnTo>
                <a:lnTo>
                  <a:pt x="26796" y="205"/>
                </a:lnTo>
                <a:lnTo>
                  <a:pt x="25247" y="52"/>
                </a:lnTo>
                <a:lnTo>
                  <a:pt x="23683" y="0"/>
                </a:lnTo>
                <a:lnTo>
                  <a:pt x="22119" y="52"/>
                </a:lnTo>
                <a:lnTo>
                  <a:pt x="20570" y="205"/>
                </a:lnTo>
                <a:lnTo>
                  <a:pt x="19041" y="459"/>
                </a:lnTo>
                <a:lnTo>
                  <a:pt x="17537" y="811"/>
                </a:lnTo>
                <a:lnTo>
                  <a:pt x="16062" y="1260"/>
                </a:lnTo>
                <a:lnTo>
                  <a:pt x="14620" y="1803"/>
                </a:lnTo>
                <a:lnTo>
                  <a:pt x="13217" y="2438"/>
                </a:lnTo>
                <a:lnTo>
                  <a:pt x="11856" y="3164"/>
                </a:lnTo>
                <a:lnTo>
                  <a:pt x="10544" y="3979"/>
                </a:lnTo>
                <a:lnTo>
                  <a:pt x="9283" y="4881"/>
                </a:lnTo>
                <a:lnTo>
                  <a:pt x="8079" y="5867"/>
                </a:lnTo>
                <a:lnTo>
                  <a:pt x="6937" y="6936"/>
                </a:lnTo>
                <a:lnTo>
                  <a:pt x="5867" y="8079"/>
                </a:lnTo>
                <a:lnTo>
                  <a:pt x="4881" y="9283"/>
                </a:lnTo>
                <a:lnTo>
                  <a:pt x="3979" y="10544"/>
                </a:lnTo>
                <a:lnTo>
                  <a:pt x="3164" y="11856"/>
                </a:lnTo>
                <a:lnTo>
                  <a:pt x="2438" y="13217"/>
                </a:lnTo>
                <a:lnTo>
                  <a:pt x="1803" y="14620"/>
                </a:lnTo>
                <a:lnTo>
                  <a:pt x="1260" y="16061"/>
                </a:lnTo>
                <a:lnTo>
                  <a:pt x="811" y="17537"/>
                </a:lnTo>
                <a:lnTo>
                  <a:pt x="459" y="19041"/>
                </a:lnTo>
                <a:lnTo>
                  <a:pt x="205" y="20570"/>
                </a:lnTo>
                <a:lnTo>
                  <a:pt x="52" y="22119"/>
                </a:lnTo>
                <a:lnTo>
                  <a:pt x="0" y="23683"/>
                </a:lnTo>
                <a:lnTo>
                  <a:pt x="52" y="25247"/>
                </a:lnTo>
                <a:lnTo>
                  <a:pt x="205" y="26796"/>
                </a:lnTo>
                <a:lnTo>
                  <a:pt x="459" y="28325"/>
                </a:lnTo>
                <a:lnTo>
                  <a:pt x="811" y="29829"/>
                </a:lnTo>
                <a:lnTo>
                  <a:pt x="1260" y="31304"/>
                </a:lnTo>
                <a:lnTo>
                  <a:pt x="1803" y="32746"/>
                </a:lnTo>
                <a:lnTo>
                  <a:pt x="2438" y="34149"/>
                </a:lnTo>
                <a:lnTo>
                  <a:pt x="3164" y="35509"/>
                </a:lnTo>
                <a:lnTo>
                  <a:pt x="3979" y="36822"/>
                </a:lnTo>
                <a:lnTo>
                  <a:pt x="4881" y="38083"/>
                </a:lnTo>
                <a:lnTo>
                  <a:pt x="5867" y="39287"/>
                </a:lnTo>
                <a:lnTo>
                  <a:pt x="6937" y="40429"/>
                </a:lnTo>
                <a:lnTo>
                  <a:pt x="8079" y="41499"/>
                </a:lnTo>
                <a:lnTo>
                  <a:pt x="9283" y="42485"/>
                </a:lnTo>
                <a:lnTo>
                  <a:pt x="10544" y="43387"/>
                </a:lnTo>
                <a:lnTo>
                  <a:pt x="11856" y="44201"/>
                </a:lnTo>
                <a:lnTo>
                  <a:pt x="13217" y="44928"/>
                </a:lnTo>
                <a:lnTo>
                  <a:pt x="14620" y="45563"/>
                </a:lnTo>
                <a:lnTo>
                  <a:pt x="16062" y="46106"/>
                </a:lnTo>
                <a:lnTo>
                  <a:pt x="17537" y="46554"/>
                </a:lnTo>
                <a:lnTo>
                  <a:pt x="19041" y="46907"/>
                </a:lnTo>
                <a:lnTo>
                  <a:pt x="20570" y="47160"/>
                </a:lnTo>
                <a:lnTo>
                  <a:pt x="22119" y="47314"/>
                </a:lnTo>
                <a:lnTo>
                  <a:pt x="23683" y="47366"/>
                </a:lnTo>
                <a:close/>
              </a:path>
            </a:pathLst>
          </a:custGeom>
          <a:solidFill>
            <a:srgbClr val="FF9500"/>
          </a:solidFill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path 65"/>
          <p:cNvSpPr/>
          <p:nvPr/>
        </p:nvSpPr>
        <p:spPr>
          <a:xfrm>
            <a:off x="3361913" y="2367411"/>
            <a:ext cx="47366" cy="47366"/>
          </a:xfrm>
          <a:custGeom>
            <a:avLst/>
            <a:gdLst/>
            <a:ahLst/>
            <a:cxnLst/>
            <a:rect l="l" t="t" r="r" b="b"/>
            <a:pathLst>
              <a:path w="47366" h="47366">
                <a:moveTo>
                  <a:pt x="23683" y="47366"/>
                </a:moveTo>
                <a:lnTo>
                  <a:pt x="25247" y="47314"/>
                </a:lnTo>
                <a:lnTo>
                  <a:pt x="26796" y="47160"/>
                </a:lnTo>
                <a:lnTo>
                  <a:pt x="28325" y="46906"/>
                </a:lnTo>
                <a:lnTo>
                  <a:pt x="29829" y="46554"/>
                </a:lnTo>
                <a:lnTo>
                  <a:pt x="31304" y="46106"/>
                </a:lnTo>
                <a:lnTo>
                  <a:pt x="32746" y="45563"/>
                </a:lnTo>
                <a:lnTo>
                  <a:pt x="34149" y="44927"/>
                </a:lnTo>
                <a:lnTo>
                  <a:pt x="35510" y="44201"/>
                </a:lnTo>
                <a:lnTo>
                  <a:pt x="36822" y="43386"/>
                </a:lnTo>
                <a:lnTo>
                  <a:pt x="38083" y="42485"/>
                </a:lnTo>
                <a:lnTo>
                  <a:pt x="39287" y="41498"/>
                </a:lnTo>
                <a:lnTo>
                  <a:pt x="40429" y="40429"/>
                </a:lnTo>
                <a:lnTo>
                  <a:pt x="41499" y="39286"/>
                </a:lnTo>
                <a:lnTo>
                  <a:pt x="42485" y="38083"/>
                </a:lnTo>
                <a:lnTo>
                  <a:pt x="43387" y="36822"/>
                </a:lnTo>
                <a:lnTo>
                  <a:pt x="44202" y="35509"/>
                </a:lnTo>
                <a:lnTo>
                  <a:pt x="44928" y="34149"/>
                </a:lnTo>
                <a:lnTo>
                  <a:pt x="45563" y="32746"/>
                </a:lnTo>
                <a:lnTo>
                  <a:pt x="46106" y="31304"/>
                </a:lnTo>
                <a:lnTo>
                  <a:pt x="46555" y="29829"/>
                </a:lnTo>
                <a:lnTo>
                  <a:pt x="46907" y="28324"/>
                </a:lnTo>
                <a:lnTo>
                  <a:pt x="47161" y="26795"/>
                </a:lnTo>
                <a:lnTo>
                  <a:pt x="47314" y="25247"/>
                </a:lnTo>
                <a:lnTo>
                  <a:pt x="47366" y="23683"/>
                </a:lnTo>
                <a:lnTo>
                  <a:pt x="47314" y="22118"/>
                </a:lnTo>
                <a:lnTo>
                  <a:pt x="47161" y="20570"/>
                </a:lnTo>
                <a:lnTo>
                  <a:pt x="46907" y="19041"/>
                </a:lnTo>
                <a:lnTo>
                  <a:pt x="46555" y="17536"/>
                </a:lnTo>
                <a:lnTo>
                  <a:pt x="46106" y="16061"/>
                </a:lnTo>
                <a:lnTo>
                  <a:pt x="45563" y="14620"/>
                </a:lnTo>
                <a:lnTo>
                  <a:pt x="44928" y="13216"/>
                </a:lnTo>
                <a:lnTo>
                  <a:pt x="44202" y="11856"/>
                </a:lnTo>
                <a:lnTo>
                  <a:pt x="43387" y="10543"/>
                </a:lnTo>
                <a:lnTo>
                  <a:pt x="42485" y="9283"/>
                </a:lnTo>
                <a:lnTo>
                  <a:pt x="41499" y="8079"/>
                </a:lnTo>
                <a:lnTo>
                  <a:pt x="40429" y="6936"/>
                </a:lnTo>
                <a:lnTo>
                  <a:pt x="39287" y="5867"/>
                </a:lnTo>
                <a:lnTo>
                  <a:pt x="38083" y="4880"/>
                </a:lnTo>
                <a:lnTo>
                  <a:pt x="36822" y="3979"/>
                </a:lnTo>
                <a:lnTo>
                  <a:pt x="35510" y="3164"/>
                </a:lnTo>
                <a:lnTo>
                  <a:pt x="34149" y="2438"/>
                </a:lnTo>
                <a:lnTo>
                  <a:pt x="32746" y="1802"/>
                </a:lnTo>
                <a:lnTo>
                  <a:pt x="31304" y="1260"/>
                </a:lnTo>
                <a:lnTo>
                  <a:pt x="29829" y="811"/>
                </a:lnTo>
                <a:lnTo>
                  <a:pt x="28325" y="459"/>
                </a:lnTo>
                <a:lnTo>
                  <a:pt x="26796" y="205"/>
                </a:lnTo>
                <a:lnTo>
                  <a:pt x="25247" y="51"/>
                </a:lnTo>
                <a:lnTo>
                  <a:pt x="23683" y="0"/>
                </a:lnTo>
                <a:lnTo>
                  <a:pt x="22119" y="51"/>
                </a:lnTo>
                <a:lnTo>
                  <a:pt x="20570" y="205"/>
                </a:lnTo>
                <a:lnTo>
                  <a:pt x="19041" y="459"/>
                </a:lnTo>
                <a:lnTo>
                  <a:pt x="17537" y="811"/>
                </a:lnTo>
                <a:lnTo>
                  <a:pt x="16062" y="1260"/>
                </a:lnTo>
                <a:lnTo>
                  <a:pt x="14620" y="1802"/>
                </a:lnTo>
                <a:lnTo>
                  <a:pt x="13217" y="2438"/>
                </a:lnTo>
                <a:lnTo>
                  <a:pt x="11857" y="3164"/>
                </a:lnTo>
                <a:lnTo>
                  <a:pt x="10544" y="3979"/>
                </a:lnTo>
                <a:lnTo>
                  <a:pt x="9283" y="4880"/>
                </a:lnTo>
                <a:lnTo>
                  <a:pt x="8079" y="5867"/>
                </a:lnTo>
                <a:lnTo>
                  <a:pt x="6937" y="6936"/>
                </a:lnTo>
                <a:lnTo>
                  <a:pt x="5867" y="8079"/>
                </a:lnTo>
                <a:lnTo>
                  <a:pt x="4881" y="9283"/>
                </a:lnTo>
                <a:lnTo>
                  <a:pt x="3979" y="10543"/>
                </a:lnTo>
                <a:lnTo>
                  <a:pt x="3164" y="11856"/>
                </a:lnTo>
                <a:lnTo>
                  <a:pt x="2438" y="13216"/>
                </a:lnTo>
                <a:lnTo>
                  <a:pt x="1803" y="14620"/>
                </a:lnTo>
                <a:lnTo>
                  <a:pt x="1260" y="16061"/>
                </a:lnTo>
                <a:lnTo>
                  <a:pt x="812" y="17536"/>
                </a:lnTo>
                <a:lnTo>
                  <a:pt x="459" y="19041"/>
                </a:lnTo>
                <a:lnTo>
                  <a:pt x="205" y="20570"/>
                </a:lnTo>
                <a:lnTo>
                  <a:pt x="52" y="22118"/>
                </a:lnTo>
                <a:lnTo>
                  <a:pt x="0" y="23683"/>
                </a:lnTo>
                <a:lnTo>
                  <a:pt x="52" y="25247"/>
                </a:lnTo>
                <a:lnTo>
                  <a:pt x="205" y="26795"/>
                </a:lnTo>
                <a:lnTo>
                  <a:pt x="459" y="28324"/>
                </a:lnTo>
                <a:lnTo>
                  <a:pt x="812" y="29829"/>
                </a:lnTo>
                <a:lnTo>
                  <a:pt x="1260" y="31304"/>
                </a:lnTo>
                <a:lnTo>
                  <a:pt x="1803" y="32746"/>
                </a:lnTo>
                <a:lnTo>
                  <a:pt x="2438" y="34149"/>
                </a:lnTo>
                <a:lnTo>
                  <a:pt x="3164" y="35509"/>
                </a:lnTo>
                <a:lnTo>
                  <a:pt x="3979" y="36822"/>
                </a:lnTo>
                <a:lnTo>
                  <a:pt x="4881" y="38083"/>
                </a:lnTo>
                <a:lnTo>
                  <a:pt x="5867" y="39286"/>
                </a:lnTo>
                <a:lnTo>
                  <a:pt x="6937" y="40429"/>
                </a:lnTo>
                <a:lnTo>
                  <a:pt x="8079" y="41498"/>
                </a:lnTo>
                <a:lnTo>
                  <a:pt x="9283" y="42485"/>
                </a:lnTo>
                <a:lnTo>
                  <a:pt x="10544" y="43386"/>
                </a:lnTo>
                <a:lnTo>
                  <a:pt x="11857" y="44201"/>
                </a:lnTo>
                <a:lnTo>
                  <a:pt x="13217" y="44927"/>
                </a:lnTo>
                <a:lnTo>
                  <a:pt x="14620" y="45563"/>
                </a:lnTo>
                <a:lnTo>
                  <a:pt x="16062" y="46106"/>
                </a:lnTo>
                <a:lnTo>
                  <a:pt x="17537" y="46554"/>
                </a:lnTo>
                <a:lnTo>
                  <a:pt x="19041" y="46906"/>
                </a:lnTo>
                <a:lnTo>
                  <a:pt x="20570" y="47160"/>
                </a:lnTo>
                <a:lnTo>
                  <a:pt x="22119" y="47314"/>
                </a:lnTo>
                <a:lnTo>
                  <a:pt x="23683" y="47366"/>
                </a:lnTo>
                <a:close/>
              </a:path>
            </a:pathLst>
          </a:custGeom>
          <a:solidFill>
            <a:srgbClr val="FF9500"/>
          </a:solidFill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path 66"/>
          <p:cNvSpPr/>
          <p:nvPr/>
        </p:nvSpPr>
        <p:spPr>
          <a:xfrm>
            <a:off x="3486637" y="2315236"/>
            <a:ext cx="47366" cy="47366"/>
          </a:xfrm>
          <a:custGeom>
            <a:avLst/>
            <a:gdLst/>
            <a:ahLst/>
            <a:cxnLst/>
            <a:rect l="l" t="t" r="r" b="b"/>
            <a:pathLst>
              <a:path w="47366" h="47366">
                <a:moveTo>
                  <a:pt x="23683" y="47366"/>
                </a:moveTo>
                <a:lnTo>
                  <a:pt x="25247" y="47314"/>
                </a:lnTo>
                <a:lnTo>
                  <a:pt x="26796" y="47160"/>
                </a:lnTo>
                <a:lnTo>
                  <a:pt x="28325" y="46906"/>
                </a:lnTo>
                <a:lnTo>
                  <a:pt x="29829" y="46554"/>
                </a:lnTo>
                <a:lnTo>
                  <a:pt x="31305" y="46106"/>
                </a:lnTo>
                <a:lnTo>
                  <a:pt x="32746" y="45563"/>
                </a:lnTo>
                <a:lnTo>
                  <a:pt x="34149" y="44927"/>
                </a:lnTo>
                <a:lnTo>
                  <a:pt x="35510" y="44201"/>
                </a:lnTo>
                <a:lnTo>
                  <a:pt x="36823" y="43387"/>
                </a:lnTo>
                <a:lnTo>
                  <a:pt x="38083" y="42485"/>
                </a:lnTo>
                <a:lnTo>
                  <a:pt x="39287" y="41499"/>
                </a:lnTo>
                <a:lnTo>
                  <a:pt x="40430" y="40429"/>
                </a:lnTo>
                <a:lnTo>
                  <a:pt x="41499" y="39287"/>
                </a:lnTo>
                <a:lnTo>
                  <a:pt x="42486" y="38083"/>
                </a:lnTo>
                <a:lnTo>
                  <a:pt x="43387" y="36822"/>
                </a:lnTo>
                <a:lnTo>
                  <a:pt x="44202" y="35509"/>
                </a:lnTo>
                <a:lnTo>
                  <a:pt x="44928" y="34149"/>
                </a:lnTo>
                <a:lnTo>
                  <a:pt x="45563" y="32746"/>
                </a:lnTo>
                <a:lnTo>
                  <a:pt x="46106" y="31304"/>
                </a:lnTo>
                <a:lnTo>
                  <a:pt x="46555" y="29829"/>
                </a:lnTo>
                <a:lnTo>
                  <a:pt x="46907" y="28325"/>
                </a:lnTo>
                <a:lnTo>
                  <a:pt x="47161" y="26796"/>
                </a:lnTo>
                <a:lnTo>
                  <a:pt x="47315" y="25247"/>
                </a:lnTo>
                <a:lnTo>
                  <a:pt x="47366" y="23683"/>
                </a:lnTo>
                <a:lnTo>
                  <a:pt x="47315" y="22119"/>
                </a:lnTo>
                <a:lnTo>
                  <a:pt x="47161" y="20570"/>
                </a:lnTo>
                <a:lnTo>
                  <a:pt x="46907" y="19041"/>
                </a:lnTo>
                <a:lnTo>
                  <a:pt x="46555" y="17537"/>
                </a:lnTo>
                <a:lnTo>
                  <a:pt x="46106" y="16061"/>
                </a:lnTo>
                <a:lnTo>
                  <a:pt x="45563" y="14620"/>
                </a:lnTo>
                <a:lnTo>
                  <a:pt x="44928" y="13217"/>
                </a:lnTo>
                <a:lnTo>
                  <a:pt x="44202" y="11856"/>
                </a:lnTo>
                <a:lnTo>
                  <a:pt x="43387" y="10543"/>
                </a:lnTo>
                <a:lnTo>
                  <a:pt x="42486" y="9283"/>
                </a:lnTo>
                <a:lnTo>
                  <a:pt x="41499" y="8079"/>
                </a:lnTo>
                <a:lnTo>
                  <a:pt x="40430" y="6936"/>
                </a:lnTo>
                <a:lnTo>
                  <a:pt x="39287" y="5867"/>
                </a:lnTo>
                <a:lnTo>
                  <a:pt x="38083" y="4881"/>
                </a:lnTo>
                <a:lnTo>
                  <a:pt x="36823" y="3979"/>
                </a:lnTo>
                <a:lnTo>
                  <a:pt x="35510" y="3164"/>
                </a:lnTo>
                <a:lnTo>
                  <a:pt x="34149" y="2438"/>
                </a:lnTo>
                <a:lnTo>
                  <a:pt x="32746" y="1803"/>
                </a:lnTo>
                <a:lnTo>
                  <a:pt x="31305" y="1260"/>
                </a:lnTo>
                <a:lnTo>
                  <a:pt x="29829" y="811"/>
                </a:lnTo>
                <a:lnTo>
                  <a:pt x="28325" y="459"/>
                </a:lnTo>
                <a:lnTo>
                  <a:pt x="26796" y="205"/>
                </a:lnTo>
                <a:lnTo>
                  <a:pt x="25247" y="51"/>
                </a:lnTo>
                <a:lnTo>
                  <a:pt x="23683" y="0"/>
                </a:lnTo>
                <a:lnTo>
                  <a:pt x="22119" y="51"/>
                </a:lnTo>
                <a:lnTo>
                  <a:pt x="20570" y="205"/>
                </a:lnTo>
                <a:lnTo>
                  <a:pt x="19041" y="459"/>
                </a:lnTo>
                <a:lnTo>
                  <a:pt x="17537" y="811"/>
                </a:lnTo>
                <a:lnTo>
                  <a:pt x="16062" y="1260"/>
                </a:lnTo>
                <a:lnTo>
                  <a:pt x="14620" y="1803"/>
                </a:lnTo>
                <a:lnTo>
                  <a:pt x="13217" y="2438"/>
                </a:lnTo>
                <a:lnTo>
                  <a:pt x="11857" y="3164"/>
                </a:lnTo>
                <a:lnTo>
                  <a:pt x="10544" y="3979"/>
                </a:lnTo>
                <a:lnTo>
                  <a:pt x="9283" y="4881"/>
                </a:lnTo>
                <a:lnTo>
                  <a:pt x="8079" y="5867"/>
                </a:lnTo>
                <a:lnTo>
                  <a:pt x="6937" y="6936"/>
                </a:lnTo>
                <a:lnTo>
                  <a:pt x="5867" y="8079"/>
                </a:lnTo>
                <a:lnTo>
                  <a:pt x="4881" y="9283"/>
                </a:lnTo>
                <a:lnTo>
                  <a:pt x="3979" y="10543"/>
                </a:lnTo>
                <a:lnTo>
                  <a:pt x="3165" y="11856"/>
                </a:lnTo>
                <a:lnTo>
                  <a:pt x="2438" y="13217"/>
                </a:lnTo>
                <a:lnTo>
                  <a:pt x="1803" y="14620"/>
                </a:lnTo>
                <a:lnTo>
                  <a:pt x="1260" y="16061"/>
                </a:lnTo>
                <a:lnTo>
                  <a:pt x="812" y="17537"/>
                </a:lnTo>
                <a:lnTo>
                  <a:pt x="460" y="19041"/>
                </a:lnTo>
                <a:lnTo>
                  <a:pt x="206" y="20570"/>
                </a:lnTo>
                <a:lnTo>
                  <a:pt x="52" y="22119"/>
                </a:lnTo>
                <a:lnTo>
                  <a:pt x="0" y="23683"/>
                </a:lnTo>
                <a:lnTo>
                  <a:pt x="52" y="25247"/>
                </a:lnTo>
                <a:lnTo>
                  <a:pt x="206" y="26796"/>
                </a:lnTo>
                <a:lnTo>
                  <a:pt x="460" y="28325"/>
                </a:lnTo>
                <a:lnTo>
                  <a:pt x="812" y="29829"/>
                </a:lnTo>
                <a:lnTo>
                  <a:pt x="1260" y="31304"/>
                </a:lnTo>
                <a:lnTo>
                  <a:pt x="1803" y="32746"/>
                </a:lnTo>
                <a:lnTo>
                  <a:pt x="2438" y="34149"/>
                </a:lnTo>
                <a:lnTo>
                  <a:pt x="3165" y="35509"/>
                </a:lnTo>
                <a:lnTo>
                  <a:pt x="3979" y="36822"/>
                </a:lnTo>
                <a:lnTo>
                  <a:pt x="4881" y="38083"/>
                </a:lnTo>
                <a:lnTo>
                  <a:pt x="5867" y="39287"/>
                </a:lnTo>
                <a:lnTo>
                  <a:pt x="6937" y="40429"/>
                </a:lnTo>
                <a:lnTo>
                  <a:pt x="8079" y="41499"/>
                </a:lnTo>
                <a:lnTo>
                  <a:pt x="9283" y="42485"/>
                </a:lnTo>
                <a:lnTo>
                  <a:pt x="10544" y="43387"/>
                </a:lnTo>
                <a:lnTo>
                  <a:pt x="11857" y="44201"/>
                </a:lnTo>
                <a:lnTo>
                  <a:pt x="13217" y="44927"/>
                </a:lnTo>
                <a:lnTo>
                  <a:pt x="14620" y="45563"/>
                </a:lnTo>
                <a:lnTo>
                  <a:pt x="16062" y="46106"/>
                </a:lnTo>
                <a:lnTo>
                  <a:pt x="17537" y="46554"/>
                </a:lnTo>
                <a:lnTo>
                  <a:pt x="19041" y="46906"/>
                </a:lnTo>
                <a:lnTo>
                  <a:pt x="20570" y="47160"/>
                </a:lnTo>
                <a:lnTo>
                  <a:pt x="22119" y="47314"/>
                </a:lnTo>
                <a:lnTo>
                  <a:pt x="23683" y="47366"/>
                </a:lnTo>
                <a:close/>
              </a:path>
            </a:pathLst>
          </a:custGeom>
          <a:solidFill>
            <a:srgbClr val="FF9500"/>
          </a:solidFill>
          <a:ln w="2368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67"/>
          <p:cNvSpPr/>
          <p:nvPr/>
        </p:nvSpPr>
        <p:spPr>
          <a:xfrm>
            <a:off x="3215518" y="2312831"/>
            <a:ext cx="45354" cy="156525"/>
          </a:xfrm>
          <a:custGeom>
            <a:avLst/>
            <a:gdLst/>
            <a:ahLst/>
            <a:cxnLst/>
            <a:rect l="l" t="t" r="r" b="b"/>
            <a:pathLst>
              <a:path w="45354" h="156525">
                <a:moveTo>
                  <a:pt x="45354" y="156525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path 68"/>
          <p:cNvSpPr/>
          <p:nvPr/>
        </p:nvSpPr>
        <p:spPr>
          <a:xfrm>
            <a:off x="3340242" y="2391094"/>
            <a:ext cx="45354" cy="156524"/>
          </a:xfrm>
          <a:custGeom>
            <a:avLst/>
            <a:gdLst/>
            <a:ahLst/>
            <a:cxnLst/>
            <a:rect l="l" t="t" r="r" b="b"/>
            <a:pathLst>
              <a:path w="45354" h="156524">
                <a:moveTo>
                  <a:pt x="45354" y="0"/>
                </a:moveTo>
                <a:lnTo>
                  <a:pt x="0" y="156524"/>
                </a:lnTo>
              </a:path>
            </a:pathLst>
          </a:custGeom>
          <a:noFill/>
          <a:ln w="1420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path 69"/>
          <p:cNvSpPr/>
          <p:nvPr/>
        </p:nvSpPr>
        <p:spPr>
          <a:xfrm>
            <a:off x="3623706" y="2078045"/>
            <a:ext cx="408188" cy="260874"/>
          </a:xfrm>
          <a:custGeom>
            <a:avLst/>
            <a:gdLst/>
            <a:ahLst/>
            <a:cxnLst/>
            <a:rect l="l" t="t" r="r" b="b"/>
            <a:pathLst>
              <a:path w="408188" h="260874">
                <a:moveTo>
                  <a:pt x="408188" y="0"/>
                </a:moveTo>
                <a:lnTo>
                  <a:pt x="272125" y="130437"/>
                </a:lnTo>
                <a:lnTo>
                  <a:pt x="124724" y="234786"/>
                </a:lnTo>
                <a:lnTo>
                  <a:pt x="0" y="260874"/>
                </a:lnTo>
              </a:path>
            </a:pathLst>
          </a:custGeom>
          <a:noFill/>
          <a:ln w="28419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path 70"/>
          <p:cNvSpPr/>
          <p:nvPr/>
        </p:nvSpPr>
        <p:spPr>
          <a:xfrm>
            <a:off x="4008211" y="2054362"/>
            <a:ext cx="47366" cy="47366"/>
          </a:xfrm>
          <a:custGeom>
            <a:avLst/>
            <a:gdLst/>
            <a:ahLst/>
            <a:cxnLst/>
            <a:rect l="l" t="t" r="r" b="b"/>
            <a:pathLst>
              <a:path w="47366" h="47366">
                <a:moveTo>
                  <a:pt x="23683" y="47366"/>
                </a:moveTo>
                <a:lnTo>
                  <a:pt x="25247" y="47314"/>
                </a:lnTo>
                <a:lnTo>
                  <a:pt x="26796" y="47160"/>
                </a:lnTo>
                <a:lnTo>
                  <a:pt x="28325" y="46906"/>
                </a:lnTo>
                <a:lnTo>
                  <a:pt x="29829" y="46554"/>
                </a:lnTo>
                <a:lnTo>
                  <a:pt x="31304" y="46106"/>
                </a:lnTo>
                <a:lnTo>
                  <a:pt x="32746" y="45563"/>
                </a:lnTo>
                <a:lnTo>
                  <a:pt x="34149" y="44927"/>
                </a:lnTo>
                <a:lnTo>
                  <a:pt x="35510" y="44201"/>
                </a:lnTo>
                <a:lnTo>
                  <a:pt x="36822" y="43386"/>
                </a:lnTo>
                <a:lnTo>
                  <a:pt x="38083" y="42485"/>
                </a:lnTo>
                <a:lnTo>
                  <a:pt x="39287" y="41498"/>
                </a:lnTo>
                <a:lnTo>
                  <a:pt x="40429" y="40429"/>
                </a:lnTo>
                <a:lnTo>
                  <a:pt x="41499" y="39287"/>
                </a:lnTo>
                <a:lnTo>
                  <a:pt x="42485" y="38083"/>
                </a:lnTo>
                <a:lnTo>
                  <a:pt x="43387" y="36822"/>
                </a:lnTo>
                <a:lnTo>
                  <a:pt x="44202" y="35509"/>
                </a:lnTo>
                <a:lnTo>
                  <a:pt x="44928" y="34149"/>
                </a:lnTo>
                <a:lnTo>
                  <a:pt x="45563" y="32746"/>
                </a:lnTo>
                <a:lnTo>
                  <a:pt x="46106" y="31304"/>
                </a:lnTo>
                <a:lnTo>
                  <a:pt x="46555" y="29829"/>
                </a:lnTo>
                <a:lnTo>
                  <a:pt x="46907" y="28324"/>
                </a:lnTo>
                <a:lnTo>
                  <a:pt x="47161" y="26795"/>
                </a:lnTo>
                <a:lnTo>
                  <a:pt x="47314" y="25247"/>
                </a:lnTo>
                <a:lnTo>
                  <a:pt x="47366" y="23683"/>
                </a:lnTo>
                <a:lnTo>
                  <a:pt x="47314" y="22119"/>
                </a:lnTo>
                <a:lnTo>
                  <a:pt x="47161" y="20570"/>
                </a:lnTo>
                <a:lnTo>
                  <a:pt x="46907" y="19041"/>
                </a:lnTo>
                <a:lnTo>
                  <a:pt x="46555" y="17536"/>
                </a:lnTo>
                <a:lnTo>
                  <a:pt x="46106" y="16061"/>
                </a:lnTo>
                <a:lnTo>
                  <a:pt x="45563" y="14620"/>
                </a:lnTo>
                <a:lnTo>
                  <a:pt x="44928" y="13216"/>
                </a:lnTo>
                <a:lnTo>
                  <a:pt x="44202" y="11856"/>
                </a:lnTo>
                <a:lnTo>
                  <a:pt x="43387" y="10543"/>
                </a:lnTo>
                <a:lnTo>
                  <a:pt x="42485" y="9283"/>
                </a:lnTo>
                <a:lnTo>
                  <a:pt x="41499" y="8079"/>
                </a:lnTo>
                <a:lnTo>
                  <a:pt x="40429" y="6936"/>
                </a:lnTo>
                <a:lnTo>
                  <a:pt x="39287" y="5867"/>
                </a:lnTo>
                <a:lnTo>
                  <a:pt x="38083" y="4880"/>
                </a:lnTo>
                <a:lnTo>
                  <a:pt x="36822" y="3979"/>
                </a:lnTo>
                <a:lnTo>
                  <a:pt x="35510" y="3164"/>
                </a:lnTo>
                <a:lnTo>
                  <a:pt x="34149" y="2438"/>
                </a:lnTo>
                <a:lnTo>
                  <a:pt x="32746" y="1802"/>
                </a:lnTo>
                <a:lnTo>
                  <a:pt x="31304" y="1260"/>
                </a:lnTo>
                <a:lnTo>
                  <a:pt x="29829" y="811"/>
                </a:lnTo>
                <a:lnTo>
                  <a:pt x="28325" y="459"/>
                </a:lnTo>
                <a:lnTo>
                  <a:pt x="26796" y="205"/>
                </a:lnTo>
                <a:lnTo>
                  <a:pt x="25247" y="51"/>
                </a:lnTo>
                <a:lnTo>
                  <a:pt x="23683" y="0"/>
                </a:lnTo>
                <a:lnTo>
                  <a:pt x="22119" y="51"/>
                </a:lnTo>
                <a:lnTo>
                  <a:pt x="20570" y="205"/>
                </a:lnTo>
                <a:lnTo>
                  <a:pt x="19041" y="459"/>
                </a:lnTo>
                <a:lnTo>
                  <a:pt x="17537" y="811"/>
                </a:lnTo>
                <a:lnTo>
                  <a:pt x="16062" y="1260"/>
                </a:lnTo>
                <a:lnTo>
                  <a:pt x="14620" y="1802"/>
                </a:lnTo>
                <a:lnTo>
                  <a:pt x="13217" y="2438"/>
                </a:lnTo>
                <a:lnTo>
                  <a:pt x="11856" y="3164"/>
                </a:lnTo>
                <a:lnTo>
                  <a:pt x="10544" y="3979"/>
                </a:lnTo>
                <a:lnTo>
                  <a:pt x="9283" y="4880"/>
                </a:lnTo>
                <a:lnTo>
                  <a:pt x="8079" y="5867"/>
                </a:lnTo>
                <a:lnTo>
                  <a:pt x="6937" y="6936"/>
                </a:lnTo>
                <a:lnTo>
                  <a:pt x="5867" y="8079"/>
                </a:lnTo>
                <a:lnTo>
                  <a:pt x="4881" y="9283"/>
                </a:lnTo>
                <a:lnTo>
                  <a:pt x="3979" y="10543"/>
                </a:lnTo>
                <a:lnTo>
                  <a:pt x="3164" y="11856"/>
                </a:lnTo>
                <a:lnTo>
                  <a:pt x="2438" y="13216"/>
                </a:lnTo>
                <a:lnTo>
                  <a:pt x="1803" y="14620"/>
                </a:lnTo>
                <a:lnTo>
                  <a:pt x="1260" y="16061"/>
                </a:lnTo>
                <a:lnTo>
                  <a:pt x="811" y="17536"/>
                </a:lnTo>
                <a:lnTo>
                  <a:pt x="459" y="19041"/>
                </a:lnTo>
                <a:lnTo>
                  <a:pt x="205" y="20570"/>
                </a:lnTo>
                <a:lnTo>
                  <a:pt x="52" y="22119"/>
                </a:lnTo>
                <a:lnTo>
                  <a:pt x="0" y="23683"/>
                </a:lnTo>
                <a:lnTo>
                  <a:pt x="52" y="25247"/>
                </a:lnTo>
                <a:lnTo>
                  <a:pt x="205" y="26795"/>
                </a:lnTo>
                <a:lnTo>
                  <a:pt x="459" y="28324"/>
                </a:lnTo>
                <a:lnTo>
                  <a:pt x="811" y="29829"/>
                </a:lnTo>
                <a:lnTo>
                  <a:pt x="1260" y="31304"/>
                </a:lnTo>
                <a:lnTo>
                  <a:pt x="1803" y="32746"/>
                </a:lnTo>
                <a:lnTo>
                  <a:pt x="2438" y="34149"/>
                </a:lnTo>
                <a:lnTo>
                  <a:pt x="3164" y="35509"/>
                </a:lnTo>
                <a:lnTo>
                  <a:pt x="3979" y="36822"/>
                </a:lnTo>
                <a:lnTo>
                  <a:pt x="4881" y="38083"/>
                </a:lnTo>
                <a:lnTo>
                  <a:pt x="5867" y="39287"/>
                </a:lnTo>
                <a:lnTo>
                  <a:pt x="6937" y="40429"/>
                </a:lnTo>
                <a:lnTo>
                  <a:pt x="8079" y="41498"/>
                </a:lnTo>
                <a:lnTo>
                  <a:pt x="9283" y="42485"/>
                </a:lnTo>
                <a:lnTo>
                  <a:pt x="10544" y="43386"/>
                </a:lnTo>
                <a:lnTo>
                  <a:pt x="11856" y="44201"/>
                </a:lnTo>
                <a:lnTo>
                  <a:pt x="13217" y="44927"/>
                </a:lnTo>
                <a:lnTo>
                  <a:pt x="14620" y="45563"/>
                </a:lnTo>
                <a:lnTo>
                  <a:pt x="16062" y="46106"/>
                </a:lnTo>
                <a:lnTo>
                  <a:pt x="17537" y="46554"/>
                </a:lnTo>
                <a:lnTo>
                  <a:pt x="19041" y="46906"/>
                </a:lnTo>
                <a:lnTo>
                  <a:pt x="20570" y="47160"/>
                </a:lnTo>
                <a:lnTo>
                  <a:pt x="22119" y="47314"/>
                </a:lnTo>
                <a:lnTo>
                  <a:pt x="23683" y="47366"/>
                </a:lnTo>
                <a:close/>
              </a:path>
            </a:pathLst>
          </a:custGeom>
          <a:solidFill>
            <a:srgbClr val="0ABAB5"/>
          </a:solidFill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path 71"/>
          <p:cNvSpPr/>
          <p:nvPr/>
        </p:nvSpPr>
        <p:spPr>
          <a:xfrm>
            <a:off x="3872148" y="2184799"/>
            <a:ext cx="47366" cy="47366"/>
          </a:xfrm>
          <a:custGeom>
            <a:avLst/>
            <a:gdLst/>
            <a:ahLst/>
            <a:cxnLst/>
            <a:rect l="l" t="t" r="r" b="b"/>
            <a:pathLst>
              <a:path w="47366" h="47366">
                <a:moveTo>
                  <a:pt x="23683" y="47366"/>
                </a:moveTo>
                <a:lnTo>
                  <a:pt x="25247" y="47314"/>
                </a:lnTo>
                <a:lnTo>
                  <a:pt x="26796" y="47160"/>
                </a:lnTo>
                <a:lnTo>
                  <a:pt x="28325" y="46906"/>
                </a:lnTo>
                <a:lnTo>
                  <a:pt x="29830" y="46554"/>
                </a:lnTo>
                <a:lnTo>
                  <a:pt x="31305" y="46106"/>
                </a:lnTo>
                <a:lnTo>
                  <a:pt x="32746" y="45563"/>
                </a:lnTo>
                <a:lnTo>
                  <a:pt x="34150" y="44927"/>
                </a:lnTo>
                <a:lnTo>
                  <a:pt x="35510" y="44201"/>
                </a:lnTo>
                <a:lnTo>
                  <a:pt x="36823" y="43387"/>
                </a:lnTo>
                <a:lnTo>
                  <a:pt x="38083" y="42485"/>
                </a:lnTo>
                <a:lnTo>
                  <a:pt x="39287" y="41499"/>
                </a:lnTo>
                <a:lnTo>
                  <a:pt x="40430" y="40429"/>
                </a:lnTo>
                <a:lnTo>
                  <a:pt x="41499" y="39287"/>
                </a:lnTo>
                <a:lnTo>
                  <a:pt x="42486" y="38083"/>
                </a:lnTo>
                <a:lnTo>
                  <a:pt x="43387" y="36822"/>
                </a:lnTo>
                <a:lnTo>
                  <a:pt x="44202" y="35509"/>
                </a:lnTo>
                <a:lnTo>
                  <a:pt x="44928" y="34149"/>
                </a:lnTo>
                <a:lnTo>
                  <a:pt x="45564" y="32746"/>
                </a:lnTo>
                <a:lnTo>
                  <a:pt x="46107" y="31304"/>
                </a:lnTo>
                <a:lnTo>
                  <a:pt x="46555" y="29829"/>
                </a:lnTo>
                <a:lnTo>
                  <a:pt x="46907" y="28324"/>
                </a:lnTo>
                <a:lnTo>
                  <a:pt x="47161" y="26796"/>
                </a:lnTo>
                <a:lnTo>
                  <a:pt x="47315" y="25247"/>
                </a:lnTo>
                <a:lnTo>
                  <a:pt x="47366" y="23683"/>
                </a:lnTo>
                <a:lnTo>
                  <a:pt x="47315" y="22119"/>
                </a:lnTo>
                <a:lnTo>
                  <a:pt x="47161" y="20570"/>
                </a:lnTo>
                <a:lnTo>
                  <a:pt x="46907" y="19041"/>
                </a:lnTo>
                <a:lnTo>
                  <a:pt x="46555" y="17537"/>
                </a:lnTo>
                <a:lnTo>
                  <a:pt x="46107" y="16061"/>
                </a:lnTo>
                <a:lnTo>
                  <a:pt x="45564" y="14620"/>
                </a:lnTo>
                <a:lnTo>
                  <a:pt x="44928" y="13216"/>
                </a:lnTo>
                <a:lnTo>
                  <a:pt x="44202" y="11856"/>
                </a:lnTo>
                <a:lnTo>
                  <a:pt x="43387" y="10543"/>
                </a:lnTo>
                <a:lnTo>
                  <a:pt x="42486" y="9283"/>
                </a:lnTo>
                <a:lnTo>
                  <a:pt x="41499" y="8079"/>
                </a:lnTo>
                <a:lnTo>
                  <a:pt x="40430" y="6936"/>
                </a:lnTo>
                <a:lnTo>
                  <a:pt x="39287" y="5867"/>
                </a:lnTo>
                <a:lnTo>
                  <a:pt x="38083" y="4880"/>
                </a:lnTo>
                <a:lnTo>
                  <a:pt x="36823" y="3979"/>
                </a:lnTo>
                <a:lnTo>
                  <a:pt x="35510" y="3164"/>
                </a:lnTo>
                <a:lnTo>
                  <a:pt x="34150" y="2438"/>
                </a:lnTo>
                <a:lnTo>
                  <a:pt x="32746" y="1803"/>
                </a:lnTo>
                <a:lnTo>
                  <a:pt x="31305" y="1260"/>
                </a:lnTo>
                <a:lnTo>
                  <a:pt x="29830" y="811"/>
                </a:lnTo>
                <a:lnTo>
                  <a:pt x="28325" y="459"/>
                </a:lnTo>
                <a:lnTo>
                  <a:pt x="26796" y="205"/>
                </a:lnTo>
                <a:lnTo>
                  <a:pt x="25247" y="51"/>
                </a:lnTo>
                <a:lnTo>
                  <a:pt x="23683" y="0"/>
                </a:lnTo>
                <a:lnTo>
                  <a:pt x="22119" y="51"/>
                </a:lnTo>
                <a:lnTo>
                  <a:pt x="20571" y="205"/>
                </a:lnTo>
                <a:lnTo>
                  <a:pt x="19042" y="459"/>
                </a:lnTo>
                <a:lnTo>
                  <a:pt x="17537" y="811"/>
                </a:lnTo>
                <a:lnTo>
                  <a:pt x="16062" y="1260"/>
                </a:lnTo>
                <a:lnTo>
                  <a:pt x="14620" y="1803"/>
                </a:lnTo>
                <a:lnTo>
                  <a:pt x="13217" y="2438"/>
                </a:lnTo>
                <a:lnTo>
                  <a:pt x="11857" y="3164"/>
                </a:lnTo>
                <a:lnTo>
                  <a:pt x="10544" y="3979"/>
                </a:lnTo>
                <a:lnTo>
                  <a:pt x="9283" y="4880"/>
                </a:lnTo>
                <a:lnTo>
                  <a:pt x="8080" y="5867"/>
                </a:lnTo>
                <a:lnTo>
                  <a:pt x="6937" y="6936"/>
                </a:lnTo>
                <a:lnTo>
                  <a:pt x="5868" y="8079"/>
                </a:lnTo>
                <a:lnTo>
                  <a:pt x="4881" y="9283"/>
                </a:lnTo>
                <a:lnTo>
                  <a:pt x="3980" y="10543"/>
                </a:lnTo>
                <a:lnTo>
                  <a:pt x="3165" y="11856"/>
                </a:lnTo>
                <a:lnTo>
                  <a:pt x="2439" y="13216"/>
                </a:lnTo>
                <a:lnTo>
                  <a:pt x="1803" y="14620"/>
                </a:lnTo>
                <a:lnTo>
                  <a:pt x="1260" y="16061"/>
                </a:lnTo>
                <a:lnTo>
                  <a:pt x="812" y="17537"/>
                </a:lnTo>
                <a:lnTo>
                  <a:pt x="460" y="19041"/>
                </a:lnTo>
                <a:lnTo>
                  <a:pt x="206" y="20570"/>
                </a:lnTo>
                <a:lnTo>
                  <a:pt x="52" y="22119"/>
                </a:lnTo>
                <a:lnTo>
                  <a:pt x="0" y="23683"/>
                </a:lnTo>
                <a:lnTo>
                  <a:pt x="52" y="25247"/>
                </a:lnTo>
                <a:lnTo>
                  <a:pt x="206" y="26796"/>
                </a:lnTo>
                <a:lnTo>
                  <a:pt x="460" y="28324"/>
                </a:lnTo>
                <a:lnTo>
                  <a:pt x="812" y="29829"/>
                </a:lnTo>
                <a:lnTo>
                  <a:pt x="1260" y="31304"/>
                </a:lnTo>
                <a:lnTo>
                  <a:pt x="1803" y="32746"/>
                </a:lnTo>
                <a:lnTo>
                  <a:pt x="2439" y="34149"/>
                </a:lnTo>
                <a:lnTo>
                  <a:pt x="3165" y="35509"/>
                </a:lnTo>
                <a:lnTo>
                  <a:pt x="3980" y="36822"/>
                </a:lnTo>
                <a:lnTo>
                  <a:pt x="4881" y="38083"/>
                </a:lnTo>
                <a:lnTo>
                  <a:pt x="5868" y="39287"/>
                </a:lnTo>
                <a:lnTo>
                  <a:pt x="6937" y="40429"/>
                </a:lnTo>
                <a:lnTo>
                  <a:pt x="8080" y="41499"/>
                </a:lnTo>
                <a:lnTo>
                  <a:pt x="9283" y="42485"/>
                </a:lnTo>
                <a:lnTo>
                  <a:pt x="10544" y="43387"/>
                </a:lnTo>
                <a:lnTo>
                  <a:pt x="11857" y="44201"/>
                </a:lnTo>
                <a:lnTo>
                  <a:pt x="13217" y="44927"/>
                </a:lnTo>
                <a:lnTo>
                  <a:pt x="14620" y="45563"/>
                </a:lnTo>
                <a:lnTo>
                  <a:pt x="16062" y="46106"/>
                </a:lnTo>
                <a:lnTo>
                  <a:pt x="17537" y="46554"/>
                </a:lnTo>
                <a:lnTo>
                  <a:pt x="19042" y="46906"/>
                </a:lnTo>
                <a:lnTo>
                  <a:pt x="20571" y="47160"/>
                </a:lnTo>
                <a:lnTo>
                  <a:pt x="22119" y="47314"/>
                </a:lnTo>
                <a:lnTo>
                  <a:pt x="23683" y="47366"/>
                </a:lnTo>
                <a:close/>
              </a:path>
            </a:pathLst>
          </a:custGeom>
          <a:solidFill>
            <a:srgbClr val="0ABAB5"/>
          </a:solidFill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path 72"/>
          <p:cNvSpPr/>
          <p:nvPr/>
        </p:nvSpPr>
        <p:spPr>
          <a:xfrm>
            <a:off x="3724747" y="2289148"/>
            <a:ext cx="47366" cy="47366"/>
          </a:xfrm>
          <a:custGeom>
            <a:avLst/>
            <a:gdLst/>
            <a:ahLst/>
            <a:cxnLst/>
            <a:rect l="l" t="t" r="r" b="b"/>
            <a:pathLst>
              <a:path w="47366" h="47366">
                <a:moveTo>
                  <a:pt x="23683" y="47366"/>
                </a:moveTo>
                <a:lnTo>
                  <a:pt x="25247" y="47315"/>
                </a:lnTo>
                <a:lnTo>
                  <a:pt x="26796" y="47161"/>
                </a:lnTo>
                <a:lnTo>
                  <a:pt x="28325" y="46907"/>
                </a:lnTo>
                <a:lnTo>
                  <a:pt x="29829" y="46555"/>
                </a:lnTo>
                <a:lnTo>
                  <a:pt x="31304" y="46106"/>
                </a:lnTo>
                <a:lnTo>
                  <a:pt x="32746" y="45564"/>
                </a:lnTo>
                <a:lnTo>
                  <a:pt x="34149" y="44928"/>
                </a:lnTo>
                <a:lnTo>
                  <a:pt x="35510" y="44202"/>
                </a:lnTo>
                <a:lnTo>
                  <a:pt x="36822" y="43387"/>
                </a:lnTo>
                <a:lnTo>
                  <a:pt x="38083" y="42486"/>
                </a:lnTo>
                <a:lnTo>
                  <a:pt x="39287" y="41499"/>
                </a:lnTo>
                <a:lnTo>
                  <a:pt x="40429" y="40430"/>
                </a:lnTo>
                <a:lnTo>
                  <a:pt x="41499" y="39287"/>
                </a:lnTo>
                <a:lnTo>
                  <a:pt x="42485" y="38083"/>
                </a:lnTo>
                <a:lnTo>
                  <a:pt x="43387" y="36823"/>
                </a:lnTo>
                <a:lnTo>
                  <a:pt x="44202" y="35510"/>
                </a:lnTo>
                <a:lnTo>
                  <a:pt x="44928" y="34150"/>
                </a:lnTo>
                <a:lnTo>
                  <a:pt x="45563" y="32746"/>
                </a:lnTo>
                <a:lnTo>
                  <a:pt x="46106" y="31305"/>
                </a:lnTo>
                <a:lnTo>
                  <a:pt x="46555" y="29830"/>
                </a:lnTo>
                <a:lnTo>
                  <a:pt x="46907" y="28325"/>
                </a:lnTo>
                <a:lnTo>
                  <a:pt x="47161" y="26796"/>
                </a:lnTo>
                <a:lnTo>
                  <a:pt x="47314" y="25248"/>
                </a:lnTo>
                <a:lnTo>
                  <a:pt x="47366" y="23683"/>
                </a:lnTo>
                <a:lnTo>
                  <a:pt x="47314" y="22119"/>
                </a:lnTo>
                <a:lnTo>
                  <a:pt x="47161" y="20571"/>
                </a:lnTo>
                <a:lnTo>
                  <a:pt x="46907" y="19042"/>
                </a:lnTo>
                <a:lnTo>
                  <a:pt x="46555" y="17537"/>
                </a:lnTo>
                <a:lnTo>
                  <a:pt x="46106" y="16062"/>
                </a:lnTo>
                <a:lnTo>
                  <a:pt x="45563" y="14620"/>
                </a:lnTo>
                <a:lnTo>
                  <a:pt x="44928" y="13217"/>
                </a:lnTo>
                <a:lnTo>
                  <a:pt x="44202" y="11857"/>
                </a:lnTo>
                <a:lnTo>
                  <a:pt x="43387" y="10544"/>
                </a:lnTo>
                <a:lnTo>
                  <a:pt x="42485" y="9283"/>
                </a:lnTo>
                <a:lnTo>
                  <a:pt x="41499" y="8080"/>
                </a:lnTo>
                <a:lnTo>
                  <a:pt x="40429" y="6937"/>
                </a:lnTo>
                <a:lnTo>
                  <a:pt x="39287" y="5868"/>
                </a:lnTo>
                <a:lnTo>
                  <a:pt x="38083" y="4881"/>
                </a:lnTo>
                <a:lnTo>
                  <a:pt x="36822" y="3980"/>
                </a:lnTo>
                <a:lnTo>
                  <a:pt x="35510" y="3165"/>
                </a:lnTo>
                <a:lnTo>
                  <a:pt x="34149" y="2439"/>
                </a:lnTo>
                <a:lnTo>
                  <a:pt x="32746" y="1803"/>
                </a:lnTo>
                <a:lnTo>
                  <a:pt x="31304" y="1260"/>
                </a:lnTo>
                <a:lnTo>
                  <a:pt x="29829" y="812"/>
                </a:lnTo>
                <a:lnTo>
                  <a:pt x="28325" y="460"/>
                </a:lnTo>
                <a:lnTo>
                  <a:pt x="26796" y="206"/>
                </a:lnTo>
                <a:lnTo>
                  <a:pt x="25247" y="52"/>
                </a:lnTo>
                <a:lnTo>
                  <a:pt x="23683" y="0"/>
                </a:lnTo>
                <a:lnTo>
                  <a:pt x="22119" y="52"/>
                </a:lnTo>
                <a:lnTo>
                  <a:pt x="20570" y="206"/>
                </a:lnTo>
                <a:lnTo>
                  <a:pt x="19041" y="460"/>
                </a:lnTo>
                <a:lnTo>
                  <a:pt x="17537" y="812"/>
                </a:lnTo>
                <a:lnTo>
                  <a:pt x="16062" y="1260"/>
                </a:lnTo>
                <a:lnTo>
                  <a:pt x="14620" y="1803"/>
                </a:lnTo>
                <a:lnTo>
                  <a:pt x="13217" y="2439"/>
                </a:lnTo>
                <a:lnTo>
                  <a:pt x="11856" y="3165"/>
                </a:lnTo>
                <a:lnTo>
                  <a:pt x="10544" y="3980"/>
                </a:lnTo>
                <a:lnTo>
                  <a:pt x="9283" y="4881"/>
                </a:lnTo>
                <a:lnTo>
                  <a:pt x="8079" y="5868"/>
                </a:lnTo>
                <a:lnTo>
                  <a:pt x="6937" y="6937"/>
                </a:lnTo>
                <a:lnTo>
                  <a:pt x="5867" y="8080"/>
                </a:lnTo>
                <a:lnTo>
                  <a:pt x="4881" y="9283"/>
                </a:lnTo>
                <a:lnTo>
                  <a:pt x="3979" y="10544"/>
                </a:lnTo>
                <a:lnTo>
                  <a:pt x="3164" y="11857"/>
                </a:lnTo>
                <a:lnTo>
                  <a:pt x="2438" y="13217"/>
                </a:lnTo>
                <a:lnTo>
                  <a:pt x="1803" y="14620"/>
                </a:lnTo>
                <a:lnTo>
                  <a:pt x="1260" y="16062"/>
                </a:lnTo>
                <a:lnTo>
                  <a:pt x="811" y="17537"/>
                </a:lnTo>
                <a:lnTo>
                  <a:pt x="459" y="19042"/>
                </a:lnTo>
                <a:lnTo>
                  <a:pt x="205" y="20571"/>
                </a:lnTo>
                <a:lnTo>
                  <a:pt x="52" y="22119"/>
                </a:lnTo>
                <a:lnTo>
                  <a:pt x="0" y="23683"/>
                </a:lnTo>
                <a:lnTo>
                  <a:pt x="52" y="25248"/>
                </a:lnTo>
                <a:lnTo>
                  <a:pt x="205" y="26796"/>
                </a:lnTo>
                <a:lnTo>
                  <a:pt x="459" y="28325"/>
                </a:lnTo>
                <a:lnTo>
                  <a:pt x="811" y="29830"/>
                </a:lnTo>
                <a:lnTo>
                  <a:pt x="1260" y="31305"/>
                </a:lnTo>
                <a:lnTo>
                  <a:pt x="1803" y="32746"/>
                </a:lnTo>
                <a:lnTo>
                  <a:pt x="2438" y="34150"/>
                </a:lnTo>
                <a:lnTo>
                  <a:pt x="3164" y="35510"/>
                </a:lnTo>
                <a:lnTo>
                  <a:pt x="3979" y="36823"/>
                </a:lnTo>
                <a:lnTo>
                  <a:pt x="4881" y="38083"/>
                </a:lnTo>
                <a:lnTo>
                  <a:pt x="5867" y="39287"/>
                </a:lnTo>
                <a:lnTo>
                  <a:pt x="6937" y="40430"/>
                </a:lnTo>
                <a:lnTo>
                  <a:pt x="8079" y="41499"/>
                </a:lnTo>
                <a:lnTo>
                  <a:pt x="9283" y="42486"/>
                </a:lnTo>
                <a:lnTo>
                  <a:pt x="10544" y="43387"/>
                </a:lnTo>
                <a:lnTo>
                  <a:pt x="11856" y="44202"/>
                </a:lnTo>
                <a:lnTo>
                  <a:pt x="13217" y="44928"/>
                </a:lnTo>
                <a:lnTo>
                  <a:pt x="14620" y="45564"/>
                </a:lnTo>
                <a:lnTo>
                  <a:pt x="16062" y="46106"/>
                </a:lnTo>
                <a:lnTo>
                  <a:pt x="17537" y="46555"/>
                </a:lnTo>
                <a:lnTo>
                  <a:pt x="19041" y="46907"/>
                </a:lnTo>
                <a:lnTo>
                  <a:pt x="20570" y="47161"/>
                </a:lnTo>
                <a:lnTo>
                  <a:pt x="22119" y="47315"/>
                </a:lnTo>
                <a:lnTo>
                  <a:pt x="23683" y="47366"/>
                </a:lnTo>
                <a:close/>
              </a:path>
            </a:pathLst>
          </a:custGeom>
          <a:solidFill>
            <a:srgbClr val="0ABAB5"/>
          </a:solidFill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path 73"/>
          <p:cNvSpPr/>
          <p:nvPr/>
        </p:nvSpPr>
        <p:spPr>
          <a:xfrm>
            <a:off x="3600023" y="2315236"/>
            <a:ext cx="47366" cy="47366"/>
          </a:xfrm>
          <a:custGeom>
            <a:avLst/>
            <a:gdLst/>
            <a:ahLst/>
            <a:cxnLst/>
            <a:rect l="l" t="t" r="r" b="b"/>
            <a:pathLst>
              <a:path w="47366" h="47366">
                <a:moveTo>
                  <a:pt x="23683" y="47366"/>
                </a:moveTo>
                <a:lnTo>
                  <a:pt x="25247" y="47314"/>
                </a:lnTo>
                <a:lnTo>
                  <a:pt x="26796" y="47160"/>
                </a:lnTo>
                <a:lnTo>
                  <a:pt x="28325" y="46906"/>
                </a:lnTo>
                <a:lnTo>
                  <a:pt x="29829" y="46554"/>
                </a:lnTo>
                <a:lnTo>
                  <a:pt x="31304" y="46106"/>
                </a:lnTo>
                <a:lnTo>
                  <a:pt x="32746" y="45563"/>
                </a:lnTo>
                <a:lnTo>
                  <a:pt x="34149" y="44927"/>
                </a:lnTo>
                <a:lnTo>
                  <a:pt x="35509" y="44201"/>
                </a:lnTo>
                <a:lnTo>
                  <a:pt x="36822" y="43387"/>
                </a:lnTo>
                <a:lnTo>
                  <a:pt x="38083" y="42485"/>
                </a:lnTo>
                <a:lnTo>
                  <a:pt x="39287" y="41499"/>
                </a:lnTo>
                <a:lnTo>
                  <a:pt x="40429" y="40429"/>
                </a:lnTo>
                <a:lnTo>
                  <a:pt x="41499" y="39287"/>
                </a:lnTo>
                <a:lnTo>
                  <a:pt x="42485" y="38083"/>
                </a:lnTo>
                <a:lnTo>
                  <a:pt x="43387" y="36822"/>
                </a:lnTo>
                <a:lnTo>
                  <a:pt x="44202" y="35509"/>
                </a:lnTo>
                <a:lnTo>
                  <a:pt x="44928" y="34149"/>
                </a:lnTo>
                <a:lnTo>
                  <a:pt x="45563" y="32746"/>
                </a:lnTo>
                <a:lnTo>
                  <a:pt x="46106" y="31304"/>
                </a:lnTo>
                <a:lnTo>
                  <a:pt x="46554" y="29829"/>
                </a:lnTo>
                <a:lnTo>
                  <a:pt x="46907" y="28325"/>
                </a:lnTo>
                <a:lnTo>
                  <a:pt x="47160" y="26796"/>
                </a:lnTo>
                <a:lnTo>
                  <a:pt x="47314" y="25247"/>
                </a:lnTo>
                <a:lnTo>
                  <a:pt x="47366" y="23683"/>
                </a:lnTo>
                <a:lnTo>
                  <a:pt x="47314" y="22119"/>
                </a:lnTo>
                <a:lnTo>
                  <a:pt x="47160" y="20570"/>
                </a:lnTo>
                <a:lnTo>
                  <a:pt x="46907" y="19041"/>
                </a:lnTo>
                <a:lnTo>
                  <a:pt x="46554" y="17537"/>
                </a:lnTo>
                <a:lnTo>
                  <a:pt x="46106" y="16061"/>
                </a:lnTo>
                <a:lnTo>
                  <a:pt x="45563" y="14620"/>
                </a:lnTo>
                <a:lnTo>
                  <a:pt x="44928" y="13217"/>
                </a:lnTo>
                <a:lnTo>
                  <a:pt x="44202" y="11856"/>
                </a:lnTo>
                <a:lnTo>
                  <a:pt x="43387" y="10543"/>
                </a:lnTo>
                <a:lnTo>
                  <a:pt x="42485" y="9283"/>
                </a:lnTo>
                <a:lnTo>
                  <a:pt x="41499" y="8079"/>
                </a:lnTo>
                <a:lnTo>
                  <a:pt x="40429" y="6936"/>
                </a:lnTo>
                <a:lnTo>
                  <a:pt x="39287" y="5867"/>
                </a:lnTo>
                <a:lnTo>
                  <a:pt x="38083" y="4881"/>
                </a:lnTo>
                <a:lnTo>
                  <a:pt x="36822" y="3979"/>
                </a:lnTo>
                <a:lnTo>
                  <a:pt x="35509" y="3164"/>
                </a:lnTo>
                <a:lnTo>
                  <a:pt x="34149" y="2438"/>
                </a:lnTo>
                <a:lnTo>
                  <a:pt x="32746" y="1803"/>
                </a:lnTo>
                <a:lnTo>
                  <a:pt x="31304" y="1260"/>
                </a:lnTo>
                <a:lnTo>
                  <a:pt x="29829" y="811"/>
                </a:lnTo>
                <a:lnTo>
                  <a:pt x="28325" y="459"/>
                </a:lnTo>
                <a:lnTo>
                  <a:pt x="26796" y="205"/>
                </a:lnTo>
                <a:lnTo>
                  <a:pt x="25247" y="51"/>
                </a:lnTo>
                <a:lnTo>
                  <a:pt x="23683" y="0"/>
                </a:lnTo>
                <a:lnTo>
                  <a:pt x="22119" y="51"/>
                </a:lnTo>
                <a:lnTo>
                  <a:pt x="20570" y="205"/>
                </a:lnTo>
                <a:lnTo>
                  <a:pt x="19041" y="459"/>
                </a:lnTo>
                <a:lnTo>
                  <a:pt x="17537" y="811"/>
                </a:lnTo>
                <a:lnTo>
                  <a:pt x="16061" y="1260"/>
                </a:lnTo>
                <a:lnTo>
                  <a:pt x="14620" y="1803"/>
                </a:lnTo>
                <a:lnTo>
                  <a:pt x="13217" y="2438"/>
                </a:lnTo>
                <a:lnTo>
                  <a:pt x="11856" y="3164"/>
                </a:lnTo>
                <a:lnTo>
                  <a:pt x="10544" y="3979"/>
                </a:lnTo>
                <a:lnTo>
                  <a:pt x="9283" y="4881"/>
                </a:lnTo>
                <a:lnTo>
                  <a:pt x="8079" y="5867"/>
                </a:lnTo>
                <a:lnTo>
                  <a:pt x="6936" y="6936"/>
                </a:lnTo>
                <a:lnTo>
                  <a:pt x="5867" y="8079"/>
                </a:lnTo>
                <a:lnTo>
                  <a:pt x="4881" y="9283"/>
                </a:lnTo>
                <a:lnTo>
                  <a:pt x="3979" y="10543"/>
                </a:lnTo>
                <a:lnTo>
                  <a:pt x="3164" y="11856"/>
                </a:lnTo>
                <a:lnTo>
                  <a:pt x="2438" y="13217"/>
                </a:lnTo>
                <a:lnTo>
                  <a:pt x="1803" y="14620"/>
                </a:lnTo>
                <a:lnTo>
                  <a:pt x="1260" y="16061"/>
                </a:lnTo>
                <a:lnTo>
                  <a:pt x="811" y="17537"/>
                </a:lnTo>
                <a:lnTo>
                  <a:pt x="459" y="19041"/>
                </a:lnTo>
                <a:lnTo>
                  <a:pt x="205" y="20570"/>
                </a:lnTo>
                <a:lnTo>
                  <a:pt x="52" y="22119"/>
                </a:lnTo>
                <a:lnTo>
                  <a:pt x="0" y="23683"/>
                </a:lnTo>
                <a:lnTo>
                  <a:pt x="52" y="25247"/>
                </a:lnTo>
                <a:lnTo>
                  <a:pt x="205" y="26796"/>
                </a:lnTo>
                <a:lnTo>
                  <a:pt x="459" y="28325"/>
                </a:lnTo>
                <a:lnTo>
                  <a:pt x="811" y="29829"/>
                </a:lnTo>
                <a:lnTo>
                  <a:pt x="1260" y="31304"/>
                </a:lnTo>
                <a:lnTo>
                  <a:pt x="1803" y="32746"/>
                </a:lnTo>
                <a:lnTo>
                  <a:pt x="2438" y="34149"/>
                </a:lnTo>
                <a:lnTo>
                  <a:pt x="3164" y="35509"/>
                </a:lnTo>
                <a:lnTo>
                  <a:pt x="3979" y="36822"/>
                </a:lnTo>
                <a:lnTo>
                  <a:pt x="4881" y="38083"/>
                </a:lnTo>
                <a:lnTo>
                  <a:pt x="5867" y="39287"/>
                </a:lnTo>
                <a:lnTo>
                  <a:pt x="6936" y="40429"/>
                </a:lnTo>
                <a:lnTo>
                  <a:pt x="8079" y="41499"/>
                </a:lnTo>
                <a:lnTo>
                  <a:pt x="9283" y="42485"/>
                </a:lnTo>
                <a:lnTo>
                  <a:pt x="10544" y="43387"/>
                </a:lnTo>
                <a:lnTo>
                  <a:pt x="11856" y="44201"/>
                </a:lnTo>
                <a:lnTo>
                  <a:pt x="13217" y="44927"/>
                </a:lnTo>
                <a:lnTo>
                  <a:pt x="14620" y="45563"/>
                </a:lnTo>
                <a:lnTo>
                  <a:pt x="16061" y="46106"/>
                </a:lnTo>
                <a:lnTo>
                  <a:pt x="17537" y="46554"/>
                </a:lnTo>
                <a:lnTo>
                  <a:pt x="19041" y="46906"/>
                </a:lnTo>
                <a:lnTo>
                  <a:pt x="20570" y="47160"/>
                </a:lnTo>
                <a:lnTo>
                  <a:pt x="22119" y="47314"/>
                </a:lnTo>
                <a:lnTo>
                  <a:pt x="23683" y="47366"/>
                </a:lnTo>
                <a:close/>
              </a:path>
            </a:pathLst>
          </a:custGeom>
          <a:solidFill>
            <a:srgbClr val="0ABAB5"/>
          </a:solidFill>
          <a:ln w="23682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path 74"/>
          <p:cNvSpPr/>
          <p:nvPr/>
        </p:nvSpPr>
        <p:spPr>
          <a:xfrm>
            <a:off x="3850477" y="2051957"/>
            <a:ext cx="45354" cy="156525"/>
          </a:xfrm>
          <a:custGeom>
            <a:avLst/>
            <a:gdLst/>
            <a:ahLst/>
            <a:cxnLst/>
            <a:rect l="l" t="t" r="r" b="b"/>
            <a:pathLst>
              <a:path w="45354" h="156525">
                <a:moveTo>
                  <a:pt x="45354" y="156525"/>
                </a:moveTo>
                <a:lnTo>
                  <a:pt x="0" y="0"/>
                </a:lnTo>
              </a:path>
            </a:pathLst>
          </a:custGeom>
          <a:noFill/>
          <a:ln w="14209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path 75"/>
          <p:cNvSpPr/>
          <p:nvPr/>
        </p:nvSpPr>
        <p:spPr>
          <a:xfrm>
            <a:off x="3703076" y="2312831"/>
            <a:ext cx="45354" cy="156525"/>
          </a:xfrm>
          <a:custGeom>
            <a:avLst/>
            <a:gdLst/>
            <a:ahLst/>
            <a:cxnLst/>
            <a:rect l="l" t="t" r="r" b="b"/>
            <a:pathLst>
              <a:path w="45354" h="156525">
                <a:moveTo>
                  <a:pt x="45354" y="0"/>
                </a:moveTo>
                <a:lnTo>
                  <a:pt x="0" y="156525"/>
                </a:lnTo>
              </a:path>
            </a:pathLst>
          </a:custGeom>
          <a:noFill/>
          <a:ln w="14209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76"/>
          <p:cNvSpPr/>
          <p:nvPr/>
        </p:nvSpPr>
        <p:spPr>
          <a:xfrm>
            <a:off x="3510321" y="2338919"/>
            <a:ext cx="113385" cy="0"/>
          </a:xfrm>
          <a:custGeom>
            <a:avLst/>
            <a:gdLst/>
            <a:ahLst/>
            <a:cxnLst/>
            <a:rect l="l" t="t" r="r" b="b"/>
            <a:pathLst>
              <a:path w="113385" h="0">
                <a:moveTo>
                  <a:pt x="0" y="0"/>
                </a:moveTo>
                <a:lnTo>
                  <a:pt x="113385" y="0"/>
                </a:lnTo>
              </a:path>
            </a:pathLst>
          </a:custGeom>
          <a:noFill/>
          <a:ln w="5683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77"/>
          <p:cNvSpPr/>
          <p:nvPr/>
        </p:nvSpPr>
        <p:spPr>
          <a:xfrm>
            <a:off x="4788773" y="2456312"/>
            <a:ext cx="68032" cy="273918"/>
          </a:xfrm>
          <a:custGeom>
            <a:avLst/>
            <a:gdLst/>
            <a:ahLst/>
            <a:cxnLst/>
            <a:rect l="l" t="t" r="r" b="b"/>
            <a:pathLst>
              <a:path w="68032" h="273918">
                <a:moveTo>
                  <a:pt x="0" y="0"/>
                </a:moveTo>
                <a:lnTo>
                  <a:pt x="68032" y="0"/>
                </a:lnTo>
                <a:lnTo>
                  <a:pt x="68032" y="273918"/>
                </a:lnTo>
                <a:lnTo>
                  <a:pt x="0" y="273918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130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path 78"/>
          <p:cNvSpPr/>
          <p:nvPr/>
        </p:nvSpPr>
        <p:spPr>
          <a:xfrm>
            <a:off x="4788773" y="1947608"/>
            <a:ext cx="68032" cy="247830"/>
          </a:xfrm>
          <a:custGeom>
            <a:avLst/>
            <a:gdLst/>
            <a:ahLst/>
            <a:cxnLst/>
            <a:rect l="l" t="t" r="r" b="b"/>
            <a:pathLst>
              <a:path w="68032" h="247830">
                <a:moveTo>
                  <a:pt x="0" y="0"/>
                </a:moveTo>
                <a:lnTo>
                  <a:pt x="68032" y="0"/>
                </a:lnTo>
                <a:lnTo>
                  <a:pt x="68032" y="247830"/>
                </a:lnTo>
                <a:lnTo>
                  <a:pt x="0" y="247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130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path 79"/>
          <p:cNvSpPr/>
          <p:nvPr/>
        </p:nvSpPr>
        <p:spPr>
          <a:xfrm>
            <a:off x="4579010" y="2427616"/>
            <a:ext cx="56693" cy="57392"/>
          </a:xfrm>
          <a:custGeom>
            <a:avLst/>
            <a:gdLst/>
            <a:ahLst/>
            <a:cxnLst/>
            <a:rect l="l" t="t" r="r" b="b"/>
            <a:pathLst>
              <a:path w="56693" h="57392">
                <a:moveTo>
                  <a:pt x="0" y="0"/>
                </a:moveTo>
                <a:lnTo>
                  <a:pt x="56693" y="0"/>
                </a:lnTo>
                <a:lnTo>
                  <a:pt x="56693" y="57392"/>
                </a:lnTo>
                <a:lnTo>
                  <a:pt x="0" y="57392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420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80"/>
          <p:cNvSpPr/>
          <p:nvPr/>
        </p:nvSpPr>
        <p:spPr>
          <a:xfrm>
            <a:off x="4692396" y="2336310"/>
            <a:ext cx="56692" cy="57392"/>
          </a:xfrm>
          <a:custGeom>
            <a:avLst/>
            <a:gdLst/>
            <a:ahLst/>
            <a:cxnLst/>
            <a:rect l="l" t="t" r="r" b="b"/>
            <a:pathLst>
              <a:path w="56692" h="57392">
                <a:moveTo>
                  <a:pt x="0" y="0"/>
                </a:moveTo>
                <a:lnTo>
                  <a:pt x="56692" y="0"/>
                </a:lnTo>
                <a:lnTo>
                  <a:pt x="56692" y="57392"/>
                </a:lnTo>
                <a:lnTo>
                  <a:pt x="0" y="57392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420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81"/>
          <p:cNvSpPr/>
          <p:nvPr/>
        </p:nvSpPr>
        <p:spPr>
          <a:xfrm>
            <a:off x="4805781" y="2297179"/>
            <a:ext cx="56693" cy="57392"/>
          </a:xfrm>
          <a:custGeom>
            <a:avLst/>
            <a:gdLst/>
            <a:ahLst/>
            <a:cxnLst/>
            <a:rect l="l" t="t" r="r" b="b"/>
            <a:pathLst>
              <a:path w="56693" h="57392">
                <a:moveTo>
                  <a:pt x="0" y="0"/>
                </a:moveTo>
                <a:lnTo>
                  <a:pt x="56693" y="0"/>
                </a:lnTo>
                <a:lnTo>
                  <a:pt x="56693" y="57392"/>
                </a:lnTo>
                <a:lnTo>
                  <a:pt x="0" y="57392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420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path 82"/>
          <p:cNvSpPr/>
          <p:nvPr/>
        </p:nvSpPr>
        <p:spPr>
          <a:xfrm>
            <a:off x="4919167" y="2271091"/>
            <a:ext cx="56693" cy="57393"/>
          </a:xfrm>
          <a:custGeom>
            <a:avLst/>
            <a:gdLst/>
            <a:ahLst/>
            <a:cxnLst/>
            <a:rect l="l" t="t" r="r" b="b"/>
            <a:pathLst>
              <a:path w="56693" h="57393">
                <a:moveTo>
                  <a:pt x="0" y="0"/>
                </a:moveTo>
                <a:lnTo>
                  <a:pt x="56693" y="0"/>
                </a:lnTo>
                <a:lnTo>
                  <a:pt x="56693" y="57393"/>
                </a:lnTo>
                <a:lnTo>
                  <a:pt x="0" y="57393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420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path 83"/>
          <p:cNvSpPr/>
          <p:nvPr/>
        </p:nvSpPr>
        <p:spPr>
          <a:xfrm>
            <a:off x="5032552" y="2245004"/>
            <a:ext cx="56693" cy="57393"/>
          </a:xfrm>
          <a:custGeom>
            <a:avLst/>
            <a:gdLst/>
            <a:ahLst/>
            <a:cxnLst/>
            <a:rect l="l" t="t" r="r" b="b"/>
            <a:pathLst>
              <a:path w="56693" h="57393">
                <a:moveTo>
                  <a:pt x="0" y="0"/>
                </a:moveTo>
                <a:lnTo>
                  <a:pt x="56693" y="0"/>
                </a:lnTo>
                <a:lnTo>
                  <a:pt x="56693" y="57393"/>
                </a:lnTo>
                <a:lnTo>
                  <a:pt x="0" y="57393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14209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84"/>
          <p:cNvSpPr/>
          <p:nvPr/>
        </p:nvSpPr>
        <p:spPr>
          <a:xfrm>
            <a:off x="4380585" y="2078045"/>
            <a:ext cx="907085" cy="521748"/>
          </a:xfrm>
          <a:custGeom>
            <a:avLst/>
            <a:gdLst/>
            <a:ahLst/>
            <a:cxnLst/>
            <a:rect l="l" t="t" r="r" b="b"/>
            <a:pathLst>
              <a:path w="907085" h="521748">
                <a:moveTo>
                  <a:pt x="0" y="521748"/>
                </a:moveTo>
                <a:lnTo>
                  <a:pt x="113386" y="469573"/>
                </a:lnTo>
                <a:lnTo>
                  <a:pt x="226772" y="378267"/>
                </a:lnTo>
                <a:lnTo>
                  <a:pt x="340157" y="286961"/>
                </a:lnTo>
                <a:lnTo>
                  <a:pt x="453543" y="247830"/>
                </a:lnTo>
                <a:lnTo>
                  <a:pt x="566928" y="221743"/>
                </a:lnTo>
                <a:lnTo>
                  <a:pt x="680314" y="195655"/>
                </a:lnTo>
                <a:lnTo>
                  <a:pt x="793700" y="117393"/>
                </a:lnTo>
                <a:lnTo>
                  <a:pt x="907085" y="0"/>
                </a:lnTo>
              </a:path>
            </a:pathLst>
          </a:custGeom>
          <a:noFill/>
          <a:ln w="28419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85"/>
          <p:cNvSpPr/>
          <p:nvPr/>
        </p:nvSpPr>
        <p:spPr>
          <a:xfrm>
            <a:off x="4607357" y="2273700"/>
            <a:ext cx="453542" cy="182612"/>
          </a:xfrm>
          <a:custGeom>
            <a:avLst/>
            <a:gdLst/>
            <a:ahLst/>
            <a:cxnLst/>
            <a:rect l="l" t="t" r="r" b="b"/>
            <a:pathLst>
              <a:path w="453542" h="182612">
                <a:moveTo>
                  <a:pt x="0" y="182612"/>
                </a:moveTo>
                <a:lnTo>
                  <a:pt x="113385" y="91306"/>
                </a:lnTo>
                <a:lnTo>
                  <a:pt x="226771" y="52175"/>
                </a:lnTo>
                <a:lnTo>
                  <a:pt x="340156" y="26088"/>
                </a:lnTo>
                <a:lnTo>
                  <a:pt x="453542" y="0"/>
                </a:lnTo>
              </a:path>
            </a:pathLst>
          </a:custGeom>
          <a:noFill/>
          <a:ln w="4026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6414" y="2909115"/>
            <a:ext cx="388770" cy="771442"/>
          </a:xfrm>
          <a:prstGeom prst="rect">
            <a:avLst/>
          </a:prstGeom>
        </p:spPr>
      </p:pic>
      <p:sp>
        <p:nvSpPr>
          <p:cNvPr id="94" name="Editable path 86"/>
          <p:cNvSpPr/>
          <p:nvPr/>
        </p:nvSpPr>
        <p:spPr>
          <a:xfrm>
            <a:off x="6936329" y="3262693"/>
            <a:ext cx="177703" cy="65469"/>
          </a:xfrm>
          <a:custGeom>
            <a:avLst/>
            <a:gdLst/>
            <a:ahLst/>
            <a:cxnLst/>
            <a:rect l="l" t="t" r="r" b="b"/>
            <a:pathLst>
              <a:path w="177703" h="65469">
                <a:moveTo>
                  <a:pt x="0" y="0"/>
                </a:moveTo>
                <a:lnTo>
                  <a:pt x="177703" y="65469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path 87"/>
          <p:cNvSpPr/>
          <p:nvPr/>
        </p:nvSpPr>
        <p:spPr>
          <a:xfrm>
            <a:off x="6936329" y="3141107"/>
            <a:ext cx="177703" cy="121586"/>
          </a:xfrm>
          <a:custGeom>
            <a:avLst/>
            <a:gdLst/>
            <a:ahLst/>
            <a:cxnLst/>
            <a:rect l="l" t="t" r="r" b="b"/>
            <a:pathLst>
              <a:path w="177703" h="121586">
                <a:moveTo>
                  <a:pt x="0" y="121586"/>
                </a:moveTo>
                <a:lnTo>
                  <a:pt x="177703" y="0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ditable path 88"/>
          <p:cNvSpPr/>
          <p:nvPr/>
        </p:nvSpPr>
        <p:spPr>
          <a:xfrm>
            <a:off x="6936329" y="2954052"/>
            <a:ext cx="177703" cy="308641"/>
          </a:xfrm>
          <a:custGeom>
            <a:avLst/>
            <a:gdLst/>
            <a:ahLst/>
            <a:cxnLst/>
            <a:rect l="l" t="t" r="r" b="b"/>
            <a:pathLst>
              <a:path w="177703" h="308641">
                <a:moveTo>
                  <a:pt x="0" y="308641"/>
                </a:moveTo>
                <a:lnTo>
                  <a:pt x="177703" y="0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ditable path 89"/>
          <p:cNvSpPr/>
          <p:nvPr/>
        </p:nvSpPr>
        <p:spPr>
          <a:xfrm>
            <a:off x="6936329" y="3019521"/>
            <a:ext cx="177703" cy="308641"/>
          </a:xfrm>
          <a:custGeom>
            <a:avLst/>
            <a:gdLst/>
            <a:ahLst/>
            <a:cxnLst/>
            <a:rect l="l" t="t" r="r" b="b"/>
            <a:pathLst>
              <a:path w="177703" h="308641">
                <a:moveTo>
                  <a:pt x="0" y="0"/>
                </a:moveTo>
                <a:lnTo>
                  <a:pt x="177703" y="308641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ditable path 90"/>
          <p:cNvSpPr/>
          <p:nvPr/>
        </p:nvSpPr>
        <p:spPr>
          <a:xfrm>
            <a:off x="6936329" y="3019521"/>
            <a:ext cx="177703" cy="121586"/>
          </a:xfrm>
          <a:custGeom>
            <a:avLst/>
            <a:gdLst/>
            <a:ahLst/>
            <a:cxnLst/>
            <a:rect l="l" t="t" r="r" b="b"/>
            <a:pathLst>
              <a:path w="177703" h="121586">
                <a:moveTo>
                  <a:pt x="0" y="0"/>
                </a:moveTo>
                <a:lnTo>
                  <a:pt x="177703" y="121586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path 91"/>
          <p:cNvSpPr/>
          <p:nvPr/>
        </p:nvSpPr>
        <p:spPr>
          <a:xfrm>
            <a:off x="6936329" y="2954052"/>
            <a:ext cx="177703" cy="65469"/>
          </a:xfrm>
          <a:custGeom>
            <a:avLst/>
            <a:gdLst/>
            <a:ahLst/>
            <a:cxnLst/>
            <a:rect l="l" t="t" r="r" b="b"/>
            <a:pathLst>
              <a:path w="177703" h="65469">
                <a:moveTo>
                  <a:pt x="0" y="65469"/>
                </a:moveTo>
                <a:lnTo>
                  <a:pt x="177703" y="0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path 92"/>
          <p:cNvSpPr/>
          <p:nvPr/>
        </p:nvSpPr>
        <p:spPr>
          <a:xfrm>
            <a:off x="7114032" y="3262693"/>
            <a:ext cx="177702" cy="65469"/>
          </a:xfrm>
          <a:custGeom>
            <a:avLst/>
            <a:gdLst/>
            <a:ahLst/>
            <a:cxnLst/>
            <a:rect l="l" t="t" r="r" b="b"/>
            <a:pathLst>
              <a:path w="177702" h="65469">
                <a:moveTo>
                  <a:pt x="0" y="65469"/>
                </a:moveTo>
                <a:lnTo>
                  <a:pt x="177702" y="0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Editable path 93"/>
          <p:cNvSpPr/>
          <p:nvPr/>
        </p:nvSpPr>
        <p:spPr>
          <a:xfrm>
            <a:off x="7114032" y="3019521"/>
            <a:ext cx="177702" cy="308641"/>
          </a:xfrm>
          <a:custGeom>
            <a:avLst/>
            <a:gdLst/>
            <a:ahLst/>
            <a:cxnLst/>
            <a:rect l="l" t="t" r="r" b="b"/>
            <a:pathLst>
              <a:path w="177702" h="308641">
                <a:moveTo>
                  <a:pt x="0" y="308641"/>
                </a:moveTo>
                <a:lnTo>
                  <a:pt x="177702" y="0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path 94"/>
          <p:cNvSpPr/>
          <p:nvPr/>
        </p:nvSpPr>
        <p:spPr>
          <a:xfrm>
            <a:off x="7114032" y="3141107"/>
            <a:ext cx="177702" cy="121586"/>
          </a:xfrm>
          <a:custGeom>
            <a:avLst/>
            <a:gdLst/>
            <a:ahLst/>
            <a:cxnLst/>
            <a:rect l="l" t="t" r="r" b="b"/>
            <a:pathLst>
              <a:path w="177702" h="121586">
                <a:moveTo>
                  <a:pt x="0" y="0"/>
                </a:moveTo>
                <a:lnTo>
                  <a:pt x="177702" y="121586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ditable path 95"/>
          <p:cNvSpPr/>
          <p:nvPr/>
        </p:nvSpPr>
        <p:spPr>
          <a:xfrm>
            <a:off x="7114032" y="3019521"/>
            <a:ext cx="177702" cy="121586"/>
          </a:xfrm>
          <a:custGeom>
            <a:avLst/>
            <a:gdLst/>
            <a:ahLst/>
            <a:cxnLst/>
            <a:rect l="l" t="t" r="r" b="b"/>
            <a:pathLst>
              <a:path w="177702" h="121586">
                <a:moveTo>
                  <a:pt x="0" y="121586"/>
                </a:moveTo>
                <a:lnTo>
                  <a:pt x="177702" y="0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Editable path 96"/>
          <p:cNvSpPr/>
          <p:nvPr/>
        </p:nvSpPr>
        <p:spPr>
          <a:xfrm>
            <a:off x="7114032" y="2954052"/>
            <a:ext cx="177702" cy="308641"/>
          </a:xfrm>
          <a:custGeom>
            <a:avLst/>
            <a:gdLst/>
            <a:ahLst/>
            <a:cxnLst/>
            <a:rect l="l" t="t" r="r" b="b"/>
            <a:pathLst>
              <a:path w="177702" h="308641">
                <a:moveTo>
                  <a:pt x="0" y="0"/>
                </a:moveTo>
                <a:lnTo>
                  <a:pt x="177702" y="308641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ditable path 97"/>
          <p:cNvSpPr/>
          <p:nvPr/>
        </p:nvSpPr>
        <p:spPr>
          <a:xfrm>
            <a:off x="7114032" y="2954052"/>
            <a:ext cx="177702" cy="65469"/>
          </a:xfrm>
          <a:custGeom>
            <a:avLst/>
            <a:gdLst/>
            <a:ahLst/>
            <a:cxnLst/>
            <a:rect l="l" t="t" r="r" b="b"/>
            <a:pathLst>
              <a:path w="177702" h="65469">
                <a:moveTo>
                  <a:pt x="0" y="0"/>
                </a:moveTo>
                <a:lnTo>
                  <a:pt x="177702" y="65469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Editable path 98"/>
          <p:cNvSpPr/>
          <p:nvPr/>
        </p:nvSpPr>
        <p:spPr>
          <a:xfrm>
            <a:off x="6913882" y="3240246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7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1" y="43699"/>
                </a:lnTo>
                <a:lnTo>
                  <a:pt x="31037" y="43185"/>
                </a:lnTo>
                <a:lnTo>
                  <a:pt x="32367" y="42582"/>
                </a:lnTo>
                <a:lnTo>
                  <a:pt x="33656" y="41894"/>
                </a:lnTo>
                <a:lnTo>
                  <a:pt x="34901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3" y="37236"/>
                </a:lnTo>
                <a:lnTo>
                  <a:pt x="40268" y="36095"/>
                </a:lnTo>
                <a:lnTo>
                  <a:pt x="41122" y="34900"/>
                </a:lnTo>
                <a:lnTo>
                  <a:pt x="41895" y="33656"/>
                </a:lnTo>
                <a:lnTo>
                  <a:pt x="42583" y="32367"/>
                </a:lnTo>
                <a:lnTo>
                  <a:pt x="43185" y="31037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5" y="13857"/>
                </a:lnTo>
                <a:lnTo>
                  <a:pt x="42583" y="12527"/>
                </a:lnTo>
                <a:lnTo>
                  <a:pt x="41895" y="11238"/>
                </a:lnTo>
                <a:lnTo>
                  <a:pt x="41122" y="9993"/>
                </a:lnTo>
                <a:lnTo>
                  <a:pt x="40268" y="8799"/>
                </a:lnTo>
                <a:lnTo>
                  <a:pt x="39333" y="7658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1" y="3772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9"/>
                </a:lnTo>
                <a:lnTo>
                  <a:pt x="29671" y="1194"/>
                </a:lnTo>
                <a:lnTo>
                  <a:pt x="28272" y="769"/>
                </a:lnTo>
                <a:lnTo>
                  <a:pt x="26846" y="436"/>
                </a:lnTo>
                <a:lnTo>
                  <a:pt x="25397" y="195"/>
                </a:lnTo>
                <a:lnTo>
                  <a:pt x="23929" y="49"/>
                </a:lnTo>
                <a:lnTo>
                  <a:pt x="22447" y="0"/>
                </a:lnTo>
                <a:lnTo>
                  <a:pt x="20965" y="49"/>
                </a:lnTo>
                <a:lnTo>
                  <a:pt x="19497" y="195"/>
                </a:lnTo>
                <a:lnTo>
                  <a:pt x="18047" y="436"/>
                </a:lnTo>
                <a:lnTo>
                  <a:pt x="16622" y="769"/>
                </a:lnTo>
                <a:lnTo>
                  <a:pt x="15223" y="1194"/>
                </a:lnTo>
                <a:lnTo>
                  <a:pt x="13857" y="1709"/>
                </a:lnTo>
                <a:lnTo>
                  <a:pt x="12527" y="2311"/>
                </a:lnTo>
                <a:lnTo>
                  <a:pt x="11238" y="2999"/>
                </a:lnTo>
                <a:lnTo>
                  <a:pt x="9993" y="3772"/>
                </a:lnTo>
                <a:lnTo>
                  <a:pt x="8799" y="4626"/>
                </a:lnTo>
                <a:lnTo>
                  <a:pt x="7658" y="5561"/>
                </a:lnTo>
                <a:lnTo>
                  <a:pt x="6575" y="6575"/>
                </a:lnTo>
                <a:lnTo>
                  <a:pt x="5561" y="7658"/>
                </a:lnTo>
                <a:lnTo>
                  <a:pt x="4626" y="8799"/>
                </a:lnTo>
                <a:lnTo>
                  <a:pt x="3772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9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2" y="34900"/>
                </a:lnTo>
                <a:lnTo>
                  <a:pt x="4626" y="36095"/>
                </a:lnTo>
                <a:lnTo>
                  <a:pt x="5561" y="37236"/>
                </a:lnTo>
                <a:lnTo>
                  <a:pt x="6575" y="38319"/>
                </a:lnTo>
                <a:lnTo>
                  <a:pt x="7658" y="39333"/>
                </a:lnTo>
                <a:lnTo>
                  <a:pt x="8799" y="40268"/>
                </a:lnTo>
                <a:lnTo>
                  <a:pt x="9993" y="41122"/>
                </a:lnTo>
                <a:lnTo>
                  <a:pt x="11238" y="41894"/>
                </a:lnTo>
                <a:lnTo>
                  <a:pt x="12527" y="42582"/>
                </a:lnTo>
                <a:lnTo>
                  <a:pt x="13857" y="43185"/>
                </a:lnTo>
                <a:lnTo>
                  <a:pt x="15223" y="43699"/>
                </a:lnTo>
                <a:lnTo>
                  <a:pt x="16622" y="44124"/>
                </a:lnTo>
                <a:lnTo>
                  <a:pt x="18047" y="44458"/>
                </a:lnTo>
                <a:lnTo>
                  <a:pt x="19497" y="44699"/>
                </a:lnTo>
                <a:lnTo>
                  <a:pt x="20965" y="44845"/>
                </a:lnTo>
                <a:lnTo>
                  <a:pt x="22447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Editable path 99"/>
          <p:cNvSpPr/>
          <p:nvPr/>
        </p:nvSpPr>
        <p:spPr>
          <a:xfrm>
            <a:off x="6913882" y="2997074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7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1" y="43699"/>
                </a:lnTo>
                <a:lnTo>
                  <a:pt x="31037" y="43185"/>
                </a:lnTo>
                <a:lnTo>
                  <a:pt x="32367" y="42583"/>
                </a:lnTo>
                <a:lnTo>
                  <a:pt x="33656" y="41894"/>
                </a:lnTo>
                <a:lnTo>
                  <a:pt x="34901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3" y="37236"/>
                </a:lnTo>
                <a:lnTo>
                  <a:pt x="40268" y="36095"/>
                </a:lnTo>
                <a:lnTo>
                  <a:pt x="41122" y="34900"/>
                </a:lnTo>
                <a:lnTo>
                  <a:pt x="41895" y="33656"/>
                </a:lnTo>
                <a:lnTo>
                  <a:pt x="42583" y="32367"/>
                </a:lnTo>
                <a:lnTo>
                  <a:pt x="43185" y="31037"/>
                </a:lnTo>
                <a:lnTo>
                  <a:pt x="43699" y="29671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5" y="13857"/>
                </a:lnTo>
                <a:lnTo>
                  <a:pt x="42583" y="12527"/>
                </a:lnTo>
                <a:lnTo>
                  <a:pt x="41895" y="11238"/>
                </a:lnTo>
                <a:lnTo>
                  <a:pt x="41122" y="9993"/>
                </a:lnTo>
                <a:lnTo>
                  <a:pt x="40268" y="8798"/>
                </a:lnTo>
                <a:lnTo>
                  <a:pt x="39333" y="7657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1" y="3772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9"/>
                </a:lnTo>
                <a:lnTo>
                  <a:pt x="29671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5"/>
                </a:lnTo>
                <a:lnTo>
                  <a:pt x="23929" y="49"/>
                </a:lnTo>
                <a:lnTo>
                  <a:pt x="22447" y="0"/>
                </a:lnTo>
                <a:lnTo>
                  <a:pt x="20965" y="49"/>
                </a:lnTo>
                <a:lnTo>
                  <a:pt x="19497" y="195"/>
                </a:lnTo>
                <a:lnTo>
                  <a:pt x="18047" y="435"/>
                </a:lnTo>
                <a:lnTo>
                  <a:pt x="16622" y="769"/>
                </a:lnTo>
                <a:lnTo>
                  <a:pt x="15223" y="1194"/>
                </a:lnTo>
                <a:lnTo>
                  <a:pt x="13857" y="1709"/>
                </a:lnTo>
                <a:lnTo>
                  <a:pt x="12527" y="2311"/>
                </a:lnTo>
                <a:lnTo>
                  <a:pt x="11238" y="2999"/>
                </a:lnTo>
                <a:lnTo>
                  <a:pt x="9993" y="3772"/>
                </a:lnTo>
                <a:lnTo>
                  <a:pt x="8799" y="4626"/>
                </a:lnTo>
                <a:lnTo>
                  <a:pt x="7658" y="5561"/>
                </a:lnTo>
                <a:lnTo>
                  <a:pt x="6575" y="6575"/>
                </a:lnTo>
                <a:lnTo>
                  <a:pt x="5561" y="7657"/>
                </a:lnTo>
                <a:lnTo>
                  <a:pt x="4626" y="8798"/>
                </a:lnTo>
                <a:lnTo>
                  <a:pt x="3772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1"/>
                </a:lnTo>
                <a:lnTo>
                  <a:pt x="1709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2" y="34900"/>
                </a:lnTo>
                <a:lnTo>
                  <a:pt x="4626" y="36095"/>
                </a:lnTo>
                <a:lnTo>
                  <a:pt x="5561" y="37236"/>
                </a:lnTo>
                <a:lnTo>
                  <a:pt x="6575" y="38319"/>
                </a:lnTo>
                <a:lnTo>
                  <a:pt x="7658" y="39333"/>
                </a:lnTo>
                <a:lnTo>
                  <a:pt x="8799" y="40268"/>
                </a:lnTo>
                <a:lnTo>
                  <a:pt x="9993" y="41122"/>
                </a:lnTo>
                <a:lnTo>
                  <a:pt x="11238" y="41894"/>
                </a:lnTo>
                <a:lnTo>
                  <a:pt x="12527" y="42583"/>
                </a:lnTo>
                <a:lnTo>
                  <a:pt x="13857" y="43185"/>
                </a:lnTo>
                <a:lnTo>
                  <a:pt x="15223" y="43699"/>
                </a:lnTo>
                <a:lnTo>
                  <a:pt x="16622" y="44124"/>
                </a:lnTo>
                <a:lnTo>
                  <a:pt x="18047" y="44458"/>
                </a:lnTo>
                <a:lnTo>
                  <a:pt x="19497" y="44699"/>
                </a:lnTo>
                <a:lnTo>
                  <a:pt x="20965" y="44845"/>
                </a:lnTo>
                <a:lnTo>
                  <a:pt x="22447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Editable path 100"/>
          <p:cNvSpPr/>
          <p:nvPr/>
        </p:nvSpPr>
        <p:spPr>
          <a:xfrm>
            <a:off x="7091585" y="3305716"/>
            <a:ext cx="44893" cy="44893"/>
          </a:xfrm>
          <a:custGeom>
            <a:avLst/>
            <a:gdLst/>
            <a:ahLst/>
            <a:cxnLst/>
            <a:rect l="l" t="t" r="r" b="b"/>
            <a:pathLst>
              <a:path w="44893" h="44893">
                <a:moveTo>
                  <a:pt x="22447" y="44893"/>
                </a:moveTo>
                <a:lnTo>
                  <a:pt x="23929" y="44844"/>
                </a:lnTo>
                <a:lnTo>
                  <a:pt x="25397" y="44698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0" y="43699"/>
                </a:lnTo>
                <a:lnTo>
                  <a:pt x="31037" y="43184"/>
                </a:lnTo>
                <a:lnTo>
                  <a:pt x="32367" y="42582"/>
                </a:lnTo>
                <a:lnTo>
                  <a:pt x="33656" y="41894"/>
                </a:lnTo>
                <a:lnTo>
                  <a:pt x="34900" y="41121"/>
                </a:lnTo>
                <a:lnTo>
                  <a:pt x="36095" y="40267"/>
                </a:lnTo>
                <a:lnTo>
                  <a:pt x="37236" y="39332"/>
                </a:lnTo>
                <a:lnTo>
                  <a:pt x="38319" y="38318"/>
                </a:lnTo>
                <a:lnTo>
                  <a:pt x="39333" y="37236"/>
                </a:lnTo>
                <a:lnTo>
                  <a:pt x="40267" y="36094"/>
                </a:lnTo>
                <a:lnTo>
                  <a:pt x="41122" y="34900"/>
                </a:lnTo>
                <a:lnTo>
                  <a:pt x="41894" y="33655"/>
                </a:lnTo>
                <a:lnTo>
                  <a:pt x="42582" y="32366"/>
                </a:lnTo>
                <a:lnTo>
                  <a:pt x="43184" y="31036"/>
                </a:lnTo>
                <a:lnTo>
                  <a:pt x="43699" y="29670"/>
                </a:lnTo>
                <a:lnTo>
                  <a:pt x="44124" y="28271"/>
                </a:lnTo>
                <a:lnTo>
                  <a:pt x="44458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6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6"/>
                </a:lnTo>
                <a:lnTo>
                  <a:pt x="42582" y="12526"/>
                </a:lnTo>
                <a:lnTo>
                  <a:pt x="41894" y="11237"/>
                </a:lnTo>
                <a:lnTo>
                  <a:pt x="41122" y="9993"/>
                </a:lnTo>
                <a:lnTo>
                  <a:pt x="40267" y="8798"/>
                </a:lnTo>
                <a:lnTo>
                  <a:pt x="39333" y="7657"/>
                </a:lnTo>
                <a:lnTo>
                  <a:pt x="38319" y="6574"/>
                </a:lnTo>
                <a:lnTo>
                  <a:pt x="37236" y="5560"/>
                </a:lnTo>
                <a:lnTo>
                  <a:pt x="36095" y="4625"/>
                </a:lnTo>
                <a:lnTo>
                  <a:pt x="34900" y="3771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8"/>
                </a:lnTo>
                <a:lnTo>
                  <a:pt x="29670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4"/>
                </a:lnTo>
                <a:lnTo>
                  <a:pt x="23929" y="49"/>
                </a:lnTo>
                <a:lnTo>
                  <a:pt x="22447" y="0"/>
                </a:lnTo>
                <a:lnTo>
                  <a:pt x="20964" y="49"/>
                </a:lnTo>
                <a:lnTo>
                  <a:pt x="19496" y="194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7" y="1708"/>
                </a:lnTo>
                <a:lnTo>
                  <a:pt x="12527" y="2311"/>
                </a:lnTo>
                <a:lnTo>
                  <a:pt x="11237" y="2999"/>
                </a:lnTo>
                <a:lnTo>
                  <a:pt x="9993" y="3771"/>
                </a:lnTo>
                <a:lnTo>
                  <a:pt x="8798" y="4625"/>
                </a:lnTo>
                <a:lnTo>
                  <a:pt x="7657" y="5560"/>
                </a:lnTo>
                <a:lnTo>
                  <a:pt x="6574" y="6574"/>
                </a:lnTo>
                <a:lnTo>
                  <a:pt x="5561" y="7657"/>
                </a:lnTo>
                <a:lnTo>
                  <a:pt x="4626" y="8798"/>
                </a:lnTo>
                <a:lnTo>
                  <a:pt x="3771" y="9993"/>
                </a:lnTo>
                <a:lnTo>
                  <a:pt x="2999" y="11237"/>
                </a:lnTo>
                <a:lnTo>
                  <a:pt x="2311" y="12526"/>
                </a:lnTo>
                <a:lnTo>
                  <a:pt x="1709" y="13856"/>
                </a:lnTo>
                <a:lnTo>
                  <a:pt x="1194" y="15223"/>
                </a:lnTo>
                <a:lnTo>
                  <a:pt x="769" y="16621"/>
                </a:lnTo>
                <a:lnTo>
                  <a:pt x="436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6"/>
                </a:lnTo>
                <a:lnTo>
                  <a:pt x="49" y="23929"/>
                </a:lnTo>
                <a:lnTo>
                  <a:pt x="195" y="25397"/>
                </a:lnTo>
                <a:lnTo>
                  <a:pt x="436" y="26846"/>
                </a:lnTo>
                <a:lnTo>
                  <a:pt x="769" y="28271"/>
                </a:lnTo>
                <a:lnTo>
                  <a:pt x="1194" y="29670"/>
                </a:lnTo>
                <a:lnTo>
                  <a:pt x="1709" y="31036"/>
                </a:lnTo>
                <a:lnTo>
                  <a:pt x="2311" y="32366"/>
                </a:lnTo>
                <a:lnTo>
                  <a:pt x="2999" y="33655"/>
                </a:lnTo>
                <a:lnTo>
                  <a:pt x="3771" y="34900"/>
                </a:lnTo>
                <a:lnTo>
                  <a:pt x="4626" y="36094"/>
                </a:lnTo>
                <a:lnTo>
                  <a:pt x="5561" y="37236"/>
                </a:lnTo>
                <a:lnTo>
                  <a:pt x="6574" y="38318"/>
                </a:lnTo>
                <a:lnTo>
                  <a:pt x="7657" y="39332"/>
                </a:lnTo>
                <a:lnTo>
                  <a:pt x="8798" y="40267"/>
                </a:lnTo>
                <a:lnTo>
                  <a:pt x="9993" y="41121"/>
                </a:lnTo>
                <a:lnTo>
                  <a:pt x="11237" y="41894"/>
                </a:lnTo>
                <a:lnTo>
                  <a:pt x="12527" y="42582"/>
                </a:lnTo>
                <a:lnTo>
                  <a:pt x="13857" y="43184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8"/>
                </a:lnTo>
                <a:lnTo>
                  <a:pt x="20964" y="44844"/>
                </a:lnTo>
                <a:lnTo>
                  <a:pt x="22447" y="44893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Editable path 101"/>
          <p:cNvSpPr/>
          <p:nvPr/>
        </p:nvSpPr>
        <p:spPr>
          <a:xfrm>
            <a:off x="7091585" y="3118660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7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0" y="43699"/>
                </a:lnTo>
                <a:lnTo>
                  <a:pt x="31037" y="43185"/>
                </a:lnTo>
                <a:lnTo>
                  <a:pt x="32367" y="42583"/>
                </a:lnTo>
                <a:lnTo>
                  <a:pt x="33656" y="41894"/>
                </a:lnTo>
                <a:lnTo>
                  <a:pt x="34900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3" y="37236"/>
                </a:lnTo>
                <a:lnTo>
                  <a:pt x="40267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2" y="32367"/>
                </a:lnTo>
                <a:lnTo>
                  <a:pt x="43184" y="31037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8"/>
                </a:lnTo>
                <a:lnTo>
                  <a:pt x="41122" y="9993"/>
                </a:lnTo>
                <a:lnTo>
                  <a:pt x="40267" y="8799"/>
                </a:lnTo>
                <a:lnTo>
                  <a:pt x="39333" y="7657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2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9"/>
                </a:lnTo>
                <a:lnTo>
                  <a:pt x="29670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5"/>
                </a:lnTo>
                <a:lnTo>
                  <a:pt x="23929" y="49"/>
                </a:lnTo>
                <a:lnTo>
                  <a:pt x="22447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7" y="1709"/>
                </a:lnTo>
                <a:lnTo>
                  <a:pt x="12527" y="2311"/>
                </a:lnTo>
                <a:lnTo>
                  <a:pt x="11237" y="2999"/>
                </a:lnTo>
                <a:lnTo>
                  <a:pt x="9993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1" y="7657"/>
                </a:lnTo>
                <a:lnTo>
                  <a:pt x="4626" y="8799"/>
                </a:lnTo>
                <a:lnTo>
                  <a:pt x="3771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6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6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9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1" y="34900"/>
                </a:lnTo>
                <a:lnTo>
                  <a:pt x="4626" y="36095"/>
                </a:lnTo>
                <a:lnTo>
                  <a:pt x="5561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3" y="41122"/>
                </a:lnTo>
                <a:lnTo>
                  <a:pt x="11237" y="41894"/>
                </a:lnTo>
                <a:lnTo>
                  <a:pt x="12527" y="42583"/>
                </a:lnTo>
                <a:lnTo>
                  <a:pt x="13857" y="43185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7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Editable path 102"/>
          <p:cNvSpPr/>
          <p:nvPr/>
        </p:nvSpPr>
        <p:spPr>
          <a:xfrm>
            <a:off x="7091585" y="2931605"/>
            <a:ext cx="44893" cy="44893"/>
          </a:xfrm>
          <a:custGeom>
            <a:avLst/>
            <a:gdLst/>
            <a:ahLst/>
            <a:cxnLst/>
            <a:rect l="l" t="t" r="r" b="b"/>
            <a:pathLst>
              <a:path w="44893" h="44893">
                <a:moveTo>
                  <a:pt x="22447" y="44893"/>
                </a:moveTo>
                <a:lnTo>
                  <a:pt x="23929" y="44844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0" y="43699"/>
                </a:lnTo>
                <a:lnTo>
                  <a:pt x="31037" y="43184"/>
                </a:lnTo>
                <a:lnTo>
                  <a:pt x="32367" y="42582"/>
                </a:lnTo>
                <a:lnTo>
                  <a:pt x="33656" y="41894"/>
                </a:lnTo>
                <a:lnTo>
                  <a:pt x="34900" y="41122"/>
                </a:lnTo>
                <a:lnTo>
                  <a:pt x="36095" y="40267"/>
                </a:lnTo>
                <a:lnTo>
                  <a:pt x="37236" y="39332"/>
                </a:lnTo>
                <a:lnTo>
                  <a:pt x="38319" y="38319"/>
                </a:lnTo>
                <a:lnTo>
                  <a:pt x="39333" y="37236"/>
                </a:lnTo>
                <a:lnTo>
                  <a:pt x="40267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2" y="32366"/>
                </a:lnTo>
                <a:lnTo>
                  <a:pt x="43184" y="31036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7"/>
                </a:lnTo>
                <a:lnTo>
                  <a:pt x="41122" y="9993"/>
                </a:lnTo>
                <a:lnTo>
                  <a:pt x="40267" y="8798"/>
                </a:lnTo>
                <a:lnTo>
                  <a:pt x="39333" y="7657"/>
                </a:lnTo>
                <a:lnTo>
                  <a:pt x="38319" y="6574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1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9"/>
                </a:lnTo>
                <a:lnTo>
                  <a:pt x="29670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4"/>
                </a:lnTo>
                <a:lnTo>
                  <a:pt x="23929" y="49"/>
                </a:lnTo>
                <a:lnTo>
                  <a:pt x="22447" y="0"/>
                </a:lnTo>
                <a:lnTo>
                  <a:pt x="20964" y="49"/>
                </a:lnTo>
                <a:lnTo>
                  <a:pt x="19496" y="194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7" y="1709"/>
                </a:lnTo>
                <a:lnTo>
                  <a:pt x="12527" y="2311"/>
                </a:lnTo>
                <a:lnTo>
                  <a:pt x="11237" y="2999"/>
                </a:lnTo>
                <a:lnTo>
                  <a:pt x="9993" y="3771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4"/>
                </a:lnTo>
                <a:lnTo>
                  <a:pt x="5561" y="7657"/>
                </a:lnTo>
                <a:lnTo>
                  <a:pt x="4626" y="8798"/>
                </a:lnTo>
                <a:lnTo>
                  <a:pt x="3771" y="9993"/>
                </a:lnTo>
                <a:lnTo>
                  <a:pt x="2999" y="11237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6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6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9" y="31036"/>
                </a:lnTo>
                <a:lnTo>
                  <a:pt x="2311" y="32366"/>
                </a:lnTo>
                <a:lnTo>
                  <a:pt x="2999" y="33656"/>
                </a:lnTo>
                <a:lnTo>
                  <a:pt x="3771" y="34900"/>
                </a:lnTo>
                <a:lnTo>
                  <a:pt x="4626" y="36095"/>
                </a:lnTo>
                <a:lnTo>
                  <a:pt x="5561" y="37236"/>
                </a:lnTo>
                <a:lnTo>
                  <a:pt x="6574" y="38319"/>
                </a:lnTo>
                <a:lnTo>
                  <a:pt x="7657" y="39332"/>
                </a:lnTo>
                <a:lnTo>
                  <a:pt x="8798" y="40267"/>
                </a:lnTo>
                <a:lnTo>
                  <a:pt x="9993" y="41122"/>
                </a:lnTo>
                <a:lnTo>
                  <a:pt x="11237" y="41894"/>
                </a:lnTo>
                <a:lnTo>
                  <a:pt x="12527" y="42582"/>
                </a:lnTo>
                <a:lnTo>
                  <a:pt x="13857" y="43184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4"/>
                </a:lnTo>
                <a:lnTo>
                  <a:pt x="22447" y="44893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ditable path 103"/>
          <p:cNvSpPr/>
          <p:nvPr/>
        </p:nvSpPr>
        <p:spPr>
          <a:xfrm>
            <a:off x="7269288" y="3240246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6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1" y="44124"/>
                </a:lnTo>
                <a:lnTo>
                  <a:pt x="29670" y="43699"/>
                </a:lnTo>
                <a:lnTo>
                  <a:pt x="31036" y="43185"/>
                </a:lnTo>
                <a:lnTo>
                  <a:pt x="32366" y="42582"/>
                </a:lnTo>
                <a:lnTo>
                  <a:pt x="33655" y="41894"/>
                </a:lnTo>
                <a:lnTo>
                  <a:pt x="34900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2" y="37236"/>
                </a:lnTo>
                <a:lnTo>
                  <a:pt x="40267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2" y="32367"/>
                </a:lnTo>
                <a:lnTo>
                  <a:pt x="43184" y="31037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7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7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8"/>
                </a:lnTo>
                <a:lnTo>
                  <a:pt x="41122" y="9993"/>
                </a:lnTo>
                <a:lnTo>
                  <a:pt x="40267" y="8799"/>
                </a:lnTo>
                <a:lnTo>
                  <a:pt x="39332" y="7658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2"/>
                </a:lnTo>
                <a:lnTo>
                  <a:pt x="33655" y="2999"/>
                </a:lnTo>
                <a:lnTo>
                  <a:pt x="32366" y="2311"/>
                </a:lnTo>
                <a:lnTo>
                  <a:pt x="31036" y="1709"/>
                </a:lnTo>
                <a:lnTo>
                  <a:pt x="29670" y="1194"/>
                </a:lnTo>
                <a:lnTo>
                  <a:pt x="28271" y="769"/>
                </a:lnTo>
                <a:lnTo>
                  <a:pt x="26846" y="436"/>
                </a:lnTo>
                <a:lnTo>
                  <a:pt x="25397" y="195"/>
                </a:lnTo>
                <a:lnTo>
                  <a:pt x="23929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6"/>
                </a:lnTo>
                <a:lnTo>
                  <a:pt x="16621" y="769"/>
                </a:lnTo>
                <a:lnTo>
                  <a:pt x="15222" y="1194"/>
                </a:lnTo>
                <a:lnTo>
                  <a:pt x="13856" y="1709"/>
                </a:lnTo>
                <a:lnTo>
                  <a:pt x="12526" y="2311"/>
                </a:lnTo>
                <a:lnTo>
                  <a:pt x="11237" y="2999"/>
                </a:lnTo>
                <a:lnTo>
                  <a:pt x="9993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0" y="7658"/>
                </a:lnTo>
                <a:lnTo>
                  <a:pt x="4625" y="8799"/>
                </a:lnTo>
                <a:lnTo>
                  <a:pt x="3771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8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8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1" y="34900"/>
                </a:lnTo>
                <a:lnTo>
                  <a:pt x="4625" y="36095"/>
                </a:lnTo>
                <a:lnTo>
                  <a:pt x="5560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3" y="41122"/>
                </a:lnTo>
                <a:lnTo>
                  <a:pt x="11237" y="41894"/>
                </a:lnTo>
                <a:lnTo>
                  <a:pt x="12526" y="42582"/>
                </a:lnTo>
                <a:lnTo>
                  <a:pt x="13856" y="43185"/>
                </a:lnTo>
                <a:lnTo>
                  <a:pt x="15222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6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Editable path 104"/>
          <p:cNvSpPr/>
          <p:nvPr/>
        </p:nvSpPr>
        <p:spPr>
          <a:xfrm>
            <a:off x="7269288" y="2997074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6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1" y="44124"/>
                </a:lnTo>
                <a:lnTo>
                  <a:pt x="29670" y="43699"/>
                </a:lnTo>
                <a:lnTo>
                  <a:pt x="31036" y="43185"/>
                </a:lnTo>
                <a:lnTo>
                  <a:pt x="32366" y="42583"/>
                </a:lnTo>
                <a:lnTo>
                  <a:pt x="33655" y="41894"/>
                </a:lnTo>
                <a:lnTo>
                  <a:pt x="34900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2" y="37236"/>
                </a:lnTo>
                <a:lnTo>
                  <a:pt x="40267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2" y="32367"/>
                </a:lnTo>
                <a:lnTo>
                  <a:pt x="43184" y="31037"/>
                </a:lnTo>
                <a:lnTo>
                  <a:pt x="43699" y="29671"/>
                </a:lnTo>
                <a:lnTo>
                  <a:pt x="44124" y="28272"/>
                </a:lnTo>
                <a:lnTo>
                  <a:pt x="44457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7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8"/>
                </a:lnTo>
                <a:lnTo>
                  <a:pt x="41122" y="9993"/>
                </a:lnTo>
                <a:lnTo>
                  <a:pt x="40267" y="8798"/>
                </a:lnTo>
                <a:lnTo>
                  <a:pt x="39332" y="7657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2"/>
                </a:lnTo>
                <a:lnTo>
                  <a:pt x="33655" y="2999"/>
                </a:lnTo>
                <a:lnTo>
                  <a:pt x="32366" y="2311"/>
                </a:lnTo>
                <a:lnTo>
                  <a:pt x="31036" y="1709"/>
                </a:lnTo>
                <a:lnTo>
                  <a:pt x="29670" y="1194"/>
                </a:lnTo>
                <a:lnTo>
                  <a:pt x="28271" y="769"/>
                </a:lnTo>
                <a:lnTo>
                  <a:pt x="26846" y="435"/>
                </a:lnTo>
                <a:lnTo>
                  <a:pt x="25397" y="195"/>
                </a:lnTo>
                <a:lnTo>
                  <a:pt x="23929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5"/>
                </a:lnTo>
                <a:lnTo>
                  <a:pt x="16621" y="769"/>
                </a:lnTo>
                <a:lnTo>
                  <a:pt x="15222" y="1194"/>
                </a:lnTo>
                <a:lnTo>
                  <a:pt x="13856" y="1709"/>
                </a:lnTo>
                <a:lnTo>
                  <a:pt x="12526" y="2311"/>
                </a:lnTo>
                <a:lnTo>
                  <a:pt x="11237" y="2999"/>
                </a:lnTo>
                <a:lnTo>
                  <a:pt x="9993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0" y="7657"/>
                </a:lnTo>
                <a:lnTo>
                  <a:pt x="4625" y="8798"/>
                </a:lnTo>
                <a:lnTo>
                  <a:pt x="3771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8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1"/>
                </a:lnTo>
                <a:lnTo>
                  <a:pt x="1708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1" y="34900"/>
                </a:lnTo>
                <a:lnTo>
                  <a:pt x="4625" y="36095"/>
                </a:lnTo>
                <a:lnTo>
                  <a:pt x="5560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3" y="41122"/>
                </a:lnTo>
                <a:lnTo>
                  <a:pt x="11237" y="41894"/>
                </a:lnTo>
                <a:lnTo>
                  <a:pt x="12526" y="42583"/>
                </a:lnTo>
                <a:lnTo>
                  <a:pt x="13856" y="43185"/>
                </a:lnTo>
                <a:lnTo>
                  <a:pt x="15222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6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4172" y="2909115"/>
            <a:ext cx="378246" cy="771442"/>
          </a:xfrm>
          <a:prstGeom prst="rect">
            <a:avLst/>
          </a:prstGeom>
        </p:spPr>
      </p:pic>
      <p:sp>
        <p:nvSpPr>
          <p:cNvPr id="114" name="Editable path 105"/>
          <p:cNvSpPr/>
          <p:nvPr/>
        </p:nvSpPr>
        <p:spPr>
          <a:xfrm>
            <a:off x="8618825" y="3262693"/>
            <a:ext cx="177702" cy="65469"/>
          </a:xfrm>
          <a:custGeom>
            <a:avLst/>
            <a:gdLst/>
            <a:ahLst/>
            <a:cxnLst/>
            <a:rect l="l" t="t" r="r" b="b"/>
            <a:pathLst>
              <a:path w="177702" h="65469">
                <a:moveTo>
                  <a:pt x="0" y="0"/>
                </a:moveTo>
                <a:lnTo>
                  <a:pt x="177702" y="65469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Editable path 106"/>
          <p:cNvSpPr/>
          <p:nvPr/>
        </p:nvSpPr>
        <p:spPr>
          <a:xfrm>
            <a:off x="8618825" y="3141107"/>
            <a:ext cx="177702" cy="121586"/>
          </a:xfrm>
          <a:custGeom>
            <a:avLst/>
            <a:gdLst/>
            <a:ahLst/>
            <a:cxnLst/>
            <a:rect l="l" t="t" r="r" b="b"/>
            <a:pathLst>
              <a:path w="177702" h="121586">
                <a:moveTo>
                  <a:pt x="0" y="121586"/>
                </a:moveTo>
                <a:lnTo>
                  <a:pt x="177702" y="0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Editable path 107"/>
          <p:cNvSpPr/>
          <p:nvPr/>
        </p:nvSpPr>
        <p:spPr>
          <a:xfrm>
            <a:off x="8618825" y="2954052"/>
            <a:ext cx="177702" cy="308641"/>
          </a:xfrm>
          <a:custGeom>
            <a:avLst/>
            <a:gdLst/>
            <a:ahLst/>
            <a:cxnLst/>
            <a:rect l="l" t="t" r="r" b="b"/>
            <a:pathLst>
              <a:path w="177702" h="308641">
                <a:moveTo>
                  <a:pt x="0" y="308641"/>
                </a:moveTo>
                <a:lnTo>
                  <a:pt x="177702" y="0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Editable path 108"/>
          <p:cNvSpPr/>
          <p:nvPr/>
        </p:nvSpPr>
        <p:spPr>
          <a:xfrm>
            <a:off x="8618825" y="3019521"/>
            <a:ext cx="177702" cy="308641"/>
          </a:xfrm>
          <a:custGeom>
            <a:avLst/>
            <a:gdLst/>
            <a:ahLst/>
            <a:cxnLst/>
            <a:rect l="l" t="t" r="r" b="b"/>
            <a:pathLst>
              <a:path w="177702" h="308641">
                <a:moveTo>
                  <a:pt x="0" y="0"/>
                </a:moveTo>
                <a:lnTo>
                  <a:pt x="177702" y="308641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Editable path 109"/>
          <p:cNvSpPr/>
          <p:nvPr/>
        </p:nvSpPr>
        <p:spPr>
          <a:xfrm>
            <a:off x="8618825" y="3019521"/>
            <a:ext cx="177702" cy="121586"/>
          </a:xfrm>
          <a:custGeom>
            <a:avLst/>
            <a:gdLst/>
            <a:ahLst/>
            <a:cxnLst/>
            <a:rect l="l" t="t" r="r" b="b"/>
            <a:pathLst>
              <a:path w="177702" h="121586">
                <a:moveTo>
                  <a:pt x="0" y="0"/>
                </a:moveTo>
                <a:lnTo>
                  <a:pt x="177702" y="121586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Editable path 110"/>
          <p:cNvSpPr/>
          <p:nvPr/>
        </p:nvSpPr>
        <p:spPr>
          <a:xfrm>
            <a:off x="8618825" y="2954052"/>
            <a:ext cx="177702" cy="65469"/>
          </a:xfrm>
          <a:custGeom>
            <a:avLst/>
            <a:gdLst/>
            <a:ahLst/>
            <a:cxnLst/>
            <a:rect l="l" t="t" r="r" b="b"/>
            <a:pathLst>
              <a:path w="177702" h="65469">
                <a:moveTo>
                  <a:pt x="0" y="65469"/>
                </a:moveTo>
                <a:lnTo>
                  <a:pt x="177702" y="0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Editable path 111"/>
          <p:cNvSpPr/>
          <p:nvPr/>
        </p:nvSpPr>
        <p:spPr>
          <a:xfrm>
            <a:off x="8796527" y="3262693"/>
            <a:ext cx="177703" cy="65469"/>
          </a:xfrm>
          <a:custGeom>
            <a:avLst/>
            <a:gdLst/>
            <a:ahLst/>
            <a:cxnLst/>
            <a:rect l="l" t="t" r="r" b="b"/>
            <a:pathLst>
              <a:path w="177703" h="65469">
                <a:moveTo>
                  <a:pt x="0" y="65469"/>
                </a:moveTo>
                <a:lnTo>
                  <a:pt x="177703" y="0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Editable path 112"/>
          <p:cNvSpPr/>
          <p:nvPr/>
        </p:nvSpPr>
        <p:spPr>
          <a:xfrm>
            <a:off x="8796527" y="3019521"/>
            <a:ext cx="177703" cy="308641"/>
          </a:xfrm>
          <a:custGeom>
            <a:avLst/>
            <a:gdLst/>
            <a:ahLst/>
            <a:cxnLst/>
            <a:rect l="l" t="t" r="r" b="b"/>
            <a:pathLst>
              <a:path w="177703" h="308641">
                <a:moveTo>
                  <a:pt x="0" y="308641"/>
                </a:moveTo>
                <a:lnTo>
                  <a:pt x="177703" y="0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Editable path 113"/>
          <p:cNvSpPr/>
          <p:nvPr/>
        </p:nvSpPr>
        <p:spPr>
          <a:xfrm>
            <a:off x="8796527" y="3141107"/>
            <a:ext cx="177703" cy="121586"/>
          </a:xfrm>
          <a:custGeom>
            <a:avLst/>
            <a:gdLst/>
            <a:ahLst/>
            <a:cxnLst/>
            <a:rect l="l" t="t" r="r" b="b"/>
            <a:pathLst>
              <a:path w="177703" h="121586">
                <a:moveTo>
                  <a:pt x="0" y="0"/>
                </a:moveTo>
                <a:lnTo>
                  <a:pt x="177703" y="121586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Editable path 114"/>
          <p:cNvSpPr/>
          <p:nvPr/>
        </p:nvSpPr>
        <p:spPr>
          <a:xfrm>
            <a:off x="8796527" y="3019521"/>
            <a:ext cx="177703" cy="121586"/>
          </a:xfrm>
          <a:custGeom>
            <a:avLst/>
            <a:gdLst/>
            <a:ahLst/>
            <a:cxnLst/>
            <a:rect l="l" t="t" r="r" b="b"/>
            <a:pathLst>
              <a:path w="177703" h="121586">
                <a:moveTo>
                  <a:pt x="0" y="121586"/>
                </a:moveTo>
                <a:lnTo>
                  <a:pt x="177703" y="0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Editable path 115"/>
          <p:cNvSpPr/>
          <p:nvPr/>
        </p:nvSpPr>
        <p:spPr>
          <a:xfrm>
            <a:off x="8796527" y="2954052"/>
            <a:ext cx="177703" cy="308641"/>
          </a:xfrm>
          <a:custGeom>
            <a:avLst/>
            <a:gdLst/>
            <a:ahLst/>
            <a:cxnLst/>
            <a:rect l="l" t="t" r="r" b="b"/>
            <a:pathLst>
              <a:path w="177703" h="308641">
                <a:moveTo>
                  <a:pt x="0" y="0"/>
                </a:moveTo>
                <a:lnTo>
                  <a:pt x="177703" y="308641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Editable path 116"/>
          <p:cNvSpPr/>
          <p:nvPr/>
        </p:nvSpPr>
        <p:spPr>
          <a:xfrm>
            <a:off x="8796527" y="2954052"/>
            <a:ext cx="177703" cy="65469"/>
          </a:xfrm>
          <a:custGeom>
            <a:avLst/>
            <a:gdLst/>
            <a:ahLst/>
            <a:cxnLst/>
            <a:rect l="l" t="t" r="r" b="b"/>
            <a:pathLst>
              <a:path w="177703" h="65469">
                <a:moveTo>
                  <a:pt x="0" y="0"/>
                </a:moveTo>
                <a:lnTo>
                  <a:pt x="177703" y="65469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Editable path 117"/>
          <p:cNvSpPr/>
          <p:nvPr/>
        </p:nvSpPr>
        <p:spPr>
          <a:xfrm>
            <a:off x="8596378" y="3240246"/>
            <a:ext cx="44894" cy="44894"/>
          </a:xfrm>
          <a:custGeom>
            <a:avLst/>
            <a:gdLst/>
            <a:ahLst/>
            <a:cxnLst/>
            <a:rect l="l" t="t" r="r" b="b"/>
            <a:pathLst>
              <a:path w="44894" h="44894">
                <a:moveTo>
                  <a:pt x="22447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1" y="43699"/>
                </a:lnTo>
                <a:lnTo>
                  <a:pt x="31037" y="43185"/>
                </a:lnTo>
                <a:lnTo>
                  <a:pt x="32367" y="42582"/>
                </a:lnTo>
                <a:lnTo>
                  <a:pt x="33656" y="41894"/>
                </a:lnTo>
                <a:lnTo>
                  <a:pt x="34900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3" y="37236"/>
                </a:lnTo>
                <a:lnTo>
                  <a:pt x="40268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3" y="32367"/>
                </a:lnTo>
                <a:lnTo>
                  <a:pt x="43185" y="31037"/>
                </a:lnTo>
                <a:lnTo>
                  <a:pt x="43699" y="29670"/>
                </a:lnTo>
                <a:lnTo>
                  <a:pt x="44125" y="28272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5" y="23929"/>
                </a:lnTo>
                <a:lnTo>
                  <a:pt x="44894" y="22447"/>
                </a:lnTo>
                <a:lnTo>
                  <a:pt x="44845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5" y="16621"/>
                </a:lnTo>
                <a:lnTo>
                  <a:pt x="43699" y="15223"/>
                </a:lnTo>
                <a:lnTo>
                  <a:pt x="43185" y="13857"/>
                </a:lnTo>
                <a:lnTo>
                  <a:pt x="42583" y="12527"/>
                </a:lnTo>
                <a:lnTo>
                  <a:pt x="41894" y="11238"/>
                </a:lnTo>
                <a:lnTo>
                  <a:pt x="41122" y="9993"/>
                </a:lnTo>
                <a:lnTo>
                  <a:pt x="40268" y="8799"/>
                </a:lnTo>
                <a:lnTo>
                  <a:pt x="39333" y="7658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2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9"/>
                </a:lnTo>
                <a:lnTo>
                  <a:pt x="29671" y="1194"/>
                </a:lnTo>
                <a:lnTo>
                  <a:pt x="28272" y="769"/>
                </a:lnTo>
                <a:lnTo>
                  <a:pt x="26846" y="436"/>
                </a:lnTo>
                <a:lnTo>
                  <a:pt x="25397" y="195"/>
                </a:lnTo>
                <a:lnTo>
                  <a:pt x="23929" y="49"/>
                </a:lnTo>
                <a:lnTo>
                  <a:pt x="22447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6"/>
                </a:lnTo>
                <a:lnTo>
                  <a:pt x="16621" y="769"/>
                </a:lnTo>
                <a:lnTo>
                  <a:pt x="15223" y="1194"/>
                </a:lnTo>
                <a:lnTo>
                  <a:pt x="13857" y="1709"/>
                </a:lnTo>
                <a:lnTo>
                  <a:pt x="12527" y="2311"/>
                </a:lnTo>
                <a:lnTo>
                  <a:pt x="11237" y="2999"/>
                </a:lnTo>
                <a:lnTo>
                  <a:pt x="9993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1" y="7658"/>
                </a:lnTo>
                <a:lnTo>
                  <a:pt x="4626" y="8799"/>
                </a:lnTo>
                <a:lnTo>
                  <a:pt x="3771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6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6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9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1" y="34900"/>
                </a:lnTo>
                <a:lnTo>
                  <a:pt x="4626" y="36095"/>
                </a:lnTo>
                <a:lnTo>
                  <a:pt x="5561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3" y="41122"/>
                </a:lnTo>
                <a:lnTo>
                  <a:pt x="11237" y="41894"/>
                </a:lnTo>
                <a:lnTo>
                  <a:pt x="12527" y="42582"/>
                </a:lnTo>
                <a:lnTo>
                  <a:pt x="13857" y="43185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7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Editable path 118"/>
          <p:cNvSpPr/>
          <p:nvPr/>
        </p:nvSpPr>
        <p:spPr>
          <a:xfrm>
            <a:off x="8596378" y="2997074"/>
            <a:ext cx="44894" cy="44894"/>
          </a:xfrm>
          <a:custGeom>
            <a:avLst/>
            <a:gdLst/>
            <a:ahLst/>
            <a:cxnLst/>
            <a:rect l="l" t="t" r="r" b="b"/>
            <a:pathLst>
              <a:path w="44894" h="44894">
                <a:moveTo>
                  <a:pt x="22447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1" y="43699"/>
                </a:lnTo>
                <a:lnTo>
                  <a:pt x="31037" y="43185"/>
                </a:lnTo>
                <a:lnTo>
                  <a:pt x="32367" y="42583"/>
                </a:lnTo>
                <a:lnTo>
                  <a:pt x="33656" y="41894"/>
                </a:lnTo>
                <a:lnTo>
                  <a:pt x="34900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3" y="37236"/>
                </a:lnTo>
                <a:lnTo>
                  <a:pt x="40268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3" y="32367"/>
                </a:lnTo>
                <a:lnTo>
                  <a:pt x="43185" y="31037"/>
                </a:lnTo>
                <a:lnTo>
                  <a:pt x="43699" y="29671"/>
                </a:lnTo>
                <a:lnTo>
                  <a:pt x="44125" y="28272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5" y="23929"/>
                </a:lnTo>
                <a:lnTo>
                  <a:pt x="44894" y="22447"/>
                </a:lnTo>
                <a:lnTo>
                  <a:pt x="44845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5" y="16621"/>
                </a:lnTo>
                <a:lnTo>
                  <a:pt x="43699" y="15223"/>
                </a:lnTo>
                <a:lnTo>
                  <a:pt x="43185" y="13857"/>
                </a:lnTo>
                <a:lnTo>
                  <a:pt x="42583" y="12527"/>
                </a:lnTo>
                <a:lnTo>
                  <a:pt x="41894" y="11238"/>
                </a:lnTo>
                <a:lnTo>
                  <a:pt x="41122" y="9993"/>
                </a:lnTo>
                <a:lnTo>
                  <a:pt x="40268" y="8798"/>
                </a:lnTo>
                <a:lnTo>
                  <a:pt x="39333" y="7657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2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9"/>
                </a:lnTo>
                <a:lnTo>
                  <a:pt x="29671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5"/>
                </a:lnTo>
                <a:lnTo>
                  <a:pt x="23929" y="49"/>
                </a:lnTo>
                <a:lnTo>
                  <a:pt x="22447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7" y="1709"/>
                </a:lnTo>
                <a:lnTo>
                  <a:pt x="12527" y="2311"/>
                </a:lnTo>
                <a:lnTo>
                  <a:pt x="11237" y="2999"/>
                </a:lnTo>
                <a:lnTo>
                  <a:pt x="9993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1" y="7657"/>
                </a:lnTo>
                <a:lnTo>
                  <a:pt x="4626" y="8798"/>
                </a:lnTo>
                <a:lnTo>
                  <a:pt x="3771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6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6" y="26846"/>
                </a:lnTo>
                <a:lnTo>
                  <a:pt x="769" y="28272"/>
                </a:lnTo>
                <a:lnTo>
                  <a:pt x="1194" y="29671"/>
                </a:lnTo>
                <a:lnTo>
                  <a:pt x="1709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1" y="34900"/>
                </a:lnTo>
                <a:lnTo>
                  <a:pt x="4626" y="36095"/>
                </a:lnTo>
                <a:lnTo>
                  <a:pt x="5561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3" y="41122"/>
                </a:lnTo>
                <a:lnTo>
                  <a:pt x="11237" y="41894"/>
                </a:lnTo>
                <a:lnTo>
                  <a:pt x="12527" y="42583"/>
                </a:lnTo>
                <a:lnTo>
                  <a:pt x="13857" y="43185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7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Editable path 119"/>
          <p:cNvSpPr/>
          <p:nvPr/>
        </p:nvSpPr>
        <p:spPr>
          <a:xfrm>
            <a:off x="8774081" y="3305716"/>
            <a:ext cx="44893" cy="44893"/>
          </a:xfrm>
          <a:custGeom>
            <a:avLst/>
            <a:gdLst/>
            <a:ahLst/>
            <a:cxnLst/>
            <a:rect l="l" t="t" r="r" b="b"/>
            <a:pathLst>
              <a:path w="44893" h="44893">
                <a:moveTo>
                  <a:pt x="22446" y="44893"/>
                </a:moveTo>
                <a:lnTo>
                  <a:pt x="23929" y="44844"/>
                </a:lnTo>
                <a:lnTo>
                  <a:pt x="25397" y="44698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0" y="43699"/>
                </a:lnTo>
                <a:lnTo>
                  <a:pt x="31036" y="43184"/>
                </a:lnTo>
                <a:lnTo>
                  <a:pt x="32366" y="42582"/>
                </a:lnTo>
                <a:lnTo>
                  <a:pt x="33656" y="41894"/>
                </a:lnTo>
                <a:lnTo>
                  <a:pt x="34900" y="41121"/>
                </a:lnTo>
                <a:lnTo>
                  <a:pt x="36095" y="40267"/>
                </a:lnTo>
                <a:lnTo>
                  <a:pt x="37236" y="39332"/>
                </a:lnTo>
                <a:lnTo>
                  <a:pt x="38319" y="38318"/>
                </a:lnTo>
                <a:lnTo>
                  <a:pt x="39332" y="37236"/>
                </a:lnTo>
                <a:lnTo>
                  <a:pt x="40267" y="36094"/>
                </a:lnTo>
                <a:lnTo>
                  <a:pt x="41122" y="34900"/>
                </a:lnTo>
                <a:lnTo>
                  <a:pt x="41894" y="33655"/>
                </a:lnTo>
                <a:lnTo>
                  <a:pt x="42582" y="32366"/>
                </a:lnTo>
                <a:lnTo>
                  <a:pt x="43184" y="31036"/>
                </a:lnTo>
                <a:lnTo>
                  <a:pt x="43699" y="29670"/>
                </a:lnTo>
                <a:lnTo>
                  <a:pt x="44124" y="28271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4" y="23929"/>
                </a:lnTo>
                <a:lnTo>
                  <a:pt x="44893" y="22446"/>
                </a:lnTo>
                <a:lnTo>
                  <a:pt x="44844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6"/>
                </a:lnTo>
                <a:lnTo>
                  <a:pt x="42582" y="12526"/>
                </a:lnTo>
                <a:lnTo>
                  <a:pt x="41894" y="11237"/>
                </a:lnTo>
                <a:lnTo>
                  <a:pt x="41122" y="9993"/>
                </a:lnTo>
                <a:lnTo>
                  <a:pt x="40267" y="8798"/>
                </a:lnTo>
                <a:lnTo>
                  <a:pt x="39332" y="7657"/>
                </a:lnTo>
                <a:lnTo>
                  <a:pt x="38319" y="6574"/>
                </a:lnTo>
                <a:lnTo>
                  <a:pt x="37236" y="5560"/>
                </a:lnTo>
                <a:lnTo>
                  <a:pt x="36095" y="4625"/>
                </a:lnTo>
                <a:lnTo>
                  <a:pt x="34900" y="3771"/>
                </a:lnTo>
                <a:lnTo>
                  <a:pt x="33656" y="2999"/>
                </a:lnTo>
                <a:lnTo>
                  <a:pt x="32366" y="2311"/>
                </a:lnTo>
                <a:lnTo>
                  <a:pt x="31036" y="1708"/>
                </a:lnTo>
                <a:lnTo>
                  <a:pt x="29670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4"/>
                </a:lnTo>
                <a:lnTo>
                  <a:pt x="23929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4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6" y="1708"/>
                </a:lnTo>
                <a:lnTo>
                  <a:pt x="12526" y="2311"/>
                </a:lnTo>
                <a:lnTo>
                  <a:pt x="11237" y="2999"/>
                </a:lnTo>
                <a:lnTo>
                  <a:pt x="9993" y="3771"/>
                </a:lnTo>
                <a:lnTo>
                  <a:pt x="8798" y="4625"/>
                </a:lnTo>
                <a:lnTo>
                  <a:pt x="7657" y="5560"/>
                </a:lnTo>
                <a:lnTo>
                  <a:pt x="6574" y="6574"/>
                </a:lnTo>
                <a:lnTo>
                  <a:pt x="5560" y="7657"/>
                </a:lnTo>
                <a:lnTo>
                  <a:pt x="4626" y="8798"/>
                </a:lnTo>
                <a:lnTo>
                  <a:pt x="3771" y="9993"/>
                </a:lnTo>
                <a:lnTo>
                  <a:pt x="2999" y="11237"/>
                </a:lnTo>
                <a:lnTo>
                  <a:pt x="2311" y="12526"/>
                </a:lnTo>
                <a:lnTo>
                  <a:pt x="1709" y="13856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6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1"/>
                </a:lnTo>
                <a:lnTo>
                  <a:pt x="1194" y="29670"/>
                </a:lnTo>
                <a:lnTo>
                  <a:pt x="1709" y="31036"/>
                </a:lnTo>
                <a:lnTo>
                  <a:pt x="2311" y="32366"/>
                </a:lnTo>
                <a:lnTo>
                  <a:pt x="2999" y="33655"/>
                </a:lnTo>
                <a:lnTo>
                  <a:pt x="3771" y="34900"/>
                </a:lnTo>
                <a:lnTo>
                  <a:pt x="4626" y="36094"/>
                </a:lnTo>
                <a:lnTo>
                  <a:pt x="5560" y="37236"/>
                </a:lnTo>
                <a:lnTo>
                  <a:pt x="6574" y="38318"/>
                </a:lnTo>
                <a:lnTo>
                  <a:pt x="7657" y="39332"/>
                </a:lnTo>
                <a:lnTo>
                  <a:pt x="8798" y="40267"/>
                </a:lnTo>
                <a:lnTo>
                  <a:pt x="9993" y="41121"/>
                </a:lnTo>
                <a:lnTo>
                  <a:pt x="11237" y="41894"/>
                </a:lnTo>
                <a:lnTo>
                  <a:pt x="12526" y="42582"/>
                </a:lnTo>
                <a:lnTo>
                  <a:pt x="13856" y="43184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8"/>
                </a:lnTo>
                <a:lnTo>
                  <a:pt x="20964" y="44844"/>
                </a:lnTo>
                <a:lnTo>
                  <a:pt x="22446" y="44893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Editable path 120"/>
          <p:cNvSpPr/>
          <p:nvPr/>
        </p:nvSpPr>
        <p:spPr>
          <a:xfrm>
            <a:off x="8774081" y="3118660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6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0" y="43699"/>
                </a:lnTo>
                <a:lnTo>
                  <a:pt x="31036" y="43185"/>
                </a:lnTo>
                <a:lnTo>
                  <a:pt x="32366" y="42583"/>
                </a:lnTo>
                <a:lnTo>
                  <a:pt x="33656" y="41894"/>
                </a:lnTo>
                <a:lnTo>
                  <a:pt x="34900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2" y="37236"/>
                </a:lnTo>
                <a:lnTo>
                  <a:pt x="40267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2" y="32367"/>
                </a:lnTo>
                <a:lnTo>
                  <a:pt x="43184" y="31037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8"/>
                </a:lnTo>
                <a:lnTo>
                  <a:pt x="41122" y="9993"/>
                </a:lnTo>
                <a:lnTo>
                  <a:pt x="40267" y="8799"/>
                </a:lnTo>
                <a:lnTo>
                  <a:pt x="39332" y="7657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2"/>
                </a:lnTo>
                <a:lnTo>
                  <a:pt x="33656" y="2999"/>
                </a:lnTo>
                <a:lnTo>
                  <a:pt x="32366" y="2311"/>
                </a:lnTo>
                <a:lnTo>
                  <a:pt x="31036" y="1709"/>
                </a:lnTo>
                <a:lnTo>
                  <a:pt x="29670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5"/>
                </a:lnTo>
                <a:lnTo>
                  <a:pt x="23929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6" y="1709"/>
                </a:lnTo>
                <a:lnTo>
                  <a:pt x="12526" y="2311"/>
                </a:lnTo>
                <a:lnTo>
                  <a:pt x="11237" y="2999"/>
                </a:lnTo>
                <a:lnTo>
                  <a:pt x="9993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0" y="7657"/>
                </a:lnTo>
                <a:lnTo>
                  <a:pt x="4626" y="8799"/>
                </a:lnTo>
                <a:lnTo>
                  <a:pt x="3771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9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1" y="34900"/>
                </a:lnTo>
                <a:lnTo>
                  <a:pt x="4626" y="36095"/>
                </a:lnTo>
                <a:lnTo>
                  <a:pt x="5560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3" y="41122"/>
                </a:lnTo>
                <a:lnTo>
                  <a:pt x="11237" y="41894"/>
                </a:lnTo>
                <a:lnTo>
                  <a:pt x="12526" y="42583"/>
                </a:lnTo>
                <a:lnTo>
                  <a:pt x="13856" y="43185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6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Editable path 121"/>
          <p:cNvSpPr/>
          <p:nvPr/>
        </p:nvSpPr>
        <p:spPr>
          <a:xfrm>
            <a:off x="8774081" y="2931605"/>
            <a:ext cx="44893" cy="44893"/>
          </a:xfrm>
          <a:custGeom>
            <a:avLst/>
            <a:gdLst/>
            <a:ahLst/>
            <a:cxnLst/>
            <a:rect l="l" t="t" r="r" b="b"/>
            <a:pathLst>
              <a:path w="44893" h="44893">
                <a:moveTo>
                  <a:pt x="22446" y="44893"/>
                </a:moveTo>
                <a:lnTo>
                  <a:pt x="23929" y="44844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0" y="43699"/>
                </a:lnTo>
                <a:lnTo>
                  <a:pt x="31036" y="43184"/>
                </a:lnTo>
                <a:lnTo>
                  <a:pt x="32366" y="42582"/>
                </a:lnTo>
                <a:lnTo>
                  <a:pt x="33656" y="41894"/>
                </a:lnTo>
                <a:lnTo>
                  <a:pt x="34900" y="41122"/>
                </a:lnTo>
                <a:lnTo>
                  <a:pt x="36095" y="40267"/>
                </a:lnTo>
                <a:lnTo>
                  <a:pt x="37236" y="39332"/>
                </a:lnTo>
                <a:lnTo>
                  <a:pt x="38319" y="38319"/>
                </a:lnTo>
                <a:lnTo>
                  <a:pt x="39332" y="37236"/>
                </a:lnTo>
                <a:lnTo>
                  <a:pt x="40267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2" y="32366"/>
                </a:lnTo>
                <a:lnTo>
                  <a:pt x="43184" y="31036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7"/>
                </a:lnTo>
                <a:lnTo>
                  <a:pt x="41122" y="9993"/>
                </a:lnTo>
                <a:lnTo>
                  <a:pt x="40267" y="8798"/>
                </a:lnTo>
                <a:lnTo>
                  <a:pt x="39332" y="7657"/>
                </a:lnTo>
                <a:lnTo>
                  <a:pt x="38319" y="6574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1"/>
                </a:lnTo>
                <a:lnTo>
                  <a:pt x="33656" y="2999"/>
                </a:lnTo>
                <a:lnTo>
                  <a:pt x="32366" y="2311"/>
                </a:lnTo>
                <a:lnTo>
                  <a:pt x="31036" y="1709"/>
                </a:lnTo>
                <a:lnTo>
                  <a:pt x="29670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4"/>
                </a:lnTo>
                <a:lnTo>
                  <a:pt x="23929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4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6" y="1709"/>
                </a:lnTo>
                <a:lnTo>
                  <a:pt x="12526" y="2311"/>
                </a:lnTo>
                <a:lnTo>
                  <a:pt x="11237" y="2999"/>
                </a:lnTo>
                <a:lnTo>
                  <a:pt x="9993" y="3771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4"/>
                </a:lnTo>
                <a:lnTo>
                  <a:pt x="5560" y="7657"/>
                </a:lnTo>
                <a:lnTo>
                  <a:pt x="4626" y="8798"/>
                </a:lnTo>
                <a:lnTo>
                  <a:pt x="3771" y="9993"/>
                </a:lnTo>
                <a:lnTo>
                  <a:pt x="2999" y="11237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9" y="31036"/>
                </a:lnTo>
                <a:lnTo>
                  <a:pt x="2311" y="32366"/>
                </a:lnTo>
                <a:lnTo>
                  <a:pt x="2999" y="33656"/>
                </a:lnTo>
                <a:lnTo>
                  <a:pt x="3771" y="34900"/>
                </a:lnTo>
                <a:lnTo>
                  <a:pt x="4626" y="36095"/>
                </a:lnTo>
                <a:lnTo>
                  <a:pt x="5560" y="37236"/>
                </a:lnTo>
                <a:lnTo>
                  <a:pt x="6574" y="38319"/>
                </a:lnTo>
                <a:lnTo>
                  <a:pt x="7657" y="39332"/>
                </a:lnTo>
                <a:lnTo>
                  <a:pt x="8798" y="40267"/>
                </a:lnTo>
                <a:lnTo>
                  <a:pt x="9993" y="41122"/>
                </a:lnTo>
                <a:lnTo>
                  <a:pt x="11237" y="41894"/>
                </a:lnTo>
                <a:lnTo>
                  <a:pt x="12526" y="42582"/>
                </a:lnTo>
                <a:lnTo>
                  <a:pt x="13856" y="43184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4"/>
                </a:lnTo>
                <a:lnTo>
                  <a:pt x="22446" y="44893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Editable path 122"/>
          <p:cNvSpPr/>
          <p:nvPr/>
        </p:nvSpPr>
        <p:spPr>
          <a:xfrm>
            <a:off x="8951784" y="3240246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6" y="44894"/>
                </a:moveTo>
                <a:lnTo>
                  <a:pt x="23928" y="44845"/>
                </a:lnTo>
                <a:lnTo>
                  <a:pt x="25396" y="44699"/>
                </a:lnTo>
                <a:lnTo>
                  <a:pt x="26846" y="44458"/>
                </a:lnTo>
                <a:lnTo>
                  <a:pt x="28271" y="44124"/>
                </a:lnTo>
                <a:lnTo>
                  <a:pt x="29670" y="43699"/>
                </a:lnTo>
                <a:lnTo>
                  <a:pt x="31036" y="43185"/>
                </a:lnTo>
                <a:lnTo>
                  <a:pt x="32366" y="42582"/>
                </a:lnTo>
                <a:lnTo>
                  <a:pt x="33655" y="41894"/>
                </a:lnTo>
                <a:lnTo>
                  <a:pt x="34899" y="41122"/>
                </a:lnTo>
                <a:lnTo>
                  <a:pt x="36094" y="40268"/>
                </a:lnTo>
                <a:lnTo>
                  <a:pt x="37235" y="39333"/>
                </a:lnTo>
                <a:lnTo>
                  <a:pt x="38318" y="38319"/>
                </a:lnTo>
                <a:lnTo>
                  <a:pt x="39332" y="37236"/>
                </a:lnTo>
                <a:lnTo>
                  <a:pt x="40267" y="36095"/>
                </a:lnTo>
                <a:lnTo>
                  <a:pt x="41121" y="34900"/>
                </a:lnTo>
                <a:lnTo>
                  <a:pt x="41894" y="33656"/>
                </a:lnTo>
                <a:lnTo>
                  <a:pt x="42582" y="32367"/>
                </a:lnTo>
                <a:lnTo>
                  <a:pt x="43184" y="31037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8"/>
                </a:lnTo>
                <a:lnTo>
                  <a:pt x="41121" y="9993"/>
                </a:lnTo>
                <a:lnTo>
                  <a:pt x="40267" y="8799"/>
                </a:lnTo>
                <a:lnTo>
                  <a:pt x="39332" y="7658"/>
                </a:lnTo>
                <a:lnTo>
                  <a:pt x="38318" y="6575"/>
                </a:lnTo>
                <a:lnTo>
                  <a:pt x="37235" y="5561"/>
                </a:lnTo>
                <a:lnTo>
                  <a:pt x="36094" y="4626"/>
                </a:lnTo>
                <a:lnTo>
                  <a:pt x="34899" y="3772"/>
                </a:lnTo>
                <a:lnTo>
                  <a:pt x="33655" y="2999"/>
                </a:lnTo>
                <a:lnTo>
                  <a:pt x="32366" y="2311"/>
                </a:lnTo>
                <a:lnTo>
                  <a:pt x="31036" y="1709"/>
                </a:lnTo>
                <a:lnTo>
                  <a:pt x="29670" y="1194"/>
                </a:lnTo>
                <a:lnTo>
                  <a:pt x="28271" y="769"/>
                </a:lnTo>
                <a:lnTo>
                  <a:pt x="26846" y="436"/>
                </a:lnTo>
                <a:lnTo>
                  <a:pt x="25396" y="195"/>
                </a:lnTo>
                <a:lnTo>
                  <a:pt x="23928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6"/>
                </a:lnTo>
                <a:lnTo>
                  <a:pt x="16621" y="769"/>
                </a:lnTo>
                <a:lnTo>
                  <a:pt x="15222" y="1194"/>
                </a:lnTo>
                <a:lnTo>
                  <a:pt x="13856" y="1709"/>
                </a:lnTo>
                <a:lnTo>
                  <a:pt x="12526" y="2311"/>
                </a:lnTo>
                <a:lnTo>
                  <a:pt x="11237" y="2999"/>
                </a:lnTo>
                <a:lnTo>
                  <a:pt x="9992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0" y="7658"/>
                </a:lnTo>
                <a:lnTo>
                  <a:pt x="4625" y="8799"/>
                </a:lnTo>
                <a:lnTo>
                  <a:pt x="3771" y="9993"/>
                </a:lnTo>
                <a:lnTo>
                  <a:pt x="2998" y="11238"/>
                </a:lnTo>
                <a:lnTo>
                  <a:pt x="2310" y="12527"/>
                </a:lnTo>
                <a:lnTo>
                  <a:pt x="1708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4" y="19496"/>
                </a:lnTo>
                <a:lnTo>
                  <a:pt x="48" y="20964"/>
                </a:lnTo>
                <a:lnTo>
                  <a:pt x="0" y="22447"/>
                </a:lnTo>
                <a:lnTo>
                  <a:pt x="48" y="23929"/>
                </a:lnTo>
                <a:lnTo>
                  <a:pt x="194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8" y="31037"/>
                </a:lnTo>
                <a:lnTo>
                  <a:pt x="2310" y="32367"/>
                </a:lnTo>
                <a:lnTo>
                  <a:pt x="2998" y="33656"/>
                </a:lnTo>
                <a:lnTo>
                  <a:pt x="3771" y="34900"/>
                </a:lnTo>
                <a:lnTo>
                  <a:pt x="4625" y="36095"/>
                </a:lnTo>
                <a:lnTo>
                  <a:pt x="5560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2" y="41122"/>
                </a:lnTo>
                <a:lnTo>
                  <a:pt x="11237" y="41894"/>
                </a:lnTo>
                <a:lnTo>
                  <a:pt x="12526" y="42582"/>
                </a:lnTo>
                <a:lnTo>
                  <a:pt x="13856" y="43185"/>
                </a:lnTo>
                <a:lnTo>
                  <a:pt x="15222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6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Editable path 123"/>
          <p:cNvSpPr/>
          <p:nvPr/>
        </p:nvSpPr>
        <p:spPr>
          <a:xfrm>
            <a:off x="8951784" y="2997074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6" y="44894"/>
                </a:moveTo>
                <a:lnTo>
                  <a:pt x="23928" y="44845"/>
                </a:lnTo>
                <a:lnTo>
                  <a:pt x="25396" y="44699"/>
                </a:lnTo>
                <a:lnTo>
                  <a:pt x="26846" y="44458"/>
                </a:lnTo>
                <a:lnTo>
                  <a:pt x="28271" y="44124"/>
                </a:lnTo>
                <a:lnTo>
                  <a:pt x="29670" y="43699"/>
                </a:lnTo>
                <a:lnTo>
                  <a:pt x="31036" y="43185"/>
                </a:lnTo>
                <a:lnTo>
                  <a:pt x="32366" y="42583"/>
                </a:lnTo>
                <a:lnTo>
                  <a:pt x="33655" y="41894"/>
                </a:lnTo>
                <a:lnTo>
                  <a:pt x="34899" y="41122"/>
                </a:lnTo>
                <a:lnTo>
                  <a:pt x="36094" y="40268"/>
                </a:lnTo>
                <a:lnTo>
                  <a:pt x="37235" y="39333"/>
                </a:lnTo>
                <a:lnTo>
                  <a:pt x="38318" y="38319"/>
                </a:lnTo>
                <a:lnTo>
                  <a:pt x="39332" y="37236"/>
                </a:lnTo>
                <a:lnTo>
                  <a:pt x="40267" y="36095"/>
                </a:lnTo>
                <a:lnTo>
                  <a:pt x="41121" y="34900"/>
                </a:lnTo>
                <a:lnTo>
                  <a:pt x="41894" y="33656"/>
                </a:lnTo>
                <a:lnTo>
                  <a:pt x="42582" y="32367"/>
                </a:lnTo>
                <a:lnTo>
                  <a:pt x="43184" y="31037"/>
                </a:lnTo>
                <a:lnTo>
                  <a:pt x="43699" y="29671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8"/>
                </a:lnTo>
                <a:lnTo>
                  <a:pt x="41121" y="9993"/>
                </a:lnTo>
                <a:lnTo>
                  <a:pt x="40267" y="8798"/>
                </a:lnTo>
                <a:lnTo>
                  <a:pt x="39332" y="7657"/>
                </a:lnTo>
                <a:lnTo>
                  <a:pt x="38318" y="6575"/>
                </a:lnTo>
                <a:lnTo>
                  <a:pt x="37235" y="5561"/>
                </a:lnTo>
                <a:lnTo>
                  <a:pt x="36094" y="4626"/>
                </a:lnTo>
                <a:lnTo>
                  <a:pt x="34899" y="3772"/>
                </a:lnTo>
                <a:lnTo>
                  <a:pt x="33655" y="2999"/>
                </a:lnTo>
                <a:lnTo>
                  <a:pt x="32366" y="2311"/>
                </a:lnTo>
                <a:lnTo>
                  <a:pt x="31036" y="1709"/>
                </a:lnTo>
                <a:lnTo>
                  <a:pt x="29670" y="1194"/>
                </a:lnTo>
                <a:lnTo>
                  <a:pt x="28271" y="769"/>
                </a:lnTo>
                <a:lnTo>
                  <a:pt x="26846" y="435"/>
                </a:lnTo>
                <a:lnTo>
                  <a:pt x="25396" y="195"/>
                </a:lnTo>
                <a:lnTo>
                  <a:pt x="23928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5"/>
                </a:lnTo>
                <a:lnTo>
                  <a:pt x="16621" y="769"/>
                </a:lnTo>
                <a:lnTo>
                  <a:pt x="15222" y="1194"/>
                </a:lnTo>
                <a:lnTo>
                  <a:pt x="13856" y="1709"/>
                </a:lnTo>
                <a:lnTo>
                  <a:pt x="12526" y="2311"/>
                </a:lnTo>
                <a:lnTo>
                  <a:pt x="11237" y="2999"/>
                </a:lnTo>
                <a:lnTo>
                  <a:pt x="9992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0" y="7657"/>
                </a:lnTo>
                <a:lnTo>
                  <a:pt x="4625" y="8798"/>
                </a:lnTo>
                <a:lnTo>
                  <a:pt x="3771" y="9993"/>
                </a:lnTo>
                <a:lnTo>
                  <a:pt x="2998" y="11238"/>
                </a:lnTo>
                <a:lnTo>
                  <a:pt x="2310" y="12527"/>
                </a:lnTo>
                <a:lnTo>
                  <a:pt x="1708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4" y="19496"/>
                </a:lnTo>
                <a:lnTo>
                  <a:pt x="48" y="20964"/>
                </a:lnTo>
                <a:lnTo>
                  <a:pt x="0" y="22447"/>
                </a:lnTo>
                <a:lnTo>
                  <a:pt x="48" y="23929"/>
                </a:lnTo>
                <a:lnTo>
                  <a:pt x="194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1"/>
                </a:lnTo>
                <a:lnTo>
                  <a:pt x="1708" y="31037"/>
                </a:lnTo>
                <a:lnTo>
                  <a:pt x="2310" y="32367"/>
                </a:lnTo>
                <a:lnTo>
                  <a:pt x="2998" y="33656"/>
                </a:lnTo>
                <a:lnTo>
                  <a:pt x="3771" y="34900"/>
                </a:lnTo>
                <a:lnTo>
                  <a:pt x="4625" y="36095"/>
                </a:lnTo>
                <a:lnTo>
                  <a:pt x="5560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2" y="41122"/>
                </a:lnTo>
                <a:lnTo>
                  <a:pt x="11237" y="41894"/>
                </a:lnTo>
                <a:lnTo>
                  <a:pt x="12526" y="42583"/>
                </a:lnTo>
                <a:lnTo>
                  <a:pt x="13856" y="43185"/>
                </a:lnTo>
                <a:lnTo>
                  <a:pt x="15222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6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3" name="Picture 13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7166" y="4943933"/>
            <a:ext cx="1709347" cy="961507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401201" y="1261296"/>
            <a:ext cx="1923827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1" i="0">
                <a:solidFill>
                  <a:srgbClr val="B8893E"/>
                </a:solidFill>
                <a:latin typeface="Times New Roman"/>
              </a:rPr>
              <a:t>Robot &amp; grasp geometry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39686" y="1606835"/>
            <a:ext cx="1853695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2B2B2B"/>
                </a:solidFill>
                <a:latin typeface="Times New Roman"/>
              </a:rPr>
              <a:t>Object + goal + assigned rails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327425" y="2026282"/>
            <a:ext cx="998912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2B2B2B"/>
                </a:solidFill>
                <a:latin typeface="Times New Roman"/>
              </a:rPr>
              <a:t>2 × 7-DoF arms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08738" y="2318538"/>
            <a:ext cx="1035915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2B2B2B"/>
                </a:solidFill>
                <a:latin typeface="Times New Roman"/>
              </a:rPr>
              <a:t>Dexterous hands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457867" y="2460747"/>
            <a:ext cx="736315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2B2B2B"/>
                </a:solidFill>
                <a:latin typeface="Times New Roman"/>
              </a:rPr>
              <a:t>Lift + torso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321135" y="2782893"/>
            <a:ext cx="995097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2B2B2B"/>
                </a:solidFill>
                <a:latin typeface="Times New Roman"/>
              </a:rPr>
              <a:t>Holonomic base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306722" y="3714923"/>
            <a:ext cx="905748" cy="1856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Grasp frame ̄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094833" y="3749041"/>
            <a:ext cx="122166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1">
                <a:solidFill>
                  <a:srgbClr val="2B2B2B"/>
                </a:solidFill>
                <a:latin typeface="Times New Roman"/>
              </a:rPr>
              <a:t>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183613" y="3805029"/>
            <a:ext cx="108955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2B2B2B"/>
                </a:solidFill>
                <a:latin typeface="Times New Roman"/>
              </a:rPr>
              <a:t>ih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330220" y="4001548"/>
            <a:ext cx="952662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2B2B2B"/>
                </a:solidFill>
                <a:latin typeface="Times New Roman"/>
              </a:rPr>
              <a:t>Clearance + IK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76605" y="1261296"/>
            <a:ext cx="1303037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1" i="0">
                <a:solidFill>
                  <a:srgbClr val="7C5AA6"/>
                </a:solidFill>
                <a:latin typeface="Times New Roman"/>
              </a:rPr>
              <a:t>Shared planning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138181" y="2864541"/>
            <a:ext cx="916119" cy="1875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7C5AA6"/>
                </a:solidFill>
                <a:latin typeface="Times New Roman"/>
              </a:rPr>
              <a:t>RRT-Connect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420045" y="2864541"/>
            <a:ext cx="864225" cy="1875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7C5AA6"/>
                </a:solidFill>
                <a:latin typeface="Times New Roman"/>
              </a:rPr>
              <a:t>MPC · 10 Hz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36542" y="3185037"/>
            <a:ext cx="1088394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7C5AA6"/>
                </a:solidFill>
                <a:latin typeface="Times New Roman"/>
              </a:rPr>
              <a:t>Spatial schedule: |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488939" y="3185037"/>
            <a:ext cx="126697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1">
                <a:solidFill>
                  <a:srgbClr val="7C5AA6"/>
                </a:solidFill>
                <a:latin typeface="Times New Roman"/>
              </a:rPr>
              <a:t>ϕ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579890" y="3185037"/>
            <a:ext cx="351147" cy="1733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37" b="0" i="0">
                <a:solidFill>
                  <a:srgbClr val="7C5AA6"/>
                </a:solidFill>
                <a:latin typeface="Times New Roman"/>
              </a:rPr>
              <a:t>|≤90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912069" y="3170487"/>
            <a:ext cx="60675" cy="1213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96" b="0" i="0">
                <a:solidFill>
                  <a:srgbClr val="7C5AA6"/>
                </a:solidFill>
                <a:latin typeface="Times New Roman"/>
              </a:rPr>
              <a:t>∘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63926" y="3790521"/>
            <a:ext cx="1522460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1" i="0">
                <a:solidFill>
                  <a:srgbClr val="6B7280"/>
                </a:solidFill>
                <a:latin typeface="Times New Roman"/>
              </a:rPr>
              <a:t>Acquisition supervisor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42891" y="1259816"/>
            <a:ext cx="1998073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1" i="0">
                <a:solidFill>
                  <a:srgbClr val="2B2B2B"/>
                </a:solidFill>
                <a:latin typeface="Times New Roman"/>
              </a:rPr>
              <a:t>Shared local actor · 50 Hz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466564" y="1740418"/>
            <a:ext cx="2348120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1" i="0">
                <a:solidFill>
                  <a:srgbClr val="7C5AA6"/>
                </a:solidFill>
                <a:latin typeface="Times New Roman"/>
              </a:rPr>
              <a:t>Own sensor history + references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512635" y="2028381"/>
            <a:ext cx="2250747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Joints / fingers · object / hand errors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384" y="2194865"/>
            <a:ext cx="2017837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Local load / contact · sensor age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60043" y="2702569"/>
            <a:ext cx="880630" cy="1960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6" b="1" i="0">
                <a:solidFill>
                  <a:srgbClr val="FF9500"/>
                </a:solidFill>
                <a:latin typeface="Times New Roman"/>
              </a:rPr>
              <a:t>A · MABEL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013203" y="3420885"/>
            <a:ext cx="148212" cy="2358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47" b="0" i="1">
                <a:solidFill>
                  <a:srgbClr val="FF9500"/>
                </a:solidFill>
                <a:latin typeface="Times New Roman"/>
              </a:rPr>
              <a:t>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111676" y="3494252"/>
            <a:ext cx="100446" cy="1651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3" b="0" i="1">
                <a:solidFill>
                  <a:srgbClr val="FF9500"/>
                </a:solidFill>
                <a:latin typeface="Times New Roman"/>
              </a:rPr>
              <a:t>θ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19694" y="2702569"/>
            <a:ext cx="726368" cy="1960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6" b="1" i="0">
                <a:solidFill>
                  <a:srgbClr val="0ABAB5"/>
                </a:solidFill>
                <a:latin typeface="Times New Roman"/>
              </a:rPr>
              <a:t>B · MILO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95699" y="3420885"/>
            <a:ext cx="148212" cy="2358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47" b="0" i="1">
                <a:solidFill>
                  <a:srgbClr val="0ABAB5"/>
                </a:solidFill>
                <a:latin typeface="Times New Roman"/>
              </a:rPr>
              <a:t>π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94173" y="3494252"/>
            <a:ext cx="100446" cy="1651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3" b="0" i="1">
                <a:solidFill>
                  <a:srgbClr val="0ABAB5"/>
                </a:solidFill>
                <a:latin typeface="Times New Roman"/>
              </a:rPr>
              <a:t>θ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463048" y="3829780"/>
            <a:ext cx="2361932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Same MLP weights; separate histories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672680" y="4052516"/>
            <a:ext cx="1923447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0">
                <a:solidFill>
                  <a:srgbClr val="2B2B2B"/>
                </a:solidFill>
                <a:latin typeface="Times New Roman"/>
              </a:rPr>
              <a:t>8×352→128→128→23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149358" y="1259816"/>
            <a:ext cx="1568761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1" i="0">
                <a:solidFill>
                  <a:srgbClr val="4E8C5A"/>
                </a:solidFill>
                <a:latin typeface="Times New Roman"/>
              </a:rPr>
              <a:t>Actuation + contact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301632" y="1739123"/>
            <a:ext cx="1261758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1" i="0">
                <a:solidFill>
                  <a:srgbClr val="4E8C5A"/>
                </a:solidFill>
                <a:latin typeface="Times New Roman"/>
              </a:rPr>
              <a:t>23 actions / robot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074794" y="1917743"/>
            <a:ext cx="1710112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Base (3) · lift (1) · torso (1)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348998" y="2083857"/>
            <a:ext cx="1163011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Arms / wrists (16)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21245" y="2249971"/>
            <a:ext cx="1218276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Gripper closure (2)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170266" y="2916935"/>
            <a:ext cx="1534108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4E8C5A"/>
                </a:solidFill>
                <a:latin typeface="Times New Roman"/>
              </a:rPr>
              <a:t>Motor limits + servos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323650" y="3303998"/>
            <a:ext cx="1217660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MuJoCo · 500 Hz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0051296" y="3649712"/>
            <a:ext cx="1757218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Finger–rail friction contacts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0122159" y="3816196"/>
            <a:ext cx="1616055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Measured motion / forces</a:t>
            </a:r>
          </a:p>
        </p:txBody>
      </p:sp>
      <p:sp>
        <p:nvSpPr>
          <p:cNvPr id="173" name="Editable path 124"/>
          <p:cNvSpPr/>
          <p:nvPr/>
        </p:nvSpPr>
        <p:spPr>
          <a:xfrm>
            <a:off x="5695926" y="798413"/>
            <a:ext cx="3970067" cy="174129"/>
          </a:xfrm>
          <a:custGeom>
            <a:avLst/>
            <a:gdLst/>
            <a:ahLst/>
            <a:cxnLst/>
            <a:rect l="l" t="t" r="r" b="b"/>
            <a:pathLst>
              <a:path w="3970067" h="174129">
                <a:moveTo>
                  <a:pt x="0" y="0"/>
                </a:moveTo>
                <a:lnTo>
                  <a:pt x="3970067" y="0"/>
                </a:lnTo>
                <a:lnTo>
                  <a:pt x="3970067" y="174129"/>
                </a:lnTo>
                <a:lnTo>
                  <a:pt x="0" y="1741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708241" y="797935"/>
            <a:ext cx="3979950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6B7280"/>
                </a:solidFill>
                <a:latin typeface="Times New Roman"/>
              </a:rPr>
              <a:t>Measured object / hand poses, encoders and local contact forces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755077" y="4699244"/>
            <a:ext cx="2141415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1" i="0">
                <a:solidFill>
                  <a:srgbClr val="7C5AA6"/>
                </a:solidFill>
                <a:latin typeface="Times New Roman"/>
              </a:rPr>
              <a:t>Central training only · PPO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61442" y="5127227"/>
            <a:ext cx="1267821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Rollouts + rewards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73926" y="5293341"/>
            <a:ext cx="1441570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Pose / grasp / stability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754129" y="5127227"/>
            <a:ext cx="1057892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Privileged critic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32199" y="5293711"/>
            <a:ext cx="1299873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Shared actor update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256254" y="5717276"/>
            <a:ext cx="3129895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7C5AA6"/>
                </a:solidFill>
                <a:latin typeface="Times New Roman"/>
              </a:rPr>
              <a:t>Critic uses simulator state; actors use local history</a:t>
            </a:r>
          </a:p>
        </p:txBody>
      </p:sp>
      <p:sp>
        <p:nvSpPr>
          <p:cNvPr id="181" name="Editable path 125"/>
          <p:cNvSpPr/>
          <p:nvPr/>
        </p:nvSpPr>
        <p:spPr>
          <a:xfrm>
            <a:off x="2173497" y="4320213"/>
            <a:ext cx="1261326" cy="174130"/>
          </a:xfrm>
          <a:custGeom>
            <a:avLst/>
            <a:gdLst/>
            <a:ahLst/>
            <a:cxnLst/>
            <a:rect l="l" t="t" r="r" b="b"/>
            <a:pathLst>
              <a:path w="1261326" h="174130">
                <a:moveTo>
                  <a:pt x="0" y="0"/>
                </a:moveTo>
                <a:lnTo>
                  <a:pt x="1261326" y="0"/>
                </a:lnTo>
                <a:lnTo>
                  <a:pt x="1261326" y="174130"/>
                </a:lnTo>
                <a:lnTo>
                  <a:pt x="0" y="1741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2185811" y="4319736"/>
            <a:ext cx="1273848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6B7280"/>
                </a:solidFill>
                <a:latin typeface="Times New Roman"/>
              </a:rPr>
              <a:t>Training experience</a:t>
            </a:r>
          </a:p>
        </p:txBody>
      </p:sp>
      <p:sp>
        <p:nvSpPr>
          <p:cNvPr id="183" name="Editable path 126"/>
          <p:cNvSpPr/>
          <p:nvPr/>
        </p:nvSpPr>
        <p:spPr>
          <a:xfrm>
            <a:off x="5562233" y="4647482"/>
            <a:ext cx="214094" cy="190411"/>
          </a:xfrm>
          <a:custGeom>
            <a:avLst/>
            <a:gdLst/>
            <a:ahLst/>
            <a:cxnLst/>
            <a:rect l="l" t="t" r="r" b="b"/>
            <a:pathLst>
              <a:path w="214094" h="190411">
                <a:moveTo>
                  <a:pt x="0" y="0"/>
                </a:moveTo>
                <a:lnTo>
                  <a:pt x="214094" y="0"/>
                </a:lnTo>
                <a:lnTo>
                  <a:pt x="214094" y="190411"/>
                </a:lnTo>
                <a:lnTo>
                  <a:pt x="0" y="1904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574547" y="4658661"/>
            <a:ext cx="112375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1">
                <a:solidFill>
                  <a:srgbClr val="B8893E"/>
                </a:solidFill>
                <a:latin typeface="Times New Roman"/>
              </a:rPr>
              <a:t>θ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682493" y="4637854"/>
            <a:ext cx="80818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0">
                <a:solidFill>
                  <a:srgbClr val="B8893E"/>
                </a:solidFill>
                <a:latin typeface="Times New Roman"/>
              </a:rPr>
              <a:t>*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971193" y="4699326"/>
            <a:ext cx="3993007" cy="204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42" b="1" i="0">
                <a:solidFill>
                  <a:srgbClr val="6B7280"/>
                </a:solidFill>
                <a:latin typeface="Times New Roman"/>
              </a:rPr>
              <a:t>Full-mission baseline · separate actor and grasp model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27917" y="5031705"/>
            <a:ext cx="1883152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2B2B2B"/>
                </a:solidFill>
                <a:latin typeface="Times New Roman"/>
              </a:rPr>
              <a:t>SE(2) RRT → MPC (10 Hz) →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449857" y="5173914"/>
            <a:ext cx="1243687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2B2B2B"/>
                </a:solidFill>
                <a:latin typeface="Times New Roman"/>
              </a:rPr>
              <a:t>21-action local actor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727711" y="5473740"/>
            <a:ext cx="2720166" cy="164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1" b="0" i="0">
                <a:solidFill>
                  <a:srgbClr val="2B2B2B"/>
                </a:solidFill>
                <a:latin typeface="Times New Roman"/>
              </a:rPr>
              <a:t>Imitation / DAgger · phase and height supervisor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000806" y="5770019"/>
            <a:ext cx="2168659" cy="164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1" b="0" i="0">
                <a:solidFill>
                  <a:srgbClr val="2B2B2B"/>
                </a:solidFill>
                <a:latin typeface="Times New Roman"/>
              </a:rPr>
              <a:t>Contact-gated welds · MuJoCo 200 Hz</a:t>
            </a:r>
          </a:p>
        </p:txBody>
      </p:sp>
      <p:sp>
        <p:nvSpPr>
          <p:cNvPr id="191" name="Editable path 127"/>
          <p:cNvSpPr/>
          <p:nvPr/>
        </p:nvSpPr>
        <p:spPr>
          <a:xfrm>
            <a:off x="5609547" y="4331579"/>
            <a:ext cx="1338665" cy="173759"/>
          </a:xfrm>
          <a:custGeom>
            <a:avLst/>
            <a:gdLst/>
            <a:ahLst/>
            <a:cxnLst/>
            <a:rect l="l" t="t" r="r" b="b"/>
            <a:pathLst>
              <a:path w="1338665" h="173759">
                <a:moveTo>
                  <a:pt x="0" y="0"/>
                </a:moveTo>
                <a:lnTo>
                  <a:pt x="1338665" y="0"/>
                </a:lnTo>
                <a:lnTo>
                  <a:pt x="1338665" y="173759"/>
                </a:lnTo>
                <a:lnTo>
                  <a:pt x="0" y="1737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621861" y="4331101"/>
            <a:ext cx="1350817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7C5AA6"/>
                </a:solidFill>
                <a:latin typeface="Times New Roman"/>
              </a:rPr>
              <a:t>pose / twist reference</a:t>
            </a:r>
          </a:p>
        </p:txBody>
      </p:sp>
      <p:sp>
        <p:nvSpPr>
          <p:cNvPr id="193" name="Editable path 128"/>
          <p:cNvSpPr/>
          <p:nvPr/>
        </p:nvSpPr>
        <p:spPr>
          <a:xfrm>
            <a:off x="9616918" y="4275677"/>
            <a:ext cx="1004883" cy="173759"/>
          </a:xfrm>
          <a:custGeom>
            <a:avLst/>
            <a:gdLst/>
            <a:ahLst/>
            <a:cxnLst/>
            <a:rect l="l" t="t" r="r" b="b"/>
            <a:pathLst>
              <a:path w="1004883" h="173759">
                <a:moveTo>
                  <a:pt x="0" y="0"/>
                </a:moveTo>
                <a:lnTo>
                  <a:pt x="1004883" y="0"/>
                </a:lnTo>
                <a:lnTo>
                  <a:pt x="1004883" y="173759"/>
                </a:lnTo>
                <a:lnTo>
                  <a:pt x="0" y="1737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9629232" y="4275200"/>
            <a:ext cx="1017539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6B7280"/>
                </a:solidFill>
                <a:latin typeface="Times New Roman"/>
              </a:rPr>
              <a:t>baseline actions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1557042" y="0"/>
            <a:ext cx="9077915" cy="6858000"/>
          </a:xfrm>
          <a:custGeom>
            <a:avLst/>
            <a:gdLst/>
            <a:ahLst/>
            <a:cxnLst/>
            <a:rect l="l" t="t" r="r" b="b"/>
            <a:pathLst>
              <a:path w="9077915" h="6858000">
                <a:moveTo>
                  <a:pt x="0" y="0"/>
                </a:moveTo>
                <a:lnTo>
                  <a:pt x="9077915" y="0"/>
                </a:lnTo>
                <a:lnTo>
                  <a:pt x="907791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009" y="126967"/>
            <a:ext cx="1608542" cy="988104"/>
          </a:xfrm>
          <a:prstGeom prst="rect">
            <a:avLst/>
          </a:prstGeom>
        </p:spPr>
      </p:pic>
      <p:sp>
        <p:nvSpPr>
          <p:cNvPr id="4" name="Editable path 2"/>
          <p:cNvSpPr/>
          <p:nvPr/>
        </p:nvSpPr>
        <p:spPr>
          <a:xfrm>
            <a:off x="1715268" y="166154"/>
            <a:ext cx="786591" cy="161122"/>
          </a:xfrm>
          <a:custGeom>
            <a:avLst/>
            <a:gdLst/>
            <a:ahLst/>
            <a:cxnLst/>
            <a:rect l="l" t="t" r="r" b="b"/>
            <a:pathLst>
              <a:path w="786591" h="161122">
                <a:moveTo>
                  <a:pt x="25041" y="161122"/>
                </a:moveTo>
                <a:lnTo>
                  <a:pt x="761551" y="161122"/>
                </a:lnTo>
                <a:lnTo>
                  <a:pt x="765550" y="160948"/>
                </a:lnTo>
                <a:lnTo>
                  <a:pt x="769202" y="160427"/>
                </a:lnTo>
                <a:lnTo>
                  <a:pt x="772506" y="159557"/>
                </a:lnTo>
                <a:lnTo>
                  <a:pt x="775462" y="158340"/>
                </a:lnTo>
                <a:lnTo>
                  <a:pt x="778070" y="156775"/>
                </a:lnTo>
                <a:lnTo>
                  <a:pt x="780331" y="154862"/>
                </a:lnTo>
                <a:lnTo>
                  <a:pt x="782244" y="152601"/>
                </a:lnTo>
                <a:lnTo>
                  <a:pt x="783809" y="149993"/>
                </a:lnTo>
                <a:lnTo>
                  <a:pt x="785026" y="147037"/>
                </a:lnTo>
                <a:lnTo>
                  <a:pt x="785896" y="143733"/>
                </a:lnTo>
                <a:lnTo>
                  <a:pt x="786417" y="140081"/>
                </a:lnTo>
                <a:lnTo>
                  <a:pt x="786591" y="136081"/>
                </a:lnTo>
                <a:lnTo>
                  <a:pt x="786591" y="25040"/>
                </a:lnTo>
                <a:lnTo>
                  <a:pt x="786417" y="21040"/>
                </a:lnTo>
                <a:lnTo>
                  <a:pt x="785896" y="17389"/>
                </a:lnTo>
                <a:lnTo>
                  <a:pt x="785026" y="14085"/>
                </a:lnTo>
                <a:lnTo>
                  <a:pt x="783809" y="11129"/>
                </a:lnTo>
                <a:lnTo>
                  <a:pt x="782244" y="8520"/>
                </a:lnTo>
                <a:lnTo>
                  <a:pt x="780331" y="6260"/>
                </a:lnTo>
                <a:lnTo>
                  <a:pt x="778070" y="4347"/>
                </a:lnTo>
                <a:lnTo>
                  <a:pt x="775462" y="2782"/>
                </a:lnTo>
                <a:lnTo>
                  <a:pt x="772506" y="1565"/>
                </a:lnTo>
                <a:lnTo>
                  <a:pt x="769202" y="695"/>
                </a:lnTo>
                <a:lnTo>
                  <a:pt x="765550" y="173"/>
                </a:lnTo>
                <a:lnTo>
                  <a:pt x="761551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0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0"/>
                </a:lnTo>
                <a:lnTo>
                  <a:pt x="0" y="25040"/>
                </a:lnTo>
                <a:lnTo>
                  <a:pt x="0" y="136081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3"/>
                </a:lnTo>
                <a:lnTo>
                  <a:pt x="4347" y="152601"/>
                </a:lnTo>
                <a:lnTo>
                  <a:pt x="6260" y="154862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7"/>
                </a:lnTo>
                <a:lnTo>
                  <a:pt x="17389" y="160427"/>
                </a:lnTo>
                <a:lnTo>
                  <a:pt x="21041" y="160948"/>
                </a:lnTo>
                <a:lnTo>
                  <a:pt x="25041" y="161122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40308" y="173006"/>
            <a:ext cx="764995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Acquire · 3.7 s</a:t>
            </a:r>
          </a:p>
        </p:txBody>
      </p:sp>
      <p:sp>
        <p:nvSpPr>
          <p:cNvPr id="6" name="Editable path 3"/>
          <p:cNvSpPr/>
          <p:nvPr/>
        </p:nvSpPr>
        <p:spPr>
          <a:xfrm>
            <a:off x="2581588" y="829708"/>
            <a:ext cx="693885" cy="281958"/>
          </a:xfrm>
          <a:custGeom>
            <a:avLst/>
            <a:gdLst/>
            <a:ahLst/>
            <a:cxnLst/>
            <a:rect l="l" t="t" r="r" b="b"/>
            <a:pathLst>
              <a:path w="693885" h="281958">
                <a:moveTo>
                  <a:pt x="0" y="0"/>
                </a:moveTo>
                <a:lnTo>
                  <a:pt x="693885" y="0"/>
                </a:lnTo>
                <a:lnTo>
                  <a:pt x="693885" y="281958"/>
                </a:lnTo>
                <a:lnTo>
                  <a:pt x="0" y="281958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12765" y="848131"/>
            <a:ext cx="666240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Living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39296" y="956968"/>
            <a:ext cx="236469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sofa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846" y="126967"/>
            <a:ext cx="1608542" cy="988104"/>
          </a:xfrm>
          <a:prstGeom prst="rect">
            <a:avLst/>
          </a:prstGeom>
        </p:spPr>
      </p:pic>
      <p:sp>
        <p:nvSpPr>
          <p:cNvPr id="10" name="Editable path 4"/>
          <p:cNvSpPr/>
          <p:nvPr/>
        </p:nvSpPr>
        <p:spPr>
          <a:xfrm>
            <a:off x="3519105" y="166154"/>
            <a:ext cx="570295" cy="161122"/>
          </a:xfrm>
          <a:custGeom>
            <a:avLst/>
            <a:gdLst/>
            <a:ahLst/>
            <a:cxnLst/>
            <a:rect l="l" t="t" r="r" b="b"/>
            <a:pathLst>
              <a:path w="570295" h="161122">
                <a:moveTo>
                  <a:pt x="25041" y="161122"/>
                </a:moveTo>
                <a:lnTo>
                  <a:pt x="545254" y="161122"/>
                </a:lnTo>
                <a:lnTo>
                  <a:pt x="549254" y="160948"/>
                </a:lnTo>
                <a:lnTo>
                  <a:pt x="552906" y="160427"/>
                </a:lnTo>
                <a:lnTo>
                  <a:pt x="556210" y="159557"/>
                </a:lnTo>
                <a:lnTo>
                  <a:pt x="559166" y="158340"/>
                </a:lnTo>
                <a:lnTo>
                  <a:pt x="561774" y="156775"/>
                </a:lnTo>
                <a:lnTo>
                  <a:pt x="564035" y="154862"/>
                </a:lnTo>
                <a:lnTo>
                  <a:pt x="565948" y="152601"/>
                </a:lnTo>
                <a:lnTo>
                  <a:pt x="567513" y="149993"/>
                </a:lnTo>
                <a:lnTo>
                  <a:pt x="568730" y="147037"/>
                </a:lnTo>
                <a:lnTo>
                  <a:pt x="569599" y="143733"/>
                </a:lnTo>
                <a:lnTo>
                  <a:pt x="570121" y="140081"/>
                </a:lnTo>
                <a:lnTo>
                  <a:pt x="570295" y="136081"/>
                </a:lnTo>
                <a:lnTo>
                  <a:pt x="570295" y="25040"/>
                </a:lnTo>
                <a:lnTo>
                  <a:pt x="570121" y="21040"/>
                </a:lnTo>
                <a:lnTo>
                  <a:pt x="569599" y="17389"/>
                </a:lnTo>
                <a:lnTo>
                  <a:pt x="568730" y="14085"/>
                </a:lnTo>
                <a:lnTo>
                  <a:pt x="567513" y="11129"/>
                </a:lnTo>
                <a:lnTo>
                  <a:pt x="565948" y="8520"/>
                </a:lnTo>
                <a:lnTo>
                  <a:pt x="564035" y="6260"/>
                </a:lnTo>
                <a:lnTo>
                  <a:pt x="561774" y="4347"/>
                </a:lnTo>
                <a:lnTo>
                  <a:pt x="559166" y="2782"/>
                </a:lnTo>
                <a:lnTo>
                  <a:pt x="556210" y="1565"/>
                </a:lnTo>
                <a:lnTo>
                  <a:pt x="552906" y="695"/>
                </a:lnTo>
                <a:lnTo>
                  <a:pt x="549254" y="173"/>
                </a:lnTo>
                <a:lnTo>
                  <a:pt x="545254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0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0"/>
                </a:lnTo>
                <a:lnTo>
                  <a:pt x="0" y="25040"/>
                </a:lnTo>
                <a:lnTo>
                  <a:pt x="0" y="136081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3"/>
                </a:lnTo>
                <a:lnTo>
                  <a:pt x="4347" y="152601"/>
                </a:lnTo>
                <a:lnTo>
                  <a:pt x="6260" y="154862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7"/>
                </a:lnTo>
                <a:lnTo>
                  <a:pt x="17389" y="160427"/>
                </a:lnTo>
                <a:lnTo>
                  <a:pt x="21041" y="160948"/>
                </a:lnTo>
                <a:lnTo>
                  <a:pt x="25041" y="161122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4145" y="173006"/>
            <a:ext cx="54951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Lift · 8.6 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683" y="126967"/>
            <a:ext cx="1608542" cy="988104"/>
          </a:xfrm>
          <a:prstGeom prst="rect">
            <a:avLst/>
          </a:prstGeom>
        </p:spPr>
      </p:pic>
      <p:sp>
        <p:nvSpPr>
          <p:cNvPr id="13" name="Editable path 5"/>
          <p:cNvSpPr/>
          <p:nvPr/>
        </p:nvSpPr>
        <p:spPr>
          <a:xfrm>
            <a:off x="5322942" y="166154"/>
            <a:ext cx="911961" cy="161949"/>
          </a:xfrm>
          <a:custGeom>
            <a:avLst/>
            <a:gdLst/>
            <a:ahLst/>
            <a:cxnLst/>
            <a:rect l="l" t="t" r="r" b="b"/>
            <a:pathLst>
              <a:path w="911961" h="161949">
                <a:moveTo>
                  <a:pt x="25041" y="161949"/>
                </a:moveTo>
                <a:lnTo>
                  <a:pt x="886920" y="161949"/>
                </a:lnTo>
                <a:lnTo>
                  <a:pt x="890919" y="161775"/>
                </a:lnTo>
                <a:lnTo>
                  <a:pt x="894571" y="161253"/>
                </a:lnTo>
                <a:lnTo>
                  <a:pt x="897875" y="160384"/>
                </a:lnTo>
                <a:lnTo>
                  <a:pt x="900832" y="159167"/>
                </a:lnTo>
                <a:lnTo>
                  <a:pt x="903440" y="157601"/>
                </a:lnTo>
                <a:lnTo>
                  <a:pt x="905701" y="155689"/>
                </a:lnTo>
                <a:lnTo>
                  <a:pt x="907614" y="153428"/>
                </a:lnTo>
                <a:lnTo>
                  <a:pt x="909179" y="150819"/>
                </a:lnTo>
                <a:lnTo>
                  <a:pt x="910396" y="147863"/>
                </a:lnTo>
                <a:lnTo>
                  <a:pt x="911265" y="144559"/>
                </a:lnTo>
                <a:lnTo>
                  <a:pt x="911787" y="140907"/>
                </a:lnTo>
                <a:lnTo>
                  <a:pt x="911961" y="136908"/>
                </a:lnTo>
                <a:lnTo>
                  <a:pt x="911961" y="25040"/>
                </a:lnTo>
                <a:lnTo>
                  <a:pt x="911787" y="21040"/>
                </a:lnTo>
                <a:lnTo>
                  <a:pt x="911265" y="17389"/>
                </a:lnTo>
                <a:lnTo>
                  <a:pt x="910396" y="14085"/>
                </a:lnTo>
                <a:lnTo>
                  <a:pt x="909179" y="11129"/>
                </a:lnTo>
                <a:lnTo>
                  <a:pt x="907614" y="8520"/>
                </a:lnTo>
                <a:lnTo>
                  <a:pt x="905701" y="6260"/>
                </a:lnTo>
                <a:lnTo>
                  <a:pt x="903440" y="4347"/>
                </a:lnTo>
                <a:lnTo>
                  <a:pt x="900832" y="2782"/>
                </a:lnTo>
                <a:lnTo>
                  <a:pt x="897875" y="1565"/>
                </a:lnTo>
                <a:lnTo>
                  <a:pt x="894571" y="695"/>
                </a:lnTo>
                <a:lnTo>
                  <a:pt x="890919" y="173"/>
                </a:lnTo>
                <a:lnTo>
                  <a:pt x="886920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0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0"/>
                </a:lnTo>
                <a:lnTo>
                  <a:pt x="0" y="25040"/>
                </a:lnTo>
                <a:lnTo>
                  <a:pt x="0" y="136908"/>
                </a:lnTo>
                <a:lnTo>
                  <a:pt x="174" y="140907"/>
                </a:lnTo>
                <a:lnTo>
                  <a:pt x="696" y="144559"/>
                </a:lnTo>
                <a:lnTo>
                  <a:pt x="1565" y="147863"/>
                </a:lnTo>
                <a:lnTo>
                  <a:pt x="2782" y="150819"/>
                </a:lnTo>
                <a:lnTo>
                  <a:pt x="4347" y="153428"/>
                </a:lnTo>
                <a:lnTo>
                  <a:pt x="6260" y="155689"/>
                </a:lnTo>
                <a:lnTo>
                  <a:pt x="8521" y="157601"/>
                </a:lnTo>
                <a:lnTo>
                  <a:pt x="11129" y="159167"/>
                </a:lnTo>
                <a:lnTo>
                  <a:pt x="14085" y="160384"/>
                </a:lnTo>
                <a:lnTo>
                  <a:pt x="17389" y="161253"/>
                </a:lnTo>
                <a:lnTo>
                  <a:pt x="21041" y="161775"/>
                </a:lnTo>
                <a:lnTo>
                  <a:pt x="25041" y="161949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7982" y="173557"/>
            <a:ext cx="89019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Doorway · 55.5 s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5520" y="126967"/>
            <a:ext cx="1608542" cy="988104"/>
          </a:xfrm>
          <a:prstGeom prst="rect">
            <a:avLst/>
          </a:prstGeom>
        </p:spPr>
      </p:pic>
      <p:sp>
        <p:nvSpPr>
          <p:cNvPr id="16" name="Editable path 6"/>
          <p:cNvSpPr/>
          <p:nvPr/>
        </p:nvSpPr>
        <p:spPr>
          <a:xfrm>
            <a:off x="7126779" y="166154"/>
            <a:ext cx="688776" cy="161122"/>
          </a:xfrm>
          <a:custGeom>
            <a:avLst/>
            <a:gdLst/>
            <a:ahLst/>
            <a:cxnLst/>
            <a:rect l="l" t="t" r="r" b="b"/>
            <a:pathLst>
              <a:path w="688776" h="161122">
                <a:moveTo>
                  <a:pt x="25041" y="161122"/>
                </a:moveTo>
                <a:lnTo>
                  <a:pt x="663735" y="161122"/>
                </a:lnTo>
                <a:lnTo>
                  <a:pt x="667735" y="160948"/>
                </a:lnTo>
                <a:lnTo>
                  <a:pt x="671387" y="160427"/>
                </a:lnTo>
                <a:lnTo>
                  <a:pt x="674691" y="159557"/>
                </a:lnTo>
                <a:lnTo>
                  <a:pt x="677647" y="158340"/>
                </a:lnTo>
                <a:lnTo>
                  <a:pt x="680255" y="156775"/>
                </a:lnTo>
                <a:lnTo>
                  <a:pt x="682516" y="154862"/>
                </a:lnTo>
                <a:lnTo>
                  <a:pt x="684429" y="152601"/>
                </a:lnTo>
                <a:lnTo>
                  <a:pt x="685994" y="149993"/>
                </a:lnTo>
                <a:lnTo>
                  <a:pt x="687211" y="147037"/>
                </a:lnTo>
                <a:lnTo>
                  <a:pt x="688081" y="143733"/>
                </a:lnTo>
                <a:lnTo>
                  <a:pt x="688602" y="140081"/>
                </a:lnTo>
                <a:lnTo>
                  <a:pt x="688776" y="136081"/>
                </a:lnTo>
                <a:lnTo>
                  <a:pt x="688776" y="25040"/>
                </a:lnTo>
                <a:lnTo>
                  <a:pt x="688602" y="21040"/>
                </a:lnTo>
                <a:lnTo>
                  <a:pt x="688081" y="17389"/>
                </a:lnTo>
                <a:lnTo>
                  <a:pt x="687211" y="14085"/>
                </a:lnTo>
                <a:lnTo>
                  <a:pt x="685994" y="11129"/>
                </a:lnTo>
                <a:lnTo>
                  <a:pt x="684429" y="8520"/>
                </a:lnTo>
                <a:lnTo>
                  <a:pt x="682516" y="6260"/>
                </a:lnTo>
                <a:lnTo>
                  <a:pt x="680255" y="4347"/>
                </a:lnTo>
                <a:lnTo>
                  <a:pt x="677647" y="2782"/>
                </a:lnTo>
                <a:lnTo>
                  <a:pt x="674691" y="1565"/>
                </a:lnTo>
                <a:lnTo>
                  <a:pt x="671387" y="695"/>
                </a:lnTo>
                <a:lnTo>
                  <a:pt x="667735" y="173"/>
                </a:lnTo>
                <a:lnTo>
                  <a:pt x="663735" y="0"/>
                </a:lnTo>
                <a:lnTo>
                  <a:pt x="25041" y="0"/>
                </a:lnTo>
                <a:lnTo>
                  <a:pt x="21041" y="173"/>
                </a:lnTo>
                <a:lnTo>
                  <a:pt x="17390" y="695"/>
                </a:lnTo>
                <a:lnTo>
                  <a:pt x="14086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8" y="8520"/>
                </a:lnTo>
                <a:lnTo>
                  <a:pt x="2783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0"/>
                </a:lnTo>
                <a:lnTo>
                  <a:pt x="0" y="25040"/>
                </a:lnTo>
                <a:lnTo>
                  <a:pt x="0" y="136081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3" y="149993"/>
                </a:lnTo>
                <a:lnTo>
                  <a:pt x="4348" y="152601"/>
                </a:lnTo>
                <a:lnTo>
                  <a:pt x="6260" y="154862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6" y="159557"/>
                </a:lnTo>
                <a:lnTo>
                  <a:pt x="17390" y="160427"/>
                </a:lnTo>
                <a:lnTo>
                  <a:pt x="21041" y="160948"/>
                </a:lnTo>
                <a:lnTo>
                  <a:pt x="25041" y="161122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1819" y="173006"/>
            <a:ext cx="667712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Goal · 98.3 s</a:t>
            </a:r>
          </a:p>
        </p:txBody>
      </p:sp>
      <p:sp>
        <p:nvSpPr>
          <p:cNvPr id="18" name="Editable path 7"/>
          <p:cNvSpPr/>
          <p:nvPr/>
        </p:nvSpPr>
        <p:spPr>
          <a:xfrm>
            <a:off x="8956950" y="126967"/>
            <a:ext cx="1543914" cy="988105"/>
          </a:xfrm>
          <a:custGeom>
            <a:avLst/>
            <a:gdLst/>
            <a:ahLst/>
            <a:cxnLst/>
            <a:rect l="l" t="t" r="r" b="b"/>
            <a:pathLst>
              <a:path w="1543914" h="988105">
                <a:moveTo>
                  <a:pt x="0" y="0"/>
                </a:moveTo>
                <a:lnTo>
                  <a:pt x="1543914" y="0"/>
                </a:lnTo>
                <a:lnTo>
                  <a:pt x="1543914" y="988105"/>
                </a:lnTo>
                <a:lnTo>
                  <a:pt x="0" y="9881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path 8"/>
          <p:cNvSpPr/>
          <p:nvPr/>
        </p:nvSpPr>
        <p:spPr>
          <a:xfrm>
            <a:off x="9719643" y="721374"/>
            <a:ext cx="18528" cy="440015"/>
          </a:xfrm>
          <a:custGeom>
            <a:avLst/>
            <a:gdLst/>
            <a:ahLst/>
            <a:cxnLst/>
            <a:rect l="l" t="t" r="r" b="b"/>
            <a:pathLst>
              <a:path w="18528" h="440015">
                <a:moveTo>
                  <a:pt x="0" y="0"/>
                </a:moveTo>
                <a:lnTo>
                  <a:pt x="18528" y="0"/>
                </a:lnTo>
                <a:lnTo>
                  <a:pt x="18528" y="440015"/>
                </a:lnTo>
                <a:lnTo>
                  <a:pt x="0" y="44001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9"/>
          <p:cNvSpPr/>
          <p:nvPr/>
        </p:nvSpPr>
        <p:spPr>
          <a:xfrm>
            <a:off x="9719643" y="80650"/>
            <a:ext cx="18528" cy="440015"/>
          </a:xfrm>
          <a:custGeom>
            <a:avLst/>
            <a:gdLst/>
            <a:ahLst/>
            <a:cxnLst/>
            <a:rect l="l" t="t" r="r" b="b"/>
            <a:pathLst>
              <a:path w="18528" h="440015">
                <a:moveTo>
                  <a:pt x="0" y="0"/>
                </a:moveTo>
                <a:lnTo>
                  <a:pt x="18528" y="0"/>
                </a:lnTo>
                <a:lnTo>
                  <a:pt x="18528" y="440015"/>
                </a:lnTo>
                <a:lnTo>
                  <a:pt x="0" y="44001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10"/>
          <p:cNvSpPr/>
          <p:nvPr/>
        </p:nvSpPr>
        <p:spPr>
          <a:xfrm>
            <a:off x="9719643" y="520665"/>
            <a:ext cx="18528" cy="200709"/>
          </a:xfrm>
          <a:custGeom>
            <a:avLst/>
            <a:gdLst/>
            <a:ahLst/>
            <a:cxnLst/>
            <a:rect l="l" t="t" r="r" b="b"/>
            <a:pathLst>
              <a:path w="18528" h="200709">
                <a:moveTo>
                  <a:pt x="0" y="0"/>
                </a:moveTo>
                <a:lnTo>
                  <a:pt x="18528" y="0"/>
                </a:lnTo>
                <a:lnTo>
                  <a:pt x="18528" y="200709"/>
                </a:lnTo>
                <a:lnTo>
                  <a:pt x="0" y="20070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path 11"/>
          <p:cNvSpPr/>
          <p:nvPr/>
        </p:nvSpPr>
        <p:spPr>
          <a:xfrm>
            <a:off x="9716555" y="715198"/>
            <a:ext cx="24703" cy="6176"/>
          </a:xfrm>
          <a:custGeom>
            <a:avLst/>
            <a:gdLst/>
            <a:ahLst/>
            <a:cxnLst/>
            <a:rect l="l" t="t" r="r" b="b"/>
            <a:pathLst>
              <a:path w="24703" h="6176">
                <a:moveTo>
                  <a:pt x="0" y="0"/>
                </a:moveTo>
                <a:lnTo>
                  <a:pt x="24703" y="0"/>
                </a:lnTo>
                <a:lnTo>
                  <a:pt x="24703" y="6176"/>
                </a:lnTo>
                <a:lnTo>
                  <a:pt x="0" y="61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12"/>
          <p:cNvSpPr/>
          <p:nvPr/>
        </p:nvSpPr>
        <p:spPr>
          <a:xfrm>
            <a:off x="9716555" y="520665"/>
            <a:ext cx="24703" cy="6176"/>
          </a:xfrm>
          <a:custGeom>
            <a:avLst/>
            <a:gdLst/>
            <a:ahLst/>
            <a:cxnLst/>
            <a:rect l="l" t="t" r="r" b="b"/>
            <a:pathLst>
              <a:path w="24703" h="6176">
                <a:moveTo>
                  <a:pt x="0" y="0"/>
                </a:moveTo>
                <a:lnTo>
                  <a:pt x="24703" y="0"/>
                </a:lnTo>
                <a:lnTo>
                  <a:pt x="24703" y="6176"/>
                </a:lnTo>
                <a:lnTo>
                  <a:pt x="0" y="61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13"/>
          <p:cNvSpPr/>
          <p:nvPr/>
        </p:nvSpPr>
        <p:spPr>
          <a:xfrm>
            <a:off x="8700660" y="80650"/>
            <a:ext cx="18527" cy="1080739"/>
          </a:xfrm>
          <a:custGeom>
            <a:avLst/>
            <a:gdLst/>
            <a:ahLst/>
            <a:cxnLst/>
            <a:rect l="l" t="t" r="r" b="b"/>
            <a:pathLst>
              <a:path w="18527" h="1080739">
                <a:moveTo>
                  <a:pt x="0" y="0"/>
                </a:moveTo>
                <a:lnTo>
                  <a:pt x="18527" y="0"/>
                </a:lnTo>
                <a:lnTo>
                  <a:pt x="18527" y="1080739"/>
                </a:lnTo>
                <a:lnTo>
                  <a:pt x="0" y="10807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14"/>
          <p:cNvSpPr/>
          <p:nvPr/>
        </p:nvSpPr>
        <p:spPr>
          <a:xfrm>
            <a:off x="8709924" y="1152126"/>
            <a:ext cx="1018983" cy="18527"/>
          </a:xfrm>
          <a:custGeom>
            <a:avLst/>
            <a:gdLst/>
            <a:ahLst/>
            <a:cxnLst/>
            <a:rect l="l" t="t" r="r" b="b"/>
            <a:pathLst>
              <a:path w="1018983" h="18527">
                <a:moveTo>
                  <a:pt x="0" y="0"/>
                </a:moveTo>
                <a:lnTo>
                  <a:pt x="1018983" y="0"/>
                </a:lnTo>
                <a:lnTo>
                  <a:pt x="1018983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15"/>
          <p:cNvSpPr/>
          <p:nvPr/>
        </p:nvSpPr>
        <p:spPr>
          <a:xfrm>
            <a:off x="8709924" y="71386"/>
            <a:ext cx="1018983" cy="18527"/>
          </a:xfrm>
          <a:custGeom>
            <a:avLst/>
            <a:gdLst/>
            <a:ahLst/>
            <a:cxnLst/>
            <a:rect l="l" t="t" r="r" b="b"/>
            <a:pathLst>
              <a:path w="1018983" h="18527">
                <a:moveTo>
                  <a:pt x="0" y="0"/>
                </a:moveTo>
                <a:lnTo>
                  <a:pt x="1018983" y="0"/>
                </a:lnTo>
                <a:lnTo>
                  <a:pt x="1018983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16"/>
          <p:cNvSpPr/>
          <p:nvPr/>
        </p:nvSpPr>
        <p:spPr>
          <a:xfrm>
            <a:off x="10738626" y="80650"/>
            <a:ext cx="18527" cy="1080739"/>
          </a:xfrm>
          <a:custGeom>
            <a:avLst/>
            <a:gdLst/>
            <a:ahLst/>
            <a:cxnLst/>
            <a:rect l="l" t="t" r="r" b="b"/>
            <a:pathLst>
              <a:path w="18527" h="1080739">
                <a:moveTo>
                  <a:pt x="0" y="0"/>
                </a:moveTo>
                <a:lnTo>
                  <a:pt x="18527" y="0"/>
                </a:lnTo>
                <a:lnTo>
                  <a:pt x="18527" y="1080739"/>
                </a:lnTo>
                <a:lnTo>
                  <a:pt x="0" y="10807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17"/>
          <p:cNvSpPr/>
          <p:nvPr/>
        </p:nvSpPr>
        <p:spPr>
          <a:xfrm>
            <a:off x="9728907" y="1152126"/>
            <a:ext cx="1018983" cy="18527"/>
          </a:xfrm>
          <a:custGeom>
            <a:avLst/>
            <a:gdLst/>
            <a:ahLst/>
            <a:cxnLst/>
            <a:rect l="l" t="t" r="r" b="b"/>
            <a:pathLst>
              <a:path w="1018983" h="18527">
                <a:moveTo>
                  <a:pt x="0" y="0"/>
                </a:moveTo>
                <a:lnTo>
                  <a:pt x="1018983" y="0"/>
                </a:lnTo>
                <a:lnTo>
                  <a:pt x="1018983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18"/>
          <p:cNvSpPr/>
          <p:nvPr/>
        </p:nvSpPr>
        <p:spPr>
          <a:xfrm>
            <a:off x="9728907" y="71386"/>
            <a:ext cx="1018983" cy="18527"/>
          </a:xfrm>
          <a:custGeom>
            <a:avLst/>
            <a:gdLst/>
            <a:ahLst/>
            <a:cxnLst/>
            <a:rect l="l" t="t" r="r" b="b"/>
            <a:pathLst>
              <a:path w="1018983" h="18527">
                <a:moveTo>
                  <a:pt x="0" y="0"/>
                </a:moveTo>
                <a:lnTo>
                  <a:pt x="1018983" y="0"/>
                </a:lnTo>
                <a:lnTo>
                  <a:pt x="1018983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19"/>
          <p:cNvSpPr/>
          <p:nvPr/>
        </p:nvSpPr>
        <p:spPr>
          <a:xfrm>
            <a:off x="9844700" y="137775"/>
            <a:ext cx="169831" cy="55581"/>
          </a:xfrm>
          <a:custGeom>
            <a:avLst/>
            <a:gdLst/>
            <a:ahLst/>
            <a:cxnLst/>
            <a:rect l="l" t="t" r="r" b="b"/>
            <a:pathLst>
              <a:path w="169831" h="55581">
                <a:moveTo>
                  <a:pt x="0" y="0"/>
                </a:moveTo>
                <a:lnTo>
                  <a:pt x="169831" y="0"/>
                </a:lnTo>
                <a:lnTo>
                  <a:pt x="169831" y="55581"/>
                </a:lnTo>
                <a:lnTo>
                  <a:pt x="0" y="55581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20"/>
          <p:cNvSpPr/>
          <p:nvPr/>
        </p:nvSpPr>
        <p:spPr>
          <a:xfrm>
            <a:off x="9111342" y="1115072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21"/>
          <p:cNvSpPr/>
          <p:nvPr/>
        </p:nvSpPr>
        <p:spPr>
          <a:xfrm>
            <a:off x="9728907" y="1115072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22"/>
          <p:cNvSpPr/>
          <p:nvPr/>
        </p:nvSpPr>
        <p:spPr>
          <a:xfrm>
            <a:off x="10346472" y="1115072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23"/>
          <p:cNvSpPr/>
          <p:nvPr/>
        </p:nvSpPr>
        <p:spPr>
          <a:xfrm>
            <a:off x="8956950" y="929802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24"/>
          <p:cNvSpPr/>
          <p:nvPr/>
        </p:nvSpPr>
        <p:spPr>
          <a:xfrm>
            <a:off x="8930499" y="929802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1789" y="875232"/>
            <a:ext cx="169545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37" name="Editable path 25"/>
          <p:cNvSpPr/>
          <p:nvPr/>
        </p:nvSpPr>
        <p:spPr>
          <a:xfrm>
            <a:off x="8956950" y="621020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26"/>
          <p:cNvSpPr/>
          <p:nvPr/>
        </p:nvSpPr>
        <p:spPr>
          <a:xfrm>
            <a:off x="8930499" y="621020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53348" y="566450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40" name="Editable path 27"/>
          <p:cNvSpPr/>
          <p:nvPr/>
        </p:nvSpPr>
        <p:spPr>
          <a:xfrm>
            <a:off x="8956950" y="312237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path 28"/>
          <p:cNvSpPr/>
          <p:nvPr/>
        </p:nvSpPr>
        <p:spPr>
          <a:xfrm>
            <a:off x="8930499" y="312237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53348" y="257667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43" name="Editable path 29"/>
          <p:cNvSpPr/>
          <p:nvPr/>
        </p:nvSpPr>
        <p:spPr>
          <a:xfrm>
            <a:off x="8956950" y="126967"/>
            <a:ext cx="0" cy="988105"/>
          </a:xfrm>
          <a:custGeom>
            <a:avLst/>
            <a:gdLst/>
            <a:ahLst/>
            <a:cxnLst/>
            <a:rect l="l" t="t" r="r" b="b"/>
            <a:pathLst>
              <a:path w="0" h="988105">
                <a:moveTo>
                  <a:pt x="0" y="988105"/>
                </a:moveTo>
                <a:lnTo>
                  <a:pt x="0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path 30"/>
          <p:cNvSpPr/>
          <p:nvPr/>
        </p:nvSpPr>
        <p:spPr>
          <a:xfrm>
            <a:off x="8956950" y="1115072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31"/>
          <p:cNvSpPr/>
          <p:nvPr/>
        </p:nvSpPr>
        <p:spPr>
          <a:xfrm>
            <a:off x="9136892" y="621739"/>
            <a:ext cx="1117437" cy="308802"/>
          </a:xfrm>
          <a:custGeom>
            <a:avLst/>
            <a:gdLst/>
            <a:ahLst/>
            <a:cxnLst/>
            <a:rect l="l" t="t" r="r" b="b"/>
            <a:pathLst>
              <a:path w="1117437" h="308802">
                <a:moveTo>
                  <a:pt x="52758" y="308802"/>
                </a:moveTo>
                <a:lnTo>
                  <a:pt x="51800" y="307700"/>
                </a:lnTo>
                <a:lnTo>
                  <a:pt x="46353" y="300520"/>
                </a:lnTo>
                <a:lnTo>
                  <a:pt x="46191" y="270296"/>
                </a:lnTo>
                <a:lnTo>
                  <a:pt x="46438" y="265685"/>
                </a:lnTo>
                <a:lnTo>
                  <a:pt x="44563" y="266953"/>
                </a:lnTo>
                <a:lnTo>
                  <a:pt x="34845" y="268817"/>
                </a:lnTo>
                <a:lnTo>
                  <a:pt x="25065" y="266937"/>
                </a:lnTo>
                <a:lnTo>
                  <a:pt x="16163" y="261003"/>
                </a:lnTo>
                <a:lnTo>
                  <a:pt x="8743" y="251203"/>
                </a:lnTo>
                <a:lnTo>
                  <a:pt x="3081" y="237072"/>
                </a:lnTo>
                <a:lnTo>
                  <a:pt x="0" y="218344"/>
                </a:lnTo>
                <a:lnTo>
                  <a:pt x="365" y="195666"/>
                </a:lnTo>
                <a:lnTo>
                  <a:pt x="4878" y="169087"/>
                </a:lnTo>
                <a:lnTo>
                  <a:pt x="13082" y="142956"/>
                </a:lnTo>
                <a:lnTo>
                  <a:pt x="25006" y="117554"/>
                </a:lnTo>
                <a:lnTo>
                  <a:pt x="40820" y="92959"/>
                </a:lnTo>
                <a:lnTo>
                  <a:pt x="61749" y="67776"/>
                </a:lnTo>
                <a:lnTo>
                  <a:pt x="84285" y="46636"/>
                </a:lnTo>
                <a:lnTo>
                  <a:pt x="110749" y="27645"/>
                </a:lnTo>
                <a:lnTo>
                  <a:pt x="121215" y="22822"/>
                </a:lnTo>
                <a:lnTo>
                  <a:pt x="160470" y="10166"/>
                </a:lnTo>
                <a:lnTo>
                  <a:pt x="193355" y="4871"/>
                </a:lnTo>
                <a:lnTo>
                  <a:pt x="240244" y="1701"/>
                </a:lnTo>
                <a:lnTo>
                  <a:pt x="342662" y="0"/>
                </a:lnTo>
                <a:lnTo>
                  <a:pt x="470998" y="942"/>
                </a:lnTo>
                <a:lnTo>
                  <a:pt x="555981" y="5910"/>
                </a:lnTo>
                <a:lnTo>
                  <a:pt x="581633" y="10712"/>
                </a:lnTo>
                <a:lnTo>
                  <a:pt x="601202" y="18232"/>
                </a:lnTo>
                <a:lnTo>
                  <a:pt x="620300" y="29725"/>
                </a:lnTo>
                <a:lnTo>
                  <a:pt x="644469" y="49309"/>
                </a:lnTo>
                <a:lnTo>
                  <a:pt x="733730" y="126645"/>
                </a:lnTo>
                <a:lnTo>
                  <a:pt x="776173" y="156415"/>
                </a:lnTo>
                <a:lnTo>
                  <a:pt x="822441" y="184020"/>
                </a:lnTo>
                <a:lnTo>
                  <a:pt x="868715" y="207223"/>
                </a:lnTo>
                <a:lnTo>
                  <a:pt x="918464" y="227917"/>
                </a:lnTo>
                <a:lnTo>
                  <a:pt x="971529" y="245645"/>
                </a:lnTo>
                <a:lnTo>
                  <a:pt x="1023734" y="259012"/>
                </a:lnTo>
                <a:lnTo>
                  <a:pt x="1076768" y="268618"/>
                </a:lnTo>
                <a:lnTo>
                  <a:pt x="1117437" y="273467"/>
                </a:lnTo>
                <a:lnTo>
                  <a:pt x="1116695" y="272349"/>
                </a:lnTo>
                <a:lnTo>
                  <a:pt x="1116704" y="272283"/>
                </a:lnTo>
                <a:lnTo>
                  <a:pt x="1116665" y="272455"/>
                </a:lnTo>
                <a:lnTo>
                  <a:pt x="1116597" y="272327"/>
                </a:lnTo>
              </a:path>
            </a:pathLst>
          </a:custGeom>
          <a:noFill/>
          <a:ln w="2027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path 32"/>
          <p:cNvSpPr/>
          <p:nvPr/>
        </p:nvSpPr>
        <p:spPr>
          <a:xfrm>
            <a:off x="9142523" y="309794"/>
            <a:ext cx="1167021" cy="308097"/>
          </a:xfrm>
          <a:custGeom>
            <a:avLst/>
            <a:gdLst/>
            <a:ahLst/>
            <a:cxnLst/>
            <a:rect l="l" t="t" r="r" b="b"/>
            <a:pathLst>
              <a:path w="1167021" h="308097">
                <a:moveTo>
                  <a:pt x="0" y="18265"/>
                </a:moveTo>
                <a:lnTo>
                  <a:pt x="6473" y="13491"/>
                </a:lnTo>
                <a:lnTo>
                  <a:pt x="17299" y="4625"/>
                </a:lnTo>
                <a:lnTo>
                  <a:pt x="30361" y="403"/>
                </a:lnTo>
                <a:lnTo>
                  <a:pt x="39054" y="0"/>
                </a:lnTo>
                <a:lnTo>
                  <a:pt x="40353" y="24273"/>
                </a:lnTo>
                <a:lnTo>
                  <a:pt x="40475" y="34130"/>
                </a:lnTo>
                <a:lnTo>
                  <a:pt x="42071" y="34036"/>
                </a:lnTo>
                <a:lnTo>
                  <a:pt x="88707" y="38636"/>
                </a:lnTo>
                <a:lnTo>
                  <a:pt x="143693" y="47822"/>
                </a:lnTo>
                <a:lnTo>
                  <a:pt x="193957" y="59905"/>
                </a:lnTo>
                <a:lnTo>
                  <a:pt x="245250" y="76053"/>
                </a:lnTo>
                <a:lnTo>
                  <a:pt x="295286" y="95756"/>
                </a:lnTo>
                <a:lnTo>
                  <a:pt x="343825" y="118976"/>
                </a:lnTo>
                <a:lnTo>
                  <a:pt x="390582" y="145663"/>
                </a:lnTo>
                <a:lnTo>
                  <a:pt x="433632" y="174460"/>
                </a:lnTo>
                <a:lnTo>
                  <a:pt x="476096" y="207535"/>
                </a:lnTo>
                <a:lnTo>
                  <a:pt x="524057" y="250170"/>
                </a:lnTo>
                <a:lnTo>
                  <a:pt x="560534" y="280777"/>
                </a:lnTo>
                <a:lnTo>
                  <a:pt x="581415" y="293396"/>
                </a:lnTo>
                <a:lnTo>
                  <a:pt x="602083" y="301149"/>
                </a:lnTo>
                <a:lnTo>
                  <a:pt x="626098" y="305534"/>
                </a:lnTo>
                <a:lnTo>
                  <a:pt x="646947" y="306054"/>
                </a:lnTo>
                <a:lnTo>
                  <a:pt x="654254" y="306033"/>
                </a:lnTo>
                <a:lnTo>
                  <a:pt x="733836" y="308097"/>
                </a:lnTo>
                <a:lnTo>
                  <a:pt x="945671" y="306722"/>
                </a:lnTo>
                <a:lnTo>
                  <a:pt x="987293" y="302430"/>
                </a:lnTo>
                <a:lnTo>
                  <a:pt x="1020090" y="295117"/>
                </a:lnTo>
                <a:lnTo>
                  <a:pt x="1043919" y="286613"/>
                </a:lnTo>
                <a:lnTo>
                  <a:pt x="1062009" y="275645"/>
                </a:lnTo>
                <a:lnTo>
                  <a:pt x="1082215" y="258229"/>
                </a:lnTo>
                <a:lnTo>
                  <a:pt x="1114172" y="226098"/>
                </a:lnTo>
                <a:lnTo>
                  <a:pt x="1135575" y="199311"/>
                </a:lnTo>
                <a:lnTo>
                  <a:pt x="1149002" y="177038"/>
                </a:lnTo>
                <a:lnTo>
                  <a:pt x="1158770" y="153379"/>
                </a:lnTo>
                <a:lnTo>
                  <a:pt x="1164909" y="127858"/>
                </a:lnTo>
                <a:lnTo>
                  <a:pt x="1167021" y="103009"/>
                </a:lnTo>
                <a:lnTo>
                  <a:pt x="1165189" y="81193"/>
                </a:lnTo>
                <a:lnTo>
                  <a:pt x="1159775" y="62942"/>
                </a:lnTo>
                <a:lnTo>
                  <a:pt x="1151810" y="49585"/>
                </a:lnTo>
                <a:lnTo>
                  <a:pt x="1142164" y="40705"/>
                </a:lnTo>
                <a:lnTo>
                  <a:pt x="1131434" y="36046"/>
                </a:lnTo>
                <a:lnTo>
                  <a:pt x="1119711" y="35369"/>
                </a:lnTo>
                <a:lnTo>
                  <a:pt x="1111235" y="37779"/>
                </a:lnTo>
                <a:lnTo>
                  <a:pt x="1111524" y="38054"/>
                </a:lnTo>
              </a:path>
            </a:pathLst>
          </a:custGeom>
          <a:noFill/>
          <a:ln w="2027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path 33"/>
          <p:cNvSpPr/>
          <p:nvPr/>
        </p:nvSpPr>
        <p:spPr>
          <a:xfrm>
            <a:off x="8980422" y="139323"/>
            <a:ext cx="491767" cy="125854"/>
          </a:xfrm>
          <a:custGeom>
            <a:avLst/>
            <a:gdLst/>
            <a:ahLst/>
            <a:cxnLst/>
            <a:rect l="l" t="t" r="r" b="b"/>
            <a:pathLst>
              <a:path w="491767" h="125854">
                <a:moveTo>
                  <a:pt x="0" y="0"/>
                </a:moveTo>
                <a:lnTo>
                  <a:pt x="491767" y="0"/>
                </a:lnTo>
                <a:lnTo>
                  <a:pt x="491767" y="125854"/>
                </a:lnTo>
                <a:lnTo>
                  <a:pt x="0" y="1258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87828" y="129985"/>
            <a:ext cx="507587" cy="148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1" b="0" i="0">
                <a:solidFill>
                  <a:srgbClr val="2B2B2B"/>
                </a:solidFill>
                <a:latin typeface="Times New Roman"/>
              </a:rPr>
              <a:t>Paths (m)</a:t>
            </a:r>
          </a:p>
        </p:txBody>
      </p:sp>
      <p:sp>
        <p:nvSpPr>
          <p:cNvPr id="49" name="Editable path 34"/>
          <p:cNvSpPr/>
          <p:nvPr/>
        </p:nvSpPr>
        <p:spPr>
          <a:xfrm>
            <a:off x="9183299" y="576842"/>
            <a:ext cx="1070813" cy="80930"/>
          </a:xfrm>
          <a:custGeom>
            <a:avLst/>
            <a:gdLst/>
            <a:ahLst/>
            <a:cxnLst/>
            <a:rect l="l" t="t" r="r" b="b"/>
            <a:pathLst>
              <a:path w="1070813" h="80930">
                <a:moveTo>
                  <a:pt x="18" y="39136"/>
                </a:moveTo>
                <a:lnTo>
                  <a:pt x="0" y="39663"/>
                </a:lnTo>
                <a:lnTo>
                  <a:pt x="1949" y="39414"/>
                </a:lnTo>
                <a:lnTo>
                  <a:pt x="172921" y="71385"/>
                </a:lnTo>
                <a:lnTo>
                  <a:pt x="234789" y="80930"/>
                </a:lnTo>
                <a:lnTo>
                  <a:pt x="256862" y="80029"/>
                </a:lnTo>
                <a:lnTo>
                  <a:pt x="280809" y="74738"/>
                </a:lnTo>
                <a:lnTo>
                  <a:pt x="366078" y="51393"/>
                </a:lnTo>
                <a:lnTo>
                  <a:pt x="407495" y="46754"/>
                </a:lnTo>
                <a:lnTo>
                  <a:pt x="469971" y="44398"/>
                </a:lnTo>
                <a:lnTo>
                  <a:pt x="697353" y="38584"/>
                </a:lnTo>
                <a:lnTo>
                  <a:pt x="735072" y="32723"/>
                </a:lnTo>
                <a:lnTo>
                  <a:pt x="759775" y="24733"/>
                </a:lnTo>
                <a:lnTo>
                  <a:pt x="816548" y="4020"/>
                </a:lnTo>
                <a:lnTo>
                  <a:pt x="839210" y="0"/>
                </a:lnTo>
                <a:lnTo>
                  <a:pt x="860505" y="439"/>
                </a:lnTo>
                <a:lnTo>
                  <a:pt x="891868" y="5890"/>
                </a:lnTo>
                <a:lnTo>
                  <a:pt x="1070813" y="44243"/>
                </a:lnTo>
                <a:lnTo>
                  <a:pt x="1070508" y="44216"/>
                </a:lnTo>
              </a:path>
            </a:pathLst>
          </a:custGeom>
          <a:noFill/>
          <a:ln w="2909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path 35"/>
          <p:cNvSpPr/>
          <p:nvPr/>
        </p:nvSpPr>
        <p:spPr>
          <a:xfrm>
            <a:off x="9183405" y="576641"/>
            <a:ext cx="1070433" cy="81176"/>
          </a:xfrm>
          <a:custGeom>
            <a:avLst/>
            <a:gdLst/>
            <a:ahLst/>
            <a:cxnLst/>
            <a:rect l="l" t="t" r="r" b="b"/>
            <a:pathLst>
              <a:path w="1070433" h="81176">
                <a:moveTo>
                  <a:pt x="0" y="39257"/>
                </a:moveTo>
                <a:lnTo>
                  <a:pt x="233836" y="81176"/>
                </a:lnTo>
                <a:lnTo>
                  <a:pt x="256285" y="80388"/>
                </a:lnTo>
                <a:lnTo>
                  <a:pt x="279805" y="75255"/>
                </a:lnTo>
                <a:lnTo>
                  <a:pt x="373799" y="50373"/>
                </a:lnTo>
                <a:lnTo>
                  <a:pt x="413054" y="46565"/>
                </a:lnTo>
                <a:lnTo>
                  <a:pt x="475080" y="44506"/>
                </a:lnTo>
                <a:lnTo>
                  <a:pt x="691101" y="39437"/>
                </a:lnTo>
                <a:lnTo>
                  <a:pt x="732695" y="33504"/>
                </a:lnTo>
                <a:lnTo>
                  <a:pt x="756140" y="26325"/>
                </a:lnTo>
                <a:lnTo>
                  <a:pt x="819425" y="3343"/>
                </a:lnTo>
                <a:lnTo>
                  <a:pt x="840288" y="0"/>
                </a:lnTo>
                <a:lnTo>
                  <a:pt x="860155" y="510"/>
                </a:lnTo>
                <a:lnTo>
                  <a:pt x="890937" y="5834"/>
                </a:lnTo>
                <a:lnTo>
                  <a:pt x="1070433" y="44379"/>
                </a:lnTo>
              </a:path>
            </a:pathLst>
          </a:custGeom>
          <a:noFill/>
          <a:ln w="28214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36"/>
          <p:cNvSpPr/>
          <p:nvPr/>
        </p:nvSpPr>
        <p:spPr>
          <a:xfrm>
            <a:off x="9151527" y="584187"/>
            <a:ext cx="63582" cy="63582"/>
          </a:xfrm>
          <a:custGeom>
            <a:avLst/>
            <a:gdLst/>
            <a:ahLst/>
            <a:cxnLst/>
            <a:rect l="l" t="t" r="r" b="b"/>
            <a:pathLst>
              <a:path w="63582" h="63582">
                <a:moveTo>
                  <a:pt x="31790" y="63582"/>
                </a:moveTo>
                <a:lnTo>
                  <a:pt x="33890" y="63513"/>
                </a:lnTo>
                <a:lnTo>
                  <a:pt x="35969" y="63306"/>
                </a:lnTo>
                <a:lnTo>
                  <a:pt x="38022" y="62966"/>
                </a:lnTo>
                <a:lnTo>
                  <a:pt x="40041" y="62493"/>
                </a:lnTo>
                <a:lnTo>
                  <a:pt x="42021" y="61891"/>
                </a:lnTo>
                <a:lnTo>
                  <a:pt x="43957" y="61162"/>
                </a:lnTo>
                <a:lnTo>
                  <a:pt x="45840" y="60309"/>
                </a:lnTo>
                <a:lnTo>
                  <a:pt x="47666" y="59334"/>
                </a:lnTo>
                <a:lnTo>
                  <a:pt x="49428" y="58241"/>
                </a:lnTo>
                <a:lnTo>
                  <a:pt x="51121" y="57031"/>
                </a:lnTo>
                <a:lnTo>
                  <a:pt x="52737" y="55706"/>
                </a:lnTo>
                <a:lnTo>
                  <a:pt x="54270" y="54271"/>
                </a:lnTo>
                <a:lnTo>
                  <a:pt x="55706" y="52737"/>
                </a:lnTo>
                <a:lnTo>
                  <a:pt x="57030" y="51121"/>
                </a:lnTo>
                <a:lnTo>
                  <a:pt x="58240" y="49429"/>
                </a:lnTo>
                <a:lnTo>
                  <a:pt x="59334" y="47667"/>
                </a:lnTo>
                <a:lnTo>
                  <a:pt x="60308" y="45841"/>
                </a:lnTo>
                <a:lnTo>
                  <a:pt x="61161" y="43957"/>
                </a:lnTo>
                <a:lnTo>
                  <a:pt x="61890" y="42022"/>
                </a:lnTo>
                <a:lnTo>
                  <a:pt x="62492" y="40042"/>
                </a:lnTo>
                <a:lnTo>
                  <a:pt x="62965" y="38022"/>
                </a:lnTo>
                <a:lnTo>
                  <a:pt x="63306" y="35970"/>
                </a:lnTo>
                <a:lnTo>
                  <a:pt x="63512" y="33891"/>
                </a:lnTo>
                <a:lnTo>
                  <a:pt x="63582" y="31791"/>
                </a:lnTo>
                <a:lnTo>
                  <a:pt x="63512" y="29692"/>
                </a:lnTo>
                <a:lnTo>
                  <a:pt x="63306" y="27613"/>
                </a:lnTo>
                <a:lnTo>
                  <a:pt x="62965" y="25560"/>
                </a:lnTo>
                <a:lnTo>
                  <a:pt x="62492" y="23541"/>
                </a:lnTo>
                <a:lnTo>
                  <a:pt x="61890" y="21561"/>
                </a:lnTo>
                <a:lnTo>
                  <a:pt x="61161" y="19625"/>
                </a:lnTo>
                <a:lnTo>
                  <a:pt x="60308" y="17742"/>
                </a:lnTo>
                <a:lnTo>
                  <a:pt x="59334" y="15916"/>
                </a:lnTo>
                <a:lnTo>
                  <a:pt x="58240" y="14154"/>
                </a:lnTo>
                <a:lnTo>
                  <a:pt x="57030" y="12461"/>
                </a:lnTo>
                <a:lnTo>
                  <a:pt x="55706" y="10845"/>
                </a:lnTo>
                <a:lnTo>
                  <a:pt x="54270" y="9312"/>
                </a:lnTo>
                <a:lnTo>
                  <a:pt x="52737" y="7876"/>
                </a:lnTo>
                <a:lnTo>
                  <a:pt x="51121" y="6552"/>
                </a:lnTo>
                <a:lnTo>
                  <a:pt x="49428" y="5342"/>
                </a:lnTo>
                <a:lnTo>
                  <a:pt x="47666" y="4248"/>
                </a:lnTo>
                <a:lnTo>
                  <a:pt x="45840" y="3273"/>
                </a:lnTo>
                <a:lnTo>
                  <a:pt x="43957" y="2420"/>
                </a:lnTo>
                <a:lnTo>
                  <a:pt x="42021" y="1692"/>
                </a:lnTo>
                <a:lnTo>
                  <a:pt x="40041" y="1090"/>
                </a:lnTo>
                <a:lnTo>
                  <a:pt x="38022" y="617"/>
                </a:lnTo>
                <a:lnTo>
                  <a:pt x="35969" y="276"/>
                </a:lnTo>
                <a:lnTo>
                  <a:pt x="33890" y="70"/>
                </a:lnTo>
                <a:lnTo>
                  <a:pt x="31790" y="0"/>
                </a:lnTo>
                <a:lnTo>
                  <a:pt x="29691" y="70"/>
                </a:lnTo>
                <a:lnTo>
                  <a:pt x="27612" y="276"/>
                </a:lnTo>
                <a:lnTo>
                  <a:pt x="25560" y="617"/>
                </a:lnTo>
                <a:lnTo>
                  <a:pt x="23540" y="1090"/>
                </a:lnTo>
                <a:lnTo>
                  <a:pt x="21560" y="1692"/>
                </a:lnTo>
                <a:lnTo>
                  <a:pt x="19625" y="2420"/>
                </a:lnTo>
                <a:lnTo>
                  <a:pt x="17741" y="3273"/>
                </a:lnTo>
                <a:lnTo>
                  <a:pt x="15915" y="4248"/>
                </a:lnTo>
                <a:lnTo>
                  <a:pt x="14153" y="5342"/>
                </a:lnTo>
                <a:lnTo>
                  <a:pt x="12461" y="6552"/>
                </a:lnTo>
                <a:lnTo>
                  <a:pt x="10845" y="7876"/>
                </a:lnTo>
                <a:lnTo>
                  <a:pt x="9311" y="9312"/>
                </a:lnTo>
                <a:lnTo>
                  <a:pt x="7876" y="10845"/>
                </a:lnTo>
                <a:lnTo>
                  <a:pt x="6551" y="12461"/>
                </a:lnTo>
                <a:lnTo>
                  <a:pt x="5341" y="14154"/>
                </a:lnTo>
                <a:lnTo>
                  <a:pt x="4247" y="15916"/>
                </a:lnTo>
                <a:lnTo>
                  <a:pt x="3273" y="17742"/>
                </a:lnTo>
                <a:lnTo>
                  <a:pt x="2420" y="19625"/>
                </a:lnTo>
                <a:lnTo>
                  <a:pt x="1691" y="21561"/>
                </a:lnTo>
                <a:lnTo>
                  <a:pt x="1089" y="23541"/>
                </a:lnTo>
                <a:lnTo>
                  <a:pt x="616" y="25560"/>
                </a:lnTo>
                <a:lnTo>
                  <a:pt x="276" y="27613"/>
                </a:lnTo>
                <a:lnTo>
                  <a:pt x="69" y="29692"/>
                </a:lnTo>
                <a:lnTo>
                  <a:pt x="0" y="31791"/>
                </a:lnTo>
                <a:lnTo>
                  <a:pt x="69" y="33891"/>
                </a:lnTo>
                <a:lnTo>
                  <a:pt x="276" y="35970"/>
                </a:lnTo>
                <a:lnTo>
                  <a:pt x="616" y="38022"/>
                </a:lnTo>
                <a:lnTo>
                  <a:pt x="1089" y="40042"/>
                </a:lnTo>
                <a:lnTo>
                  <a:pt x="1691" y="42022"/>
                </a:lnTo>
                <a:lnTo>
                  <a:pt x="2420" y="43957"/>
                </a:lnTo>
                <a:lnTo>
                  <a:pt x="3273" y="45841"/>
                </a:lnTo>
                <a:lnTo>
                  <a:pt x="4247" y="47667"/>
                </a:lnTo>
                <a:lnTo>
                  <a:pt x="5341" y="49429"/>
                </a:lnTo>
                <a:lnTo>
                  <a:pt x="6551" y="51121"/>
                </a:lnTo>
                <a:lnTo>
                  <a:pt x="7876" y="52737"/>
                </a:lnTo>
                <a:lnTo>
                  <a:pt x="9311" y="54271"/>
                </a:lnTo>
                <a:lnTo>
                  <a:pt x="10845" y="55706"/>
                </a:lnTo>
                <a:lnTo>
                  <a:pt x="12461" y="57031"/>
                </a:lnTo>
                <a:lnTo>
                  <a:pt x="14153" y="58241"/>
                </a:lnTo>
                <a:lnTo>
                  <a:pt x="15915" y="59334"/>
                </a:lnTo>
                <a:lnTo>
                  <a:pt x="17741" y="60309"/>
                </a:lnTo>
                <a:lnTo>
                  <a:pt x="19625" y="61162"/>
                </a:lnTo>
                <a:lnTo>
                  <a:pt x="21560" y="61891"/>
                </a:lnTo>
                <a:lnTo>
                  <a:pt x="23540" y="62493"/>
                </a:lnTo>
                <a:lnTo>
                  <a:pt x="25560" y="62966"/>
                </a:lnTo>
                <a:lnTo>
                  <a:pt x="27612" y="63306"/>
                </a:lnTo>
                <a:lnTo>
                  <a:pt x="29691" y="63513"/>
                </a:lnTo>
                <a:lnTo>
                  <a:pt x="31790" y="63582"/>
                </a:lnTo>
                <a:close/>
              </a:path>
            </a:pathLst>
          </a:custGeom>
          <a:solidFill>
            <a:srgbClr val="FFFFFF"/>
          </a:solidFill>
          <a:ln w="141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path 37"/>
          <p:cNvSpPr/>
          <p:nvPr/>
        </p:nvSpPr>
        <p:spPr>
          <a:xfrm>
            <a:off x="10216305" y="581626"/>
            <a:ext cx="75004" cy="71333"/>
          </a:xfrm>
          <a:custGeom>
            <a:avLst/>
            <a:gdLst/>
            <a:ahLst/>
            <a:cxnLst/>
            <a:rect l="l" t="t" r="r" b="b"/>
            <a:pathLst>
              <a:path w="75004" h="71333">
                <a:moveTo>
                  <a:pt x="37502" y="0"/>
                </a:moveTo>
                <a:lnTo>
                  <a:pt x="28649" y="27247"/>
                </a:lnTo>
                <a:lnTo>
                  <a:pt x="0" y="27247"/>
                </a:lnTo>
                <a:lnTo>
                  <a:pt x="23178" y="44086"/>
                </a:lnTo>
                <a:lnTo>
                  <a:pt x="14325" y="71333"/>
                </a:lnTo>
                <a:lnTo>
                  <a:pt x="37502" y="54494"/>
                </a:lnTo>
                <a:lnTo>
                  <a:pt x="60679" y="71333"/>
                </a:lnTo>
                <a:lnTo>
                  <a:pt x="51827" y="44086"/>
                </a:lnTo>
                <a:lnTo>
                  <a:pt x="75004" y="27247"/>
                </a:lnTo>
                <a:lnTo>
                  <a:pt x="46355" y="27247"/>
                </a:lnTo>
                <a:lnTo>
                  <a:pt x="37502" y="0"/>
                </a:lnTo>
                <a:close/>
              </a:path>
            </a:pathLst>
          </a:custGeom>
          <a:solidFill>
            <a:srgbClr val="FF9500"/>
          </a:solidFill>
          <a:ln w="1763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path 38"/>
          <p:cNvSpPr/>
          <p:nvPr/>
        </p:nvSpPr>
        <p:spPr>
          <a:xfrm>
            <a:off x="9207344" y="656178"/>
            <a:ext cx="33908" cy="24524"/>
          </a:xfrm>
          <a:custGeom>
            <a:avLst/>
            <a:gdLst/>
            <a:ahLst/>
            <a:cxnLst/>
            <a:rect l="l" t="t" r="r" b="b"/>
            <a:pathLst>
              <a:path w="33908" h="24524">
                <a:moveTo>
                  <a:pt x="0" y="24524"/>
                </a:moveTo>
                <a:lnTo>
                  <a:pt x="3985" y="21642"/>
                </a:lnTo>
                <a:lnTo>
                  <a:pt x="7759" y="18912"/>
                </a:lnTo>
                <a:lnTo>
                  <a:pt x="11322" y="16335"/>
                </a:lnTo>
                <a:lnTo>
                  <a:pt x="14675" y="13910"/>
                </a:lnTo>
                <a:lnTo>
                  <a:pt x="17817" y="11638"/>
                </a:lnTo>
                <a:lnTo>
                  <a:pt x="20748" y="9518"/>
                </a:lnTo>
                <a:lnTo>
                  <a:pt x="23468" y="7551"/>
                </a:lnTo>
                <a:lnTo>
                  <a:pt x="25978" y="5736"/>
                </a:lnTo>
                <a:lnTo>
                  <a:pt x="28277" y="4073"/>
                </a:lnTo>
                <a:lnTo>
                  <a:pt x="30365" y="2563"/>
                </a:lnTo>
                <a:lnTo>
                  <a:pt x="32242" y="1206"/>
                </a:lnTo>
                <a:lnTo>
                  <a:pt x="33908" y="0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39"/>
          <p:cNvSpPr/>
          <p:nvPr/>
        </p:nvSpPr>
        <p:spPr>
          <a:xfrm>
            <a:off x="9193001" y="656178"/>
            <a:ext cx="48251" cy="43347"/>
          </a:xfrm>
          <a:custGeom>
            <a:avLst/>
            <a:gdLst/>
            <a:ahLst/>
            <a:cxnLst/>
            <a:rect l="l" t="t" r="r" b="b"/>
            <a:pathLst>
              <a:path w="48251" h="43347">
                <a:moveTo>
                  <a:pt x="0" y="7911"/>
                </a:moveTo>
                <a:lnTo>
                  <a:pt x="48251" y="0"/>
                </a:lnTo>
                <a:lnTo>
                  <a:pt x="25629" y="43347"/>
                </a:lnTo>
                <a:lnTo>
                  <a:pt x="0" y="7911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path 40"/>
          <p:cNvSpPr/>
          <p:nvPr/>
        </p:nvSpPr>
        <p:spPr>
          <a:xfrm>
            <a:off x="9864055" y="743342"/>
            <a:ext cx="35436" cy="25093"/>
          </a:xfrm>
          <a:custGeom>
            <a:avLst/>
            <a:gdLst/>
            <a:ahLst/>
            <a:cxnLst/>
            <a:rect l="l" t="t" r="r" b="b"/>
            <a:pathLst>
              <a:path w="35436" h="25093">
                <a:moveTo>
                  <a:pt x="0" y="0"/>
                </a:moveTo>
                <a:lnTo>
                  <a:pt x="4121" y="2918"/>
                </a:lnTo>
                <a:lnTo>
                  <a:pt x="8029" y="5685"/>
                </a:lnTo>
                <a:lnTo>
                  <a:pt x="11725" y="8303"/>
                </a:lnTo>
                <a:lnTo>
                  <a:pt x="15209" y="10770"/>
                </a:lnTo>
                <a:lnTo>
                  <a:pt x="18480" y="13087"/>
                </a:lnTo>
                <a:lnTo>
                  <a:pt x="21539" y="15253"/>
                </a:lnTo>
                <a:lnTo>
                  <a:pt x="24386" y="17269"/>
                </a:lnTo>
                <a:lnTo>
                  <a:pt x="27021" y="19134"/>
                </a:lnTo>
                <a:lnTo>
                  <a:pt x="29443" y="20850"/>
                </a:lnTo>
                <a:lnTo>
                  <a:pt x="31653" y="22415"/>
                </a:lnTo>
                <a:lnTo>
                  <a:pt x="33651" y="23829"/>
                </a:lnTo>
                <a:lnTo>
                  <a:pt x="35436" y="25093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path 41"/>
          <p:cNvSpPr/>
          <p:nvPr/>
        </p:nvSpPr>
        <p:spPr>
          <a:xfrm>
            <a:off x="9851163" y="725316"/>
            <a:ext cx="48328" cy="43119"/>
          </a:xfrm>
          <a:custGeom>
            <a:avLst/>
            <a:gdLst/>
            <a:ahLst/>
            <a:cxnLst/>
            <a:rect l="l" t="t" r="r" b="b"/>
            <a:pathLst>
              <a:path w="48328" h="43119">
                <a:moveTo>
                  <a:pt x="25275" y="0"/>
                </a:moveTo>
                <a:lnTo>
                  <a:pt x="48328" y="43119"/>
                </a:lnTo>
                <a:lnTo>
                  <a:pt x="0" y="35690"/>
                </a:lnTo>
                <a:lnTo>
                  <a:pt x="25275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42"/>
          <p:cNvSpPr/>
          <p:nvPr/>
        </p:nvSpPr>
        <p:spPr>
          <a:xfrm>
            <a:off x="9412986" y="395268"/>
            <a:ext cx="39642" cy="17511"/>
          </a:xfrm>
          <a:custGeom>
            <a:avLst/>
            <a:gdLst/>
            <a:ahLst/>
            <a:cxnLst/>
            <a:rect l="l" t="t" r="r" b="b"/>
            <a:pathLst>
              <a:path w="39642" h="17511">
                <a:moveTo>
                  <a:pt x="0" y="0"/>
                </a:moveTo>
                <a:lnTo>
                  <a:pt x="4612" y="2037"/>
                </a:lnTo>
                <a:lnTo>
                  <a:pt x="8987" y="3969"/>
                </a:lnTo>
                <a:lnTo>
                  <a:pt x="13123" y="5797"/>
                </a:lnTo>
                <a:lnTo>
                  <a:pt x="17021" y="7519"/>
                </a:lnTo>
                <a:lnTo>
                  <a:pt x="20682" y="9135"/>
                </a:lnTo>
                <a:lnTo>
                  <a:pt x="24104" y="10647"/>
                </a:lnTo>
                <a:lnTo>
                  <a:pt x="27289" y="12054"/>
                </a:lnTo>
                <a:lnTo>
                  <a:pt x="30235" y="13356"/>
                </a:lnTo>
                <a:lnTo>
                  <a:pt x="32944" y="14552"/>
                </a:lnTo>
                <a:lnTo>
                  <a:pt x="35414" y="15643"/>
                </a:lnTo>
                <a:lnTo>
                  <a:pt x="37647" y="16630"/>
                </a:lnTo>
                <a:lnTo>
                  <a:pt x="39642" y="17511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path 43"/>
          <p:cNvSpPr/>
          <p:nvPr/>
        </p:nvSpPr>
        <p:spPr>
          <a:xfrm>
            <a:off x="9403788" y="375106"/>
            <a:ext cx="48840" cy="40004"/>
          </a:xfrm>
          <a:custGeom>
            <a:avLst/>
            <a:gdLst/>
            <a:ahLst/>
            <a:cxnLst/>
            <a:rect l="l" t="t" r="r" b="b"/>
            <a:pathLst>
              <a:path w="48840" h="40004">
                <a:moveTo>
                  <a:pt x="17671" y="0"/>
                </a:moveTo>
                <a:lnTo>
                  <a:pt x="48840" y="37673"/>
                </a:lnTo>
                <a:lnTo>
                  <a:pt x="0" y="40004"/>
                </a:lnTo>
                <a:lnTo>
                  <a:pt x="17671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path 44"/>
          <p:cNvSpPr/>
          <p:nvPr/>
        </p:nvSpPr>
        <p:spPr>
          <a:xfrm>
            <a:off x="10081249" y="612096"/>
            <a:ext cx="42075" cy="4786"/>
          </a:xfrm>
          <a:custGeom>
            <a:avLst/>
            <a:gdLst/>
            <a:ahLst/>
            <a:cxnLst/>
            <a:rect l="l" t="t" r="r" b="b"/>
            <a:pathLst>
              <a:path w="42075" h="4786">
                <a:moveTo>
                  <a:pt x="0" y="4786"/>
                </a:moveTo>
                <a:lnTo>
                  <a:pt x="4928" y="4225"/>
                </a:lnTo>
                <a:lnTo>
                  <a:pt x="9597" y="3694"/>
                </a:lnTo>
                <a:lnTo>
                  <a:pt x="14008" y="3192"/>
                </a:lnTo>
                <a:lnTo>
                  <a:pt x="18160" y="2720"/>
                </a:lnTo>
                <a:lnTo>
                  <a:pt x="22054" y="2277"/>
                </a:lnTo>
                <a:lnTo>
                  <a:pt x="25690" y="1864"/>
                </a:lnTo>
                <a:lnTo>
                  <a:pt x="29067" y="1480"/>
                </a:lnTo>
                <a:lnTo>
                  <a:pt x="32186" y="1125"/>
                </a:lnTo>
                <a:lnTo>
                  <a:pt x="35046" y="800"/>
                </a:lnTo>
                <a:lnTo>
                  <a:pt x="37647" y="504"/>
                </a:lnTo>
                <a:lnTo>
                  <a:pt x="39990" y="237"/>
                </a:lnTo>
                <a:lnTo>
                  <a:pt x="42075" y="0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path 45"/>
          <p:cNvSpPr/>
          <p:nvPr/>
        </p:nvSpPr>
        <p:spPr>
          <a:xfrm>
            <a:off x="10077400" y="595312"/>
            <a:ext cx="45924" cy="43453"/>
          </a:xfrm>
          <a:custGeom>
            <a:avLst/>
            <a:gdLst/>
            <a:ahLst/>
            <a:cxnLst/>
            <a:rect l="l" t="t" r="r" b="b"/>
            <a:pathLst>
              <a:path w="45924" h="43453">
                <a:moveTo>
                  <a:pt x="0" y="0"/>
                </a:moveTo>
                <a:lnTo>
                  <a:pt x="45924" y="16784"/>
                </a:lnTo>
                <a:lnTo>
                  <a:pt x="4942" y="43453"/>
                </a:lnTo>
                <a:lnTo>
                  <a:pt x="0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path 46"/>
          <p:cNvSpPr/>
          <p:nvPr/>
        </p:nvSpPr>
        <p:spPr>
          <a:xfrm>
            <a:off x="9530641" y="625930"/>
            <a:ext cx="41569" cy="5220"/>
          </a:xfrm>
          <a:custGeom>
            <a:avLst/>
            <a:gdLst/>
            <a:ahLst/>
            <a:cxnLst/>
            <a:rect l="l" t="t" r="r" b="b"/>
            <a:pathLst>
              <a:path w="41569" h="5220">
                <a:moveTo>
                  <a:pt x="0" y="5220"/>
                </a:moveTo>
                <a:lnTo>
                  <a:pt x="4884" y="4607"/>
                </a:lnTo>
                <a:lnTo>
                  <a:pt x="9509" y="4026"/>
                </a:lnTo>
                <a:lnTo>
                  <a:pt x="13877" y="3478"/>
                </a:lnTo>
                <a:lnTo>
                  <a:pt x="17986" y="2962"/>
                </a:lnTo>
                <a:lnTo>
                  <a:pt x="21837" y="2478"/>
                </a:lnTo>
                <a:lnTo>
                  <a:pt x="25431" y="2027"/>
                </a:lnTo>
                <a:lnTo>
                  <a:pt x="28766" y="1608"/>
                </a:lnTo>
                <a:lnTo>
                  <a:pt x="31843" y="1221"/>
                </a:lnTo>
                <a:lnTo>
                  <a:pt x="34661" y="867"/>
                </a:lnTo>
                <a:lnTo>
                  <a:pt x="37222" y="546"/>
                </a:lnTo>
                <a:lnTo>
                  <a:pt x="39525" y="256"/>
                </a:lnTo>
                <a:lnTo>
                  <a:pt x="41569" y="0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47"/>
          <p:cNvSpPr/>
          <p:nvPr/>
        </p:nvSpPr>
        <p:spPr>
          <a:xfrm>
            <a:off x="9526093" y="609683"/>
            <a:ext cx="46117" cy="43392"/>
          </a:xfrm>
          <a:custGeom>
            <a:avLst/>
            <a:gdLst/>
            <a:ahLst/>
            <a:cxnLst/>
            <a:rect l="l" t="t" r="r" b="b"/>
            <a:pathLst>
              <a:path w="46117" h="43392">
                <a:moveTo>
                  <a:pt x="0" y="0"/>
                </a:moveTo>
                <a:lnTo>
                  <a:pt x="46117" y="16247"/>
                </a:lnTo>
                <a:lnTo>
                  <a:pt x="5450" y="43392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path 48"/>
          <p:cNvSpPr/>
          <p:nvPr/>
        </p:nvSpPr>
        <p:spPr>
          <a:xfrm>
            <a:off x="10051629" y="578309"/>
            <a:ext cx="42761" cy="8704"/>
          </a:xfrm>
          <a:custGeom>
            <a:avLst/>
            <a:gdLst/>
            <a:ahLst/>
            <a:cxnLst/>
            <a:rect l="l" t="t" r="r" b="b"/>
            <a:pathLst>
              <a:path w="42761" h="8704">
                <a:moveTo>
                  <a:pt x="0" y="0"/>
                </a:moveTo>
                <a:lnTo>
                  <a:pt x="4965" y="1011"/>
                </a:lnTo>
                <a:lnTo>
                  <a:pt x="9675" y="1970"/>
                </a:lnTo>
                <a:lnTo>
                  <a:pt x="14131" y="2877"/>
                </a:lnTo>
                <a:lnTo>
                  <a:pt x="18332" y="3732"/>
                </a:lnTo>
                <a:lnTo>
                  <a:pt x="22278" y="4535"/>
                </a:lnTo>
                <a:lnTo>
                  <a:pt x="25968" y="5286"/>
                </a:lnTo>
                <a:lnTo>
                  <a:pt x="29404" y="5985"/>
                </a:lnTo>
                <a:lnTo>
                  <a:pt x="32585" y="6633"/>
                </a:lnTo>
                <a:lnTo>
                  <a:pt x="35512" y="7229"/>
                </a:lnTo>
                <a:lnTo>
                  <a:pt x="38183" y="7772"/>
                </a:lnTo>
                <a:lnTo>
                  <a:pt x="40599" y="8264"/>
                </a:lnTo>
                <a:lnTo>
                  <a:pt x="42761" y="8704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path 49"/>
          <p:cNvSpPr/>
          <p:nvPr/>
        </p:nvSpPr>
        <p:spPr>
          <a:xfrm>
            <a:off x="10047174" y="556863"/>
            <a:ext cx="47216" cy="42854"/>
          </a:xfrm>
          <a:custGeom>
            <a:avLst/>
            <a:gdLst/>
            <a:ahLst/>
            <a:cxnLst/>
            <a:rect l="l" t="t" r="r" b="b"/>
            <a:pathLst>
              <a:path w="47216" h="42854">
                <a:moveTo>
                  <a:pt x="8723" y="0"/>
                </a:moveTo>
                <a:lnTo>
                  <a:pt x="47216" y="30150"/>
                </a:lnTo>
                <a:lnTo>
                  <a:pt x="0" y="42854"/>
                </a:lnTo>
                <a:lnTo>
                  <a:pt x="8723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path 50"/>
          <p:cNvSpPr/>
          <p:nvPr/>
        </p:nvSpPr>
        <p:spPr>
          <a:xfrm>
            <a:off x="9744553" y="619967"/>
            <a:ext cx="42833" cy="513"/>
          </a:xfrm>
          <a:custGeom>
            <a:avLst/>
            <a:gdLst/>
            <a:ahLst/>
            <a:cxnLst/>
            <a:rect l="l" t="t" r="r" b="b"/>
            <a:pathLst>
              <a:path w="42833" h="513">
                <a:moveTo>
                  <a:pt x="0" y="513"/>
                </a:moveTo>
                <a:lnTo>
                  <a:pt x="5000" y="453"/>
                </a:lnTo>
                <a:lnTo>
                  <a:pt x="9740" y="397"/>
                </a:lnTo>
                <a:lnTo>
                  <a:pt x="14220" y="343"/>
                </a:lnTo>
                <a:lnTo>
                  <a:pt x="18440" y="292"/>
                </a:lnTo>
                <a:lnTo>
                  <a:pt x="22399" y="245"/>
                </a:lnTo>
                <a:lnTo>
                  <a:pt x="26098" y="200"/>
                </a:lnTo>
                <a:lnTo>
                  <a:pt x="29538" y="159"/>
                </a:lnTo>
                <a:lnTo>
                  <a:pt x="32717" y="121"/>
                </a:lnTo>
                <a:lnTo>
                  <a:pt x="35636" y="86"/>
                </a:lnTo>
                <a:lnTo>
                  <a:pt x="38295" y="54"/>
                </a:lnTo>
                <a:lnTo>
                  <a:pt x="40694" y="26"/>
                </a:lnTo>
                <a:lnTo>
                  <a:pt x="42833" y="0"/>
                </a:lnTo>
              </a:path>
            </a:pathLst>
          </a:custGeom>
          <a:noFill/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51"/>
          <p:cNvSpPr/>
          <p:nvPr/>
        </p:nvSpPr>
        <p:spPr>
          <a:xfrm>
            <a:off x="9743393" y="598626"/>
            <a:ext cx="43993" cy="43730"/>
          </a:xfrm>
          <a:custGeom>
            <a:avLst/>
            <a:gdLst/>
            <a:ahLst/>
            <a:cxnLst/>
            <a:rect l="l" t="t" r="r" b="b"/>
            <a:pathLst>
              <a:path w="43993" h="43730">
                <a:moveTo>
                  <a:pt x="0" y="0"/>
                </a:moveTo>
                <a:lnTo>
                  <a:pt x="43993" y="21341"/>
                </a:lnTo>
                <a:lnTo>
                  <a:pt x="525" y="43730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4009" y="1189180"/>
            <a:ext cx="1608542" cy="988104"/>
          </a:xfrm>
          <a:prstGeom prst="rect">
            <a:avLst/>
          </a:prstGeom>
        </p:spPr>
      </p:pic>
      <p:sp>
        <p:nvSpPr>
          <p:cNvPr id="68" name="Editable path 52"/>
          <p:cNvSpPr/>
          <p:nvPr/>
        </p:nvSpPr>
        <p:spPr>
          <a:xfrm>
            <a:off x="1715268" y="1228366"/>
            <a:ext cx="786591" cy="161674"/>
          </a:xfrm>
          <a:custGeom>
            <a:avLst/>
            <a:gdLst/>
            <a:ahLst/>
            <a:cxnLst/>
            <a:rect l="l" t="t" r="r" b="b"/>
            <a:pathLst>
              <a:path w="786591" h="161674">
                <a:moveTo>
                  <a:pt x="25041" y="161674"/>
                </a:moveTo>
                <a:lnTo>
                  <a:pt x="761551" y="161674"/>
                </a:lnTo>
                <a:lnTo>
                  <a:pt x="765550" y="161500"/>
                </a:lnTo>
                <a:lnTo>
                  <a:pt x="769202" y="160978"/>
                </a:lnTo>
                <a:lnTo>
                  <a:pt x="772506" y="160109"/>
                </a:lnTo>
                <a:lnTo>
                  <a:pt x="775462" y="158892"/>
                </a:lnTo>
                <a:lnTo>
                  <a:pt x="778070" y="157326"/>
                </a:lnTo>
                <a:lnTo>
                  <a:pt x="780331" y="155414"/>
                </a:lnTo>
                <a:lnTo>
                  <a:pt x="782244" y="153153"/>
                </a:lnTo>
                <a:lnTo>
                  <a:pt x="783809" y="150544"/>
                </a:lnTo>
                <a:lnTo>
                  <a:pt x="785026" y="147588"/>
                </a:lnTo>
                <a:lnTo>
                  <a:pt x="785896" y="144284"/>
                </a:lnTo>
                <a:lnTo>
                  <a:pt x="786417" y="140632"/>
                </a:lnTo>
                <a:lnTo>
                  <a:pt x="786591" y="136633"/>
                </a:lnTo>
                <a:lnTo>
                  <a:pt x="786591" y="25041"/>
                </a:lnTo>
                <a:lnTo>
                  <a:pt x="786417" y="21041"/>
                </a:lnTo>
                <a:lnTo>
                  <a:pt x="785896" y="17389"/>
                </a:lnTo>
                <a:lnTo>
                  <a:pt x="785026" y="14085"/>
                </a:lnTo>
                <a:lnTo>
                  <a:pt x="783809" y="11129"/>
                </a:lnTo>
                <a:lnTo>
                  <a:pt x="782244" y="8521"/>
                </a:lnTo>
                <a:lnTo>
                  <a:pt x="780331" y="6260"/>
                </a:lnTo>
                <a:lnTo>
                  <a:pt x="778070" y="4347"/>
                </a:lnTo>
                <a:lnTo>
                  <a:pt x="775462" y="2782"/>
                </a:lnTo>
                <a:lnTo>
                  <a:pt x="772506" y="1565"/>
                </a:lnTo>
                <a:lnTo>
                  <a:pt x="769202" y="695"/>
                </a:lnTo>
                <a:lnTo>
                  <a:pt x="765550" y="173"/>
                </a:lnTo>
                <a:lnTo>
                  <a:pt x="761551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633"/>
                </a:lnTo>
                <a:lnTo>
                  <a:pt x="174" y="140632"/>
                </a:lnTo>
                <a:lnTo>
                  <a:pt x="696" y="144284"/>
                </a:lnTo>
                <a:lnTo>
                  <a:pt x="1565" y="147588"/>
                </a:lnTo>
                <a:lnTo>
                  <a:pt x="2782" y="150544"/>
                </a:lnTo>
                <a:lnTo>
                  <a:pt x="4347" y="153153"/>
                </a:lnTo>
                <a:lnTo>
                  <a:pt x="6260" y="155414"/>
                </a:lnTo>
                <a:lnTo>
                  <a:pt x="8521" y="157326"/>
                </a:lnTo>
                <a:lnTo>
                  <a:pt x="11129" y="158892"/>
                </a:lnTo>
                <a:lnTo>
                  <a:pt x="14085" y="160109"/>
                </a:lnTo>
                <a:lnTo>
                  <a:pt x="17389" y="160978"/>
                </a:lnTo>
                <a:lnTo>
                  <a:pt x="21041" y="161500"/>
                </a:lnTo>
                <a:lnTo>
                  <a:pt x="25041" y="161674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0308" y="1235770"/>
            <a:ext cx="764995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Acquire · 5.0 s</a:t>
            </a:r>
          </a:p>
        </p:txBody>
      </p:sp>
      <p:sp>
        <p:nvSpPr>
          <p:cNvPr id="70" name="Editable path 53"/>
          <p:cNvSpPr/>
          <p:nvPr/>
        </p:nvSpPr>
        <p:spPr>
          <a:xfrm>
            <a:off x="2717152" y="1893849"/>
            <a:ext cx="558321" cy="280030"/>
          </a:xfrm>
          <a:custGeom>
            <a:avLst/>
            <a:gdLst/>
            <a:ahLst/>
            <a:cxnLst/>
            <a:rect l="l" t="t" r="r" b="b"/>
            <a:pathLst>
              <a:path w="558321" h="280030">
                <a:moveTo>
                  <a:pt x="0" y="0"/>
                </a:moveTo>
                <a:lnTo>
                  <a:pt x="558321" y="0"/>
                </a:lnTo>
                <a:lnTo>
                  <a:pt x="558321" y="280030"/>
                </a:lnTo>
                <a:lnTo>
                  <a:pt x="0" y="2800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74781" y="1910344"/>
            <a:ext cx="502917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Bedroom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48329" y="2019181"/>
            <a:ext cx="529538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wardrobe</a:t>
            </a:r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7846" y="1189180"/>
            <a:ext cx="1608542" cy="988104"/>
          </a:xfrm>
          <a:prstGeom prst="rect">
            <a:avLst/>
          </a:prstGeom>
        </p:spPr>
      </p:pic>
      <p:sp>
        <p:nvSpPr>
          <p:cNvPr id="74" name="Editable path 54"/>
          <p:cNvSpPr/>
          <p:nvPr/>
        </p:nvSpPr>
        <p:spPr>
          <a:xfrm>
            <a:off x="3519105" y="1228366"/>
            <a:ext cx="633117" cy="161123"/>
          </a:xfrm>
          <a:custGeom>
            <a:avLst/>
            <a:gdLst/>
            <a:ahLst/>
            <a:cxnLst/>
            <a:rect l="l" t="t" r="r" b="b"/>
            <a:pathLst>
              <a:path w="633117" h="161123">
                <a:moveTo>
                  <a:pt x="25041" y="161123"/>
                </a:moveTo>
                <a:lnTo>
                  <a:pt x="608077" y="161123"/>
                </a:lnTo>
                <a:lnTo>
                  <a:pt x="612076" y="160949"/>
                </a:lnTo>
                <a:lnTo>
                  <a:pt x="615728" y="160427"/>
                </a:lnTo>
                <a:lnTo>
                  <a:pt x="619032" y="159558"/>
                </a:lnTo>
                <a:lnTo>
                  <a:pt x="621988" y="158340"/>
                </a:lnTo>
                <a:lnTo>
                  <a:pt x="624597" y="156775"/>
                </a:lnTo>
                <a:lnTo>
                  <a:pt x="626857" y="154863"/>
                </a:lnTo>
                <a:lnTo>
                  <a:pt x="628770" y="152602"/>
                </a:lnTo>
                <a:lnTo>
                  <a:pt x="630335" y="149993"/>
                </a:lnTo>
                <a:lnTo>
                  <a:pt x="631552" y="147037"/>
                </a:lnTo>
                <a:lnTo>
                  <a:pt x="632422" y="143733"/>
                </a:lnTo>
                <a:lnTo>
                  <a:pt x="632943" y="140081"/>
                </a:lnTo>
                <a:lnTo>
                  <a:pt x="633117" y="136082"/>
                </a:lnTo>
                <a:lnTo>
                  <a:pt x="633117" y="25041"/>
                </a:lnTo>
                <a:lnTo>
                  <a:pt x="632943" y="21041"/>
                </a:lnTo>
                <a:lnTo>
                  <a:pt x="632422" y="17389"/>
                </a:lnTo>
                <a:lnTo>
                  <a:pt x="631552" y="14085"/>
                </a:lnTo>
                <a:lnTo>
                  <a:pt x="630335" y="11129"/>
                </a:lnTo>
                <a:lnTo>
                  <a:pt x="628770" y="8521"/>
                </a:lnTo>
                <a:lnTo>
                  <a:pt x="626857" y="6260"/>
                </a:lnTo>
                <a:lnTo>
                  <a:pt x="624597" y="4347"/>
                </a:lnTo>
                <a:lnTo>
                  <a:pt x="621988" y="2782"/>
                </a:lnTo>
                <a:lnTo>
                  <a:pt x="619032" y="1565"/>
                </a:lnTo>
                <a:lnTo>
                  <a:pt x="615728" y="695"/>
                </a:lnTo>
                <a:lnTo>
                  <a:pt x="612076" y="173"/>
                </a:lnTo>
                <a:lnTo>
                  <a:pt x="608077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3"/>
                </a:lnTo>
                <a:lnTo>
                  <a:pt x="4347" y="152602"/>
                </a:lnTo>
                <a:lnTo>
                  <a:pt x="6260" y="154863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8"/>
                </a:lnTo>
                <a:lnTo>
                  <a:pt x="17389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44145" y="1235219"/>
            <a:ext cx="612121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Lift · 12.6 s</a:t>
            </a:r>
          </a:p>
        </p:txBody>
      </p:sp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1683" y="1189180"/>
            <a:ext cx="1608542" cy="988104"/>
          </a:xfrm>
          <a:prstGeom prst="rect">
            <a:avLst/>
          </a:prstGeom>
        </p:spPr>
      </p:pic>
      <p:sp>
        <p:nvSpPr>
          <p:cNvPr id="77" name="Editable path 55"/>
          <p:cNvSpPr/>
          <p:nvPr/>
        </p:nvSpPr>
        <p:spPr>
          <a:xfrm>
            <a:off x="5322942" y="1228366"/>
            <a:ext cx="911961" cy="161950"/>
          </a:xfrm>
          <a:custGeom>
            <a:avLst/>
            <a:gdLst/>
            <a:ahLst/>
            <a:cxnLst/>
            <a:rect l="l" t="t" r="r" b="b"/>
            <a:pathLst>
              <a:path w="911961" h="161950">
                <a:moveTo>
                  <a:pt x="25041" y="161950"/>
                </a:moveTo>
                <a:lnTo>
                  <a:pt x="886920" y="161950"/>
                </a:lnTo>
                <a:lnTo>
                  <a:pt x="890919" y="161776"/>
                </a:lnTo>
                <a:lnTo>
                  <a:pt x="894571" y="161254"/>
                </a:lnTo>
                <a:lnTo>
                  <a:pt x="897875" y="160384"/>
                </a:lnTo>
                <a:lnTo>
                  <a:pt x="900832" y="159167"/>
                </a:lnTo>
                <a:lnTo>
                  <a:pt x="903440" y="157602"/>
                </a:lnTo>
                <a:lnTo>
                  <a:pt x="905701" y="155689"/>
                </a:lnTo>
                <a:lnTo>
                  <a:pt x="907614" y="153428"/>
                </a:lnTo>
                <a:lnTo>
                  <a:pt x="909179" y="150820"/>
                </a:lnTo>
                <a:lnTo>
                  <a:pt x="910396" y="147864"/>
                </a:lnTo>
                <a:lnTo>
                  <a:pt x="911265" y="144560"/>
                </a:lnTo>
                <a:lnTo>
                  <a:pt x="911787" y="140908"/>
                </a:lnTo>
                <a:lnTo>
                  <a:pt x="911961" y="136908"/>
                </a:lnTo>
                <a:lnTo>
                  <a:pt x="911961" y="25041"/>
                </a:lnTo>
                <a:lnTo>
                  <a:pt x="911787" y="21041"/>
                </a:lnTo>
                <a:lnTo>
                  <a:pt x="911265" y="17389"/>
                </a:lnTo>
                <a:lnTo>
                  <a:pt x="910396" y="14085"/>
                </a:lnTo>
                <a:lnTo>
                  <a:pt x="909179" y="11129"/>
                </a:lnTo>
                <a:lnTo>
                  <a:pt x="907614" y="8521"/>
                </a:lnTo>
                <a:lnTo>
                  <a:pt x="905701" y="6260"/>
                </a:lnTo>
                <a:lnTo>
                  <a:pt x="903440" y="4347"/>
                </a:lnTo>
                <a:lnTo>
                  <a:pt x="900832" y="2782"/>
                </a:lnTo>
                <a:lnTo>
                  <a:pt x="897875" y="1565"/>
                </a:lnTo>
                <a:lnTo>
                  <a:pt x="894571" y="695"/>
                </a:lnTo>
                <a:lnTo>
                  <a:pt x="890919" y="173"/>
                </a:lnTo>
                <a:lnTo>
                  <a:pt x="886920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908"/>
                </a:lnTo>
                <a:lnTo>
                  <a:pt x="174" y="140908"/>
                </a:lnTo>
                <a:lnTo>
                  <a:pt x="696" y="144560"/>
                </a:lnTo>
                <a:lnTo>
                  <a:pt x="1565" y="147864"/>
                </a:lnTo>
                <a:lnTo>
                  <a:pt x="2782" y="150820"/>
                </a:lnTo>
                <a:lnTo>
                  <a:pt x="4347" y="153428"/>
                </a:lnTo>
                <a:lnTo>
                  <a:pt x="6260" y="155689"/>
                </a:lnTo>
                <a:lnTo>
                  <a:pt x="8521" y="157602"/>
                </a:lnTo>
                <a:lnTo>
                  <a:pt x="11129" y="159167"/>
                </a:lnTo>
                <a:lnTo>
                  <a:pt x="14085" y="160384"/>
                </a:lnTo>
                <a:lnTo>
                  <a:pt x="17389" y="161254"/>
                </a:lnTo>
                <a:lnTo>
                  <a:pt x="21041" y="161776"/>
                </a:lnTo>
                <a:lnTo>
                  <a:pt x="25041" y="161950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47982" y="1235770"/>
            <a:ext cx="89019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Doorway · 52.6 s</a:t>
            </a:r>
          </a:p>
        </p:txBody>
      </p:sp>
      <p:pic>
        <p:nvPicPr>
          <p:cNvPr id="79" name="Picture 7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95520" y="1189180"/>
            <a:ext cx="1608542" cy="988104"/>
          </a:xfrm>
          <a:prstGeom prst="rect">
            <a:avLst/>
          </a:prstGeom>
        </p:spPr>
      </p:pic>
      <p:sp>
        <p:nvSpPr>
          <p:cNvPr id="80" name="Editable path 56"/>
          <p:cNvSpPr/>
          <p:nvPr/>
        </p:nvSpPr>
        <p:spPr>
          <a:xfrm>
            <a:off x="7126779" y="1228366"/>
            <a:ext cx="688776" cy="161123"/>
          </a:xfrm>
          <a:custGeom>
            <a:avLst/>
            <a:gdLst/>
            <a:ahLst/>
            <a:cxnLst/>
            <a:rect l="l" t="t" r="r" b="b"/>
            <a:pathLst>
              <a:path w="688776" h="161123">
                <a:moveTo>
                  <a:pt x="25041" y="161123"/>
                </a:moveTo>
                <a:lnTo>
                  <a:pt x="663735" y="161123"/>
                </a:lnTo>
                <a:lnTo>
                  <a:pt x="667735" y="160949"/>
                </a:lnTo>
                <a:lnTo>
                  <a:pt x="671387" y="160427"/>
                </a:lnTo>
                <a:lnTo>
                  <a:pt x="674691" y="159558"/>
                </a:lnTo>
                <a:lnTo>
                  <a:pt x="677647" y="158340"/>
                </a:lnTo>
                <a:lnTo>
                  <a:pt x="680255" y="156775"/>
                </a:lnTo>
                <a:lnTo>
                  <a:pt x="682516" y="154863"/>
                </a:lnTo>
                <a:lnTo>
                  <a:pt x="684429" y="152602"/>
                </a:lnTo>
                <a:lnTo>
                  <a:pt x="685994" y="149993"/>
                </a:lnTo>
                <a:lnTo>
                  <a:pt x="687211" y="147037"/>
                </a:lnTo>
                <a:lnTo>
                  <a:pt x="688081" y="143733"/>
                </a:lnTo>
                <a:lnTo>
                  <a:pt x="688602" y="140081"/>
                </a:lnTo>
                <a:lnTo>
                  <a:pt x="688776" y="136082"/>
                </a:lnTo>
                <a:lnTo>
                  <a:pt x="688776" y="25041"/>
                </a:lnTo>
                <a:lnTo>
                  <a:pt x="688602" y="21041"/>
                </a:lnTo>
                <a:lnTo>
                  <a:pt x="688081" y="17389"/>
                </a:lnTo>
                <a:lnTo>
                  <a:pt x="687211" y="14085"/>
                </a:lnTo>
                <a:lnTo>
                  <a:pt x="685994" y="11129"/>
                </a:lnTo>
                <a:lnTo>
                  <a:pt x="684429" y="8521"/>
                </a:lnTo>
                <a:lnTo>
                  <a:pt x="682516" y="6260"/>
                </a:lnTo>
                <a:lnTo>
                  <a:pt x="680255" y="4347"/>
                </a:lnTo>
                <a:lnTo>
                  <a:pt x="677647" y="2782"/>
                </a:lnTo>
                <a:lnTo>
                  <a:pt x="674691" y="1565"/>
                </a:lnTo>
                <a:lnTo>
                  <a:pt x="671387" y="695"/>
                </a:lnTo>
                <a:lnTo>
                  <a:pt x="667735" y="173"/>
                </a:lnTo>
                <a:lnTo>
                  <a:pt x="663735" y="0"/>
                </a:lnTo>
                <a:lnTo>
                  <a:pt x="25041" y="0"/>
                </a:lnTo>
                <a:lnTo>
                  <a:pt x="21041" y="173"/>
                </a:lnTo>
                <a:lnTo>
                  <a:pt x="17390" y="695"/>
                </a:lnTo>
                <a:lnTo>
                  <a:pt x="14086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8" y="8521"/>
                </a:lnTo>
                <a:lnTo>
                  <a:pt x="2783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3" y="149993"/>
                </a:lnTo>
                <a:lnTo>
                  <a:pt x="4348" y="152602"/>
                </a:lnTo>
                <a:lnTo>
                  <a:pt x="6260" y="154863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6" y="159558"/>
                </a:lnTo>
                <a:lnTo>
                  <a:pt x="17390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51819" y="1235219"/>
            <a:ext cx="667712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Goal · 91.1 s</a:t>
            </a:r>
          </a:p>
        </p:txBody>
      </p:sp>
      <p:sp>
        <p:nvSpPr>
          <p:cNvPr id="82" name="Editable path 57"/>
          <p:cNvSpPr/>
          <p:nvPr/>
        </p:nvSpPr>
        <p:spPr>
          <a:xfrm>
            <a:off x="8956950" y="1189180"/>
            <a:ext cx="1543914" cy="988105"/>
          </a:xfrm>
          <a:custGeom>
            <a:avLst/>
            <a:gdLst/>
            <a:ahLst/>
            <a:cxnLst/>
            <a:rect l="l" t="t" r="r" b="b"/>
            <a:pathLst>
              <a:path w="1543914" h="988105">
                <a:moveTo>
                  <a:pt x="0" y="0"/>
                </a:moveTo>
                <a:lnTo>
                  <a:pt x="1543914" y="0"/>
                </a:lnTo>
                <a:lnTo>
                  <a:pt x="1543914" y="988105"/>
                </a:lnTo>
                <a:lnTo>
                  <a:pt x="0" y="9881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58"/>
          <p:cNvSpPr/>
          <p:nvPr/>
        </p:nvSpPr>
        <p:spPr>
          <a:xfrm>
            <a:off x="9719643" y="1756568"/>
            <a:ext cx="18528" cy="420717"/>
          </a:xfrm>
          <a:custGeom>
            <a:avLst/>
            <a:gdLst/>
            <a:ahLst/>
            <a:cxnLst/>
            <a:rect l="l" t="t" r="r" b="b"/>
            <a:pathLst>
              <a:path w="18528" h="420717">
                <a:moveTo>
                  <a:pt x="0" y="0"/>
                </a:moveTo>
                <a:lnTo>
                  <a:pt x="18528" y="0"/>
                </a:lnTo>
                <a:lnTo>
                  <a:pt x="18528" y="420717"/>
                </a:lnTo>
                <a:lnTo>
                  <a:pt x="0" y="42071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59"/>
          <p:cNvSpPr/>
          <p:nvPr/>
        </p:nvSpPr>
        <p:spPr>
          <a:xfrm>
            <a:off x="9719643" y="1189180"/>
            <a:ext cx="18528" cy="420716"/>
          </a:xfrm>
          <a:custGeom>
            <a:avLst/>
            <a:gdLst/>
            <a:ahLst/>
            <a:cxnLst/>
            <a:rect l="l" t="t" r="r" b="b"/>
            <a:pathLst>
              <a:path w="18528" h="420716">
                <a:moveTo>
                  <a:pt x="0" y="0"/>
                </a:moveTo>
                <a:lnTo>
                  <a:pt x="18528" y="0"/>
                </a:lnTo>
                <a:lnTo>
                  <a:pt x="18528" y="420716"/>
                </a:lnTo>
                <a:lnTo>
                  <a:pt x="0" y="42071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path 60"/>
          <p:cNvSpPr/>
          <p:nvPr/>
        </p:nvSpPr>
        <p:spPr>
          <a:xfrm>
            <a:off x="9719643" y="1609896"/>
            <a:ext cx="18528" cy="146672"/>
          </a:xfrm>
          <a:custGeom>
            <a:avLst/>
            <a:gdLst/>
            <a:ahLst/>
            <a:cxnLst/>
            <a:rect l="l" t="t" r="r" b="b"/>
            <a:pathLst>
              <a:path w="18528" h="146672">
                <a:moveTo>
                  <a:pt x="0" y="0"/>
                </a:moveTo>
                <a:lnTo>
                  <a:pt x="18528" y="0"/>
                </a:lnTo>
                <a:lnTo>
                  <a:pt x="18528" y="146672"/>
                </a:lnTo>
                <a:lnTo>
                  <a:pt x="0" y="14667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path 61"/>
          <p:cNvSpPr/>
          <p:nvPr/>
        </p:nvSpPr>
        <p:spPr>
          <a:xfrm>
            <a:off x="9716555" y="1750393"/>
            <a:ext cx="24703" cy="6175"/>
          </a:xfrm>
          <a:custGeom>
            <a:avLst/>
            <a:gdLst/>
            <a:ahLst/>
            <a:cxnLst/>
            <a:rect l="l" t="t" r="r" b="b"/>
            <a:pathLst>
              <a:path w="24703" h="6175">
                <a:moveTo>
                  <a:pt x="0" y="0"/>
                </a:moveTo>
                <a:lnTo>
                  <a:pt x="24703" y="0"/>
                </a:lnTo>
                <a:lnTo>
                  <a:pt x="24703" y="6175"/>
                </a:lnTo>
                <a:lnTo>
                  <a:pt x="0" y="617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62"/>
          <p:cNvSpPr/>
          <p:nvPr/>
        </p:nvSpPr>
        <p:spPr>
          <a:xfrm>
            <a:off x="9716555" y="1609896"/>
            <a:ext cx="24703" cy="6176"/>
          </a:xfrm>
          <a:custGeom>
            <a:avLst/>
            <a:gdLst/>
            <a:ahLst/>
            <a:cxnLst/>
            <a:rect l="l" t="t" r="r" b="b"/>
            <a:pathLst>
              <a:path w="24703" h="6176">
                <a:moveTo>
                  <a:pt x="0" y="0"/>
                </a:moveTo>
                <a:lnTo>
                  <a:pt x="24703" y="0"/>
                </a:lnTo>
                <a:lnTo>
                  <a:pt x="24703" y="6176"/>
                </a:lnTo>
                <a:lnTo>
                  <a:pt x="0" y="61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63"/>
          <p:cNvSpPr/>
          <p:nvPr/>
        </p:nvSpPr>
        <p:spPr>
          <a:xfrm>
            <a:off x="8762417" y="1189180"/>
            <a:ext cx="18527" cy="988105"/>
          </a:xfrm>
          <a:custGeom>
            <a:avLst/>
            <a:gdLst/>
            <a:ahLst/>
            <a:cxnLst/>
            <a:rect l="l" t="t" r="r" b="b"/>
            <a:pathLst>
              <a:path w="18527" h="988105">
                <a:moveTo>
                  <a:pt x="0" y="0"/>
                </a:moveTo>
                <a:lnTo>
                  <a:pt x="18527" y="0"/>
                </a:lnTo>
                <a:lnTo>
                  <a:pt x="18527" y="988105"/>
                </a:lnTo>
                <a:lnTo>
                  <a:pt x="0" y="98810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path 64"/>
          <p:cNvSpPr/>
          <p:nvPr/>
        </p:nvSpPr>
        <p:spPr>
          <a:xfrm>
            <a:off x="8771681" y="2168021"/>
            <a:ext cx="957226" cy="18527"/>
          </a:xfrm>
          <a:custGeom>
            <a:avLst/>
            <a:gdLst/>
            <a:ahLst/>
            <a:cxnLst/>
            <a:rect l="l" t="t" r="r" b="b"/>
            <a:pathLst>
              <a:path w="957226" h="18527">
                <a:moveTo>
                  <a:pt x="0" y="0"/>
                </a:moveTo>
                <a:lnTo>
                  <a:pt x="957226" y="0"/>
                </a:lnTo>
                <a:lnTo>
                  <a:pt x="957226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path 65"/>
          <p:cNvSpPr/>
          <p:nvPr/>
        </p:nvSpPr>
        <p:spPr>
          <a:xfrm>
            <a:off x="8771681" y="1179916"/>
            <a:ext cx="957226" cy="18527"/>
          </a:xfrm>
          <a:custGeom>
            <a:avLst/>
            <a:gdLst/>
            <a:ahLst/>
            <a:cxnLst/>
            <a:rect l="l" t="t" r="r" b="b"/>
            <a:pathLst>
              <a:path w="957226" h="18527">
                <a:moveTo>
                  <a:pt x="0" y="0"/>
                </a:moveTo>
                <a:lnTo>
                  <a:pt x="957226" y="0"/>
                </a:lnTo>
                <a:lnTo>
                  <a:pt x="957226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66"/>
          <p:cNvSpPr/>
          <p:nvPr/>
        </p:nvSpPr>
        <p:spPr>
          <a:xfrm>
            <a:off x="10676869" y="1189180"/>
            <a:ext cx="18528" cy="988105"/>
          </a:xfrm>
          <a:custGeom>
            <a:avLst/>
            <a:gdLst/>
            <a:ahLst/>
            <a:cxnLst/>
            <a:rect l="l" t="t" r="r" b="b"/>
            <a:pathLst>
              <a:path w="18528" h="988105">
                <a:moveTo>
                  <a:pt x="0" y="0"/>
                </a:moveTo>
                <a:lnTo>
                  <a:pt x="18528" y="0"/>
                </a:lnTo>
                <a:lnTo>
                  <a:pt x="18528" y="988105"/>
                </a:lnTo>
                <a:lnTo>
                  <a:pt x="0" y="98810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67"/>
          <p:cNvSpPr/>
          <p:nvPr/>
        </p:nvSpPr>
        <p:spPr>
          <a:xfrm>
            <a:off x="9728907" y="2168021"/>
            <a:ext cx="957226" cy="18527"/>
          </a:xfrm>
          <a:custGeom>
            <a:avLst/>
            <a:gdLst/>
            <a:ahLst/>
            <a:cxnLst/>
            <a:rect l="l" t="t" r="r" b="b"/>
            <a:pathLst>
              <a:path w="957226" h="18527">
                <a:moveTo>
                  <a:pt x="0" y="0"/>
                </a:moveTo>
                <a:lnTo>
                  <a:pt x="957226" y="0"/>
                </a:lnTo>
                <a:lnTo>
                  <a:pt x="957226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Editable path 68"/>
          <p:cNvSpPr/>
          <p:nvPr/>
        </p:nvSpPr>
        <p:spPr>
          <a:xfrm>
            <a:off x="9728907" y="1179916"/>
            <a:ext cx="957226" cy="18527"/>
          </a:xfrm>
          <a:custGeom>
            <a:avLst/>
            <a:gdLst/>
            <a:ahLst/>
            <a:cxnLst/>
            <a:rect l="l" t="t" r="r" b="b"/>
            <a:pathLst>
              <a:path w="957226" h="18527">
                <a:moveTo>
                  <a:pt x="0" y="0"/>
                </a:moveTo>
                <a:lnTo>
                  <a:pt x="957226" y="0"/>
                </a:lnTo>
                <a:lnTo>
                  <a:pt x="957226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ditable path 69"/>
          <p:cNvSpPr/>
          <p:nvPr/>
        </p:nvSpPr>
        <p:spPr>
          <a:xfrm>
            <a:off x="8926072" y="1243217"/>
            <a:ext cx="74108" cy="61756"/>
          </a:xfrm>
          <a:custGeom>
            <a:avLst/>
            <a:gdLst/>
            <a:ahLst/>
            <a:cxnLst/>
            <a:rect l="l" t="t" r="r" b="b"/>
            <a:pathLst>
              <a:path w="74108" h="61756">
                <a:moveTo>
                  <a:pt x="0" y="0"/>
                </a:moveTo>
                <a:lnTo>
                  <a:pt x="74108" y="0"/>
                </a:lnTo>
                <a:lnTo>
                  <a:pt x="74108" y="61756"/>
                </a:lnTo>
                <a:lnTo>
                  <a:pt x="0" y="6175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path 70"/>
          <p:cNvSpPr/>
          <p:nvPr/>
        </p:nvSpPr>
        <p:spPr>
          <a:xfrm>
            <a:off x="8955406" y="1266376"/>
            <a:ext cx="15439" cy="15439"/>
          </a:xfrm>
          <a:custGeom>
            <a:avLst/>
            <a:gdLst/>
            <a:ahLst/>
            <a:cxnLst/>
            <a:rect l="l" t="t" r="r" b="b"/>
            <a:pathLst>
              <a:path w="15439" h="15439">
                <a:moveTo>
                  <a:pt x="0" y="0"/>
                </a:moveTo>
                <a:lnTo>
                  <a:pt x="15439" y="0"/>
                </a:lnTo>
                <a:lnTo>
                  <a:pt x="15439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ditable path 71"/>
          <p:cNvSpPr/>
          <p:nvPr/>
        </p:nvSpPr>
        <p:spPr>
          <a:xfrm>
            <a:off x="9481263" y="1243217"/>
            <a:ext cx="74108" cy="61756"/>
          </a:xfrm>
          <a:custGeom>
            <a:avLst/>
            <a:gdLst/>
            <a:ahLst/>
            <a:cxnLst/>
            <a:rect l="l" t="t" r="r" b="b"/>
            <a:pathLst>
              <a:path w="74108" h="61756">
                <a:moveTo>
                  <a:pt x="0" y="0"/>
                </a:moveTo>
                <a:lnTo>
                  <a:pt x="74108" y="0"/>
                </a:lnTo>
                <a:lnTo>
                  <a:pt x="74108" y="61756"/>
                </a:lnTo>
                <a:lnTo>
                  <a:pt x="0" y="6175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ditable path 72"/>
          <p:cNvSpPr/>
          <p:nvPr/>
        </p:nvSpPr>
        <p:spPr>
          <a:xfrm>
            <a:off x="9510598" y="1266376"/>
            <a:ext cx="15439" cy="15439"/>
          </a:xfrm>
          <a:custGeom>
            <a:avLst/>
            <a:gdLst/>
            <a:ahLst/>
            <a:cxnLst/>
            <a:rect l="l" t="t" r="r" b="b"/>
            <a:pathLst>
              <a:path w="15439" h="15439">
                <a:moveTo>
                  <a:pt x="0" y="0"/>
                </a:moveTo>
                <a:lnTo>
                  <a:pt x="15439" y="0"/>
                </a:lnTo>
                <a:lnTo>
                  <a:pt x="15439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ditable path 73"/>
          <p:cNvSpPr/>
          <p:nvPr/>
        </p:nvSpPr>
        <p:spPr>
          <a:xfrm>
            <a:off x="9111342" y="2177285"/>
            <a:ext cx="0" cy="26451"/>
          </a:xfrm>
          <a:custGeom>
            <a:avLst/>
            <a:gdLst/>
            <a:ahLst/>
            <a:cxnLst/>
            <a:rect l="l" t="t" r="r" b="b"/>
            <a:pathLst>
              <a:path w="0" h="26451">
                <a:moveTo>
                  <a:pt x="0" y="0"/>
                </a:moveTo>
                <a:lnTo>
                  <a:pt x="0" y="26451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path 74"/>
          <p:cNvSpPr/>
          <p:nvPr/>
        </p:nvSpPr>
        <p:spPr>
          <a:xfrm>
            <a:off x="9728907" y="2177285"/>
            <a:ext cx="0" cy="26451"/>
          </a:xfrm>
          <a:custGeom>
            <a:avLst/>
            <a:gdLst/>
            <a:ahLst/>
            <a:cxnLst/>
            <a:rect l="l" t="t" r="r" b="b"/>
            <a:pathLst>
              <a:path w="0" h="26451">
                <a:moveTo>
                  <a:pt x="0" y="0"/>
                </a:moveTo>
                <a:lnTo>
                  <a:pt x="0" y="26451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path 75"/>
          <p:cNvSpPr/>
          <p:nvPr/>
        </p:nvSpPr>
        <p:spPr>
          <a:xfrm>
            <a:off x="10346472" y="2177285"/>
            <a:ext cx="0" cy="26451"/>
          </a:xfrm>
          <a:custGeom>
            <a:avLst/>
            <a:gdLst/>
            <a:ahLst/>
            <a:cxnLst/>
            <a:rect l="l" t="t" r="r" b="b"/>
            <a:pathLst>
              <a:path w="0" h="26451">
                <a:moveTo>
                  <a:pt x="0" y="0"/>
                </a:moveTo>
                <a:lnTo>
                  <a:pt x="0" y="26451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Editable path 76"/>
          <p:cNvSpPr/>
          <p:nvPr/>
        </p:nvSpPr>
        <p:spPr>
          <a:xfrm>
            <a:off x="8956950" y="1992015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path 77"/>
          <p:cNvSpPr/>
          <p:nvPr/>
        </p:nvSpPr>
        <p:spPr>
          <a:xfrm>
            <a:off x="8930499" y="1992015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771789" y="1937445"/>
            <a:ext cx="169545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104" name="Editable path 78"/>
          <p:cNvSpPr/>
          <p:nvPr/>
        </p:nvSpPr>
        <p:spPr>
          <a:xfrm>
            <a:off x="8956950" y="1683232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ditable path 79"/>
          <p:cNvSpPr/>
          <p:nvPr/>
        </p:nvSpPr>
        <p:spPr>
          <a:xfrm>
            <a:off x="8930499" y="1683232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853348" y="1628662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07" name="Editable path 80"/>
          <p:cNvSpPr/>
          <p:nvPr/>
        </p:nvSpPr>
        <p:spPr>
          <a:xfrm>
            <a:off x="8956950" y="1374450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Editable path 81"/>
          <p:cNvSpPr/>
          <p:nvPr/>
        </p:nvSpPr>
        <p:spPr>
          <a:xfrm>
            <a:off x="8930499" y="1374450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53348" y="1319880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110" name="Editable path 82"/>
          <p:cNvSpPr/>
          <p:nvPr/>
        </p:nvSpPr>
        <p:spPr>
          <a:xfrm>
            <a:off x="8956950" y="1189180"/>
            <a:ext cx="0" cy="988105"/>
          </a:xfrm>
          <a:custGeom>
            <a:avLst/>
            <a:gdLst/>
            <a:ahLst/>
            <a:cxnLst/>
            <a:rect l="l" t="t" r="r" b="b"/>
            <a:pathLst>
              <a:path w="0" h="988105">
                <a:moveTo>
                  <a:pt x="0" y="988105"/>
                </a:moveTo>
                <a:lnTo>
                  <a:pt x="0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ditable path 83"/>
          <p:cNvSpPr/>
          <p:nvPr/>
        </p:nvSpPr>
        <p:spPr>
          <a:xfrm>
            <a:off x="8956950" y="2177285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Editable path 84"/>
          <p:cNvSpPr/>
          <p:nvPr/>
        </p:nvSpPr>
        <p:spPr>
          <a:xfrm>
            <a:off x="9180630" y="1673744"/>
            <a:ext cx="1028555" cy="263655"/>
          </a:xfrm>
          <a:custGeom>
            <a:avLst/>
            <a:gdLst/>
            <a:ahLst/>
            <a:cxnLst/>
            <a:rect l="l" t="t" r="r" b="b"/>
            <a:pathLst>
              <a:path w="1028555" h="263655">
                <a:moveTo>
                  <a:pt x="47030" y="238219"/>
                </a:moveTo>
                <a:lnTo>
                  <a:pt x="47032" y="238216"/>
                </a:lnTo>
                <a:lnTo>
                  <a:pt x="45646" y="238898"/>
                </a:lnTo>
                <a:lnTo>
                  <a:pt x="37408" y="246116"/>
                </a:lnTo>
                <a:lnTo>
                  <a:pt x="30032" y="256475"/>
                </a:lnTo>
                <a:lnTo>
                  <a:pt x="26995" y="263655"/>
                </a:lnTo>
                <a:lnTo>
                  <a:pt x="27149" y="259435"/>
                </a:lnTo>
                <a:lnTo>
                  <a:pt x="27117" y="232194"/>
                </a:lnTo>
                <a:lnTo>
                  <a:pt x="18578" y="226624"/>
                </a:lnTo>
                <a:lnTo>
                  <a:pt x="10898" y="216794"/>
                </a:lnTo>
                <a:lnTo>
                  <a:pt x="4597" y="202225"/>
                </a:lnTo>
                <a:lnTo>
                  <a:pt x="725" y="183248"/>
                </a:lnTo>
                <a:lnTo>
                  <a:pt x="0" y="159937"/>
                </a:lnTo>
                <a:lnTo>
                  <a:pt x="3137" y="133464"/>
                </a:lnTo>
                <a:lnTo>
                  <a:pt x="10356" y="105831"/>
                </a:lnTo>
                <a:lnTo>
                  <a:pt x="21155" y="79607"/>
                </a:lnTo>
                <a:lnTo>
                  <a:pt x="37084" y="51720"/>
                </a:lnTo>
                <a:lnTo>
                  <a:pt x="50143" y="34899"/>
                </a:lnTo>
                <a:lnTo>
                  <a:pt x="61061" y="27787"/>
                </a:lnTo>
                <a:lnTo>
                  <a:pt x="76507" y="23094"/>
                </a:lnTo>
                <a:lnTo>
                  <a:pt x="149400" y="12402"/>
                </a:lnTo>
                <a:lnTo>
                  <a:pt x="210294" y="6590"/>
                </a:lnTo>
                <a:lnTo>
                  <a:pt x="309696" y="946"/>
                </a:lnTo>
                <a:lnTo>
                  <a:pt x="393423" y="0"/>
                </a:lnTo>
                <a:lnTo>
                  <a:pt x="466535" y="2836"/>
                </a:lnTo>
                <a:lnTo>
                  <a:pt x="527092" y="8642"/>
                </a:lnTo>
                <a:lnTo>
                  <a:pt x="566506" y="16049"/>
                </a:lnTo>
                <a:lnTo>
                  <a:pt x="588495" y="23166"/>
                </a:lnTo>
                <a:lnTo>
                  <a:pt x="611978" y="36464"/>
                </a:lnTo>
                <a:lnTo>
                  <a:pt x="630412" y="51472"/>
                </a:lnTo>
                <a:lnTo>
                  <a:pt x="652562" y="75453"/>
                </a:lnTo>
                <a:lnTo>
                  <a:pt x="695539" y="122758"/>
                </a:lnTo>
                <a:lnTo>
                  <a:pt x="723497" y="147280"/>
                </a:lnTo>
                <a:lnTo>
                  <a:pt x="755555" y="170036"/>
                </a:lnTo>
                <a:lnTo>
                  <a:pt x="789716" y="189434"/>
                </a:lnTo>
                <a:lnTo>
                  <a:pt x="827560" y="206215"/>
                </a:lnTo>
                <a:lnTo>
                  <a:pt x="866843" y="219271"/>
                </a:lnTo>
                <a:lnTo>
                  <a:pt x="909230" y="229010"/>
                </a:lnTo>
                <a:lnTo>
                  <a:pt x="952310" y="234728"/>
                </a:lnTo>
                <a:lnTo>
                  <a:pt x="995744" y="236512"/>
                </a:lnTo>
                <a:lnTo>
                  <a:pt x="1028555" y="235152"/>
                </a:lnTo>
                <a:lnTo>
                  <a:pt x="1026984" y="234919"/>
                </a:lnTo>
              </a:path>
            </a:pathLst>
          </a:custGeom>
          <a:noFill/>
          <a:ln w="2027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Editable path 85"/>
          <p:cNvSpPr/>
          <p:nvPr/>
        </p:nvSpPr>
        <p:spPr>
          <a:xfrm>
            <a:off x="9197528" y="1420637"/>
            <a:ext cx="1095637" cy="318819"/>
          </a:xfrm>
          <a:custGeom>
            <a:avLst/>
            <a:gdLst/>
            <a:ahLst/>
            <a:cxnLst/>
            <a:rect l="l" t="t" r="r" b="b"/>
            <a:pathLst>
              <a:path w="1095637" h="318819">
                <a:moveTo>
                  <a:pt x="0" y="16371"/>
                </a:moveTo>
                <a:lnTo>
                  <a:pt x="7019" y="12540"/>
                </a:lnTo>
                <a:lnTo>
                  <a:pt x="21966" y="2639"/>
                </a:lnTo>
                <a:lnTo>
                  <a:pt x="36027" y="0"/>
                </a:lnTo>
                <a:lnTo>
                  <a:pt x="60780" y="1266"/>
                </a:lnTo>
                <a:lnTo>
                  <a:pt x="63827" y="2124"/>
                </a:lnTo>
                <a:lnTo>
                  <a:pt x="62730" y="21065"/>
                </a:lnTo>
                <a:lnTo>
                  <a:pt x="61220" y="38469"/>
                </a:lnTo>
                <a:lnTo>
                  <a:pt x="63016" y="38428"/>
                </a:lnTo>
                <a:lnTo>
                  <a:pt x="109009" y="43416"/>
                </a:lnTo>
                <a:lnTo>
                  <a:pt x="157680" y="52507"/>
                </a:lnTo>
                <a:lnTo>
                  <a:pt x="205477" y="65389"/>
                </a:lnTo>
                <a:lnTo>
                  <a:pt x="252109" y="82030"/>
                </a:lnTo>
                <a:lnTo>
                  <a:pt x="297240" y="102403"/>
                </a:lnTo>
                <a:lnTo>
                  <a:pt x="338729" y="125384"/>
                </a:lnTo>
                <a:lnTo>
                  <a:pt x="378252" y="151695"/>
                </a:lnTo>
                <a:lnTo>
                  <a:pt x="417165" y="182377"/>
                </a:lnTo>
                <a:lnTo>
                  <a:pt x="458280" y="220009"/>
                </a:lnTo>
                <a:lnTo>
                  <a:pt x="488767" y="247604"/>
                </a:lnTo>
                <a:lnTo>
                  <a:pt x="502801" y="253566"/>
                </a:lnTo>
                <a:lnTo>
                  <a:pt x="523715" y="257755"/>
                </a:lnTo>
                <a:lnTo>
                  <a:pt x="598383" y="268805"/>
                </a:lnTo>
                <a:lnTo>
                  <a:pt x="702232" y="279105"/>
                </a:lnTo>
                <a:lnTo>
                  <a:pt x="795408" y="290172"/>
                </a:lnTo>
                <a:lnTo>
                  <a:pt x="881126" y="304778"/>
                </a:lnTo>
                <a:lnTo>
                  <a:pt x="958271" y="317184"/>
                </a:lnTo>
                <a:lnTo>
                  <a:pt x="994712" y="318819"/>
                </a:lnTo>
                <a:lnTo>
                  <a:pt x="1015832" y="316832"/>
                </a:lnTo>
                <a:lnTo>
                  <a:pt x="1035480" y="309485"/>
                </a:lnTo>
                <a:lnTo>
                  <a:pt x="1050922" y="300196"/>
                </a:lnTo>
                <a:lnTo>
                  <a:pt x="1063947" y="287983"/>
                </a:lnTo>
                <a:lnTo>
                  <a:pt x="1075608" y="271305"/>
                </a:lnTo>
                <a:lnTo>
                  <a:pt x="1084814" y="251109"/>
                </a:lnTo>
                <a:lnTo>
                  <a:pt x="1091995" y="224855"/>
                </a:lnTo>
                <a:lnTo>
                  <a:pt x="1095637" y="195958"/>
                </a:lnTo>
                <a:lnTo>
                  <a:pt x="1095502" y="166017"/>
                </a:lnTo>
                <a:lnTo>
                  <a:pt x="1091342" y="136400"/>
                </a:lnTo>
                <a:lnTo>
                  <a:pt x="1083447" y="109552"/>
                </a:lnTo>
                <a:lnTo>
                  <a:pt x="1072738" y="86923"/>
                </a:lnTo>
                <a:lnTo>
                  <a:pt x="1059272" y="67740"/>
                </a:lnTo>
                <a:lnTo>
                  <a:pt x="1044124" y="53050"/>
                </a:lnTo>
                <a:lnTo>
                  <a:pt x="1027903" y="42774"/>
                </a:lnTo>
                <a:lnTo>
                  <a:pt x="1010741" y="36712"/>
                </a:lnTo>
                <a:lnTo>
                  <a:pt x="1009796" y="36481"/>
                </a:lnTo>
                <a:lnTo>
                  <a:pt x="1009813" y="37126"/>
                </a:lnTo>
              </a:path>
            </a:pathLst>
          </a:custGeom>
          <a:noFill/>
          <a:ln w="2027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Editable path 86"/>
          <p:cNvSpPr/>
          <p:nvPr/>
        </p:nvSpPr>
        <p:spPr>
          <a:xfrm>
            <a:off x="9234007" y="1682788"/>
            <a:ext cx="973733" cy="34596"/>
          </a:xfrm>
          <a:custGeom>
            <a:avLst/>
            <a:gdLst/>
            <a:ahLst/>
            <a:cxnLst/>
            <a:rect l="l" t="t" r="r" b="b"/>
            <a:pathLst>
              <a:path w="973733" h="34596">
                <a:moveTo>
                  <a:pt x="49" y="0"/>
                </a:moveTo>
                <a:lnTo>
                  <a:pt x="0" y="342"/>
                </a:lnTo>
                <a:lnTo>
                  <a:pt x="3639" y="52"/>
                </a:lnTo>
                <a:lnTo>
                  <a:pt x="340218" y="4396"/>
                </a:lnTo>
                <a:lnTo>
                  <a:pt x="493031" y="7336"/>
                </a:lnTo>
                <a:lnTo>
                  <a:pt x="574446" y="13081"/>
                </a:lnTo>
                <a:lnTo>
                  <a:pt x="662459" y="23182"/>
                </a:lnTo>
                <a:lnTo>
                  <a:pt x="764296" y="34352"/>
                </a:lnTo>
                <a:lnTo>
                  <a:pt x="809732" y="34596"/>
                </a:lnTo>
                <a:lnTo>
                  <a:pt x="840940" y="30148"/>
                </a:lnTo>
                <a:lnTo>
                  <a:pt x="940197" y="8046"/>
                </a:lnTo>
                <a:lnTo>
                  <a:pt x="973733" y="643"/>
                </a:lnTo>
                <a:lnTo>
                  <a:pt x="973551" y="437"/>
                </a:lnTo>
              </a:path>
            </a:pathLst>
          </a:custGeom>
          <a:noFill/>
          <a:ln w="2909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Editable path 87"/>
          <p:cNvSpPr/>
          <p:nvPr/>
        </p:nvSpPr>
        <p:spPr>
          <a:xfrm>
            <a:off x="9234014" y="1682757"/>
            <a:ext cx="973506" cy="35009"/>
          </a:xfrm>
          <a:custGeom>
            <a:avLst/>
            <a:gdLst/>
            <a:ahLst/>
            <a:cxnLst/>
            <a:rect l="l" t="t" r="r" b="b"/>
            <a:pathLst>
              <a:path w="973506" h="35009">
                <a:moveTo>
                  <a:pt x="0" y="0"/>
                </a:moveTo>
                <a:lnTo>
                  <a:pt x="551099" y="11026"/>
                </a:lnTo>
                <a:lnTo>
                  <a:pt x="631619" y="19405"/>
                </a:lnTo>
                <a:lnTo>
                  <a:pt x="777183" y="35009"/>
                </a:lnTo>
                <a:lnTo>
                  <a:pt x="812648" y="34388"/>
                </a:lnTo>
                <a:lnTo>
                  <a:pt x="844140" y="29479"/>
                </a:lnTo>
                <a:lnTo>
                  <a:pt x="973506" y="475"/>
                </a:lnTo>
              </a:path>
            </a:pathLst>
          </a:custGeom>
          <a:noFill/>
          <a:ln w="28214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Editable path 88"/>
          <p:cNvSpPr/>
          <p:nvPr/>
        </p:nvSpPr>
        <p:spPr>
          <a:xfrm>
            <a:off x="9202264" y="1650998"/>
            <a:ext cx="63582" cy="63581"/>
          </a:xfrm>
          <a:custGeom>
            <a:avLst/>
            <a:gdLst/>
            <a:ahLst/>
            <a:cxnLst/>
            <a:rect l="l" t="t" r="r" b="b"/>
            <a:pathLst>
              <a:path w="63582" h="63581">
                <a:moveTo>
                  <a:pt x="31792" y="63581"/>
                </a:moveTo>
                <a:lnTo>
                  <a:pt x="33891" y="63512"/>
                </a:lnTo>
                <a:lnTo>
                  <a:pt x="35970" y="63305"/>
                </a:lnTo>
                <a:lnTo>
                  <a:pt x="38022" y="62965"/>
                </a:lnTo>
                <a:lnTo>
                  <a:pt x="40042" y="62492"/>
                </a:lnTo>
                <a:lnTo>
                  <a:pt x="42022" y="61890"/>
                </a:lnTo>
                <a:lnTo>
                  <a:pt x="43957" y="61161"/>
                </a:lnTo>
                <a:lnTo>
                  <a:pt x="45841" y="60308"/>
                </a:lnTo>
                <a:lnTo>
                  <a:pt x="47667" y="59333"/>
                </a:lnTo>
                <a:lnTo>
                  <a:pt x="49429" y="58240"/>
                </a:lnTo>
                <a:lnTo>
                  <a:pt x="51121" y="57029"/>
                </a:lnTo>
                <a:lnTo>
                  <a:pt x="52737" y="55705"/>
                </a:lnTo>
                <a:lnTo>
                  <a:pt x="54271" y="54269"/>
                </a:lnTo>
                <a:lnTo>
                  <a:pt x="55707" y="52736"/>
                </a:lnTo>
                <a:lnTo>
                  <a:pt x="57031" y="51120"/>
                </a:lnTo>
                <a:lnTo>
                  <a:pt x="58241" y="49428"/>
                </a:lnTo>
                <a:lnTo>
                  <a:pt x="59335" y="47665"/>
                </a:lnTo>
                <a:lnTo>
                  <a:pt x="60309" y="45840"/>
                </a:lnTo>
                <a:lnTo>
                  <a:pt x="61162" y="43956"/>
                </a:lnTo>
                <a:lnTo>
                  <a:pt x="61891" y="42021"/>
                </a:lnTo>
                <a:lnTo>
                  <a:pt x="62493" y="40041"/>
                </a:lnTo>
                <a:lnTo>
                  <a:pt x="62966" y="38021"/>
                </a:lnTo>
                <a:lnTo>
                  <a:pt x="63306" y="35969"/>
                </a:lnTo>
                <a:lnTo>
                  <a:pt x="63513" y="33890"/>
                </a:lnTo>
                <a:lnTo>
                  <a:pt x="63582" y="31790"/>
                </a:lnTo>
                <a:lnTo>
                  <a:pt x="63513" y="29691"/>
                </a:lnTo>
                <a:lnTo>
                  <a:pt x="63306" y="27612"/>
                </a:lnTo>
                <a:lnTo>
                  <a:pt x="62966" y="25559"/>
                </a:lnTo>
                <a:lnTo>
                  <a:pt x="62493" y="23540"/>
                </a:lnTo>
                <a:lnTo>
                  <a:pt x="61891" y="21560"/>
                </a:lnTo>
                <a:lnTo>
                  <a:pt x="61162" y="19625"/>
                </a:lnTo>
                <a:lnTo>
                  <a:pt x="60309" y="17741"/>
                </a:lnTo>
                <a:lnTo>
                  <a:pt x="59335" y="15915"/>
                </a:lnTo>
                <a:lnTo>
                  <a:pt x="58241" y="14153"/>
                </a:lnTo>
                <a:lnTo>
                  <a:pt x="57031" y="12460"/>
                </a:lnTo>
                <a:lnTo>
                  <a:pt x="55707" y="10844"/>
                </a:lnTo>
                <a:lnTo>
                  <a:pt x="54271" y="9311"/>
                </a:lnTo>
                <a:lnTo>
                  <a:pt x="52737" y="7875"/>
                </a:lnTo>
                <a:lnTo>
                  <a:pt x="51121" y="6551"/>
                </a:lnTo>
                <a:lnTo>
                  <a:pt x="49429" y="5341"/>
                </a:lnTo>
                <a:lnTo>
                  <a:pt x="47667" y="4247"/>
                </a:lnTo>
                <a:lnTo>
                  <a:pt x="45841" y="3272"/>
                </a:lnTo>
                <a:lnTo>
                  <a:pt x="43957" y="2419"/>
                </a:lnTo>
                <a:lnTo>
                  <a:pt x="42022" y="1691"/>
                </a:lnTo>
                <a:lnTo>
                  <a:pt x="40042" y="1089"/>
                </a:lnTo>
                <a:lnTo>
                  <a:pt x="38022" y="616"/>
                </a:lnTo>
                <a:lnTo>
                  <a:pt x="35970" y="275"/>
                </a:lnTo>
                <a:lnTo>
                  <a:pt x="33891" y="69"/>
                </a:lnTo>
                <a:lnTo>
                  <a:pt x="31792" y="0"/>
                </a:lnTo>
                <a:lnTo>
                  <a:pt x="29692" y="69"/>
                </a:lnTo>
                <a:lnTo>
                  <a:pt x="27613" y="275"/>
                </a:lnTo>
                <a:lnTo>
                  <a:pt x="25561" y="616"/>
                </a:lnTo>
                <a:lnTo>
                  <a:pt x="23541" y="1089"/>
                </a:lnTo>
                <a:lnTo>
                  <a:pt x="21561" y="1691"/>
                </a:lnTo>
                <a:lnTo>
                  <a:pt x="19626" y="2419"/>
                </a:lnTo>
                <a:lnTo>
                  <a:pt x="17742" y="3272"/>
                </a:lnTo>
                <a:lnTo>
                  <a:pt x="15916" y="4247"/>
                </a:lnTo>
                <a:lnTo>
                  <a:pt x="14154" y="5341"/>
                </a:lnTo>
                <a:lnTo>
                  <a:pt x="12462" y="6551"/>
                </a:lnTo>
                <a:lnTo>
                  <a:pt x="10846" y="7875"/>
                </a:lnTo>
                <a:lnTo>
                  <a:pt x="9312" y="9311"/>
                </a:lnTo>
                <a:lnTo>
                  <a:pt x="7877" y="10844"/>
                </a:lnTo>
                <a:lnTo>
                  <a:pt x="6552" y="12460"/>
                </a:lnTo>
                <a:lnTo>
                  <a:pt x="5342" y="14153"/>
                </a:lnTo>
                <a:lnTo>
                  <a:pt x="4248" y="15915"/>
                </a:lnTo>
                <a:lnTo>
                  <a:pt x="3274" y="17741"/>
                </a:lnTo>
                <a:lnTo>
                  <a:pt x="2421" y="19625"/>
                </a:lnTo>
                <a:lnTo>
                  <a:pt x="1692" y="21560"/>
                </a:lnTo>
                <a:lnTo>
                  <a:pt x="1090" y="23540"/>
                </a:lnTo>
                <a:lnTo>
                  <a:pt x="617" y="25559"/>
                </a:lnTo>
                <a:lnTo>
                  <a:pt x="276" y="27612"/>
                </a:lnTo>
                <a:lnTo>
                  <a:pt x="70" y="29691"/>
                </a:lnTo>
                <a:lnTo>
                  <a:pt x="0" y="31790"/>
                </a:lnTo>
                <a:lnTo>
                  <a:pt x="70" y="33890"/>
                </a:lnTo>
                <a:lnTo>
                  <a:pt x="276" y="35969"/>
                </a:lnTo>
                <a:lnTo>
                  <a:pt x="617" y="38021"/>
                </a:lnTo>
                <a:lnTo>
                  <a:pt x="1090" y="40041"/>
                </a:lnTo>
                <a:lnTo>
                  <a:pt x="1692" y="42021"/>
                </a:lnTo>
                <a:lnTo>
                  <a:pt x="2421" y="43956"/>
                </a:lnTo>
                <a:lnTo>
                  <a:pt x="3274" y="45840"/>
                </a:lnTo>
                <a:lnTo>
                  <a:pt x="4248" y="47665"/>
                </a:lnTo>
                <a:lnTo>
                  <a:pt x="5342" y="49428"/>
                </a:lnTo>
                <a:lnTo>
                  <a:pt x="6552" y="51120"/>
                </a:lnTo>
                <a:lnTo>
                  <a:pt x="7877" y="52736"/>
                </a:lnTo>
                <a:lnTo>
                  <a:pt x="9312" y="54269"/>
                </a:lnTo>
                <a:lnTo>
                  <a:pt x="10846" y="55705"/>
                </a:lnTo>
                <a:lnTo>
                  <a:pt x="12462" y="57029"/>
                </a:lnTo>
                <a:lnTo>
                  <a:pt x="14154" y="58240"/>
                </a:lnTo>
                <a:lnTo>
                  <a:pt x="15916" y="59333"/>
                </a:lnTo>
                <a:lnTo>
                  <a:pt x="17742" y="60308"/>
                </a:lnTo>
                <a:lnTo>
                  <a:pt x="19626" y="61161"/>
                </a:lnTo>
                <a:lnTo>
                  <a:pt x="21561" y="61890"/>
                </a:lnTo>
                <a:lnTo>
                  <a:pt x="23541" y="62492"/>
                </a:lnTo>
                <a:lnTo>
                  <a:pt x="25561" y="62965"/>
                </a:lnTo>
                <a:lnTo>
                  <a:pt x="27613" y="63305"/>
                </a:lnTo>
                <a:lnTo>
                  <a:pt x="29692" y="63512"/>
                </a:lnTo>
                <a:lnTo>
                  <a:pt x="31792" y="63581"/>
                </a:lnTo>
                <a:close/>
              </a:path>
            </a:pathLst>
          </a:custGeom>
          <a:solidFill>
            <a:srgbClr val="FFFFFF"/>
          </a:solidFill>
          <a:ln w="141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Editable path 89"/>
          <p:cNvSpPr/>
          <p:nvPr/>
        </p:nvSpPr>
        <p:spPr>
          <a:xfrm>
            <a:off x="10170056" y="1643794"/>
            <a:ext cx="75004" cy="71332"/>
          </a:xfrm>
          <a:custGeom>
            <a:avLst/>
            <a:gdLst/>
            <a:ahLst/>
            <a:cxnLst/>
            <a:rect l="l" t="t" r="r" b="b"/>
            <a:pathLst>
              <a:path w="75004" h="71332">
                <a:moveTo>
                  <a:pt x="37502" y="0"/>
                </a:moveTo>
                <a:lnTo>
                  <a:pt x="28649" y="27246"/>
                </a:lnTo>
                <a:lnTo>
                  <a:pt x="0" y="27246"/>
                </a:lnTo>
                <a:lnTo>
                  <a:pt x="23177" y="44086"/>
                </a:lnTo>
                <a:lnTo>
                  <a:pt x="14325" y="71332"/>
                </a:lnTo>
                <a:lnTo>
                  <a:pt x="37502" y="54493"/>
                </a:lnTo>
                <a:lnTo>
                  <a:pt x="60679" y="71332"/>
                </a:lnTo>
                <a:lnTo>
                  <a:pt x="51826" y="44086"/>
                </a:lnTo>
                <a:lnTo>
                  <a:pt x="75004" y="27246"/>
                </a:lnTo>
                <a:lnTo>
                  <a:pt x="46355" y="27246"/>
                </a:lnTo>
                <a:lnTo>
                  <a:pt x="37502" y="0"/>
                </a:lnTo>
                <a:close/>
              </a:path>
            </a:pathLst>
          </a:custGeom>
          <a:solidFill>
            <a:srgbClr val="FF9500"/>
          </a:solidFill>
          <a:ln w="1763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Editable path 90"/>
          <p:cNvSpPr/>
          <p:nvPr/>
        </p:nvSpPr>
        <p:spPr>
          <a:xfrm>
            <a:off x="9229361" y="1697638"/>
            <a:ext cx="39363" cy="12364"/>
          </a:xfrm>
          <a:custGeom>
            <a:avLst/>
            <a:gdLst/>
            <a:ahLst/>
            <a:cxnLst/>
            <a:rect l="l" t="t" r="r" b="b"/>
            <a:pathLst>
              <a:path w="39363" h="12364">
                <a:moveTo>
                  <a:pt x="0" y="12364"/>
                </a:moveTo>
                <a:lnTo>
                  <a:pt x="4645" y="10905"/>
                </a:lnTo>
                <a:lnTo>
                  <a:pt x="9042" y="9524"/>
                </a:lnTo>
                <a:lnTo>
                  <a:pt x="13191" y="8221"/>
                </a:lnTo>
                <a:lnTo>
                  <a:pt x="17092" y="6995"/>
                </a:lnTo>
                <a:lnTo>
                  <a:pt x="20744" y="5848"/>
                </a:lnTo>
                <a:lnTo>
                  <a:pt x="24149" y="4779"/>
                </a:lnTo>
                <a:lnTo>
                  <a:pt x="27305" y="3788"/>
                </a:lnTo>
                <a:lnTo>
                  <a:pt x="30213" y="2874"/>
                </a:lnTo>
                <a:lnTo>
                  <a:pt x="32872" y="2039"/>
                </a:lnTo>
                <a:lnTo>
                  <a:pt x="35284" y="1281"/>
                </a:lnTo>
                <a:lnTo>
                  <a:pt x="37447" y="602"/>
                </a:lnTo>
                <a:lnTo>
                  <a:pt x="39363" y="0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Editable path 91"/>
          <p:cNvSpPr/>
          <p:nvPr/>
        </p:nvSpPr>
        <p:spPr>
          <a:xfrm>
            <a:off x="9220447" y="1689882"/>
            <a:ext cx="48277" cy="41723"/>
          </a:xfrm>
          <a:custGeom>
            <a:avLst/>
            <a:gdLst/>
            <a:ahLst/>
            <a:cxnLst/>
            <a:rect l="l" t="t" r="r" b="b"/>
            <a:pathLst>
              <a:path w="48277" h="41723">
                <a:moveTo>
                  <a:pt x="0" y="0"/>
                </a:moveTo>
                <a:lnTo>
                  <a:pt x="48277" y="7756"/>
                </a:lnTo>
                <a:lnTo>
                  <a:pt x="13106" y="41723"/>
                </a:lnTo>
                <a:lnTo>
                  <a:pt x="0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Editable path 92"/>
          <p:cNvSpPr/>
          <p:nvPr/>
        </p:nvSpPr>
        <p:spPr>
          <a:xfrm>
            <a:off x="9857539" y="1777238"/>
            <a:ext cx="29787" cy="28302"/>
          </a:xfrm>
          <a:custGeom>
            <a:avLst/>
            <a:gdLst/>
            <a:ahLst/>
            <a:cxnLst/>
            <a:rect l="l" t="t" r="r" b="b"/>
            <a:pathLst>
              <a:path w="29787" h="28302">
                <a:moveTo>
                  <a:pt x="0" y="0"/>
                </a:moveTo>
                <a:lnTo>
                  <a:pt x="3519" y="3344"/>
                </a:lnTo>
                <a:lnTo>
                  <a:pt x="6850" y="6509"/>
                </a:lnTo>
                <a:lnTo>
                  <a:pt x="9992" y="9494"/>
                </a:lnTo>
                <a:lnTo>
                  <a:pt x="12946" y="12301"/>
                </a:lnTo>
                <a:lnTo>
                  <a:pt x="15711" y="14928"/>
                </a:lnTo>
                <a:lnTo>
                  <a:pt x="18288" y="17376"/>
                </a:lnTo>
                <a:lnTo>
                  <a:pt x="20676" y="19645"/>
                </a:lnTo>
                <a:lnTo>
                  <a:pt x="22875" y="21735"/>
                </a:lnTo>
                <a:lnTo>
                  <a:pt x="24886" y="23645"/>
                </a:lnTo>
                <a:lnTo>
                  <a:pt x="26708" y="25377"/>
                </a:lnTo>
                <a:lnTo>
                  <a:pt x="28342" y="26929"/>
                </a:lnTo>
                <a:lnTo>
                  <a:pt x="29787" y="28302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Editable path 93"/>
          <p:cNvSpPr/>
          <p:nvPr/>
        </p:nvSpPr>
        <p:spPr>
          <a:xfrm>
            <a:off x="9840559" y="1759564"/>
            <a:ext cx="46767" cy="45976"/>
          </a:xfrm>
          <a:custGeom>
            <a:avLst/>
            <a:gdLst/>
            <a:ahLst/>
            <a:cxnLst/>
            <a:rect l="l" t="t" r="r" b="b"/>
            <a:pathLst>
              <a:path w="46767" h="45976">
                <a:moveTo>
                  <a:pt x="30124" y="0"/>
                </a:moveTo>
                <a:lnTo>
                  <a:pt x="46767" y="45976"/>
                </a:lnTo>
                <a:lnTo>
                  <a:pt x="0" y="31704"/>
                </a:lnTo>
                <a:lnTo>
                  <a:pt x="30124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Editable path 94"/>
          <p:cNvSpPr/>
          <p:nvPr/>
        </p:nvSpPr>
        <p:spPr>
          <a:xfrm>
            <a:off x="9461075" y="1507404"/>
            <a:ext cx="38757" cy="18975"/>
          </a:xfrm>
          <a:custGeom>
            <a:avLst/>
            <a:gdLst/>
            <a:ahLst/>
            <a:cxnLst/>
            <a:rect l="l" t="t" r="r" b="b"/>
            <a:pathLst>
              <a:path w="38757" h="18975">
                <a:moveTo>
                  <a:pt x="0" y="0"/>
                </a:moveTo>
                <a:lnTo>
                  <a:pt x="4515" y="2210"/>
                </a:lnTo>
                <a:lnTo>
                  <a:pt x="8796" y="4306"/>
                </a:lnTo>
                <a:lnTo>
                  <a:pt x="12843" y="6288"/>
                </a:lnTo>
                <a:lnTo>
                  <a:pt x="16657" y="8155"/>
                </a:lnTo>
                <a:lnTo>
                  <a:pt x="20237" y="9908"/>
                </a:lnTo>
                <a:lnTo>
                  <a:pt x="23584" y="11546"/>
                </a:lnTo>
                <a:lnTo>
                  <a:pt x="26697" y="13070"/>
                </a:lnTo>
                <a:lnTo>
                  <a:pt x="29576" y="14480"/>
                </a:lnTo>
                <a:lnTo>
                  <a:pt x="32222" y="15775"/>
                </a:lnTo>
                <a:lnTo>
                  <a:pt x="34634" y="16956"/>
                </a:lnTo>
                <a:lnTo>
                  <a:pt x="36812" y="18023"/>
                </a:lnTo>
                <a:lnTo>
                  <a:pt x="38757" y="18975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Editable path 95"/>
          <p:cNvSpPr/>
          <p:nvPr/>
        </p:nvSpPr>
        <p:spPr>
          <a:xfrm>
            <a:off x="9450938" y="1487509"/>
            <a:ext cx="48894" cy="39279"/>
          </a:xfrm>
          <a:custGeom>
            <a:avLst/>
            <a:gdLst/>
            <a:ahLst/>
            <a:cxnLst/>
            <a:rect l="l" t="t" r="r" b="b"/>
            <a:pathLst>
              <a:path w="48894" h="39279">
                <a:moveTo>
                  <a:pt x="19230" y="0"/>
                </a:moveTo>
                <a:lnTo>
                  <a:pt x="48894" y="38870"/>
                </a:lnTo>
                <a:lnTo>
                  <a:pt x="0" y="39279"/>
                </a:lnTo>
                <a:lnTo>
                  <a:pt x="19230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Editable path 96"/>
          <p:cNvSpPr/>
          <p:nvPr/>
        </p:nvSpPr>
        <p:spPr>
          <a:xfrm>
            <a:off x="10133399" y="1735029"/>
            <a:ext cx="43648" cy="3060"/>
          </a:xfrm>
          <a:custGeom>
            <a:avLst/>
            <a:gdLst/>
            <a:ahLst/>
            <a:cxnLst/>
            <a:rect l="l" t="t" r="r" b="b"/>
            <a:pathLst>
              <a:path w="43648" h="3060">
                <a:moveTo>
                  <a:pt x="0" y="0"/>
                </a:moveTo>
                <a:lnTo>
                  <a:pt x="5065" y="355"/>
                </a:lnTo>
                <a:lnTo>
                  <a:pt x="9870" y="692"/>
                </a:lnTo>
                <a:lnTo>
                  <a:pt x="14416" y="1010"/>
                </a:lnTo>
                <a:lnTo>
                  <a:pt x="18702" y="1311"/>
                </a:lnTo>
                <a:lnTo>
                  <a:pt x="22728" y="1593"/>
                </a:lnTo>
                <a:lnTo>
                  <a:pt x="26495" y="1857"/>
                </a:lnTo>
                <a:lnTo>
                  <a:pt x="30003" y="2103"/>
                </a:lnTo>
                <a:lnTo>
                  <a:pt x="33251" y="2331"/>
                </a:lnTo>
                <a:lnTo>
                  <a:pt x="36239" y="2541"/>
                </a:lnTo>
                <a:lnTo>
                  <a:pt x="38968" y="2732"/>
                </a:lnTo>
                <a:lnTo>
                  <a:pt x="41438" y="2905"/>
                </a:lnTo>
                <a:lnTo>
                  <a:pt x="43648" y="3060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Editable path 97"/>
          <p:cNvSpPr/>
          <p:nvPr/>
        </p:nvSpPr>
        <p:spPr>
          <a:xfrm>
            <a:off x="10131891" y="1713217"/>
            <a:ext cx="45156" cy="43626"/>
          </a:xfrm>
          <a:custGeom>
            <a:avLst/>
            <a:gdLst/>
            <a:ahLst/>
            <a:cxnLst/>
            <a:rect l="l" t="t" r="r" b="b"/>
            <a:pathLst>
              <a:path w="45156" h="43626">
                <a:moveTo>
                  <a:pt x="3059" y="0"/>
                </a:moveTo>
                <a:lnTo>
                  <a:pt x="45156" y="24872"/>
                </a:lnTo>
                <a:lnTo>
                  <a:pt x="0" y="43626"/>
                </a:lnTo>
                <a:lnTo>
                  <a:pt x="3059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Editable path 98"/>
          <p:cNvSpPr/>
          <p:nvPr/>
        </p:nvSpPr>
        <p:spPr>
          <a:xfrm>
            <a:off x="9551665" y="1687117"/>
            <a:ext cx="43777" cy="282"/>
          </a:xfrm>
          <a:custGeom>
            <a:avLst/>
            <a:gdLst/>
            <a:ahLst/>
            <a:cxnLst/>
            <a:rect l="l" t="t" r="r" b="b"/>
            <a:pathLst>
              <a:path w="43777" h="282">
                <a:moveTo>
                  <a:pt x="0" y="0"/>
                </a:moveTo>
                <a:lnTo>
                  <a:pt x="5079" y="32"/>
                </a:lnTo>
                <a:lnTo>
                  <a:pt x="9898" y="63"/>
                </a:lnTo>
                <a:lnTo>
                  <a:pt x="14456" y="93"/>
                </a:lnTo>
                <a:lnTo>
                  <a:pt x="18755" y="120"/>
                </a:lnTo>
                <a:lnTo>
                  <a:pt x="22793" y="146"/>
                </a:lnTo>
                <a:lnTo>
                  <a:pt x="26571" y="171"/>
                </a:lnTo>
                <a:lnTo>
                  <a:pt x="30089" y="193"/>
                </a:lnTo>
                <a:lnTo>
                  <a:pt x="33347" y="214"/>
                </a:lnTo>
                <a:lnTo>
                  <a:pt x="36345" y="234"/>
                </a:lnTo>
                <a:lnTo>
                  <a:pt x="39083" y="251"/>
                </a:lnTo>
                <a:lnTo>
                  <a:pt x="41560" y="267"/>
                </a:lnTo>
                <a:lnTo>
                  <a:pt x="43777" y="282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Editable path 99"/>
          <p:cNvSpPr/>
          <p:nvPr/>
        </p:nvSpPr>
        <p:spPr>
          <a:xfrm>
            <a:off x="9551569" y="1665251"/>
            <a:ext cx="43873" cy="43732"/>
          </a:xfrm>
          <a:custGeom>
            <a:avLst/>
            <a:gdLst/>
            <a:ahLst/>
            <a:cxnLst/>
            <a:rect l="l" t="t" r="r" b="b"/>
            <a:pathLst>
              <a:path w="43873" h="43732">
                <a:moveTo>
                  <a:pt x="282" y="0"/>
                </a:moveTo>
                <a:lnTo>
                  <a:pt x="43873" y="22148"/>
                </a:lnTo>
                <a:lnTo>
                  <a:pt x="0" y="43732"/>
                </a:lnTo>
                <a:lnTo>
                  <a:pt x="282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Editable path 100"/>
          <p:cNvSpPr/>
          <p:nvPr/>
        </p:nvSpPr>
        <p:spPr>
          <a:xfrm>
            <a:off x="10028487" y="1712399"/>
            <a:ext cx="42167" cy="5610"/>
          </a:xfrm>
          <a:custGeom>
            <a:avLst/>
            <a:gdLst/>
            <a:ahLst/>
            <a:cxnLst/>
            <a:rect l="l" t="t" r="r" b="b"/>
            <a:pathLst>
              <a:path w="42167" h="5610">
                <a:moveTo>
                  <a:pt x="0" y="5610"/>
                </a:moveTo>
                <a:lnTo>
                  <a:pt x="4932" y="4954"/>
                </a:lnTo>
                <a:lnTo>
                  <a:pt x="9606" y="4332"/>
                </a:lnTo>
                <a:lnTo>
                  <a:pt x="14023" y="3744"/>
                </a:lnTo>
                <a:lnTo>
                  <a:pt x="18181" y="3191"/>
                </a:lnTo>
                <a:lnTo>
                  <a:pt x="22082" y="2672"/>
                </a:lnTo>
                <a:lnTo>
                  <a:pt x="25725" y="2188"/>
                </a:lnTo>
                <a:lnTo>
                  <a:pt x="29110" y="1737"/>
                </a:lnTo>
                <a:lnTo>
                  <a:pt x="32237" y="1321"/>
                </a:lnTo>
                <a:lnTo>
                  <a:pt x="35106" y="940"/>
                </a:lnTo>
                <a:lnTo>
                  <a:pt x="37718" y="592"/>
                </a:lnTo>
                <a:lnTo>
                  <a:pt x="40071" y="279"/>
                </a:lnTo>
                <a:lnTo>
                  <a:pt x="42167" y="0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Editable path 101"/>
          <p:cNvSpPr/>
          <p:nvPr/>
        </p:nvSpPr>
        <p:spPr>
          <a:xfrm>
            <a:off x="10024419" y="1696491"/>
            <a:ext cx="46235" cy="43351"/>
          </a:xfrm>
          <a:custGeom>
            <a:avLst/>
            <a:gdLst/>
            <a:ahLst/>
            <a:cxnLst/>
            <a:rect l="l" t="t" r="r" b="b"/>
            <a:pathLst>
              <a:path w="46235" h="43351">
                <a:moveTo>
                  <a:pt x="0" y="0"/>
                </a:moveTo>
                <a:lnTo>
                  <a:pt x="46235" y="15908"/>
                </a:lnTo>
                <a:lnTo>
                  <a:pt x="5767" y="43351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Editable path 102"/>
          <p:cNvSpPr/>
          <p:nvPr/>
        </p:nvSpPr>
        <p:spPr>
          <a:xfrm>
            <a:off x="9742642" y="1690892"/>
            <a:ext cx="42807" cy="3174"/>
          </a:xfrm>
          <a:custGeom>
            <a:avLst/>
            <a:gdLst/>
            <a:ahLst/>
            <a:cxnLst/>
            <a:rect l="l" t="t" r="r" b="b"/>
            <a:pathLst>
              <a:path w="42807" h="3174">
                <a:moveTo>
                  <a:pt x="0" y="0"/>
                </a:moveTo>
                <a:lnTo>
                  <a:pt x="4994" y="370"/>
                </a:lnTo>
                <a:lnTo>
                  <a:pt x="9728" y="721"/>
                </a:lnTo>
                <a:lnTo>
                  <a:pt x="14204" y="1053"/>
                </a:lnTo>
                <a:lnTo>
                  <a:pt x="18419" y="1366"/>
                </a:lnTo>
                <a:lnTo>
                  <a:pt x="22376" y="1659"/>
                </a:lnTo>
                <a:lnTo>
                  <a:pt x="26073" y="1933"/>
                </a:lnTo>
                <a:lnTo>
                  <a:pt x="29510" y="2188"/>
                </a:lnTo>
                <a:lnTo>
                  <a:pt x="32689" y="2424"/>
                </a:lnTo>
                <a:lnTo>
                  <a:pt x="35607" y="2640"/>
                </a:lnTo>
                <a:lnTo>
                  <a:pt x="38266" y="2837"/>
                </a:lnTo>
                <a:lnTo>
                  <a:pt x="40666" y="3015"/>
                </a:lnTo>
                <a:lnTo>
                  <a:pt x="42807" y="3174"/>
                </a:lnTo>
              </a:path>
            </a:pathLst>
          </a:custGeom>
          <a:noFill/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Editable path 103"/>
          <p:cNvSpPr/>
          <p:nvPr/>
        </p:nvSpPr>
        <p:spPr>
          <a:xfrm>
            <a:off x="9740219" y="1669026"/>
            <a:ext cx="45230" cy="43614"/>
          </a:xfrm>
          <a:custGeom>
            <a:avLst/>
            <a:gdLst/>
            <a:ahLst/>
            <a:cxnLst/>
            <a:rect l="l" t="t" r="r" b="b"/>
            <a:pathLst>
              <a:path w="45230" h="43614">
                <a:moveTo>
                  <a:pt x="3232" y="0"/>
                </a:moveTo>
                <a:lnTo>
                  <a:pt x="45230" y="25040"/>
                </a:lnTo>
                <a:lnTo>
                  <a:pt x="0" y="43614"/>
                </a:lnTo>
                <a:lnTo>
                  <a:pt x="3232" y="0"/>
                </a:lnTo>
                <a:close/>
              </a:path>
            </a:pathLst>
          </a:custGeom>
          <a:solidFill>
            <a:srgbClr val="7C5AA6"/>
          </a:solidFill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2" name="Picture 1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84009" y="2251392"/>
            <a:ext cx="1608542" cy="988104"/>
          </a:xfrm>
          <a:prstGeom prst="rect">
            <a:avLst/>
          </a:prstGeom>
        </p:spPr>
      </p:pic>
      <p:sp>
        <p:nvSpPr>
          <p:cNvPr id="133" name="Editable path 104"/>
          <p:cNvSpPr/>
          <p:nvPr/>
        </p:nvSpPr>
        <p:spPr>
          <a:xfrm>
            <a:off x="1715268" y="2290578"/>
            <a:ext cx="786591" cy="161674"/>
          </a:xfrm>
          <a:custGeom>
            <a:avLst/>
            <a:gdLst/>
            <a:ahLst/>
            <a:cxnLst/>
            <a:rect l="l" t="t" r="r" b="b"/>
            <a:pathLst>
              <a:path w="786591" h="161674">
                <a:moveTo>
                  <a:pt x="25041" y="161674"/>
                </a:moveTo>
                <a:lnTo>
                  <a:pt x="761551" y="161674"/>
                </a:lnTo>
                <a:lnTo>
                  <a:pt x="765550" y="161500"/>
                </a:lnTo>
                <a:lnTo>
                  <a:pt x="769202" y="160979"/>
                </a:lnTo>
                <a:lnTo>
                  <a:pt x="772506" y="160109"/>
                </a:lnTo>
                <a:lnTo>
                  <a:pt x="775462" y="158892"/>
                </a:lnTo>
                <a:lnTo>
                  <a:pt x="778070" y="157327"/>
                </a:lnTo>
                <a:lnTo>
                  <a:pt x="780331" y="155414"/>
                </a:lnTo>
                <a:lnTo>
                  <a:pt x="782244" y="153153"/>
                </a:lnTo>
                <a:lnTo>
                  <a:pt x="783809" y="150545"/>
                </a:lnTo>
                <a:lnTo>
                  <a:pt x="785026" y="147589"/>
                </a:lnTo>
                <a:lnTo>
                  <a:pt x="785896" y="144285"/>
                </a:lnTo>
                <a:lnTo>
                  <a:pt x="786417" y="140633"/>
                </a:lnTo>
                <a:lnTo>
                  <a:pt x="786591" y="136634"/>
                </a:lnTo>
                <a:lnTo>
                  <a:pt x="786591" y="25041"/>
                </a:lnTo>
                <a:lnTo>
                  <a:pt x="786417" y="21042"/>
                </a:lnTo>
                <a:lnTo>
                  <a:pt x="785896" y="17390"/>
                </a:lnTo>
                <a:lnTo>
                  <a:pt x="785026" y="14086"/>
                </a:lnTo>
                <a:lnTo>
                  <a:pt x="783809" y="11130"/>
                </a:lnTo>
                <a:lnTo>
                  <a:pt x="782244" y="8521"/>
                </a:lnTo>
                <a:lnTo>
                  <a:pt x="780331" y="6260"/>
                </a:lnTo>
                <a:lnTo>
                  <a:pt x="778070" y="4348"/>
                </a:lnTo>
                <a:lnTo>
                  <a:pt x="775462" y="2783"/>
                </a:lnTo>
                <a:lnTo>
                  <a:pt x="772506" y="1565"/>
                </a:lnTo>
                <a:lnTo>
                  <a:pt x="769202" y="696"/>
                </a:lnTo>
                <a:lnTo>
                  <a:pt x="765550" y="174"/>
                </a:lnTo>
                <a:lnTo>
                  <a:pt x="761551" y="0"/>
                </a:lnTo>
                <a:lnTo>
                  <a:pt x="25041" y="0"/>
                </a:lnTo>
                <a:lnTo>
                  <a:pt x="21041" y="174"/>
                </a:lnTo>
                <a:lnTo>
                  <a:pt x="17389" y="696"/>
                </a:lnTo>
                <a:lnTo>
                  <a:pt x="14085" y="1565"/>
                </a:lnTo>
                <a:lnTo>
                  <a:pt x="11129" y="2783"/>
                </a:lnTo>
                <a:lnTo>
                  <a:pt x="8521" y="4348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30"/>
                </a:lnTo>
                <a:lnTo>
                  <a:pt x="1565" y="14086"/>
                </a:lnTo>
                <a:lnTo>
                  <a:pt x="696" y="17390"/>
                </a:lnTo>
                <a:lnTo>
                  <a:pt x="174" y="21042"/>
                </a:lnTo>
                <a:lnTo>
                  <a:pt x="0" y="25041"/>
                </a:lnTo>
                <a:lnTo>
                  <a:pt x="0" y="136634"/>
                </a:lnTo>
                <a:lnTo>
                  <a:pt x="174" y="140633"/>
                </a:lnTo>
                <a:lnTo>
                  <a:pt x="696" y="144285"/>
                </a:lnTo>
                <a:lnTo>
                  <a:pt x="1565" y="147589"/>
                </a:lnTo>
                <a:lnTo>
                  <a:pt x="2782" y="150545"/>
                </a:lnTo>
                <a:lnTo>
                  <a:pt x="4347" y="153153"/>
                </a:lnTo>
                <a:lnTo>
                  <a:pt x="6260" y="155414"/>
                </a:lnTo>
                <a:lnTo>
                  <a:pt x="8521" y="157327"/>
                </a:lnTo>
                <a:lnTo>
                  <a:pt x="11129" y="158892"/>
                </a:lnTo>
                <a:lnTo>
                  <a:pt x="14085" y="160109"/>
                </a:lnTo>
                <a:lnTo>
                  <a:pt x="17389" y="160979"/>
                </a:lnTo>
                <a:lnTo>
                  <a:pt x="21041" y="161500"/>
                </a:lnTo>
                <a:lnTo>
                  <a:pt x="25041" y="161674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740308" y="2297982"/>
            <a:ext cx="764995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Acquire · 4.5 s</a:t>
            </a:r>
          </a:p>
        </p:txBody>
      </p:sp>
      <p:sp>
        <p:nvSpPr>
          <p:cNvPr id="135" name="Editable path 105"/>
          <p:cNvSpPr/>
          <p:nvPr/>
        </p:nvSpPr>
        <p:spPr>
          <a:xfrm>
            <a:off x="2869249" y="2954133"/>
            <a:ext cx="406224" cy="281958"/>
          </a:xfrm>
          <a:custGeom>
            <a:avLst/>
            <a:gdLst/>
            <a:ahLst/>
            <a:cxnLst/>
            <a:rect l="l" t="t" r="r" b="b"/>
            <a:pathLst>
              <a:path w="406224" h="281958">
                <a:moveTo>
                  <a:pt x="0" y="0"/>
                </a:moveTo>
                <a:lnTo>
                  <a:pt x="406224" y="0"/>
                </a:lnTo>
                <a:lnTo>
                  <a:pt x="406224" y="281958"/>
                </a:lnTo>
                <a:lnTo>
                  <a:pt x="0" y="281958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900426" y="2972556"/>
            <a:ext cx="376528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Dining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993006" y="3081393"/>
            <a:ext cx="283116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table</a:t>
            </a:r>
          </a:p>
        </p:txBody>
      </p:sp>
      <p:pic>
        <p:nvPicPr>
          <p:cNvPr id="138" name="Picture 13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87846" y="2251392"/>
            <a:ext cx="1608542" cy="988104"/>
          </a:xfrm>
          <a:prstGeom prst="rect">
            <a:avLst/>
          </a:prstGeom>
        </p:spPr>
      </p:pic>
      <p:sp>
        <p:nvSpPr>
          <p:cNvPr id="139" name="Editable path 106"/>
          <p:cNvSpPr/>
          <p:nvPr/>
        </p:nvSpPr>
        <p:spPr>
          <a:xfrm>
            <a:off x="3519105" y="2290578"/>
            <a:ext cx="570295" cy="161123"/>
          </a:xfrm>
          <a:custGeom>
            <a:avLst/>
            <a:gdLst/>
            <a:ahLst/>
            <a:cxnLst/>
            <a:rect l="l" t="t" r="r" b="b"/>
            <a:pathLst>
              <a:path w="570295" h="161123">
                <a:moveTo>
                  <a:pt x="25041" y="161123"/>
                </a:moveTo>
                <a:lnTo>
                  <a:pt x="545254" y="161123"/>
                </a:lnTo>
                <a:lnTo>
                  <a:pt x="549254" y="160949"/>
                </a:lnTo>
                <a:lnTo>
                  <a:pt x="552906" y="160428"/>
                </a:lnTo>
                <a:lnTo>
                  <a:pt x="556210" y="159558"/>
                </a:lnTo>
                <a:lnTo>
                  <a:pt x="559166" y="158341"/>
                </a:lnTo>
                <a:lnTo>
                  <a:pt x="561774" y="156776"/>
                </a:lnTo>
                <a:lnTo>
                  <a:pt x="564035" y="154863"/>
                </a:lnTo>
                <a:lnTo>
                  <a:pt x="565948" y="152602"/>
                </a:lnTo>
                <a:lnTo>
                  <a:pt x="567513" y="149994"/>
                </a:lnTo>
                <a:lnTo>
                  <a:pt x="568730" y="147038"/>
                </a:lnTo>
                <a:lnTo>
                  <a:pt x="569599" y="143734"/>
                </a:lnTo>
                <a:lnTo>
                  <a:pt x="570121" y="140082"/>
                </a:lnTo>
                <a:lnTo>
                  <a:pt x="570295" y="136082"/>
                </a:lnTo>
                <a:lnTo>
                  <a:pt x="570295" y="25041"/>
                </a:lnTo>
                <a:lnTo>
                  <a:pt x="570121" y="21042"/>
                </a:lnTo>
                <a:lnTo>
                  <a:pt x="569599" y="17390"/>
                </a:lnTo>
                <a:lnTo>
                  <a:pt x="568730" y="14086"/>
                </a:lnTo>
                <a:lnTo>
                  <a:pt x="567513" y="11130"/>
                </a:lnTo>
                <a:lnTo>
                  <a:pt x="565948" y="8521"/>
                </a:lnTo>
                <a:lnTo>
                  <a:pt x="564035" y="6260"/>
                </a:lnTo>
                <a:lnTo>
                  <a:pt x="561774" y="4348"/>
                </a:lnTo>
                <a:lnTo>
                  <a:pt x="559166" y="2783"/>
                </a:lnTo>
                <a:lnTo>
                  <a:pt x="556210" y="1565"/>
                </a:lnTo>
                <a:lnTo>
                  <a:pt x="552906" y="696"/>
                </a:lnTo>
                <a:lnTo>
                  <a:pt x="549254" y="174"/>
                </a:lnTo>
                <a:lnTo>
                  <a:pt x="545254" y="0"/>
                </a:lnTo>
                <a:lnTo>
                  <a:pt x="25041" y="0"/>
                </a:lnTo>
                <a:lnTo>
                  <a:pt x="21041" y="174"/>
                </a:lnTo>
                <a:lnTo>
                  <a:pt x="17389" y="696"/>
                </a:lnTo>
                <a:lnTo>
                  <a:pt x="14085" y="1565"/>
                </a:lnTo>
                <a:lnTo>
                  <a:pt x="11129" y="2783"/>
                </a:lnTo>
                <a:lnTo>
                  <a:pt x="8521" y="4348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30"/>
                </a:lnTo>
                <a:lnTo>
                  <a:pt x="1565" y="14086"/>
                </a:lnTo>
                <a:lnTo>
                  <a:pt x="696" y="17390"/>
                </a:lnTo>
                <a:lnTo>
                  <a:pt x="174" y="21042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2"/>
                </a:lnTo>
                <a:lnTo>
                  <a:pt x="696" y="143734"/>
                </a:lnTo>
                <a:lnTo>
                  <a:pt x="1565" y="147038"/>
                </a:lnTo>
                <a:lnTo>
                  <a:pt x="2782" y="149994"/>
                </a:lnTo>
                <a:lnTo>
                  <a:pt x="4347" y="152602"/>
                </a:lnTo>
                <a:lnTo>
                  <a:pt x="6260" y="154863"/>
                </a:lnTo>
                <a:lnTo>
                  <a:pt x="8521" y="156776"/>
                </a:lnTo>
                <a:lnTo>
                  <a:pt x="11129" y="158341"/>
                </a:lnTo>
                <a:lnTo>
                  <a:pt x="14085" y="159558"/>
                </a:lnTo>
                <a:lnTo>
                  <a:pt x="17389" y="160428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544145" y="2297431"/>
            <a:ext cx="54951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Lift · 8.9 s</a:t>
            </a:r>
          </a:p>
        </p:txBody>
      </p:sp>
      <p:pic>
        <p:nvPicPr>
          <p:cNvPr id="141" name="Picture 14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91683" y="2251392"/>
            <a:ext cx="1608542" cy="988104"/>
          </a:xfrm>
          <a:prstGeom prst="rect">
            <a:avLst/>
          </a:prstGeom>
        </p:spPr>
      </p:pic>
      <p:sp>
        <p:nvSpPr>
          <p:cNvPr id="142" name="Editable path 107"/>
          <p:cNvSpPr/>
          <p:nvPr/>
        </p:nvSpPr>
        <p:spPr>
          <a:xfrm>
            <a:off x="5322942" y="2290578"/>
            <a:ext cx="911961" cy="161950"/>
          </a:xfrm>
          <a:custGeom>
            <a:avLst/>
            <a:gdLst/>
            <a:ahLst/>
            <a:cxnLst/>
            <a:rect l="l" t="t" r="r" b="b"/>
            <a:pathLst>
              <a:path w="911961" h="161950">
                <a:moveTo>
                  <a:pt x="25041" y="161950"/>
                </a:moveTo>
                <a:lnTo>
                  <a:pt x="886920" y="161950"/>
                </a:lnTo>
                <a:lnTo>
                  <a:pt x="890919" y="161776"/>
                </a:lnTo>
                <a:lnTo>
                  <a:pt x="894571" y="161254"/>
                </a:lnTo>
                <a:lnTo>
                  <a:pt x="897875" y="160385"/>
                </a:lnTo>
                <a:lnTo>
                  <a:pt x="900832" y="159168"/>
                </a:lnTo>
                <a:lnTo>
                  <a:pt x="903440" y="157602"/>
                </a:lnTo>
                <a:lnTo>
                  <a:pt x="905701" y="155690"/>
                </a:lnTo>
                <a:lnTo>
                  <a:pt x="907614" y="153429"/>
                </a:lnTo>
                <a:lnTo>
                  <a:pt x="909179" y="150821"/>
                </a:lnTo>
                <a:lnTo>
                  <a:pt x="910396" y="147864"/>
                </a:lnTo>
                <a:lnTo>
                  <a:pt x="911265" y="144560"/>
                </a:lnTo>
                <a:lnTo>
                  <a:pt x="911787" y="140909"/>
                </a:lnTo>
                <a:lnTo>
                  <a:pt x="911961" y="136909"/>
                </a:lnTo>
                <a:lnTo>
                  <a:pt x="911961" y="25041"/>
                </a:lnTo>
                <a:lnTo>
                  <a:pt x="911787" y="21042"/>
                </a:lnTo>
                <a:lnTo>
                  <a:pt x="911265" y="17390"/>
                </a:lnTo>
                <a:lnTo>
                  <a:pt x="910396" y="14086"/>
                </a:lnTo>
                <a:lnTo>
                  <a:pt x="909179" y="11130"/>
                </a:lnTo>
                <a:lnTo>
                  <a:pt x="907614" y="8521"/>
                </a:lnTo>
                <a:lnTo>
                  <a:pt x="905701" y="6260"/>
                </a:lnTo>
                <a:lnTo>
                  <a:pt x="903440" y="4348"/>
                </a:lnTo>
                <a:lnTo>
                  <a:pt x="900832" y="2783"/>
                </a:lnTo>
                <a:lnTo>
                  <a:pt x="897875" y="1565"/>
                </a:lnTo>
                <a:lnTo>
                  <a:pt x="894571" y="696"/>
                </a:lnTo>
                <a:lnTo>
                  <a:pt x="890919" y="174"/>
                </a:lnTo>
                <a:lnTo>
                  <a:pt x="886920" y="0"/>
                </a:lnTo>
                <a:lnTo>
                  <a:pt x="25041" y="0"/>
                </a:lnTo>
                <a:lnTo>
                  <a:pt x="21041" y="174"/>
                </a:lnTo>
                <a:lnTo>
                  <a:pt x="17389" y="696"/>
                </a:lnTo>
                <a:lnTo>
                  <a:pt x="14085" y="1565"/>
                </a:lnTo>
                <a:lnTo>
                  <a:pt x="11129" y="2783"/>
                </a:lnTo>
                <a:lnTo>
                  <a:pt x="8521" y="4348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30"/>
                </a:lnTo>
                <a:lnTo>
                  <a:pt x="1565" y="14086"/>
                </a:lnTo>
                <a:lnTo>
                  <a:pt x="696" y="17390"/>
                </a:lnTo>
                <a:lnTo>
                  <a:pt x="174" y="21042"/>
                </a:lnTo>
                <a:lnTo>
                  <a:pt x="0" y="25041"/>
                </a:lnTo>
                <a:lnTo>
                  <a:pt x="0" y="136909"/>
                </a:lnTo>
                <a:lnTo>
                  <a:pt x="174" y="140909"/>
                </a:lnTo>
                <a:lnTo>
                  <a:pt x="696" y="144560"/>
                </a:lnTo>
                <a:lnTo>
                  <a:pt x="1565" y="147864"/>
                </a:lnTo>
                <a:lnTo>
                  <a:pt x="2782" y="150821"/>
                </a:lnTo>
                <a:lnTo>
                  <a:pt x="4347" y="153429"/>
                </a:lnTo>
                <a:lnTo>
                  <a:pt x="6260" y="155690"/>
                </a:lnTo>
                <a:lnTo>
                  <a:pt x="8521" y="157602"/>
                </a:lnTo>
                <a:lnTo>
                  <a:pt x="11129" y="159168"/>
                </a:lnTo>
                <a:lnTo>
                  <a:pt x="14085" y="160385"/>
                </a:lnTo>
                <a:lnTo>
                  <a:pt x="17389" y="161254"/>
                </a:lnTo>
                <a:lnTo>
                  <a:pt x="21041" y="161776"/>
                </a:lnTo>
                <a:lnTo>
                  <a:pt x="25041" y="161950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347982" y="2297982"/>
            <a:ext cx="89019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Doorway · 54.2 s</a:t>
            </a:r>
          </a:p>
        </p:txBody>
      </p:sp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95520" y="2251392"/>
            <a:ext cx="1608542" cy="988104"/>
          </a:xfrm>
          <a:prstGeom prst="rect">
            <a:avLst/>
          </a:prstGeom>
        </p:spPr>
      </p:pic>
      <p:sp>
        <p:nvSpPr>
          <p:cNvPr id="145" name="Editable path 108"/>
          <p:cNvSpPr/>
          <p:nvPr/>
        </p:nvSpPr>
        <p:spPr>
          <a:xfrm>
            <a:off x="7126779" y="2290578"/>
            <a:ext cx="688776" cy="161123"/>
          </a:xfrm>
          <a:custGeom>
            <a:avLst/>
            <a:gdLst/>
            <a:ahLst/>
            <a:cxnLst/>
            <a:rect l="l" t="t" r="r" b="b"/>
            <a:pathLst>
              <a:path w="688776" h="161123">
                <a:moveTo>
                  <a:pt x="25041" y="161123"/>
                </a:moveTo>
                <a:lnTo>
                  <a:pt x="663735" y="161123"/>
                </a:lnTo>
                <a:lnTo>
                  <a:pt x="667735" y="160949"/>
                </a:lnTo>
                <a:lnTo>
                  <a:pt x="671387" y="160428"/>
                </a:lnTo>
                <a:lnTo>
                  <a:pt x="674691" y="159558"/>
                </a:lnTo>
                <a:lnTo>
                  <a:pt x="677647" y="158341"/>
                </a:lnTo>
                <a:lnTo>
                  <a:pt x="680255" y="156776"/>
                </a:lnTo>
                <a:lnTo>
                  <a:pt x="682516" y="154863"/>
                </a:lnTo>
                <a:lnTo>
                  <a:pt x="684429" y="152602"/>
                </a:lnTo>
                <a:lnTo>
                  <a:pt x="685994" y="149994"/>
                </a:lnTo>
                <a:lnTo>
                  <a:pt x="687211" y="147038"/>
                </a:lnTo>
                <a:lnTo>
                  <a:pt x="688081" y="143734"/>
                </a:lnTo>
                <a:lnTo>
                  <a:pt x="688602" y="140082"/>
                </a:lnTo>
                <a:lnTo>
                  <a:pt x="688776" y="136082"/>
                </a:lnTo>
                <a:lnTo>
                  <a:pt x="688776" y="25041"/>
                </a:lnTo>
                <a:lnTo>
                  <a:pt x="688602" y="21042"/>
                </a:lnTo>
                <a:lnTo>
                  <a:pt x="688081" y="17390"/>
                </a:lnTo>
                <a:lnTo>
                  <a:pt x="687211" y="14086"/>
                </a:lnTo>
                <a:lnTo>
                  <a:pt x="685994" y="11130"/>
                </a:lnTo>
                <a:lnTo>
                  <a:pt x="684429" y="8521"/>
                </a:lnTo>
                <a:lnTo>
                  <a:pt x="682516" y="6260"/>
                </a:lnTo>
                <a:lnTo>
                  <a:pt x="680255" y="4348"/>
                </a:lnTo>
                <a:lnTo>
                  <a:pt x="677647" y="2783"/>
                </a:lnTo>
                <a:lnTo>
                  <a:pt x="674691" y="1565"/>
                </a:lnTo>
                <a:lnTo>
                  <a:pt x="671387" y="696"/>
                </a:lnTo>
                <a:lnTo>
                  <a:pt x="667735" y="174"/>
                </a:lnTo>
                <a:lnTo>
                  <a:pt x="663735" y="0"/>
                </a:lnTo>
                <a:lnTo>
                  <a:pt x="25041" y="0"/>
                </a:lnTo>
                <a:lnTo>
                  <a:pt x="21041" y="174"/>
                </a:lnTo>
                <a:lnTo>
                  <a:pt x="17390" y="696"/>
                </a:lnTo>
                <a:lnTo>
                  <a:pt x="14086" y="1565"/>
                </a:lnTo>
                <a:lnTo>
                  <a:pt x="11129" y="2783"/>
                </a:lnTo>
                <a:lnTo>
                  <a:pt x="8521" y="4348"/>
                </a:lnTo>
                <a:lnTo>
                  <a:pt x="6260" y="6260"/>
                </a:lnTo>
                <a:lnTo>
                  <a:pt x="4348" y="8521"/>
                </a:lnTo>
                <a:lnTo>
                  <a:pt x="2783" y="11130"/>
                </a:lnTo>
                <a:lnTo>
                  <a:pt x="1565" y="14086"/>
                </a:lnTo>
                <a:lnTo>
                  <a:pt x="696" y="17390"/>
                </a:lnTo>
                <a:lnTo>
                  <a:pt x="174" y="21042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2"/>
                </a:lnTo>
                <a:lnTo>
                  <a:pt x="696" y="143734"/>
                </a:lnTo>
                <a:lnTo>
                  <a:pt x="1565" y="147038"/>
                </a:lnTo>
                <a:lnTo>
                  <a:pt x="2783" y="149994"/>
                </a:lnTo>
                <a:lnTo>
                  <a:pt x="4348" y="152602"/>
                </a:lnTo>
                <a:lnTo>
                  <a:pt x="6260" y="154863"/>
                </a:lnTo>
                <a:lnTo>
                  <a:pt x="8521" y="156776"/>
                </a:lnTo>
                <a:lnTo>
                  <a:pt x="11129" y="158341"/>
                </a:lnTo>
                <a:lnTo>
                  <a:pt x="14086" y="159558"/>
                </a:lnTo>
                <a:lnTo>
                  <a:pt x="17390" y="160428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151819" y="2297431"/>
            <a:ext cx="667712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Goal · 96.1 s</a:t>
            </a:r>
          </a:p>
        </p:txBody>
      </p:sp>
      <p:sp>
        <p:nvSpPr>
          <p:cNvPr id="147" name="Editable path 109"/>
          <p:cNvSpPr/>
          <p:nvPr/>
        </p:nvSpPr>
        <p:spPr>
          <a:xfrm>
            <a:off x="8956950" y="2251392"/>
            <a:ext cx="1543914" cy="988105"/>
          </a:xfrm>
          <a:custGeom>
            <a:avLst/>
            <a:gdLst/>
            <a:ahLst/>
            <a:cxnLst/>
            <a:rect l="l" t="t" r="r" b="b"/>
            <a:pathLst>
              <a:path w="1543914" h="988105">
                <a:moveTo>
                  <a:pt x="0" y="0"/>
                </a:moveTo>
                <a:lnTo>
                  <a:pt x="1543914" y="0"/>
                </a:lnTo>
                <a:lnTo>
                  <a:pt x="1543914" y="988105"/>
                </a:lnTo>
                <a:lnTo>
                  <a:pt x="0" y="9881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Editable path 110"/>
          <p:cNvSpPr/>
          <p:nvPr/>
        </p:nvSpPr>
        <p:spPr>
          <a:xfrm>
            <a:off x="9719643" y="2834220"/>
            <a:ext cx="18528" cy="575108"/>
          </a:xfrm>
          <a:custGeom>
            <a:avLst/>
            <a:gdLst/>
            <a:ahLst/>
            <a:cxnLst/>
            <a:rect l="l" t="t" r="r" b="b"/>
            <a:pathLst>
              <a:path w="18528" h="575108">
                <a:moveTo>
                  <a:pt x="0" y="0"/>
                </a:moveTo>
                <a:lnTo>
                  <a:pt x="18528" y="0"/>
                </a:lnTo>
                <a:lnTo>
                  <a:pt x="18528" y="575108"/>
                </a:lnTo>
                <a:lnTo>
                  <a:pt x="0" y="575108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Editable path 111"/>
          <p:cNvSpPr/>
          <p:nvPr/>
        </p:nvSpPr>
        <p:spPr>
          <a:xfrm>
            <a:off x="9719643" y="2081562"/>
            <a:ext cx="18528" cy="575108"/>
          </a:xfrm>
          <a:custGeom>
            <a:avLst/>
            <a:gdLst/>
            <a:ahLst/>
            <a:cxnLst/>
            <a:rect l="l" t="t" r="r" b="b"/>
            <a:pathLst>
              <a:path w="18528" h="575108">
                <a:moveTo>
                  <a:pt x="0" y="0"/>
                </a:moveTo>
                <a:lnTo>
                  <a:pt x="18528" y="0"/>
                </a:lnTo>
                <a:lnTo>
                  <a:pt x="18528" y="575108"/>
                </a:lnTo>
                <a:lnTo>
                  <a:pt x="0" y="575108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Editable path 112"/>
          <p:cNvSpPr/>
          <p:nvPr/>
        </p:nvSpPr>
        <p:spPr>
          <a:xfrm>
            <a:off x="9719643" y="2656670"/>
            <a:ext cx="18528" cy="177550"/>
          </a:xfrm>
          <a:custGeom>
            <a:avLst/>
            <a:gdLst/>
            <a:ahLst/>
            <a:cxnLst/>
            <a:rect l="l" t="t" r="r" b="b"/>
            <a:pathLst>
              <a:path w="18528" h="177550">
                <a:moveTo>
                  <a:pt x="0" y="0"/>
                </a:moveTo>
                <a:lnTo>
                  <a:pt x="18528" y="0"/>
                </a:lnTo>
                <a:lnTo>
                  <a:pt x="18528" y="177550"/>
                </a:lnTo>
                <a:lnTo>
                  <a:pt x="0" y="17755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Editable path 113"/>
          <p:cNvSpPr/>
          <p:nvPr/>
        </p:nvSpPr>
        <p:spPr>
          <a:xfrm>
            <a:off x="9716555" y="2828044"/>
            <a:ext cx="24703" cy="6176"/>
          </a:xfrm>
          <a:custGeom>
            <a:avLst/>
            <a:gdLst/>
            <a:ahLst/>
            <a:cxnLst/>
            <a:rect l="l" t="t" r="r" b="b"/>
            <a:pathLst>
              <a:path w="24703" h="6176">
                <a:moveTo>
                  <a:pt x="0" y="0"/>
                </a:moveTo>
                <a:lnTo>
                  <a:pt x="24703" y="0"/>
                </a:lnTo>
                <a:lnTo>
                  <a:pt x="24703" y="6176"/>
                </a:lnTo>
                <a:lnTo>
                  <a:pt x="0" y="61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Editable path 114"/>
          <p:cNvSpPr/>
          <p:nvPr/>
        </p:nvSpPr>
        <p:spPr>
          <a:xfrm>
            <a:off x="9716555" y="2656670"/>
            <a:ext cx="24703" cy="6175"/>
          </a:xfrm>
          <a:custGeom>
            <a:avLst/>
            <a:gdLst/>
            <a:ahLst/>
            <a:cxnLst/>
            <a:rect l="l" t="t" r="r" b="b"/>
            <a:pathLst>
              <a:path w="24703" h="6175">
                <a:moveTo>
                  <a:pt x="0" y="0"/>
                </a:moveTo>
                <a:lnTo>
                  <a:pt x="24703" y="0"/>
                </a:lnTo>
                <a:lnTo>
                  <a:pt x="24703" y="6175"/>
                </a:lnTo>
                <a:lnTo>
                  <a:pt x="0" y="617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Editable path 115"/>
          <p:cNvSpPr/>
          <p:nvPr/>
        </p:nvSpPr>
        <p:spPr>
          <a:xfrm>
            <a:off x="8669782" y="2081562"/>
            <a:ext cx="18527" cy="1327766"/>
          </a:xfrm>
          <a:custGeom>
            <a:avLst/>
            <a:gdLst/>
            <a:ahLst/>
            <a:cxnLst/>
            <a:rect l="l" t="t" r="r" b="b"/>
            <a:pathLst>
              <a:path w="18527" h="1327766">
                <a:moveTo>
                  <a:pt x="0" y="0"/>
                </a:moveTo>
                <a:lnTo>
                  <a:pt x="18527" y="0"/>
                </a:lnTo>
                <a:lnTo>
                  <a:pt x="18527" y="1327766"/>
                </a:lnTo>
                <a:lnTo>
                  <a:pt x="0" y="132776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Editable path 116"/>
          <p:cNvSpPr/>
          <p:nvPr/>
        </p:nvSpPr>
        <p:spPr>
          <a:xfrm>
            <a:off x="8679045" y="3400064"/>
            <a:ext cx="1049862" cy="18527"/>
          </a:xfrm>
          <a:custGeom>
            <a:avLst/>
            <a:gdLst/>
            <a:ahLst/>
            <a:cxnLst/>
            <a:rect l="l" t="t" r="r" b="b"/>
            <a:pathLst>
              <a:path w="1049862" h="18527">
                <a:moveTo>
                  <a:pt x="0" y="0"/>
                </a:moveTo>
                <a:lnTo>
                  <a:pt x="1049862" y="0"/>
                </a:lnTo>
                <a:lnTo>
                  <a:pt x="1049862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Editable path 117"/>
          <p:cNvSpPr/>
          <p:nvPr/>
        </p:nvSpPr>
        <p:spPr>
          <a:xfrm>
            <a:off x="8679045" y="2072299"/>
            <a:ext cx="1049862" cy="18526"/>
          </a:xfrm>
          <a:custGeom>
            <a:avLst/>
            <a:gdLst/>
            <a:ahLst/>
            <a:cxnLst/>
            <a:rect l="l" t="t" r="r" b="b"/>
            <a:pathLst>
              <a:path w="1049862" h="18526">
                <a:moveTo>
                  <a:pt x="0" y="0"/>
                </a:moveTo>
                <a:lnTo>
                  <a:pt x="1049862" y="0"/>
                </a:lnTo>
                <a:lnTo>
                  <a:pt x="1049862" y="18526"/>
                </a:lnTo>
                <a:lnTo>
                  <a:pt x="0" y="1852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Editable path 118"/>
          <p:cNvSpPr/>
          <p:nvPr/>
        </p:nvSpPr>
        <p:spPr>
          <a:xfrm>
            <a:off x="10769505" y="2081562"/>
            <a:ext cx="18526" cy="1327766"/>
          </a:xfrm>
          <a:custGeom>
            <a:avLst/>
            <a:gdLst/>
            <a:ahLst/>
            <a:cxnLst/>
            <a:rect l="l" t="t" r="r" b="b"/>
            <a:pathLst>
              <a:path w="18526" h="1327766">
                <a:moveTo>
                  <a:pt x="0" y="0"/>
                </a:moveTo>
                <a:lnTo>
                  <a:pt x="18526" y="0"/>
                </a:lnTo>
                <a:lnTo>
                  <a:pt x="18526" y="1327766"/>
                </a:lnTo>
                <a:lnTo>
                  <a:pt x="0" y="132776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Editable path 119"/>
          <p:cNvSpPr/>
          <p:nvPr/>
        </p:nvSpPr>
        <p:spPr>
          <a:xfrm>
            <a:off x="9728907" y="3400064"/>
            <a:ext cx="1049862" cy="18527"/>
          </a:xfrm>
          <a:custGeom>
            <a:avLst/>
            <a:gdLst/>
            <a:ahLst/>
            <a:cxnLst/>
            <a:rect l="l" t="t" r="r" b="b"/>
            <a:pathLst>
              <a:path w="1049862" h="18527">
                <a:moveTo>
                  <a:pt x="0" y="0"/>
                </a:moveTo>
                <a:lnTo>
                  <a:pt x="1049862" y="0"/>
                </a:lnTo>
                <a:lnTo>
                  <a:pt x="1049862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Editable path 120"/>
          <p:cNvSpPr/>
          <p:nvPr/>
        </p:nvSpPr>
        <p:spPr>
          <a:xfrm>
            <a:off x="9728907" y="2072299"/>
            <a:ext cx="1049862" cy="18526"/>
          </a:xfrm>
          <a:custGeom>
            <a:avLst/>
            <a:gdLst/>
            <a:ahLst/>
            <a:cxnLst/>
            <a:rect l="l" t="t" r="r" b="b"/>
            <a:pathLst>
              <a:path w="1049862" h="18526">
                <a:moveTo>
                  <a:pt x="0" y="0"/>
                </a:moveTo>
                <a:lnTo>
                  <a:pt x="1049862" y="0"/>
                </a:lnTo>
                <a:lnTo>
                  <a:pt x="1049862" y="18526"/>
                </a:lnTo>
                <a:lnTo>
                  <a:pt x="0" y="1852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Editable path 121"/>
          <p:cNvSpPr/>
          <p:nvPr/>
        </p:nvSpPr>
        <p:spPr>
          <a:xfrm>
            <a:off x="8763035" y="3308973"/>
            <a:ext cx="881883" cy="92635"/>
          </a:xfrm>
          <a:custGeom>
            <a:avLst/>
            <a:gdLst/>
            <a:ahLst/>
            <a:cxnLst/>
            <a:rect l="l" t="t" r="r" b="b"/>
            <a:pathLst>
              <a:path w="881883" h="92635">
                <a:moveTo>
                  <a:pt x="0" y="0"/>
                </a:moveTo>
                <a:lnTo>
                  <a:pt x="881883" y="0"/>
                </a:lnTo>
                <a:lnTo>
                  <a:pt x="881883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Editable path 122"/>
          <p:cNvSpPr/>
          <p:nvPr/>
        </p:nvSpPr>
        <p:spPr>
          <a:xfrm>
            <a:off x="8902295" y="3254936"/>
            <a:ext cx="15439" cy="15439"/>
          </a:xfrm>
          <a:custGeom>
            <a:avLst/>
            <a:gdLst/>
            <a:ahLst/>
            <a:cxnLst/>
            <a:rect l="l" t="t" r="r" b="b"/>
            <a:pathLst>
              <a:path w="15439" h="15439">
                <a:moveTo>
                  <a:pt x="0" y="0"/>
                </a:moveTo>
                <a:lnTo>
                  <a:pt x="15439" y="0"/>
                </a:lnTo>
                <a:lnTo>
                  <a:pt x="15439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Editable path 123"/>
          <p:cNvSpPr/>
          <p:nvPr/>
        </p:nvSpPr>
        <p:spPr>
          <a:xfrm>
            <a:off x="8876049" y="3148406"/>
            <a:ext cx="67932" cy="67932"/>
          </a:xfrm>
          <a:custGeom>
            <a:avLst/>
            <a:gdLst/>
            <a:ahLst/>
            <a:cxnLst/>
            <a:rect l="l" t="t" r="r" b="b"/>
            <a:pathLst>
              <a:path w="67932" h="67932">
                <a:moveTo>
                  <a:pt x="0" y="0"/>
                </a:moveTo>
                <a:lnTo>
                  <a:pt x="67932" y="0"/>
                </a:lnTo>
                <a:lnTo>
                  <a:pt x="67932" y="67932"/>
                </a:lnTo>
                <a:lnTo>
                  <a:pt x="0" y="6793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Editable path 124"/>
          <p:cNvSpPr/>
          <p:nvPr/>
        </p:nvSpPr>
        <p:spPr>
          <a:xfrm>
            <a:off x="9196256" y="3254936"/>
            <a:ext cx="15440" cy="15439"/>
          </a:xfrm>
          <a:custGeom>
            <a:avLst/>
            <a:gdLst/>
            <a:ahLst/>
            <a:cxnLst/>
            <a:rect l="l" t="t" r="r" b="b"/>
            <a:pathLst>
              <a:path w="15440" h="15439">
                <a:moveTo>
                  <a:pt x="0" y="0"/>
                </a:moveTo>
                <a:lnTo>
                  <a:pt x="15440" y="0"/>
                </a:lnTo>
                <a:lnTo>
                  <a:pt x="15440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Editable path 125"/>
          <p:cNvSpPr/>
          <p:nvPr/>
        </p:nvSpPr>
        <p:spPr>
          <a:xfrm>
            <a:off x="9170010" y="3148406"/>
            <a:ext cx="67932" cy="67932"/>
          </a:xfrm>
          <a:custGeom>
            <a:avLst/>
            <a:gdLst/>
            <a:ahLst/>
            <a:cxnLst/>
            <a:rect l="l" t="t" r="r" b="b"/>
            <a:pathLst>
              <a:path w="67932" h="67932">
                <a:moveTo>
                  <a:pt x="0" y="0"/>
                </a:moveTo>
                <a:lnTo>
                  <a:pt x="67932" y="0"/>
                </a:lnTo>
                <a:lnTo>
                  <a:pt x="67932" y="67932"/>
                </a:lnTo>
                <a:lnTo>
                  <a:pt x="0" y="6793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Editable path 126"/>
          <p:cNvSpPr/>
          <p:nvPr/>
        </p:nvSpPr>
        <p:spPr>
          <a:xfrm>
            <a:off x="9490218" y="3254936"/>
            <a:ext cx="15439" cy="15439"/>
          </a:xfrm>
          <a:custGeom>
            <a:avLst/>
            <a:gdLst/>
            <a:ahLst/>
            <a:cxnLst/>
            <a:rect l="l" t="t" r="r" b="b"/>
            <a:pathLst>
              <a:path w="15439" h="15439">
                <a:moveTo>
                  <a:pt x="0" y="0"/>
                </a:moveTo>
                <a:lnTo>
                  <a:pt x="15439" y="0"/>
                </a:lnTo>
                <a:lnTo>
                  <a:pt x="15439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Editable path 127"/>
          <p:cNvSpPr/>
          <p:nvPr/>
        </p:nvSpPr>
        <p:spPr>
          <a:xfrm>
            <a:off x="9463971" y="3148406"/>
            <a:ext cx="67932" cy="67932"/>
          </a:xfrm>
          <a:custGeom>
            <a:avLst/>
            <a:gdLst/>
            <a:ahLst/>
            <a:cxnLst/>
            <a:rect l="l" t="t" r="r" b="b"/>
            <a:pathLst>
              <a:path w="67932" h="67932">
                <a:moveTo>
                  <a:pt x="0" y="0"/>
                </a:moveTo>
                <a:lnTo>
                  <a:pt x="67932" y="0"/>
                </a:lnTo>
                <a:lnTo>
                  <a:pt x="67932" y="67932"/>
                </a:lnTo>
                <a:lnTo>
                  <a:pt x="0" y="6793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Editable path 128"/>
          <p:cNvSpPr/>
          <p:nvPr/>
        </p:nvSpPr>
        <p:spPr>
          <a:xfrm>
            <a:off x="8763035" y="2089281"/>
            <a:ext cx="881883" cy="92635"/>
          </a:xfrm>
          <a:custGeom>
            <a:avLst/>
            <a:gdLst/>
            <a:ahLst/>
            <a:cxnLst/>
            <a:rect l="l" t="t" r="r" b="b"/>
            <a:pathLst>
              <a:path w="881883" h="92635">
                <a:moveTo>
                  <a:pt x="0" y="0"/>
                </a:moveTo>
                <a:lnTo>
                  <a:pt x="881883" y="0"/>
                </a:lnTo>
                <a:lnTo>
                  <a:pt x="881883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Editable path 129"/>
          <p:cNvSpPr/>
          <p:nvPr/>
        </p:nvSpPr>
        <p:spPr>
          <a:xfrm>
            <a:off x="8902295" y="2220514"/>
            <a:ext cx="15439" cy="15439"/>
          </a:xfrm>
          <a:custGeom>
            <a:avLst/>
            <a:gdLst/>
            <a:ahLst/>
            <a:cxnLst/>
            <a:rect l="l" t="t" r="r" b="b"/>
            <a:pathLst>
              <a:path w="15439" h="15439">
                <a:moveTo>
                  <a:pt x="0" y="0"/>
                </a:moveTo>
                <a:lnTo>
                  <a:pt x="15439" y="0"/>
                </a:lnTo>
                <a:lnTo>
                  <a:pt x="15439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Editable path 130"/>
          <p:cNvSpPr/>
          <p:nvPr/>
        </p:nvSpPr>
        <p:spPr>
          <a:xfrm>
            <a:off x="8876049" y="2274551"/>
            <a:ext cx="67932" cy="67932"/>
          </a:xfrm>
          <a:custGeom>
            <a:avLst/>
            <a:gdLst/>
            <a:ahLst/>
            <a:cxnLst/>
            <a:rect l="l" t="t" r="r" b="b"/>
            <a:pathLst>
              <a:path w="67932" h="67932">
                <a:moveTo>
                  <a:pt x="0" y="0"/>
                </a:moveTo>
                <a:lnTo>
                  <a:pt x="67932" y="0"/>
                </a:lnTo>
                <a:lnTo>
                  <a:pt x="67932" y="67932"/>
                </a:lnTo>
                <a:lnTo>
                  <a:pt x="0" y="6793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Editable path 131"/>
          <p:cNvSpPr/>
          <p:nvPr/>
        </p:nvSpPr>
        <p:spPr>
          <a:xfrm>
            <a:off x="9196256" y="2220514"/>
            <a:ext cx="15440" cy="15439"/>
          </a:xfrm>
          <a:custGeom>
            <a:avLst/>
            <a:gdLst/>
            <a:ahLst/>
            <a:cxnLst/>
            <a:rect l="l" t="t" r="r" b="b"/>
            <a:pathLst>
              <a:path w="15440" h="15439">
                <a:moveTo>
                  <a:pt x="0" y="0"/>
                </a:moveTo>
                <a:lnTo>
                  <a:pt x="15440" y="0"/>
                </a:lnTo>
                <a:lnTo>
                  <a:pt x="15440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Editable path 132"/>
          <p:cNvSpPr/>
          <p:nvPr/>
        </p:nvSpPr>
        <p:spPr>
          <a:xfrm>
            <a:off x="9170010" y="2274551"/>
            <a:ext cx="67932" cy="67932"/>
          </a:xfrm>
          <a:custGeom>
            <a:avLst/>
            <a:gdLst/>
            <a:ahLst/>
            <a:cxnLst/>
            <a:rect l="l" t="t" r="r" b="b"/>
            <a:pathLst>
              <a:path w="67932" h="67932">
                <a:moveTo>
                  <a:pt x="0" y="0"/>
                </a:moveTo>
                <a:lnTo>
                  <a:pt x="67932" y="0"/>
                </a:lnTo>
                <a:lnTo>
                  <a:pt x="67932" y="67932"/>
                </a:lnTo>
                <a:lnTo>
                  <a:pt x="0" y="6793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Editable path 133"/>
          <p:cNvSpPr/>
          <p:nvPr/>
        </p:nvSpPr>
        <p:spPr>
          <a:xfrm>
            <a:off x="9490218" y="2220514"/>
            <a:ext cx="15439" cy="15439"/>
          </a:xfrm>
          <a:custGeom>
            <a:avLst/>
            <a:gdLst/>
            <a:ahLst/>
            <a:cxnLst/>
            <a:rect l="l" t="t" r="r" b="b"/>
            <a:pathLst>
              <a:path w="15439" h="15439">
                <a:moveTo>
                  <a:pt x="0" y="0"/>
                </a:moveTo>
                <a:lnTo>
                  <a:pt x="15439" y="0"/>
                </a:lnTo>
                <a:lnTo>
                  <a:pt x="15439" y="15439"/>
                </a:lnTo>
                <a:lnTo>
                  <a:pt x="0" y="1543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Editable path 134"/>
          <p:cNvSpPr/>
          <p:nvPr/>
        </p:nvSpPr>
        <p:spPr>
          <a:xfrm>
            <a:off x="9463971" y="2274551"/>
            <a:ext cx="67932" cy="67932"/>
          </a:xfrm>
          <a:custGeom>
            <a:avLst/>
            <a:gdLst/>
            <a:ahLst/>
            <a:cxnLst/>
            <a:rect l="l" t="t" r="r" b="b"/>
            <a:pathLst>
              <a:path w="67932" h="67932">
                <a:moveTo>
                  <a:pt x="0" y="0"/>
                </a:moveTo>
                <a:lnTo>
                  <a:pt x="67932" y="0"/>
                </a:lnTo>
                <a:lnTo>
                  <a:pt x="67932" y="67932"/>
                </a:lnTo>
                <a:lnTo>
                  <a:pt x="0" y="67932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Editable path 135"/>
          <p:cNvSpPr/>
          <p:nvPr/>
        </p:nvSpPr>
        <p:spPr>
          <a:xfrm>
            <a:off x="8703748" y="2347115"/>
            <a:ext cx="104986" cy="796660"/>
          </a:xfrm>
          <a:custGeom>
            <a:avLst/>
            <a:gdLst/>
            <a:ahLst/>
            <a:cxnLst/>
            <a:rect l="l" t="t" r="r" b="b"/>
            <a:pathLst>
              <a:path w="104986" h="796660">
                <a:moveTo>
                  <a:pt x="0" y="0"/>
                </a:moveTo>
                <a:lnTo>
                  <a:pt x="104986" y="0"/>
                </a:lnTo>
                <a:lnTo>
                  <a:pt x="104986" y="796660"/>
                </a:lnTo>
                <a:lnTo>
                  <a:pt x="0" y="79666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Editable path 136"/>
          <p:cNvSpPr/>
          <p:nvPr/>
        </p:nvSpPr>
        <p:spPr>
          <a:xfrm>
            <a:off x="8691397" y="2333837"/>
            <a:ext cx="129689" cy="823215"/>
          </a:xfrm>
          <a:custGeom>
            <a:avLst/>
            <a:gdLst/>
            <a:ahLst/>
            <a:cxnLst/>
            <a:rect l="l" t="t" r="r" b="b"/>
            <a:pathLst>
              <a:path w="129689" h="823215">
                <a:moveTo>
                  <a:pt x="0" y="0"/>
                </a:moveTo>
                <a:lnTo>
                  <a:pt x="129689" y="0"/>
                </a:lnTo>
                <a:lnTo>
                  <a:pt x="129689" y="823215"/>
                </a:lnTo>
                <a:lnTo>
                  <a:pt x="0" y="82321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Editable path 137"/>
          <p:cNvSpPr/>
          <p:nvPr/>
        </p:nvSpPr>
        <p:spPr>
          <a:xfrm>
            <a:off x="9111342" y="3239497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Editable path 138"/>
          <p:cNvSpPr/>
          <p:nvPr/>
        </p:nvSpPr>
        <p:spPr>
          <a:xfrm>
            <a:off x="9728907" y="3239497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Editable path 139"/>
          <p:cNvSpPr/>
          <p:nvPr/>
        </p:nvSpPr>
        <p:spPr>
          <a:xfrm>
            <a:off x="10346472" y="3239497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Editable path 140"/>
          <p:cNvSpPr/>
          <p:nvPr/>
        </p:nvSpPr>
        <p:spPr>
          <a:xfrm>
            <a:off x="8956950" y="3054227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Editable path 141"/>
          <p:cNvSpPr/>
          <p:nvPr/>
        </p:nvSpPr>
        <p:spPr>
          <a:xfrm>
            <a:off x="8930499" y="3054227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771789" y="2999658"/>
            <a:ext cx="169545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181" name="Editable path 142"/>
          <p:cNvSpPr/>
          <p:nvPr/>
        </p:nvSpPr>
        <p:spPr>
          <a:xfrm>
            <a:off x="8956950" y="2745445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Editable path 143"/>
          <p:cNvSpPr/>
          <p:nvPr/>
        </p:nvSpPr>
        <p:spPr>
          <a:xfrm>
            <a:off x="8930499" y="2745445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853348" y="2690875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84" name="Editable path 144"/>
          <p:cNvSpPr/>
          <p:nvPr/>
        </p:nvSpPr>
        <p:spPr>
          <a:xfrm>
            <a:off x="8956950" y="2436662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Editable path 145"/>
          <p:cNvSpPr/>
          <p:nvPr/>
        </p:nvSpPr>
        <p:spPr>
          <a:xfrm>
            <a:off x="8930499" y="2436662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853348" y="2382092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187" name="Editable path 146"/>
          <p:cNvSpPr/>
          <p:nvPr/>
        </p:nvSpPr>
        <p:spPr>
          <a:xfrm>
            <a:off x="8956950" y="2251392"/>
            <a:ext cx="0" cy="988105"/>
          </a:xfrm>
          <a:custGeom>
            <a:avLst/>
            <a:gdLst/>
            <a:ahLst/>
            <a:cxnLst/>
            <a:rect l="l" t="t" r="r" b="b"/>
            <a:pathLst>
              <a:path w="0" h="988105">
                <a:moveTo>
                  <a:pt x="0" y="988105"/>
                </a:moveTo>
                <a:lnTo>
                  <a:pt x="0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Editable path 147"/>
          <p:cNvSpPr/>
          <p:nvPr/>
        </p:nvSpPr>
        <p:spPr>
          <a:xfrm>
            <a:off x="8956950" y="3239497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Editable path 148"/>
          <p:cNvSpPr/>
          <p:nvPr/>
        </p:nvSpPr>
        <p:spPr>
          <a:xfrm>
            <a:off x="9132500" y="2698313"/>
            <a:ext cx="1202055" cy="344904"/>
          </a:xfrm>
          <a:custGeom>
            <a:avLst/>
            <a:gdLst/>
            <a:ahLst/>
            <a:cxnLst/>
            <a:rect l="l" t="t" r="r" b="b"/>
            <a:pathLst>
              <a:path w="1202055" h="344904">
                <a:moveTo>
                  <a:pt x="0" y="344904"/>
                </a:moveTo>
                <a:lnTo>
                  <a:pt x="3039" y="341838"/>
                </a:lnTo>
                <a:lnTo>
                  <a:pt x="12607" y="332192"/>
                </a:lnTo>
                <a:lnTo>
                  <a:pt x="20640" y="315819"/>
                </a:lnTo>
                <a:lnTo>
                  <a:pt x="25696" y="291752"/>
                </a:lnTo>
                <a:lnTo>
                  <a:pt x="29355" y="281302"/>
                </a:lnTo>
                <a:lnTo>
                  <a:pt x="62512" y="279834"/>
                </a:lnTo>
                <a:lnTo>
                  <a:pt x="118107" y="274079"/>
                </a:lnTo>
                <a:lnTo>
                  <a:pt x="175276" y="264397"/>
                </a:lnTo>
                <a:lnTo>
                  <a:pt x="233650" y="250485"/>
                </a:lnTo>
                <a:lnTo>
                  <a:pt x="289108" y="233336"/>
                </a:lnTo>
                <a:lnTo>
                  <a:pt x="339565" y="214265"/>
                </a:lnTo>
                <a:lnTo>
                  <a:pt x="392425" y="190142"/>
                </a:lnTo>
                <a:lnTo>
                  <a:pt x="443534" y="162509"/>
                </a:lnTo>
                <a:lnTo>
                  <a:pt x="492650" y="131440"/>
                </a:lnTo>
                <a:lnTo>
                  <a:pt x="535607" y="99762"/>
                </a:lnTo>
                <a:lnTo>
                  <a:pt x="549507" y="84856"/>
                </a:lnTo>
                <a:lnTo>
                  <a:pt x="607744" y="63637"/>
                </a:lnTo>
                <a:lnTo>
                  <a:pt x="678460" y="57190"/>
                </a:lnTo>
                <a:lnTo>
                  <a:pt x="795061" y="56481"/>
                </a:lnTo>
                <a:lnTo>
                  <a:pt x="840890" y="50233"/>
                </a:lnTo>
                <a:lnTo>
                  <a:pt x="903862" y="37345"/>
                </a:lnTo>
                <a:lnTo>
                  <a:pt x="1072837" y="1206"/>
                </a:lnTo>
                <a:lnTo>
                  <a:pt x="1100495" y="0"/>
                </a:lnTo>
                <a:lnTo>
                  <a:pt x="1121478" y="2646"/>
                </a:lnTo>
                <a:lnTo>
                  <a:pt x="1139047" y="8753"/>
                </a:lnTo>
                <a:lnTo>
                  <a:pt x="1154274" y="18590"/>
                </a:lnTo>
                <a:lnTo>
                  <a:pt x="1166817" y="31447"/>
                </a:lnTo>
                <a:lnTo>
                  <a:pt x="1177720" y="48165"/>
                </a:lnTo>
                <a:lnTo>
                  <a:pt x="1188080" y="71822"/>
                </a:lnTo>
                <a:lnTo>
                  <a:pt x="1196128" y="100564"/>
                </a:lnTo>
                <a:lnTo>
                  <a:pt x="1201025" y="132626"/>
                </a:lnTo>
                <a:lnTo>
                  <a:pt x="1202055" y="164953"/>
                </a:lnTo>
                <a:lnTo>
                  <a:pt x="1199190" y="195012"/>
                </a:lnTo>
                <a:lnTo>
                  <a:pt x="1193049" y="221231"/>
                </a:lnTo>
                <a:lnTo>
                  <a:pt x="1183844" y="244534"/>
                </a:lnTo>
                <a:lnTo>
                  <a:pt x="1171261" y="265275"/>
                </a:lnTo>
                <a:lnTo>
                  <a:pt x="1157971" y="280061"/>
                </a:lnTo>
                <a:lnTo>
                  <a:pt x="1142846" y="291246"/>
                </a:lnTo>
                <a:lnTo>
                  <a:pt x="1126035" y="298366"/>
                </a:lnTo>
                <a:lnTo>
                  <a:pt x="1121478" y="299082"/>
                </a:lnTo>
                <a:lnTo>
                  <a:pt x="1121208" y="297740"/>
                </a:lnTo>
                <a:lnTo>
                  <a:pt x="1121132" y="297553"/>
                </a:lnTo>
                <a:lnTo>
                  <a:pt x="1121193" y="297544"/>
                </a:lnTo>
              </a:path>
            </a:pathLst>
          </a:custGeom>
          <a:noFill/>
          <a:ln w="2027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Editable path 149"/>
          <p:cNvSpPr/>
          <p:nvPr/>
        </p:nvSpPr>
        <p:spPr>
          <a:xfrm>
            <a:off x="9223307" y="2457704"/>
            <a:ext cx="1030312" cy="278576"/>
          </a:xfrm>
          <a:custGeom>
            <a:avLst/>
            <a:gdLst/>
            <a:ahLst/>
            <a:cxnLst/>
            <a:rect l="l" t="t" r="r" b="b"/>
            <a:pathLst>
              <a:path w="1030312" h="278576">
                <a:moveTo>
                  <a:pt x="77368" y="12046"/>
                </a:moveTo>
                <a:lnTo>
                  <a:pt x="71271" y="11611"/>
                </a:lnTo>
                <a:lnTo>
                  <a:pt x="24443" y="0"/>
                </a:lnTo>
                <a:lnTo>
                  <a:pt x="17899" y="33321"/>
                </a:lnTo>
                <a:lnTo>
                  <a:pt x="15929" y="26286"/>
                </a:lnTo>
                <a:lnTo>
                  <a:pt x="7906" y="13276"/>
                </a:lnTo>
                <a:lnTo>
                  <a:pt x="3239" y="12684"/>
                </a:lnTo>
                <a:lnTo>
                  <a:pt x="802" y="16201"/>
                </a:lnTo>
                <a:lnTo>
                  <a:pt x="0" y="26578"/>
                </a:lnTo>
                <a:lnTo>
                  <a:pt x="2924" y="42985"/>
                </a:lnTo>
                <a:lnTo>
                  <a:pt x="11458" y="66394"/>
                </a:lnTo>
                <a:lnTo>
                  <a:pt x="23995" y="90602"/>
                </a:lnTo>
                <a:lnTo>
                  <a:pt x="32873" y="100498"/>
                </a:lnTo>
                <a:lnTo>
                  <a:pt x="69961" y="139847"/>
                </a:lnTo>
                <a:lnTo>
                  <a:pt x="118580" y="185445"/>
                </a:lnTo>
                <a:lnTo>
                  <a:pt x="156235" y="216034"/>
                </a:lnTo>
                <a:lnTo>
                  <a:pt x="186350" y="235488"/>
                </a:lnTo>
                <a:lnTo>
                  <a:pt x="212794" y="248205"/>
                </a:lnTo>
                <a:lnTo>
                  <a:pt x="243305" y="258287"/>
                </a:lnTo>
                <a:lnTo>
                  <a:pt x="277651" y="265344"/>
                </a:lnTo>
                <a:lnTo>
                  <a:pt x="326028" y="270992"/>
                </a:lnTo>
                <a:lnTo>
                  <a:pt x="414693" y="277034"/>
                </a:lnTo>
                <a:lnTo>
                  <a:pt x="481079" y="278576"/>
                </a:lnTo>
                <a:lnTo>
                  <a:pt x="515716" y="275529"/>
                </a:lnTo>
                <a:lnTo>
                  <a:pt x="538042" y="269974"/>
                </a:lnTo>
                <a:lnTo>
                  <a:pt x="556947" y="261227"/>
                </a:lnTo>
                <a:lnTo>
                  <a:pt x="572944" y="249713"/>
                </a:lnTo>
                <a:lnTo>
                  <a:pt x="592865" y="229788"/>
                </a:lnTo>
                <a:lnTo>
                  <a:pt x="654771" y="163760"/>
                </a:lnTo>
                <a:lnTo>
                  <a:pt x="686596" y="137534"/>
                </a:lnTo>
                <a:lnTo>
                  <a:pt x="722374" y="113263"/>
                </a:lnTo>
                <a:lnTo>
                  <a:pt x="760339" y="92230"/>
                </a:lnTo>
                <a:lnTo>
                  <a:pt x="799897" y="74611"/>
                </a:lnTo>
                <a:lnTo>
                  <a:pt x="842851" y="59693"/>
                </a:lnTo>
                <a:lnTo>
                  <a:pt x="886977" y="48423"/>
                </a:lnTo>
                <a:lnTo>
                  <a:pt x="934023" y="40516"/>
                </a:lnTo>
                <a:lnTo>
                  <a:pt x="981494" y="36562"/>
                </a:lnTo>
                <a:lnTo>
                  <a:pt x="1029293" y="36495"/>
                </a:lnTo>
                <a:lnTo>
                  <a:pt x="1030264" y="38120"/>
                </a:lnTo>
                <a:lnTo>
                  <a:pt x="1030312" y="38070"/>
                </a:lnTo>
              </a:path>
            </a:pathLst>
          </a:custGeom>
          <a:noFill/>
          <a:ln w="2027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Editable path 150"/>
          <p:cNvSpPr/>
          <p:nvPr/>
        </p:nvSpPr>
        <p:spPr>
          <a:xfrm>
            <a:off x="9200611" y="2662506"/>
            <a:ext cx="1053526" cy="83026"/>
          </a:xfrm>
          <a:custGeom>
            <a:avLst/>
            <a:gdLst/>
            <a:ahLst/>
            <a:cxnLst/>
            <a:rect l="l" t="t" r="r" b="b"/>
            <a:pathLst>
              <a:path w="1053526" h="83026">
                <a:moveTo>
                  <a:pt x="52" y="72276"/>
                </a:moveTo>
                <a:lnTo>
                  <a:pt x="0" y="72583"/>
                </a:lnTo>
                <a:lnTo>
                  <a:pt x="3260" y="71293"/>
                </a:lnTo>
                <a:lnTo>
                  <a:pt x="100489" y="45398"/>
                </a:lnTo>
                <a:lnTo>
                  <a:pt x="271456" y="0"/>
                </a:lnTo>
                <a:lnTo>
                  <a:pt x="341435" y="19409"/>
                </a:lnTo>
                <a:lnTo>
                  <a:pt x="463773" y="63753"/>
                </a:lnTo>
                <a:lnTo>
                  <a:pt x="496310" y="68817"/>
                </a:lnTo>
                <a:lnTo>
                  <a:pt x="534469" y="70602"/>
                </a:lnTo>
                <a:lnTo>
                  <a:pt x="586525" y="68673"/>
                </a:lnTo>
                <a:lnTo>
                  <a:pt x="719881" y="57900"/>
                </a:lnTo>
                <a:lnTo>
                  <a:pt x="815176" y="51926"/>
                </a:lnTo>
                <a:lnTo>
                  <a:pt x="857949" y="52988"/>
                </a:lnTo>
                <a:lnTo>
                  <a:pt x="900904" y="58714"/>
                </a:lnTo>
                <a:lnTo>
                  <a:pt x="1053526" y="83026"/>
                </a:lnTo>
                <a:lnTo>
                  <a:pt x="1053081" y="82935"/>
                </a:lnTo>
              </a:path>
            </a:pathLst>
          </a:custGeom>
          <a:noFill/>
          <a:ln w="2909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Editable path 151"/>
          <p:cNvSpPr/>
          <p:nvPr/>
        </p:nvSpPr>
        <p:spPr>
          <a:xfrm>
            <a:off x="9200678" y="2663473"/>
            <a:ext cx="1053160" cy="81972"/>
          </a:xfrm>
          <a:custGeom>
            <a:avLst/>
            <a:gdLst/>
            <a:ahLst/>
            <a:cxnLst/>
            <a:rect l="l" t="t" r="r" b="b"/>
            <a:pathLst>
              <a:path w="1053160" h="81972">
                <a:moveTo>
                  <a:pt x="0" y="71190"/>
                </a:moveTo>
                <a:lnTo>
                  <a:pt x="273582" y="0"/>
                </a:lnTo>
                <a:lnTo>
                  <a:pt x="314815" y="9401"/>
                </a:lnTo>
                <a:lnTo>
                  <a:pt x="354197" y="23418"/>
                </a:lnTo>
                <a:lnTo>
                  <a:pt x="446718" y="58654"/>
                </a:lnTo>
                <a:lnTo>
                  <a:pt x="480267" y="65903"/>
                </a:lnTo>
                <a:lnTo>
                  <a:pt x="518037" y="69363"/>
                </a:lnTo>
                <a:lnTo>
                  <a:pt x="560988" y="69097"/>
                </a:lnTo>
                <a:lnTo>
                  <a:pt x="635384" y="64037"/>
                </a:lnTo>
                <a:lnTo>
                  <a:pt x="816701" y="50918"/>
                </a:lnTo>
                <a:lnTo>
                  <a:pt x="857751" y="52046"/>
                </a:lnTo>
                <a:lnTo>
                  <a:pt x="901811" y="57929"/>
                </a:lnTo>
                <a:lnTo>
                  <a:pt x="1053160" y="81972"/>
                </a:lnTo>
              </a:path>
            </a:pathLst>
          </a:custGeom>
          <a:noFill/>
          <a:ln w="28214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Editable path 152"/>
          <p:cNvSpPr/>
          <p:nvPr/>
        </p:nvSpPr>
        <p:spPr>
          <a:xfrm>
            <a:off x="9168872" y="2702991"/>
            <a:ext cx="63581" cy="63581"/>
          </a:xfrm>
          <a:custGeom>
            <a:avLst/>
            <a:gdLst/>
            <a:ahLst/>
            <a:cxnLst/>
            <a:rect l="l" t="t" r="r" b="b"/>
            <a:pathLst>
              <a:path w="63581" h="63581">
                <a:moveTo>
                  <a:pt x="31791" y="63581"/>
                </a:moveTo>
                <a:lnTo>
                  <a:pt x="33890" y="63512"/>
                </a:lnTo>
                <a:lnTo>
                  <a:pt x="35969" y="63305"/>
                </a:lnTo>
                <a:lnTo>
                  <a:pt x="38022" y="62965"/>
                </a:lnTo>
                <a:lnTo>
                  <a:pt x="40041" y="62492"/>
                </a:lnTo>
                <a:lnTo>
                  <a:pt x="42021" y="61890"/>
                </a:lnTo>
                <a:lnTo>
                  <a:pt x="43956" y="61161"/>
                </a:lnTo>
                <a:lnTo>
                  <a:pt x="45840" y="60308"/>
                </a:lnTo>
                <a:lnTo>
                  <a:pt x="47666" y="59334"/>
                </a:lnTo>
                <a:lnTo>
                  <a:pt x="49428" y="58240"/>
                </a:lnTo>
                <a:lnTo>
                  <a:pt x="51121" y="57030"/>
                </a:lnTo>
                <a:lnTo>
                  <a:pt x="52737" y="55706"/>
                </a:lnTo>
                <a:lnTo>
                  <a:pt x="54270" y="54270"/>
                </a:lnTo>
                <a:lnTo>
                  <a:pt x="55706" y="52736"/>
                </a:lnTo>
                <a:lnTo>
                  <a:pt x="57030" y="51120"/>
                </a:lnTo>
                <a:lnTo>
                  <a:pt x="58240" y="49428"/>
                </a:lnTo>
                <a:lnTo>
                  <a:pt x="59334" y="47666"/>
                </a:lnTo>
                <a:lnTo>
                  <a:pt x="60309" y="45840"/>
                </a:lnTo>
                <a:lnTo>
                  <a:pt x="61161" y="43956"/>
                </a:lnTo>
                <a:lnTo>
                  <a:pt x="61890" y="42021"/>
                </a:lnTo>
                <a:lnTo>
                  <a:pt x="62492" y="40041"/>
                </a:lnTo>
                <a:lnTo>
                  <a:pt x="62965" y="38021"/>
                </a:lnTo>
                <a:lnTo>
                  <a:pt x="63306" y="35969"/>
                </a:lnTo>
                <a:lnTo>
                  <a:pt x="63512" y="33890"/>
                </a:lnTo>
                <a:lnTo>
                  <a:pt x="63581" y="31791"/>
                </a:lnTo>
                <a:lnTo>
                  <a:pt x="63512" y="29691"/>
                </a:lnTo>
                <a:lnTo>
                  <a:pt x="63306" y="27612"/>
                </a:lnTo>
                <a:lnTo>
                  <a:pt x="62965" y="25560"/>
                </a:lnTo>
                <a:lnTo>
                  <a:pt x="62492" y="23540"/>
                </a:lnTo>
                <a:lnTo>
                  <a:pt x="61890" y="21560"/>
                </a:lnTo>
                <a:lnTo>
                  <a:pt x="61161" y="19625"/>
                </a:lnTo>
                <a:lnTo>
                  <a:pt x="60309" y="17741"/>
                </a:lnTo>
                <a:lnTo>
                  <a:pt x="59334" y="15915"/>
                </a:lnTo>
                <a:lnTo>
                  <a:pt x="58240" y="14153"/>
                </a:lnTo>
                <a:lnTo>
                  <a:pt x="57030" y="12461"/>
                </a:lnTo>
                <a:lnTo>
                  <a:pt x="55706" y="10845"/>
                </a:lnTo>
                <a:lnTo>
                  <a:pt x="54270" y="9311"/>
                </a:lnTo>
                <a:lnTo>
                  <a:pt x="52737" y="7875"/>
                </a:lnTo>
                <a:lnTo>
                  <a:pt x="51121" y="6551"/>
                </a:lnTo>
                <a:lnTo>
                  <a:pt x="49428" y="5341"/>
                </a:lnTo>
                <a:lnTo>
                  <a:pt x="47666" y="4247"/>
                </a:lnTo>
                <a:lnTo>
                  <a:pt x="45840" y="3273"/>
                </a:lnTo>
                <a:lnTo>
                  <a:pt x="43956" y="2420"/>
                </a:lnTo>
                <a:lnTo>
                  <a:pt x="42021" y="1691"/>
                </a:lnTo>
                <a:lnTo>
                  <a:pt x="40041" y="1089"/>
                </a:lnTo>
                <a:lnTo>
                  <a:pt x="38022" y="616"/>
                </a:lnTo>
                <a:lnTo>
                  <a:pt x="35969" y="275"/>
                </a:lnTo>
                <a:lnTo>
                  <a:pt x="33890" y="69"/>
                </a:lnTo>
                <a:lnTo>
                  <a:pt x="31791" y="0"/>
                </a:lnTo>
                <a:lnTo>
                  <a:pt x="29691" y="69"/>
                </a:lnTo>
                <a:lnTo>
                  <a:pt x="27612" y="275"/>
                </a:lnTo>
                <a:lnTo>
                  <a:pt x="25560" y="616"/>
                </a:lnTo>
                <a:lnTo>
                  <a:pt x="23541" y="1089"/>
                </a:lnTo>
                <a:lnTo>
                  <a:pt x="21560" y="1691"/>
                </a:lnTo>
                <a:lnTo>
                  <a:pt x="19625" y="2420"/>
                </a:lnTo>
                <a:lnTo>
                  <a:pt x="17742" y="3273"/>
                </a:lnTo>
                <a:lnTo>
                  <a:pt x="15916" y="4247"/>
                </a:lnTo>
                <a:lnTo>
                  <a:pt x="14153" y="5341"/>
                </a:lnTo>
                <a:lnTo>
                  <a:pt x="12461" y="6551"/>
                </a:lnTo>
                <a:lnTo>
                  <a:pt x="10845" y="7875"/>
                </a:lnTo>
                <a:lnTo>
                  <a:pt x="9311" y="9311"/>
                </a:lnTo>
                <a:lnTo>
                  <a:pt x="7876" y="10845"/>
                </a:lnTo>
                <a:lnTo>
                  <a:pt x="6552" y="12461"/>
                </a:lnTo>
                <a:lnTo>
                  <a:pt x="5341" y="14153"/>
                </a:lnTo>
                <a:lnTo>
                  <a:pt x="4248" y="15915"/>
                </a:lnTo>
                <a:lnTo>
                  <a:pt x="3273" y="17741"/>
                </a:lnTo>
                <a:lnTo>
                  <a:pt x="2420" y="19625"/>
                </a:lnTo>
                <a:lnTo>
                  <a:pt x="1691" y="21560"/>
                </a:lnTo>
                <a:lnTo>
                  <a:pt x="1089" y="23540"/>
                </a:lnTo>
                <a:lnTo>
                  <a:pt x="617" y="25560"/>
                </a:lnTo>
                <a:lnTo>
                  <a:pt x="276" y="27612"/>
                </a:lnTo>
                <a:lnTo>
                  <a:pt x="70" y="29691"/>
                </a:lnTo>
                <a:lnTo>
                  <a:pt x="0" y="31791"/>
                </a:lnTo>
                <a:lnTo>
                  <a:pt x="70" y="33890"/>
                </a:lnTo>
                <a:lnTo>
                  <a:pt x="276" y="35969"/>
                </a:lnTo>
                <a:lnTo>
                  <a:pt x="617" y="38021"/>
                </a:lnTo>
                <a:lnTo>
                  <a:pt x="1089" y="40041"/>
                </a:lnTo>
                <a:lnTo>
                  <a:pt x="1691" y="42021"/>
                </a:lnTo>
                <a:lnTo>
                  <a:pt x="2420" y="43956"/>
                </a:lnTo>
                <a:lnTo>
                  <a:pt x="3273" y="45840"/>
                </a:lnTo>
                <a:lnTo>
                  <a:pt x="4248" y="47666"/>
                </a:lnTo>
                <a:lnTo>
                  <a:pt x="5341" y="49428"/>
                </a:lnTo>
                <a:lnTo>
                  <a:pt x="6552" y="51120"/>
                </a:lnTo>
                <a:lnTo>
                  <a:pt x="7876" y="52736"/>
                </a:lnTo>
                <a:lnTo>
                  <a:pt x="9311" y="54270"/>
                </a:lnTo>
                <a:lnTo>
                  <a:pt x="10845" y="55706"/>
                </a:lnTo>
                <a:lnTo>
                  <a:pt x="12461" y="57030"/>
                </a:lnTo>
                <a:lnTo>
                  <a:pt x="14153" y="58240"/>
                </a:lnTo>
                <a:lnTo>
                  <a:pt x="15916" y="59334"/>
                </a:lnTo>
                <a:lnTo>
                  <a:pt x="17742" y="60308"/>
                </a:lnTo>
                <a:lnTo>
                  <a:pt x="19625" y="61161"/>
                </a:lnTo>
                <a:lnTo>
                  <a:pt x="21560" y="61890"/>
                </a:lnTo>
                <a:lnTo>
                  <a:pt x="23541" y="62492"/>
                </a:lnTo>
                <a:lnTo>
                  <a:pt x="25560" y="62965"/>
                </a:lnTo>
                <a:lnTo>
                  <a:pt x="27612" y="63305"/>
                </a:lnTo>
                <a:lnTo>
                  <a:pt x="29691" y="63512"/>
                </a:lnTo>
                <a:lnTo>
                  <a:pt x="31791" y="63581"/>
                </a:lnTo>
                <a:close/>
              </a:path>
            </a:pathLst>
          </a:custGeom>
          <a:solidFill>
            <a:srgbClr val="FFFFFF"/>
          </a:solidFill>
          <a:ln w="141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Editable path 153"/>
          <p:cNvSpPr/>
          <p:nvPr/>
        </p:nvSpPr>
        <p:spPr>
          <a:xfrm>
            <a:off x="10216190" y="2706009"/>
            <a:ext cx="75004" cy="71333"/>
          </a:xfrm>
          <a:custGeom>
            <a:avLst/>
            <a:gdLst/>
            <a:ahLst/>
            <a:cxnLst/>
            <a:rect l="l" t="t" r="r" b="b"/>
            <a:pathLst>
              <a:path w="75004" h="71333">
                <a:moveTo>
                  <a:pt x="37502" y="0"/>
                </a:moveTo>
                <a:lnTo>
                  <a:pt x="28649" y="27247"/>
                </a:lnTo>
                <a:lnTo>
                  <a:pt x="0" y="27247"/>
                </a:lnTo>
                <a:lnTo>
                  <a:pt x="23178" y="44086"/>
                </a:lnTo>
                <a:lnTo>
                  <a:pt x="14325" y="71333"/>
                </a:lnTo>
                <a:lnTo>
                  <a:pt x="37502" y="54494"/>
                </a:lnTo>
                <a:lnTo>
                  <a:pt x="60679" y="71333"/>
                </a:lnTo>
                <a:lnTo>
                  <a:pt x="51826" y="44086"/>
                </a:lnTo>
                <a:lnTo>
                  <a:pt x="75004" y="27247"/>
                </a:lnTo>
                <a:lnTo>
                  <a:pt x="46355" y="27247"/>
                </a:lnTo>
                <a:lnTo>
                  <a:pt x="37502" y="0"/>
                </a:lnTo>
                <a:close/>
              </a:path>
            </a:pathLst>
          </a:custGeom>
          <a:solidFill>
            <a:srgbClr val="FF9500"/>
          </a:solidFill>
          <a:ln w="1763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Editable path 154"/>
          <p:cNvSpPr/>
          <p:nvPr/>
        </p:nvSpPr>
        <p:spPr>
          <a:xfrm>
            <a:off x="9419694" y="2916805"/>
            <a:ext cx="40672" cy="15501"/>
          </a:xfrm>
          <a:custGeom>
            <a:avLst/>
            <a:gdLst/>
            <a:ahLst/>
            <a:cxnLst/>
            <a:rect l="l" t="t" r="r" b="b"/>
            <a:pathLst>
              <a:path w="40672" h="15501">
                <a:moveTo>
                  <a:pt x="0" y="15501"/>
                </a:moveTo>
                <a:lnTo>
                  <a:pt x="4726" y="13700"/>
                </a:lnTo>
                <a:lnTo>
                  <a:pt x="9209" y="11991"/>
                </a:lnTo>
                <a:lnTo>
                  <a:pt x="13449" y="10375"/>
                </a:lnTo>
                <a:lnTo>
                  <a:pt x="17446" y="8852"/>
                </a:lnTo>
                <a:lnTo>
                  <a:pt x="21200" y="7421"/>
                </a:lnTo>
                <a:lnTo>
                  <a:pt x="24711" y="6083"/>
                </a:lnTo>
                <a:lnTo>
                  <a:pt x="27979" y="4837"/>
                </a:lnTo>
                <a:lnTo>
                  <a:pt x="31004" y="3684"/>
                </a:lnTo>
                <a:lnTo>
                  <a:pt x="33785" y="2624"/>
                </a:lnTo>
                <a:lnTo>
                  <a:pt x="36324" y="1657"/>
                </a:lnTo>
                <a:lnTo>
                  <a:pt x="38620" y="782"/>
                </a:lnTo>
                <a:lnTo>
                  <a:pt x="40672" y="0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Editable path 155"/>
          <p:cNvSpPr/>
          <p:nvPr/>
        </p:nvSpPr>
        <p:spPr>
          <a:xfrm>
            <a:off x="9411713" y="2911947"/>
            <a:ext cx="48653" cy="40866"/>
          </a:xfrm>
          <a:custGeom>
            <a:avLst/>
            <a:gdLst/>
            <a:ahLst/>
            <a:cxnLst/>
            <a:rect l="l" t="t" r="r" b="b"/>
            <a:pathLst>
              <a:path w="48653" h="40866">
                <a:moveTo>
                  <a:pt x="0" y="0"/>
                </a:moveTo>
                <a:lnTo>
                  <a:pt x="48653" y="4858"/>
                </a:lnTo>
                <a:lnTo>
                  <a:pt x="15575" y="40866"/>
                </a:lnTo>
                <a:lnTo>
                  <a:pt x="0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Editable path 156"/>
          <p:cNvSpPr/>
          <p:nvPr/>
        </p:nvSpPr>
        <p:spPr>
          <a:xfrm>
            <a:off x="10152068" y="2701926"/>
            <a:ext cx="41655" cy="6905"/>
          </a:xfrm>
          <a:custGeom>
            <a:avLst/>
            <a:gdLst/>
            <a:ahLst/>
            <a:cxnLst/>
            <a:rect l="l" t="t" r="r" b="b"/>
            <a:pathLst>
              <a:path w="41655" h="6905">
                <a:moveTo>
                  <a:pt x="0" y="6905"/>
                </a:moveTo>
                <a:lnTo>
                  <a:pt x="4883" y="6095"/>
                </a:lnTo>
                <a:lnTo>
                  <a:pt x="9509" y="5328"/>
                </a:lnTo>
                <a:lnTo>
                  <a:pt x="13878" y="4604"/>
                </a:lnTo>
                <a:lnTo>
                  <a:pt x="17991" y="3922"/>
                </a:lnTo>
                <a:lnTo>
                  <a:pt x="21847" y="3283"/>
                </a:lnTo>
                <a:lnTo>
                  <a:pt x="25447" y="2687"/>
                </a:lnTo>
                <a:lnTo>
                  <a:pt x="28790" y="2132"/>
                </a:lnTo>
                <a:lnTo>
                  <a:pt x="31876" y="1621"/>
                </a:lnTo>
                <a:lnTo>
                  <a:pt x="34706" y="1152"/>
                </a:lnTo>
                <a:lnTo>
                  <a:pt x="37279" y="725"/>
                </a:lnTo>
                <a:lnTo>
                  <a:pt x="39595" y="341"/>
                </a:lnTo>
                <a:lnTo>
                  <a:pt x="41655" y="0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Editable path 157"/>
          <p:cNvSpPr/>
          <p:nvPr/>
        </p:nvSpPr>
        <p:spPr>
          <a:xfrm>
            <a:off x="10147003" y="2687505"/>
            <a:ext cx="46720" cy="43145"/>
          </a:xfrm>
          <a:custGeom>
            <a:avLst/>
            <a:gdLst/>
            <a:ahLst/>
            <a:cxnLst/>
            <a:rect l="l" t="t" r="r" b="b"/>
            <a:pathLst>
              <a:path w="46720" h="43145">
                <a:moveTo>
                  <a:pt x="0" y="0"/>
                </a:moveTo>
                <a:lnTo>
                  <a:pt x="46720" y="14421"/>
                </a:lnTo>
                <a:lnTo>
                  <a:pt x="7152" y="43145"/>
                </a:lnTo>
                <a:lnTo>
                  <a:pt x="0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Editable path 158"/>
          <p:cNvSpPr/>
          <p:nvPr/>
        </p:nvSpPr>
        <p:spPr>
          <a:xfrm>
            <a:off x="9301641" y="2605789"/>
            <a:ext cx="32355" cy="29799"/>
          </a:xfrm>
          <a:custGeom>
            <a:avLst/>
            <a:gdLst/>
            <a:ahLst/>
            <a:cxnLst/>
            <a:rect l="l" t="t" r="r" b="b"/>
            <a:pathLst>
              <a:path w="32355" h="29799">
                <a:moveTo>
                  <a:pt x="0" y="0"/>
                </a:moveTo>
                <a:lnTo>
                  <a:pt x="3749" y="3453"/>
                </a:lnTo>
                <a:lnTo>
                  <a:pt x="7306" y="6729"/>
                </a:lnTo>
                <a:lnTo>
                  <a:pt x="10672" y="9829"/>
                </a:lnTo>
                <a:lnTo>
                  <a:pt x="13847" y="12753"/>
                </a:lnTo>
                <a:lnTo>
                  <a:pt x="16830" y="15500"/>
                </a:lnTo>
                <a:lnTo>
                  <a:pt x="19622" y="18072"/>
                </a:lnTo>
                <a:lnTo>
                  <a:pt x="22223" y="20467"/>
                </a:lnTo>
                <a:lnTo>
                  <a:pt x="24632" y="22686"/>
                </a:lnTo>
                <a:lnTo>
                  <a:pt x="26850" y="24728"/>
                </a:lnTo>
                <a:lnTo>
                  <a:pt x="28876" y="26595"/>
                </a:lnTo>
                <a:lnTo>
                  <a:pt x="30711" y="28285"/>
                </a:lnTo>
                <a:lnTo>
                  <a:pt x="32355" y="29799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Editable path 159"/>
          <p:cNvSpPr/>
          <p:nvPr/>
        </p:nvSpPr>
        <p:spPr>
          <a:xfrm>
            <a:off x="9287013" y="2589876"/>
            <a:ext cx="46983" cy="45712"/>
          </a:xfrm>
          <a:custGeom>
            <a:avLst/>
            <a:gdLst/>
            <a:ahLst/>
            <a:cxnLst/>
            <a:rect l="l" t="t" r="r" b="b"/>
            <a:pathLst>
              <a:path w="46983" h="45712">
                <a:moveTo>
                  <a:pt x="29628" y="0"/>
                </a:moveTo>
                <a:lnTo>
                  <a:pt x="46983" y="45712"/>
                </a:lnTo>
                <a:lnTo>
                  <a:pt x="0" y="32169"/>
                </a:lnTo>
                <a:lnTo>
                  <a:pt x="29628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Editable path 160"/>
          <p:cNvSpPr/>
          <p:nvPr/>
        </p:nvSpPr>
        <p:spPr>
          <a:xfrm>
            <a:off x="9884250" y="2589973"/>
            <a:ext cx="34361" cy="26005"/>
          </a:xfrm>
          <a:custGeom>
            <a:avLst/>
            <a:gdLst/>
            <a:ahLst/>
            <a:cxnLst/>
            <a:rect l="l" t="t" r="r" b="b"/>
            <a:pathLst>
              <a:path w="34361" h="26005">
                <a:moveTo>
                  <a:pt x="0" y="26005"/>
                </a:moveTo>
                <a:lnTo>
                  <a:pt x="4004" y="22975"/>
                </a:lnTo>
                <a:lnTo>
                  <a:pt x="7801" y="20101"/>
                </a:lnTo>
                <a:lnTo>
                  <a:pt x="11391" y="17385"/>
                </a:lnTo>
                <a:lnTo>
                  <a:pt x="14772" y="14825"/>
                </a:lnTo>
                <a:lnTo>
                  <a:pt x="17947" y="12422"/>
                </a:lnTo>
                <a:lnTo>
                  <a:pt x="20914" y="10177"/>
                </a:lnTo>
                <a:lnTo>
                  <a:pt x="23674" y="8088"/>
                </a:lnTo>
                <a:lnTo>
                  <a:pt x="26226" y="6157"/>
                </a:lnTo>
                <a:lnTo>
                  <a:pt x="28571" y="4382"/>
                </a:lnTo>
                <a:lnTo>
                  <a:pt x="30708" y="2765"/>
                </a:lnTo>
                <a:lnTo>
                  <a:pt x="32638" y="1304"/>
                </a:lnTo>
                <a:lnTo>
                  <a:pt x="34361" y="0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Editable path 161"/>
          <p:cNvSpPr/>
          <p:nvPr/>
        </p:nvSpPr>
        <p:spPr>
          <a:xfrm>
            <a:off x="9870543" y="2589973"/>
            <a:ext cx="48068" cy="43828"/>
          </a:xfrm>
          <a:custGeom>
            <a:avLst/>
            <a:gdLst/>
            <a:ahLst/>
            <a:cxnLst/>
            <a:rect l="l" t="t" r="r" b="b"/>
            <a:pathLst>
              <a:path w="48068" h="43828">
                <a:moveTo>
                  <a:pt x="0" y="8956"/>
                </a:moveTo>
                <a:lnTo>
                  <a:pt x="48068" y="0"/>
                </a:lnTo>
                <a:lnTo>
                  <a:pt x="26392" y="43828"/>
                </a:lnTo>
                <a:lnTo>
                  <a:pt x="0" y="8956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Editable path 162"/>
          <p:cNvSpPr/>
          <p:nvPr/>
        </p:nvSpPr>
        <p:spPr>
          <a:xfrm>
            <a:off x="9537211" y="2680130"/>
            <a:ext cx="40590" cy="16425"/>
          </a:xfrm>
          <a:custGeom>
            <a:avLst/>
            <a:gdLst/>
            <a:ahLst/>
            <a:cxnLst/>
            <a:rect l="l" t="t" r="r" b="b"/>
            <a:pathLst>
              <a:path w="40590" h="16425">
                <a:moveTo>
                  <a:pt x="0" y="0"/>
                </a:moveTo>
                <a:lnTo>
                  <a:pt x="4708" y="1905"/>
                </a:lnTo>
                <a:lnTo>
                  <a:pt x="9176" y="3713"/>
                </a:lnTo>
                <a:lnTo>
                  <a:pt x="13403" y="5424"/>
                </a:lnTo>
                <a:lnTo>
                  <a:pt x="17388" y="7036"/>
                </a:lnTo>
                <a:lnTo>
                  <a:pt x="21132" y="8551"/>
                </a:lnTo>
                <a:lnTo>
                  <a:pt x="24636" y="9969"/>
                </a:lnTo>
                <a:lnTo>
                  <a:pt x="27898" y="11289"/>
                </a:lnTo>
                <a:lnTo>
                  <a:pt x="30918" y="12511"/>
                </a:lnTo>
                <a:lnTo>
                  <a:pt x="33698" y="13636"/>
                </a:lnTo>
                <a:lnTo>
                  <a:pt x="36237" y="14663"/>
                </a:lnTo>
                <a:lnTo>
                  <a:pt x="38534" y="15593"/>
                </a:lnTo>
                <a:lnTo>
                  <a:pt x="40590" y="16425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Editable path 163"/>
          <p:cNvSpPr/>
          <p:nvPr/>
        </p:nvSpPr>
        <p:spPr>
          <a:xfrm>
            <a:off x="9529059" y="2659881"/>
            <a:ext cx="48742" cy="40539"/>
          </a:xfrm>
          <a:custGeom>
            <a:avLst/>
            <a:gdLst/>
            <a:ahLst/>
            <a:cxnLst/>
            <a:rect l="l" t="t" r="r" b="b"/>
            <a:pathLst>
              <a:path w="48742" h="40539">
                <a:moveTo>
                  <a:pt x="16404" y="0"/>
                </a:moveTo>
                <a:lnTo>
                  <a:pt x="48742" y="36674"/>
                </a:lnTo>
                <a:lnTo>
                  <a:pt x="0" y="40539"/>
                </a:lnTo>
                <a:lnTo>
                  <a:pt x="16404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Editable path 164"/>
          <p:cNvSpPr/>
          <p:nvPr/>
        </p:nvSpPr>
        <p:spPr>
          <a:xfrm>
            <a:off x="10050991" y="2714943"/>
            <a:ext cx="43140" cy="5623"/>
          </a:xfrm>
          <a:custGeom>
            <a:avLst/>
            <a:gdLst/>
            <a:ahLst/>
            <a:cxnLst/>
            <a:rect l="l" t="t" r="r" b="b"/>
            <a:pathLst>
              <a:path w="43140" h="5623">
                <a:moveTo>
                  <a:pt x="0" y="0"/>
                </a:moveTo>
                <a:lnTo>
                  <a:pt x="5014" y="653"/>
                </a:lnTo>
                <a:lnTo>
                  <a:pt x="9769" y="1273"/>
                </a:lnTo>
                <a:lnTo>
                  <a:pt x="14267" y="1859"/>
                </a:lnTo>
                <a:lnTo>
                  <a:pt x="18507" y="2412"/>
                </a:lnTo>
                <a:lnTo>
                  <a:pt x="22489" y="2931"/>
                </a:lnTo>
                <a:lnTo>
                  <a:pt x="26213" y="3416"/>
                </a:lnTo>
                <a:lnTo>
                  <a:pt x="29679" y="3868"/>
                </a:lnTo>
                <a:lnTo>
                  <a:pt x="32887" y="4286"/>
                </a:lnTo>
                <a:lnTo>
                  <a:pt x="35837" y="4671"/>
                </a:lnTo>
                <a:lnTo>
                  <a:pt x="38529" y="5022"/>
                </a:lnTo>
                <a:lnTo>
                  <a:pt x="40963" y="5339"/>
                </a:lnTo>
                <a:lnTo>
                  <a:pt x="43140" y="5623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Editable path 165"/>
          <p:cNvSpPr/>
          <p:nvPr/>
        </p:nvSpPr>
        <p:spPr>
          <a:xfrm>
            <a:off x="10047938" y="2693230"/>
            <a:ext cx="46193" cy="43366"/>
          </a:xfrm>
          <a:custGeom>
            <a:avLst/>
            <a:gdLst/>
            <a:ahLst/>
            <a:cxnLst/>
            <a:rect l="l" t="t" r="r" b="b"/>
            <a:pathLst>
              <a:path w="46193" h="43366">
                <a:moveTo>
                  <a:pt x="5653" y="0"/>
                </a:moveTo>
                <a:lnTo>
                  <a:pt x="46193" y="27336"/>
                </a:lnTo>
                <a:lnTo>
                  <a:pt x="0" y="43366"/>
                </a:lnTo>
                <a:lnTo>
                  <a:pt x="5653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Editable path 166"/>
          <p:cNvSpPr/>
          <p:nvPr/>
        </p:nvSpPr>
        <p:spPr>
          <a:xfrm>
            <a:off x="9742174" y="2730983"/>
            <a:ext cx="42826" cy="2119"/>
          </a:xfrm>
          <a:custGeom>
            <a:avLst/>
            <a:gdLst/>
            <a:ahLst/>
            <a:cxnLst/>
            <a:rect l="l" t="t" r="r" b="b"/>
            <a:pathLst>
              <a:path w="42826" h="2119">
                <a:moveTo>
                  <a:pt x="0" y="2119"/>
                </a:moveTo>
                <a:lnTo>
                  <a:pt x="4998" y="1872"/>
                </a:lnTo>
                <a:lnTo>
                  <a:pt x="9736" y="1637"/>
                </a:lnTo>
                <a:lnTo>
                  <a:pt x="14214" y="1416"/>
                </a:lnTo>
                <a:lnTo>
                  <a:pt x="18433" y="1207"/>
                </a:lnTo>
                <a:lnTo>
                  <a:pt x="22391" y="1011"/>
                </a:lnTo>
                <a:lnTo>
                  <a:pt x="26090" y="828"/>
                </a:lnTo>
                <a:lnTo>
                  <a:pt x="29529" y="658"/>
                </a:lnTo>
                <a:lnTo>
                  <a:pt x="32708" y="501"/>
                </a:lnTo>
                <a:lnTo>
                  <a:pt x="35627" y="356"/>
                </a:lnTo>
                <a:lnTo>
                  <a:pt x="38287" y="225"/>
                </a:lnTo>
                <a:lnTo>
                  <a:pt x="40687" y="106"/>
                </a:lnTo>
                <a:lnTo>
                  <a:pt x="42826" y="0"/>
                </a:lnTo>
              </a:path>
            </a:pathLst>
          </a:custGeom>
          <a:noFill/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Editable path 167"/>
          <p:cNvSpPr/>
          <p:nvPr/>
        </p:nvSpPr>
        <p:spPr>
          <a:xfrm>
            <a:off x="9740240" y="2711304"/>
            <a:ext cx="44760" cy="43680"/>
          </a:xfrm>
          <a:custGeom>
            <a:avLst/>
            <a:gdLst/>
            <a:ahLst/>
            <a:cxnLst/>
            <a:rect l="l" t="t" r="r" b="b"/>
            <a:pathLst>
              <a:path w="44760" h="43680">
                <a:moveTo>
                  <a:pt x="0" y="0"/>
                </a:moveTo>
                <a:lnTo>
                  <a:pt x="44760" y="19679"/>
                </a:lnTo>
                <a:lnTo>
                  <a:pt x="2161" y="43680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9" name="Picture 20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84009" y="3313604"/>
            <a:ext cx="1608542" cy="988104"/>
          </a:xfrm>
          <a:prstGeom prst="rect">
            <a:avLst/>
          </a:prstGeom>
        </p:spPr>
      </p:pic>
      <p:sp>
        <p:nvSpPr>
          <p:cNvPr id="210" name="Editable path 168"/>
          <p:cNvSpPr/>
          <p:nvPr/>
        </p:nvSpPr>
        <p:spPr>
          <a:xfrm>
            <a:off x="1715268" y="3352791"/>
            <a:ext cx="786591" cy="161123"/>
          </a:xfrm>
          <a:custGeom>
            <a:avLst/>
            <a:gdLst/>
            <a:ahLst/>
            <a:cxnLst/>
            <a:rect l="l" t="t" r="r" b="b"/>
            <a:pathLst>
              <a:path w="786591" h="161123">
                <a:moveTo>
                  <a:pt x="25041" y="161123"/>
                </a:moveTo>
                <a:lnTo>
                  <a:pt x="761551" y="161123"/>
                </a:lnTo>
                <a:lnTo>
                  <a:pt x="765550" y="160949"/>
                </a:lnTo>
                <a:lnTo>
                  <a:pt x="769202" y="160427"/>
                </a:lnTo>
                <a:lnTo>
                  <a:pt x="772506" y="159558"/>
                </a:lnTo>
                <a:lnTo>
                  <a:pt x="775462" y="158340"/>
                </a:lnTo>
                <a:lnTo>
                  <a:pt x="778070" y="156775"/>
                </a:lnTo>
                <a:lnTo>
                  <a:pt x="780331" y="154863"/>
                </a:lnTo>
                <a:lnTo>
                  <a:pt x="782244" y="152602"/>
                </a:lnTo>
                <a:lnTo>
                  <a:pt x="783809" y="149994"/>
                </a:lnTo>
                <a:lnTo>
                  <a:pt x="785026" y="147037"/>
                </a:lnTo>
                <a:lnTo>
                  <a:pt x="785896" y="143733"/>
                </a:lnTo>
                <a:lnTo>
                  <a:pt x="786417" y="140082"/>
                </a:lnTo>
                <a:lnTo>
                  <a:pt x="786591" y="136082"/>
                </a:lnTo>
                <a:lnTo>
                  <a:pt x="786591" y="25041"/>
                </a:lnTo>
                <a:lnTo>
                  <a:pt x="786417" y="21041"/>
                </a:lnTo>
                <a:lnTo>
                  <a:pt x="785896" y="17389"/>
                </a:lnTo>
                <a:lnTo>
                  <a:pt x="785026" y="14085"/>
                </a:lnTo>
                <a:lnTo>
                  <a:pt x="783809" y="11129"/>
                </a:lnTo>
                <a:lnTo>
                  <a:pt x="782244" y="8521"/>
                </a:lnTo>
                <a:lnTo>
                  <a:pt x="780331" y="6260"/>
                </a:lnTo>
                <a:lnTo>
                  <a:pt x="778070" y="4347"/>
                </a:lnTo>
                <a:lnTo>
                  <a:pt x="775462" y="2782"/>
                </a:lnTo>
                <a:lnTo>
                  <a:pt x="772506" y="1565"/>
                </a:lnTo>
                <a:lnTo>
                  <a:pt x="769202" y="696"/>
                </a:lnTo>
                <a:lnTo>
                  <a:pt x="765550" y="174"/>
                </a:lnTo>
                <a:lnTo>
                  <a:pt x="761551" y="0"/>
                </a:lnTo>
                <a:lnTo>
                  <a:pt x="25041" y="0"/>
                </a:lnTo>
                <a:lnTo>
                  <a:pt x="21041" y="174"/>
                </a:lnTo>
                <a:lnTo>
                  <a:pt x="17389" y="696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2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4"/>
                </a:lnTo>
                <a:lnTo>
                  <a:pt x="4347" y="152602"/>
                </a:lnTo>
                <a:lnTo>
                  <a:pt x="6260" y="154863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8"/>
                </a:lnTo>
                <a:lnTo>
                  <a:pt x="17389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740308" y="3359644"/>
            <a:ext cx="764995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Acquire · 3.6 s</a:t>
            </a:r>
          </a:p>
        </p:txBody>
      </p:sp>
      <p:sp>
        <p:nvSpPr>
          <p:cNvPr id="212" name="Editable path 169"/>
          <p:cNvSpPr/>
          <p:nvPr/>
        </p:nvSpPr>
        <p:spPr>
          <a:xfrm>
            <a:off x="2637798" y="4018274"/>
            <a:ext cx="637675" cy="280029"/>
          </a:xfrm>
          <a:custGeom>
            <a:avLst/>
            <a:gdLst/>
            <a:ahLst/>
            <a:cxnLst/>
            <a:rect l="l" t="t" r="r" b="b"/>
            <a:pathLst>
              <a:path w="637675" h="280029">
                <a:moveTo>
                  <a:pt x="0" y="0"/>
                </a:moveTo>
                <a:lnTo>
                  <a:pt x="637675" y="0"/>
                </a:lnTo>
                <a:lnTo>
                  <a:pt x="637675" y="280029"/>
                </a:lnTo>
                <a:lnTo>
                  <a:pt x="0" y="280029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2668975" y="4034769"/>
            <a:ext cx="609520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Warehouse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986393" y="4143606"/>
            <a:ext cx="289591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crate</a:t>
            </a:r>
          </a:p>
        </p:txBody>
      </p:sp>
      <p:pic>
        <p:nvPicPr>
          <p:cNvPr id="215" name="Picture 21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87846" y="3313604"/>
            <a:ext cx="1608542" cy="988104"/>
          </a:xfrm>
          <a:prstGeom prst="rect">
            <a:avLst/>
          </a:prstGeom>
        </p:spPr>
      </p:pic>
      <p:sp>
        <p:nvSpPr>
          <p:cNvPr id="216" name="Editable path 170"/>
          <p:cNvSpPr/>
          <p:nvPr/>
        </p:nvSpPr>
        <p:spPr>
          <a:xfrm>
            <a:off x="3519105" y="3352791"/>
            <a:ext cx="570295" cy="161123"/>
          </a:xfrm>
          <a:custGeom>
            <a:avLst/>
            <a:gdLst/>
            <a:ahLst/>
            <a:cxnLst/>
            <a:rect l="l" t="t" r="r" b="b"/>
            <a:pathLst>
              <a:path w="570295" h="161123">
                <a:moveTo>
                  <a:pt x="25041" y="161123"/>
                </a:moveTo>
                <a:lnTo>
                  <a:pt x="545254" y="161123"/>
                </a:lnTo>
                <a:lnTo>
                  <a:pt x="549254" y="160949"/>
                </a:lnTo>
                <a:lnTo>
                  <a:pt x="552906" y="160427"/>
                </a:lnTo>
                <a:lnTo>
                  <a:pt x="556210" y="159558"/>
                </a:lnTo>
                <a:lnTo>
                  <a:pt x="559166" y="158340"/>
                </a:lnTo>
                <a:lnTo>
                  <a:pt x="561774" y="156775"/>
                </a:lnTo>
                <a:lnTo>
                  <a:pt x="564035" y="154863"/>
                </a:lnTo>
                <a:lnTo>
                  <a:pt x="565948" y="152602"/>
                </a:lnTo>
                <a:lnTo>
                  <a:pt x="567513" y="149994"/>
                </a:lnTo>
                <a:lnTo>
                  <a:pt x="568730" y="147037"/>
                </a:lnTo>
                <a:lnTo>
                  <a:pt x="569599" y="143733"/>
                </a:lnTo>
                <a:lnTo>
                  <a:pt x="570121" y="140082"/>
                </a:lnTo>
                <a:lnTo>
                  <a:pt x="570295" y="136082"/>
                </a:lnTo>
                <a:lnTo>
                  <a:pt x="570295" y="25041"/>
                </a:lnTo>
                <a:lnTo>
                  <a:pt x="570121" y="21041"/>
                </a:lnTo>
                <a:lnTo>
                  <a:pt x="569599" y="17389"/>
                </a:lnTo>
                <a:lnTo>
                  <a:pt x="568730" y="14085"/>
                </a:lnTo>
                <a:lnTo>
                  <a:pt x="567513" y="11129"/>
                </a:lnTo>
                <a:lnTo>
                  <a:pt x="565948" y="8521"/>
                </a:lnTo>
                <a:lnTo>
                  <a:pt x="564035" y="6260"/>
                </a:lnTo>
                <a:lnTo>
                  <a:pt x="561774" y="4347"/>
                </a:lnTo>
                <a:lnTo>
                  <a:pt x="559166" y="2782"/>
                </a:lnTo>
                <a:lnTo>
                  <a:pt x="556210" y="1565"/>
                </a:lnTo>
                <a:lnTo>
                  <a:pt x="552906" y="696"/>
                </a:lnTo>
                <a:lnTo>
                  <a:pt x="549254" y="174"/>
                </a:lnTo>
                <a:lnTo>
                  <a:pt x="545254" y="0"/>
                </a:lnTo>
                <a:lnTo>
                  <a:pt x="25041" y="0"/>
                </a:lnTo>
                <a:lnTo>
                  <a:pt x="21041" y="174"/>
                </a:lnTo>
                <a:lnTo>
                  <a:pt x="17389" y="696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2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4"/>
                </a:lnTo>
                <a:lnTo>
                  <a:pt x="4347" y="152602"/>
                </a:lnTo>
                <a:lnTo>
                  <a:pt x="6260" y="154863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8"/>
                </a:lnTo>
                <a:lnTo>
                  <a:pt x="17389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3544145" y="3359644"/>
            <a:ext cx="54951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Lift · 9.9 s</a:t>
            </a:r>
          </a:p>
        </p:txBody>
      </p:sp>
      <p:pic>
        <p:nvPicPr>
          <p:cNvPr id="218" name="Picture 217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91683" y="3313604"/>
            <a:ext cx="1608542" cy="988104"/>
          </a:xfrm>
          <a:prstGeom prst="rect">
            <a:avLst/>
          </a:prstGeom>
        </p:spPr>
      </p:pic>
      <p:sp>
        <p:nvSpPr>
          <p:cNvPr id="219" name="Editable path 171"/>
          <p:cNvSpPr/>
          <p:nvPr/>
        </p:nvSpPr>
        <p:spPr>
          <a:xfrm>
            <a:off x="5322942" y="3352791"/>
            <a:ext cx="911961" cy="161949"/>
          </a:xfrm>
          <a:custGeom>
            <a:avLst/>
            <a:gdLst/>
            <a:ahLst/>
            <a:cxnLst/>
            <a:rect l="l" t="t" r="r" b="b"/>
            <a:pathLst>
              <a:path w="911961" h="161949">
                <a:moveTo>
                  <a:pt x="25041" y="161949"/>
                </a:moveTo>
                <a:lnTo>
                  <a:pt x="886920" y="161949"/>
                </a:lnTo>
                <a:lnTo>
                  <a:pt x="890919" y="161775"/>
                </a:lnTo>
                <a:lnTo>
                  <a:pt x="894571" y="161254"/>
                </a:lnTo>
                <a:lnTo>
                  <a:pt x="897875" y="160384"/>
                </a:lnTo>
                <a:lnTo>
                  <a:pt x="900832" y="159167"/>
                </a:lnTo>
                <a:lnTo>
                  <a:pt x="903440" y="157602"/>
                </a:lnTo>
                <a:lnTo>
                  <a:pt x="905701" y="155689"/>
                </a:lnTo>
                <a:lnTo>
                  <a:pt x="907614" y="153429"/>
                </a:lnTo>
                <a:lnTo>
                  <a:pt x="909179" y="150820"/>
                </a:lnTo>
                <a:lnTo>
                  <a:pt x="910396" y="147864"/>
                </a:lnTo>
                <a:lnTo>
                  <a:pt x="911265" y="144560"/>
                </a:lnTo>
                <a:lnTo>
                  <a:pt x="911787" y="140908"/>
                </a:lnTo>
                <a:lnTo>
                  <a:pt x="911961" y="136909"/>
                </a:lnTo>
                <a:lnTo>
                  <a:pt x="911961" y="25041"/>
                </a:lnTo>
                <a:lnTo>
                  <a:pt x="911787" y="21041"/>
                </a:lnTo>
                <a:lnTo>
                  <a:pt x="911265" y="17389"/>
                </a:lnTo>
                <a:lnTo>
                  <a:pt x="910396" y="14085"/>
                </a:lnTo>
                <a:lnTo>
                  <a:pt x="909179" y="11129"/>
                </a:lnTo>
                <a:lnTo>
                  <a:pt x="907614" y="8521"/>
                </a:lnTo>
                <a:lnTo>
                  <a:pt x="905701" y="6260"/>
                </a:lnTo>
                <a:lnTo>
                  <a:pt x="903440" y="4347"/>
                </a:lnTo>
                <a:lnTo>
                  <a:pt x="900832" y="2782"/>
                </a:lnTo>
                <a:lnTo>
                  <a:pt x="897875" y="1565"/>
                </a:lnTo>
                <a:lnTo>
                  <a:pt x="894571" y="696"/>
                </a:lnTo>
                <a:lnTo>
                  <a:pt x="890919" y="174"/>
                </a:lnTo>
                <a:lnTo>
                  <a:pt x="886920" y="0"/>
                </a:lnTo>
                <a:lnTo>
                  <a:pt x="25041" y="0"/>
                </a:lnTo>
                <a:lnTo>
                  <a:pt x="21041" y="174"/>
                </a:lnTo>
                <a:lnTo>
                  <a:pt x="17389" y="696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1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909"/>
                </a:lnTo>
                <a:lnTo>
                  <a:pt x="174" y="140908"/>
                </a:lnTo>
                <a:lnTo>
                  <a:pt x="696" y="144560"/>
                </a:lnTo>
                <a:lnTo>
                  <a:pt x="1565" y="147864"/>
                </a:lnTo>
                <a:lnTo>
                  <a:pt x="2782" y="150820"/>
                </a:lnTo>
                <a:lnTo>
                  <a:pt x="4347" y="153429"/>
                </a:lnTo>
                <a:lnTo>
                  <a:pt x="6260" y="155689"/>
                </a:lnTo>
                <a:lnTo>
                  <a:pt x="8521" y="157602"/>
                </a:lnTo>
                <a:lnTo>
                  <a:pt x="11129" y="159167"/>
                </a:lnTo>
                <a:lnTo>
                  <a:pt x="14085" y="160384"/>
                </a:lnTo>
                <a:lnTo>
                  <a:pt x="17389" y="161254"/>
                </a:lnTo>
                <a:lnTo>
                  <a:pt x="21041" y="161775"/>
                </a:lnTo>
                <a:lnTo>
                  <a:pt x="25041" y="161949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5347982" y="3360195"/>
            <a:ext cx="89019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Doorway · 55.2 s</a:t>
            </a:r>
          </a:p>
        </p:txBody>
      </p:sp>
      <p:pic>
        <p:nvPicPr>
          <p:cNvPr id="221" name="Picture 2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095520" y="3313604"/>
            <a:ext cx="1608542" cy="988104"/>
          </a:xfrm>
          <a:prstGeom prst="rect">
            <a:avLst/>
          </a:prstGeom>
        </p:spPr>
      </p:pic>
      <p:sp>
        <p:nvSpPr>
          <p:cNvPr id="222" name="Editable path 172"/>
          <p:cNvSpPr/>
          <p:nvPr/>
        </p:nvSpPr>
        <p:spPr>
          <a:xfrm>
            <a:off x="7126779" y="3352791"/>
            <a:ext cx="688776" cy="161123"/>
          </a:xfrm>
          <a:custGeom>
            <a:avLst/>
            <a:gdLst/>
            <a:ahLst/>
            <a:cxnLst/>
            <a:rect l="l" t="t" r="r" b="b"/>
            <a:pathLst>
              <a:path w="688776" h="161123">
                <a:moveTo>
                  <a:pt x="25041" y="161123"/>
                </a:moveTo>
                <a:lnTo>
                  <a:pt x="663735" y="161123"/>
                </a:lnTo>
                <a:lnTo>
                  <a:pt x="667735" y="160949"/>
                </a:lnTo>
                <a:lnTo>
                  <a:pt x="671387" y="160427"/>
                </a:lnTo>
                <a:lnTo>
                  <a:pt x="674691" y="159558"/>
                </a:lnTo>
                <a:lnTo>
                  <a:pt x="677647" y="158340"/>
                </a:lnTo>
                <a:lnTo>
                  <a:pt x="680255" y="156775"/>
                </a:lnTo>
                <a:lnTo>
                  <a:pt x="682516" y="154863"/>
                </a:lnTo>
                <a:lnTo>
                  <a:pt x="684429" y="152602"/>
                </a:lnTo>
                <a:lnTo>
                  <a:pt x="685994" y="149994"/>
                </a:lnTo>
                <a:lnTo>
                  <a:pt x="687211" y="147037"/>
                </a:lnTo>
                <a:lnTo>
                  <a:pt x="688081" y="143733"/>
                </a:lnTo>
                <a:lnTo>
                  <a:pt x="688602" y="140082"/>
                </a:lnTo>
                <a:lnTo>
                  <a:pt x="688776" y="136082"/>
                </a:lnTo>
                <a:lnTo>
                  <a:pt x="688776" y="25041"/>
                </a:lnTo>
                <a:lnTo>
                  <a:pt x="688602" y="21041"/>
                </a:lnTo>
                <a:lnTo>
                  <a:pt x="688081" y="17389"/>
                </a:lnTo>
                <a:lnTo>
                  <a:pt x="687211" y="14085"/>
                </a:lnTo>
                <a:lnTo>
                  <a:pt x="685994" y="11129"/>
                </a:lnTo>
                <a:lnTo>
                  <a:pt x="684429" y="8521"/>
                </a:lnTo>
                <a:lnTo>
                  <a:pt x="682516" y="6260"/>
                </a:lnTo>
                <a:lnTo>
                  <a:pt x="680255" y="4347"/>
                </a:lnTo>
                <a:lnTo>
                  <a:pt x="677647" y="2782"/>
                </a:lnTo>
                <a:lnTo>
                  <a:pt x="674691" y="1565"/>
                </a:lnTo>
                <a:lnTo>
                  <a:pt x="671387" y="696"/>
                </a:lnTo>
                <a:lnTo>
                  <a:pt x="667735" y="174"/>
                </a:lnTo>
                <a:lnTo>
                  <a:pt x="663735" y="0"/>
                </a:lnTo>
                <a:lnTo>
                  <a:pt x="25041" y="0"/>
                </a:lnTo>
                <a:lnTo>
                  <a:pt x="21041" y="174"/>
                </a:lnTo>
                <a:lnTo>
                  <a:pt x="17390" y="696"/>
                </a:lnTo>
                <a:lnTo>
                  <a:pt x="14086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8" y="8521"/>
                </a:lnTo>
                <a:lnTo>
                  <a:pt x="2783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1"/>
                </a:lnTo>
                <a:lnTo>
                  <a:pt x="0" y="136082"/>
                </a:lnTo>
                <a:lnTo>
                  <a:pt x="174" y="140082"/>
                </a:lnTo>
                <a:lnTo>
                  <a:pt x="696" y="143733"/>
                </a:lnTo>
                <a:lnTo>
                  <a:pt x="1565" y="147037"/>
                </a:lnTo>
                <a:lnTo>
                  <a:pt x="2783" y="149994"/>
                </a:lnTo>
                <a:lnTo>
                  <a:pt x="4348" y="152602"/>
                </a:lnTo>
                <a:lnTo>
                  <a:pt x="6260" y="154863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6" y="159558"/>
                </a:lnTo>
                <a:lnTo>
                  <a:pt x="17390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151819" y="3359644"/>
            <a:ext cx="667712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Goal · 96.1 s</a:t>
            </a:r>
          </a:p>
        </p:txBody>
      </p:sp>
      <p:sp>
        <p:nvSpPr>
          <p:cNvPr id="224" name="Editable path 173"/>
          <p:cNvSpPr/>
          <p:nvPr/>
        </p:nvSpPr>
        <p:spPr>
          <a:xfrm>
            <a:off x="8956950" y="3313605"/>
            <a:ext cx="1543914" cy="988104"/>
          </a:xfrm>
          <a:custGeom>
            <a:avLst/>
            <a:gdLst/>
            <a:ahLst/>
            <a:cxnLst/>
            <a:rect l="l" t="t" r="r" b="b"/>
            <a:pathLst>
              <a:path w="1543914" h="988104">
                <a:moveTo>
                  <a:pt x="0" y="0"/>
                </a:moveTo>
                <a:lnTo>
                  <a:pt x="1543914" y="0"/>
                </a:lnTo>
                <a:lnTo>
                  <a:pt x="1543914" y="988104"/>
                </a:lnTo>
                <a:lnTo>
                  <a:pt x="0" y="9881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Editable path 174"/>
          <p:cNvSpPr/>
          <p:nvPr/>
        </p:nvSpPr>
        <p:spPr>
          <a:xfrm>
            <a:off x="9719643" y="3900292"/>
            <a:ext cx="18528" cy="524931"/>
          </a:xfrm>
          <a:custGeom>
            <a:avLst/>
            <a:gdLst/>
            <a:ahLst/>
            <a:cxnLst/>
            <a:rect l="l" t="t" r="r" b="b"/>
            <a:pathLst>
              <a:path w="18528" h="524931">
                <a:moveTo>
                  <a:pt x="0" y="0"/>
                </a:moveTo>
                <a:lnTo>
                  <a:pt x="18528" y="0"/>
                </a:lnTo>
                <a:lnTo>
                  <a:pt x="18528" y="524931"/>
                </a:lnTo>
                <a:lnTo>
                  <a:pt x="0" y="524931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Editable path 175"/>
          <p:cNvSpPr/>
          <p:nvPr/>
        </p:nvSpPr>
        <p:spPr>
          <a:xfrm>
            <a:off x="9719643" y="3190092"/>
            <a:ext cx="18528" cy="524931"/>
          </a:xfrm>
          <a:custGeom>
            <a:avLst/>
            <a:gdLst/>
            <a:ahLst/>
            <a:cxnLst/>
            <a:rect l="l" t="t" r="r" b="b"/>
            <a:pathLst>
              <a:path w="18528" h="524931">
                <a:moveTo>
                  <a:pt x="0" y="0"/>
                </a:moveTo>
                <a:lnTo>
                  <a:pt x="18528" y="0"/>
                </a:lnTo>
                <a:lnTo>
                  <a:pt x="18528" y="524931"/>
                </a:lnTo>
                <a:lnTo>
                  <a:pt x="0" y="524931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Editable path 176"/>
          <p:cNvSpPr/>
          <p:nvPr/>
        </p:nvSpPr>
        <p:spPr>
          <a:xfrm>
            <a:off x="9719643" y="3715023"/>
            <a:ext cx="18528" cy="185269"/>
          </a:xfrm>
          <a:custGeom>
            <a:avLst/>
            <a:gdLst/>
            <a:ahLst/>
            <a:cxnLst/>
            <a:rect l="l" t="t" r="r" b="b"/>
            <a:pathLst>
              <a:path w="18528" h="185269">
                <a:moveTo>
                  <a:pt x="0" y="0"/>
                </a:moveTo>
                <a:lnTo>
                  <a:pt x="18528" y="0"/>
                </a:lnTo>
                <a:lnTo>
                  <a:pt x="18528" y="185269"/>
                </a:lnTo>
                <a:lnTo>
                  <a:pt x="0" y="185269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Editable path 177"/>
          <p:cNvSpPr/>
          <p:nvPr/>
        </p:nvSpPr>
        <p:spPr>
          <a:xfrm>
            <a:off x="9716555" y="3894116"/>
            <a:ext cx="24703" cy="6176"/>
          </a:xfrm>
          <a:custGeom>
            <a:avLst/>
            <a:gdLst/>
            <a:ahLst/>
            <a:cxnLst/>
            <a:rect l="l" t="t" r="r" b="b"/>
            <a:pathLst>
              <a:path w="24703" h="6176">
                <a:moveTo>
                  <a:pt x="0" y="0"/>
                </a:moveTo>
                <a:lnTo>
                  <a:pt x="24703" y="0"/>
                </a:lnTo>
                <a:lnTo>
                  <a:pt x="24703" y="6176"/>
                </a:lnTo>
                <a:lnTo>
                  <a:pt x="0" y="61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Editable path 178"/>
          <p:cNvSpPr/>
          <p:nvPr/>
        </p:nvSpPr>
        <p:spPr>
          <a:xfrm>
            <a:off x="9716555" y="3715023"/>
            <a:ext cx="24703" cy="6175"/>
          </a:xfrm>
          <a:custGeom>
            <a:avLst/>
            <a:gdLst/>
            <a:ahLst/>
            <a:cxnLst/>
            <a:rect l="l" t="t" r="r" b="b"/>
            <a:pathLst>
              <a:path w="24703" h="6175">
                <a:moveTo>
                  <a:pt x="0" y="0"/>
                </a:moveTo>
                <a:lnTo>
                  <a:pt x="24703" y="0"/>
                </a:lnTo>
                <a:lnTo>
                  <a:pt x="24703" y="6175"/>
                </a:lnTo>
                <a:lnTo>
                  <a:pt x="0" y="617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Editable path 179"/>
          <p:cNvSpPr/>
          <p:nvPr/>
        </p:nvSpPr>
        <p:spPr>
          <a:xfrm>
            <a:off x="8638904" y="3190092"/>
            <a:ext cx="18527" cy="1235131"/>
          </a:xfrm>
          <a:custGeom>
            <a:avLst/>
            <a:gdLst/>
            <a:ahLst/>
            <a:cxnLst/>
            <a:rect l="l" t="t" r="r" b="b"/>
            <a:pathLst>
              <a:path w="18527" h="1235131">
                <a:moveTo>
                  <a:pt x="0" y="0"/>
                </a:moveTo>
                <a:lnTo>
                  <a:pt x="18527" y="0"/>
                </a:lnTo>
                <a:lnTo>
                  <a:pt x="18527" y="1235131"/>
                </a:lnTo>
                <a:lnTo>
                  <a:pt x="0" y="1235131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Editable path 180"/>
          <p:cNvSpPr/>
          <p:nvPr/>
        </p:nvSpPr>
        <p:spPr>
          <a:xfrm>
            <a:off x="8648167" y="4415959"/>
            <a:ext cx="1080740" cy="18527"/>
          </a:xfrm>
          <a:custGeom>
            <a:avLst/>
            <a:gdLst/>
            <a:ahLst/>
            <a:cxnLst/>
            <a:rect l="l" t="t" r="r" b="b"/>
            <a:pathLst>
              <a:path w="1080740" h="18527">
                <a:moveTo>
                  <a:pt x="0" y="0"/>
                </a:moveTo>
                <a:lnTo>
                  <a:pt x="1080740" y="0"/>
                </a:lnTo>
                <a:lnTo>
                  <a:pt x="1080740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Editable path 181"/>
          <p:cNvSpPr/>
          <p:nvPr/>
        </p:nvSpPr>
        <p:spPr>
          <a:xfrm>
            <a:off x="8648167" y="3180828"/>
            <a:ext cx="1080740" cy="18527"/>
          </a:xfrm>
          <a:custGeom>
            <a:avLst/>
            <a:gdLst/>
            <a:ahLst/>
            <a:cxnLst/>
            <a:rect l="l" t="t" r="r" b="b"/>
            <a:pathLst>
              <a:path w="1080740" h="18527">
                <a:moveTo>
                  <a:pt x="0" y="0"/>
                </a:moveTo>
                <a:lnTo>
                  <a:pt x="1080740" y="0"/>
                </a:lnTo>
                <a:lnTo>
                  <a:pt x="1080740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Editable path 182"/>
          <p:cNvSpPr/>
          <p:nvPr/>
        </p:nvSpPr>
        <p:spPr>
          <a:xfrm>
            <a:off x="10800383" y="3190092"/>
            <a:ext cx="18527" cy="1235131"/>
          </a:xfrm>
          <a:custGeom>
            <a:avLst/>
            <a:gdLst/>
            <a:ahLst/>
            <a:cxnLst/>
            <a:rect l="l" t="t" r="r" b="b"/>
            <a:pathLst>
              <a:path w="18527" h="1235131">
                <a:moveTo>
                  <a:pt x="0" y="0"/>
                </a:moveTo>
                <a:lnTo>
                  <a:pt x="18527" y="0"/>
                </a:lnTo>
                <a:lnTo>
                  <a:pt x="18527" y="1235131"/>
                </a:lnTo>
                <a:lnTo>
                  <a:pt x="0" y="1235131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Editable path 183"/>
          <p:cNvSpPr/>
          <p:nvPr/>
        </p:nvSpPr>
        <p:spPr>
          <a:xfrm>
            <a:off x="9728907" y="4415959"/>
            <a:ext cx="1080739" cy="18527"/>
          </a:xfrm>
          <a:custGeom>
            <a:avLst/>
            <a:gdLst/>
            <a:ahLst/>
            <a:cxnLst/>
            <a:rect l="l" t="t" r="r" b="b"/>
            <a:pathLst>
              <a:path w="1080739" h="18527">
                <a:moveTo>
                  <a:pt x="0" y="0"/>
                </a:moveTo>
                <a:lnTo>
                  <a:pt x="1080739" y="0"/>
                </a:lnTo>
                <a:lnTo>
                  <a:pt x="1080739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Editable path 184"/>
          <p:cNvSpPr/>
          <p:nvPr/>
        </p:nvSpPr>
        <p:spPr>
          <a:xfrm>
            <a:off x="9728907" y="3180828"/>
            <a:ext cx="1080739" cy="18527"/>
          </a:xfrm>
          <a:custGeom>
            <a:avLst/>
            <a:gdLst/>
            <a:ahLst/>
            <a:cxnLst/>
            <a:rect l="l" t="t" r="r" b="b"/>
            <a:pathLst>
              <a:path w="1080739" h="18527">
                <a:moveTo>
                  <a:pt x="0" y="0"/>
                </a:moveTo>
                <a:lnTo>
                  <a:pt x="1080739" y="0"/>
                </a:lnTo>
                <a:lnTo>
                  <a:pt x="1080739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Editable path 185"/>
          <p:cNvSpPr/>
          <p:nvPr/>
        </p:nvSpPr>
        <p:spPr>
          <a:xfrm>
            <a:off x="8733082" y="4224514"/>
            <a:ext cx="262466" cy="169830"/>
          </a:xfrm>
          <a:custGeom>
            <a:avLst/>
            <a:gdLst/>
            <a:ahLst/>
            <a:cxnLst/>
            <a:rect l="l" t="t" r="r" b="b"/>
            <a:pathLst>
              <a:path w="262466" h="169830">
                <a:moveTo>
                  <a:pt x="0" y="0"/>
                </a:moveTo>
                <a:lnTo>
                  <a:pt x="262466" y="0"/>
                </a:lnTo>
                <a:lnTo>
                  <a:pt x="262466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Editable path 186"/>
          <p:cNvSpPr/>
          <p:nvPr/>
        </p:nvSpPr>
        <p:spPr>
          <a:xfrm>
            <a:off x="8733082" y="4224514"/>
            <a:ext cx="262466" cy="169830"/>
          </a:xfrm>
          <a:custGeom>
            <a:avLst/>
            <a:gdLst/>
            <a:ahLst/>
            <a:cxnLst/>
            <a:rect l="l" t="t" r="r" b="b"/>
            <a:pathLst>
              <a:path w="262466" h="169830">
                <a:moveTo>
                  <a:pt x="0" y="0"/>
                </a:moveTo>
                <a:lnTo>
                  <a:pt x="262466" y="0"/>
                </a:lnTo>
                <a:lnTo>
                  <a:pt x="262466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Editable path 187"/>
          <p:cNvSpPr/>
          <p:nvPr/>
        </p:nvSpPr>
        <p:spPr>
          <a:xfrm>
            <a:off x="8733082" y="4224514"/>
            <a:ext cx="262466" cy="169830"/>
          </a:xfrm>
          <a:custGeom>
            <a:avLst/>
            <a:gdLst/>
            <a:ahLst/>
            <a:cxnLst/>
            <a:rect l="l" t="t" r="r" b="b"/>
            <a:pathLst>
              <a:path w="262466" h="169830">
                <a:moveTo>
                  <a:pt x="0" y="0"/>
                </a:moveTo>
                <a:lnTo>
                  <a:pt x="262466" y="0"/>
                </a:lnTo>
                <a:lnTo>
                  <a:pt x="262466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Editable path 188"/>
          <p:cNvSpPr/>
          <p:nvPr/>
        </p:nvSpPr>
        <p:spPr>
          <a:xfrm>
            <a:off x="8729995" y="4224514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Editable path 189"/>
          <p:cNvSpPr/>
          <p:nvPr/>
        </p:nvSpPr>
        <p:spPr>
          <a:xfrm>
            <a:off x="8983197" y="4224514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Editable path 190"/>
          <p:cNvSpPr/>
          <p:nvPr/>
        </p:nvSpPr>
        <p:spPr>
          <a:xfrm>
            <a:off x="8811822" y="4263112"/>
            <a:ext cx="104986" cy="92635"/>
          </a:xfrm>
          <a:custGeom>
            <a:avLst/>
            <a:gdLst/>
            <a:ahLst/>
            <a:cxnLst/>
            <a:rect l="l" t="t" r="r" b="b"/>
            <a:pathLst>
              <a:path w="104986" h="92635">
                <a:moveTo>
                  <a:pt x="0" y="0"/>
                </a:moveTo>
                <a:lnTo>
                  <a:pt x="104986" y="0"/>
                </a:lnTo>
                <a:lnTo>
                  <a:pt x="104986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Editable path 191"/>
          <p:cNvSpPr/>
          <p:nvPr/>
        </p:nvSpPr>
        <p:spPr>
          <a:xfrm>
            <a:off x="9035690" y="4224514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Editable path 192"/>
          <p:cNvSpPr/>
          <p:nvPr/>
        </p:nvSpPr>
        <p:spPr>
          <a:xfrm>
            <a:off x="9035690" y="4224514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Editable path 193"/>
          <p:cNvSpPr/>
          <p:nvPr/>
        </p:nvSpPr>
        <p:spPr>
          <a:xfrm>
            <a:off x="9035690" y="4224514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Editable path 194"/>
          <p:cNvSpPr/>
          <p:nvPr/>
        </p:nvSpPr>
        <p:spPr>
          <a:xfrm>
            <a:off x="9032602" y="4224514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Editable path 195"/>
          <p:cNvSpPr/>
          <p:nvPr/>
        </p:nvSpPr>
        <p:spPr>
          <a:xfrm>
            <a:off x="9285804" y="4224514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Editable path 196"/>
          <p:cNvSpPr/>
          <p:nvPr/>
        </p:nvSpPr>
        <p:spPr>
          <a:xfrm>
            <a:off x="9114429" y="4263112"/>
            <a:ext cx="104986" cy="92635"/>
          </a:xfrm>
          <a:custGeom>
            <a:avLst/>
            <a:gdLst/>
            <a:ahLst/>
            <a:cxnLst/>
            <a:rect l="l" t="t" r="r" b="b"/>
            <a:pathLst>
              <a:path w="104986" h="92635">
                <a:moveTo>
                  <a:pt x="0" y="0"/>
                </a:moveTo>
                <a:lnTo>
                  <a:pt x="104986" y="0"/>
                </a:lnTo>
                <a:lnTo>
                  <a:pt x="104986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Editable path 197"/>
          <p:cNvSpPr/>
          <p:nvPr/>
        </p:nvSpPr>
        <p:spPr>
          <a:xfrm>
            <a:off x="9338297" y="4224514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Editable path 198"/>
          <p:cNvSpPr/>
          <p:nvPr/>
        </p:nvSpPr>
        <p:spPr>
          <a:xfrm>
            <a:off x="9338297" y="4224514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Editable path 199"/>
          <p:cNvSpPr/>
          <p:nvPr/>
        </p:nvSpPr>
        <p:spPr>
          <a:xfrm>
            <a:off x="9338297" y="4224514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Editable path 200"/>
          <p:cNvSpPr/>
          <p:nvPr/>
        </p:nvSpPr>
        <p:spPr>
          <a:xfrm>
            <a:off x="9335209" y="4224514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Editable path 201"/>
          <p:cNvSpPr/>
          <p:nvPr/>
        </p:nvSpPr>
        <p:spPr>
          <a:xfrm>
            <a:off x="9588411" y="4224514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Editable path 202"/>
          <p:cNvSpPr/>
          <p:nvPr/>
        </p:nvSpPr>
        <p:spPr>
          <a:xfrm>
            <a:off x="9417036" y="4263112"/>
            <a:ext cx="104986" cy="92635"/>
          </a:xfrm>
          <a:custGeom>
            <a:avLst/>
            <a:gdLst/>
            <a:ahLst/>
            <a:cxnLst/>
            <a:rect l="l" t="t" r="r" b="b"/>
            <a:pathLst>
              <a:path w="104986" h="92635">
                <a:moveTo>
                  <a:pt x="0" y="0"/>
                </a:moveTo>
                <a:lnTo>
                  <a:pt x="104986" y="0"/>
                </a:lnTo>
                <a:lnTo>
                  <a:pt x="104986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Editable path 203"/>
          <p:cNvSpPr/>
          <p:nvPr/>
        </p:nvSpPr>
        <p:spPr>
          <a:xfrm>
            <a:off x="8733082" y="3220970"/>
            <a:ext cx="262466" cy="169830"/>
          </a:xfrm>
          <a:custGeom>
            <a:avLst/>
            <a:gdLst/>
            <a:ahLst/>
            <a:cxnLst/>
            <a:rect l="l" t="t" r="r" b="b"/>
            <a:pathLst>
              <a:path w="262466" h="169830">
                <a:moveTo>
                  <a:pt x="0" y="0"/>
                </a:moveTo>
                <a:lnTo>
                  <a:pt x="262466" y="0"/>
                </a:lnTo>
                <a:lnTo>
                  <a:pt x="262466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Editable path 204"/>
          <p:cNvSpPr/>
          <p:nvPr/>
        </p:nvSpPr>
        <p:spPr>
          <a:xfrm>
            <a:off x="8733082" y="3220970"/>
            <a:ext cx="262466" cy="169830"/>
          </a:xfrm>
          <a:custGeom>
            <a:avLst/>
            <a:gdLst/>
            <a:ahLst/>
            <a:cxnLst/>
            <a:rect l="l" t="t" r="r" b="b"/>
            <a:pathLst>
              <a:path w="262466" h="169830">
                <a:moveTo>
                  <a:pt x="0" y="0"/>
                </a:moveTo>
                <a:lnTo>
                  <a:pt x="262466" y="0"/>
                </a:lnTo>
                <a:lnTo>
                  <a:pt x="262466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Editable path 205"/>
          <p:cNvSpPr/>
          <p:nvPr/>
        </p:nvSpPr>
        <p:spPr>
          <a:xfrm>
            <a:off x="8733082" y="3220970"/>
            <a:ext cx="262466" cy="169830"/>
          </a:xfrm>
          <a:custGeom>
            <a:avLst/>
            <a:gdLst/>
            <a:ahLst/>
            <a:cxnLst/>
            <a:rect l="l" t="t" r="r" b="b"/>
            <a:pathLst>
              <a:path w="262466" h="169830">
                <a:moveTo>
                  <a:pt x="0" y="0"/>
                </a:moveTo>
                <a:lnTo>
                  <a:pt x="262466" y="0"/>
                </a:lnTo>
                <a:lnTo>
                  <a:pt x="262466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Editable path 206"/>
          <p:cNvSpPr/>
          <p:nvPr/>
        </p:nvSpPr>
        <p:spPr>
          <a:xfrm>
            <a:off x="8729995" y="3220970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Editable path 207"/>
          <p:cNvSpPr/>
          <p:nvPr/>
        </p:nvSpPr>
        <p:spPr>
          <a:xfrm>
            <a:off x="8983197" y="3220970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Editable path 208"/>
          <p:cNvSpPr/>
          <p:nvPr/>
        </p:nvSpPr>
        <p:spPr>
          <a:xfrm>
            <a:off x="8811822" y="3259568"/>
            <a:ext cx="104986" cy="92635"/>
          </a:xfrm>
          <a:custGeom>
            <a:avLst/>
            <a:gdLst/>
            <a:ahLst/>
            <a:cxnLst/>
            <a:rect l="l" t="t" r="r" b="b"/>
            <a:pathLst>
              <a:path w="104986" h="92635">
                <a:moveTo>
                  <a:pt x="0" y="0"/>
                </a:moveTo>
                <a:lnTo>
                  <a:pt x="104986" y="0"/>
                </a:lnTo>
                <a:lnTo>
                  <a:pt x="104986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Editable path 209"/>
          <p:cNvSpPr/>
          <p:nvPr/>
        </p:nvSpPr>
        <p:spPr>
          <a:xfrm>
            <a:off x="9035690" y="3220970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Editable path 210"/>
          <p:cNvSpPr/>
          <p:nvPr/>
        </p:nvSpPr>
        <p:spPr>
          <a:xfrm>
            <a:off x="9035690" y="3220970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Editable path 211"/>
          <p:cNvSpPr/>
          <p:nvPr/>
        </p:nvSpPr>
        <p:spPr>
          <a:xfrm>
            <a:off x="9035690" y="3220970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Editable path 212"/>
          <p:cNvSpPr/>
          <p:nvPr/>
        </p:nvSpPr>
        <p:spPr>
          <a:xfrm>
            <a:off x="9032602" y="3220970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Editable path 213"/>
          <p:cNvSpPr/>
          <p:nvPr/>
        </p:nvSpPr>
        <p:spPr>
          <a:xfrm>
            <a:off x="9285804" y="3220970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Editable path 214"/>
          <p:cNvSpPr/>
          <p:nvPr/>
        </p:nvSpPr>
        <p:spPr>
          <a:xfrm>
            <a:off x="9114429" y="3259568"/>
            <a:ext cx="104986" cy="92635"/>
          </a:xfrm>
          <a:custGeom>
            <a:avLst/>
            <a:gdLst/>
            <a:ahLst/>
            <a:cxnLst/>
            <a:rect l="l" t="t" r="r" b="b"/>
            <a:pathLst>
              <a:path w="104986" h="92635">
                <a:moveTo>
                  <a:pt x="0" y="0"/>
                </a:moveTo>
                <a:lnTo>
                  <a:pt x="104986" y="0"/>
                </a:lnTo>
                <a:lnTo>
                  <a:pt x="104986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Editable path 215"/>
          <p:cNvSpPr/>
          <p:nvPr/>
        </p:nvSpPr>
        <p:spPr>
          <a:xfrm>
            <a:off x="9338297" y="3220970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Editable path 216"/>
          <p:cNvSpPr/>
          <p:nvPr/>
        </p:nvSpPr>
        <p:spPr>
          <a:xfrm>
            <a:off x="9338297" y="3220970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Editable path 217"/>
          <p:cNvSpPr/>
          <p:nvPr/>
        </p:nvSpPr>
        <p:spPr>
          <a:xfrm>
            <a:off x="9338297" y="3220970"/>
            <a:ext cx="262465" cy="169830"/>
          </a:xfrm>
          <a:custGeom>
            <a:avLst/>
            <a:gdLst/>
            <a:ahLst/>
            <a:cxnLst/>
            <a:rect l="l" t="t" r="r" b="b"/>
            <a:pathLst>
              <a:path w="262465" h="169830">
                <a:moveTo>
                  <a:pt x="0" y="0"/>
                </a:moveTo>
                <a:lnTo>
                  <a:pt x="262465" y="0"/>
                </a:lnTo>
                <a:lnTo>
                  <a:pt x="262465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Editable path 218"/>
          <p:cNvSpPr/>
          <p:nvPr/>
        </p:nvSpPr>
        <p:spPr>
          <a:xfrm>
            <a:off x="9335209" y="3220970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Editable path 219"/>
          <p:cNvSpPr/>
          <p:nvPr/>
        </p:nvSpPr>
        <p:spPr>
          <a:xfrm>
            <a:off x="9588411" y="3220970"/>
            <a:ext cx="15439" cy="169830"/>
          </a:xfrm>
          <a:custGeom>
            <a:avLst/>
            <a:gdLst/>
            <a:ahLst/>
            <a:cxnLst/>
            <a:rect l="l" t="t" r="r" b="b"/>
            <a:pathLst>
              <a:path w="15439" h="169830">
                <a:moveTo>
                  <a:pt x="0" y="0"/>
                </a:moveTo>
                <a:lnTo>
                  <a:pt x="15439" y="0"/>
                </a:lnTo>
                <a:lnTo>
                  <a:pt x="15439" y="169830"/>
                </a:lnTo>
                <a:lnTo>
                  <a:pt x="0" y="169830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Editable path 220"/>
          <p:cNvSpPr/>
          <p:nvPr/>
        </p:nvSpPr>
        <p:spPr>
          <a:xfrm>
            <a:off x="9417036" y="3259568"/>
            <a:ext cx="104986" cy="92635"/>
          </a:xfrm>
          <a:custGeom>
            <a:avLst/>
            <a:gdLst/>
            <a:ahLst/>
            <a:cxnLst/>
            <a:rect l="l" t="t" r="r" b="b"/>
            <a:pathLst>
              <a:path w="104986" h="92635">
                <a:moveTo>
                  <a:pt x="0" y="0"/>
                </a:moveTo>
                <a:lnTo>
                  <a:pt x="104986" y="0"/>
                </a:lnTo>
                <a:lnTo>
                  <a:pt x="104986" y="92635"/>
                </a:lnTo>
                <a:lnTo>
                  <a:pt x="0" y="9263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Editable path 221"/>
          <p:cNvSpPr/>
          <p:nvPr/>
        </p:nvSpPr>
        <p:spPr>
          <a:xfrm>
            <a:off x="9111342" y="4301709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Editable path 222"/>
          <p:cNvSpPr/>
          <p:nvPr/>
        </p:nvSpPr>
        <p:spPr>
          <a:xfrm>
            <a:off x="9728907" y="4301709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Editable path 223"/>
          <p:cNvSpPr/>
          <p:nvPr/>
        </p:nvSpPr>
        <p:spPr>
          <a:xfrm>
            <a:off x="10346472" y="4301709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Editable path 224"/>
          <p:cNvSpPr/>
          <p:nvPr/>
        </p:nvSpPr>
        <p:spPr>
          <a:xfrm>
            <a:off x="8956950" y="4116440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Editable path 225"/>
          <p:cNvSpPr/>
          <p:nvPr/>
        </p:nvSpPr>
        <p:spPr>
          <a:xfrm>
            <a:off x="8930499" y="4116440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771789" y="4061870"/>
            <a:ext cx="169545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278" name="Editable path 226"/>
          <p:cNvSpPr/>
          <p:nvPr/>
        </p:nvSpPr>
        <p:spPr>
          <a:xfrm>
            <a:off x="8956950" y="3807657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Editable path 227"/>
          <p:cNvSpPr/>
          <p:nvPr/>
        </p:nvSpPr>
        <p:spPr>
          <a:xfrm>
            <a:off x="8930499" y="3807657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8853348" y="3753087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81" name="Editable path 228"/>
          <p:cNvSpPr/>
          <p:nvPr/>
        </p:nvSpPr>
        <p:spPr>
          <a:xfrm>
            <a:off x="8956950" y="3498874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Editable path 229"/>
          <p:cNvSpPr/>
          <p:nvPr/>
        </p:nvSpPr>
        <p:spPr>
          <a:xfrm>
            <a:off x="8930499" y="3498874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8853348" y="3444304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284" name="Editable path 230"/>
          <p:cNvSpPr/>
          <p:nvPr/>
        </p:nvSpPr>
        <p:spPr>
          <a:xfrm>
            <a:off x="8956950" y="3313605"/>
            <a:ext cx="0" cy="988104"/>
          </a:xfrm>
          <a:custGeom>
            <a:avLst/>
            <a:gdLst/>
            <a:ahLst/>
            <a:cxnLst/>
            <a:rect l="l" t="t" r="r" b="b"/>
            <a:pathLst>
              <a:path w="0" h="988104">
                <a:moveTo>
                  <a:pt x="0" y="988104"/>
                </a:moveTo>
                <a:lnTo>
                  <a:pt x="0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Editable path 231"/>
          <p:cNvSpPr/>
          <p:nvPr/>
        </p:nvSpPr>
        <p:spPr>
          <a:xfrm>
            <a:off x="8956950" y="4301709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Editable path 232"/>
          <p:cNvSpPr/>
          <p:nvPr/>
        </p:nvSpPr>
        <p:spPr>
          <a:xfrm>
            <a:off x="9174914" y="3809584"/>
            <a:ext cx="1111355" cy="269657"/>
          </a:xfrm>
          <a:custGeom>
            <a:avLst/>
            <a:gdLst/>
            <a:ahLst/>
            <a:cxnLst/>
            <a:rect l="l" t="t" r="r" b="b"/>
            <a:pathLst>
              <a:path w="1111355" h="269657">
                <a:moveTo>
                  <a:pt x="88574" y="217562"/>
                </a:moveTo>
                <a:lnTo>
                  <a:pt x="88574" y="217561"/>
                </a:lnTo>
                <a:lnTo>
                  <a:pt x="87592" y="218844"/>
                </a:lnTo>
                <a:lnTo>
                  <a:pt x="66910" y="252791"/>
                </a:lnTo>
                <a:lnTo>
                  <a:pt x="57059" y="259720"/>
                </a:lnTo>
                <a:lnTo>
                  <a:pt x="41282" y="265433"/>
                </a:lnTo>
                <a:lnTo>
                  <a:pt x="21410" y="269657"/>
                </a:lnTo>
                <a:lnTo>
                  <a:pt x="18627" y="256721"/>
                </a:lnTo>
                <a:lnTo>
                  <a:pt x="15277" y="233340"/>
                </a:lnTo>
                <a:lnTo>
                  <a:pt x="13268" y="234442"/>
                </a:lnTo>
                <a:lnTo>
                  <a:pt x="8828" y="233463"/>
                </a:lnTo>
                <a:lnTo>
                  <a:pt x="4882" y="228384"/>
                </a:lnTo>
                <a:lnTo>
                  <a:pt x="1011" y="214924"/>
                </a:lnTo>
                <a:lnTo>
                  <a:pt x="0" y="196645"/>
                </a:lnTo>
                <a:lnTo>
                  <a:pt x="3174" y="168197"/>
                </a:lnTo>
                <a:lnTo>
                  <a:pt x="11167" y="137079"/>
                </a:lnTo>
                <a:lnTo>
                  <a:pt x="23096" y="105943"/>
                </a:lnTo>
                <a:lnTo>
                  <a:pt x="38950" y="74544"/>
                </a:lnTo>
                <a:lnTo>
                  <a:pt x="59173" y="43149"/>
                </a:lnTo>
                <a:lnTo>
                  <a:pt x="68725" y="35167"/>
                </a:lnTo>
                <a:lnTo>
                  <a:pt x="86656" y="27022"/>
                </a:lnTo>
                <a:lnTo>
                  <a:pt x="121960" y="14986"/>
                </a:lnTo>
                <a:lnTo>
                  <a:pt x="154620" y="8161"/>
                </a:lnTo>
                <a:lnTo>
                  <a:pt x="199602" y="3352"/>
                </a:lnTo>
                <a:lnTo>
                  <a:pt x="267224" y="784"/>
                </a:lnTo>
                <a:lnTo>
                  <a:pt x="423493" y="0"/>
                </a:lnTo>
                <a:lnTo>
                  <a:pt x="493072" y="2673"/>
                </a:lnTo>
                <a:lnTo>
                  <a:pt x="535065" y="7983"/>
                </a:lnTo>
                <a:lnTo>
                  <a:pt x="567047" y="16003"/>
                </a:lnTo>
                <a:lnTo>
                  <a:pt x="594532" y="27110"/>
                </a:lnTo>
                <a:lnTo>
                  <a:pt x="614655" y="36047"/>
                </a:lnTo>
                <a:lnTo>
                  <a:pt x="628557" y="47197"/>
                </a:lnTo>
                <a:lnTo>
                  <a:pt x="677052" y="82435"/>
                </a:lnTo>
                <a:lnTo>
                  <a:pt x="724893" y="115126"/>
                </a:lnTo>
                <a:lnTo>
                  <a:pt x="769697" y="141062"/>
                </a:lnTo>
                <a:lnTo>
                  <a:pt x="818173" y="164340"/>
                </a:lnTo>
                <a:lnTo>
                  <a:pt x="868283" y="183867"/>
                </a:lnTo>
                <a:lnTo>
                  <a:pt x="921634" y="200122"/>
                </a:lnTo>
                <a:lnTo>
                  <a:pt x="974073" y="211988"/>
                </a:lnTo>
                <a:lnTo>
                  <a:pt x="1029213" y="220417"/>
                </a:lnTo>
                <a:lnTo>
                  <a:pt x="1084408" y="224864"/>
                </a:lnTo>
                <a:lnTo>
                  <a:pt x="1111355" y="225955"/>
                </a:lnTo>
                <a:lnTo>
                  <a:pt x="1110461" y="225736"/>
                </a:lnTo>
              </a:path>
            </a:pathLst>
          </a:custGeom>
          <a:noFill/>
          <a:ln w="2027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Editable path 233"/>
          <p:cNvSpPr/>
          <p:nvPr/>
        </p:nvSpPr>
        <p:spPr>
          <a:xfrm>
            <a:off x="9132694" y="3521662"/>
            <a:ext cx="1165997" cy="279282"/>
          </a:xfrm>
          <a:custGeom>
            <a:avLst/>
            <a:gdLst/>
            <a:ahLst/>
            <a:cxnLst/>
            <a:rect l="l" t="t" r="r" b="b"/>
            <a:pathLst>
              <a:path w="1165997" h="279282">
                <a:moveTo>
                  <a:pt x="11602" y="0"/>
                </a:moveTo>
                <a:lnTo>
                  <a:pt x="4589" y="10608"/>
                </a:lnTo>
                <a:lnTo>
                  <a:pt x="768" y="23343"/>
                </a:lnTo>
                <a:lnTo>
                  <a:pt x="0" y="37713"/>
                </a:lnTo>
                <a:lnTo>
                  <a:pt x="2737" y="69891"/>
                </a:lnTo>
                <a:lnTo>
                  <a:pt x="4662" y="69658"/>
                </a:lnTo>
                <a:lnTo>
                  <a:pt x="72581" y="67394"/>
                </a:lnTo>
                <a:lnTo>
                  <a:pt x="128188" y="69949"/>
                </a:lnTo>
                <a:lnTo>
                  <a:pt x="181491" y="76236"/>
                </a:lnTo>
                <a:lnTo>
                  <a:pt x="236290" y="86640"/>
                </a:lnTo>
                <a:lnTo>
                  <a:pt x="288200" y="100383"/>
                </a:lnTo>
                <a:lnTo>
                  <a:pt x="338997" y="117807"/>
                </a:lnTo>
                <a:lnTo>
                  <a:pt x="386508" y="138015"/>
                </a:lnTo>
                <a:lnTo>
                  <a:pt x="434265" y="162673"/>
                </a:lnTo>
                <a:lnTo>
                  <a:pt x="479983" y="191004"/>
                </a:lnTo>
                <a:lnTo>
                  <a:pt x="523350" y="222859"/>
                </a:lnTo>
                <a:lnTo>
                  <a:pt x="561135" y="251312"/>
                </a:lnTo>
                <a:lnTo>
                  <a:pt x="586626" y="260517"/>
                </a:lnTo>
                <a:lnTo>
                  <a:pt x="624140" y="270652"/>
                </a:lnTo>
                <a:lnTo>
                  <a:pt x="660933" y="276237"/>
                </a:lnTo>
                <a:lnTo>
                  <a:pt x="706223" y="279016"/>
                </a:lnTo>
                <a:lnTo>
                  <a:pt x="775764" y="279282"/>
                </a:lnTo>
                <a:lnTo>
                  <a:pt x="930373" y="275526"/>
                </a:lnTo>
                <a:lnTo>
                  <a:pt x="1001388" y="270296"/>
                </a:lnTo>
                <a:lnTo>
                  <a:pt x="1040954" y="263384"/>
                </a:lnTo>
                <a:lnTo>
                  <a:pt x="1067939" y="255023"/>
                </a:lnTo>
                <a:lnTo>
                  <a:pt x="1089126" y="244822"/>
                </a:lnTo>
                <a:lnTo>
                  <a:pt x="1106490" y="233205"/>
                </a:lnTo>
                <a:lnTo>
                  <a:pt x="1139393" y="191000"/>
                </a:lnTo>
                <a:lnTo>
                  <a:pt x="1151337" y="165197"/>
                </a:lnTo>
                <a:lnTo>
                  <a:pt x="1161290" y="133625"/>
                </a:lnTo>
                <a:lnTo>
                  <a:pt x="1165997" y="104782"/>
                </a:lnTo>
                <a:lnTo>
                  <a:pt x="1165680" y="82598"/>
                </a:lnTo>
                <a:lnTo>
                  <a:pt x="1161628" y="67300"/>
                </a:lnTo>
                <a:lnTo>
                  <a:pt x="1156083" y="60387"/>
                </a:lnTo>
                <a:lnTo>
                  <a:pt x="1151903" y="58374"/>
                </a:lnTo>
                <a:lnTo>
                  <a:pt x="1151867" y="58688"/>
                </a:lnTo>
              </a:path>
            </a:pathLst>
          </a:custGeom>
          <a:noFill/>
          <a:ln w="2027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Editable path 234"/>
          <p:cNvSpPr/>
          <p:nvPr/>
        </p:nvSpPr>
        <p:spPr>
          <a:xfrm>
            <a:off x="9162701" y="3802232"/>
            <a:ext cx="1122138" cy="14788"/>
          </a:xfrm>
          <a:custGeom>
            <a:avLst/>
            <a:gdLst/>
            <a:ahLst/>
            <a:cxnLst/>
            <a:rect l="l" t="t" r="r" b="b"/>
            <a:pathLst>
              <a:path w="1122138" h="14788">
                <a:moveTo>
                  <a:pt x="0" y="14751"/>
                </a:moveTo>
                <a:lnTo>
                  <a:pt x="1916" y="14788"/>
                </a:lnTo>
                <a:lnTo>
                  <a:pt x="828666" y="0"/>
                </a:lnTo>
                <a:lnTo>
                  <a:pt x="941762" y="1636"/>
                </a:lnTo>
                <a:lnTo>
                  <a:pt x="1122138" y="5401"/>
                </a:lnTo>
                <a:lnTo>
                  <a:pt x="1122101" y="5391"/>
                </a:lnTo>
              </a:path>
            </a:pathLst>
          </a:custGeom>
          <a:noFill/>
          <a:ln w="2909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Editable path 235"/>
          <p:cNvSpPr/>
          <p:nvPr/>
        </p:nvSpPr>
        <p:spPr>
          <a:xfrm>
            <a:off x="9162653" y="3802601"/>
            <a:ext cx="1122062" cy="14469"/>
          </a:xfrm>
          <a:custGeom>
            <a:avLst/>
            <a:gdLst/>
            <a:ahLst/>
            <a:cxnLst/>
            <a:rect l="l" t="t" r="r" b="b"/>
            <a:pathLst>
              <a:path w="1122062" h="14469">
                <a:moveTo>
                  <a:pt x="0" y="14469"/>
                </a:moveTo>
                <a:lnTo>
                  <a:pt x="478661" y="3657"/>
                </a:lnTo>
                <a:lnTo>
                  <a:pt x="879065" y="0"/>
                </a:lnTo>
                <a:lnTo>
                  <a:pt x="1122062" y="5056"/>
                </a:lnTo>
              </a:path>
            </a:pathLst>
          </a:custGeom>
          <a:noFill/>
          <a:ln w="28214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Editable path 236"/>
          <p:cNvSpPr/>
          <p:nvPr/>
        </p:nvSpPr>
        <p:spPr>
          <a:xfrm>
            <a:off x="9130910" y="3785193"/>
            <a:ext cx="63582" cy="63581"/>
          </a:xfrm>
          <a:custGeom>
            <a:avLst/>
            <a:gdLst/>
            <a:ahLst/>
            <a:cxnLst/>
            <a:rect l="l" t="t" r="r" b="b"/>
            <a:pathLst>
              <a:path w="63582" h="63581">
                <a:moveTo>
                  <a:pt x="31791" y="63581"/>
                </a:moveTo>
                <a:lnTo>
                  <a:pt x="33890" y="63512"/>
                </a:lnTo>
                <a:lnTo>
                  <a:pt x="35969" y="63306"/>
                </a:lnTo>
                <a:lnTo>
                  <a:pt x="38022" y="62965"/>
                </a:lnTo>
                <a:lnTo>
                  <a:pt x="40041" y="62492"/>
                </a:lnTo>
                <a:lnTo>
                  <a:pt x="42021" y="61890"/>
                </a:lnTo>
                <a:lnTo>
                  <a:pt x="43956" y="61161"/>
                </a:lnTo>
                <a:lnTo>
                  <a:pt x="45840" y="60308"/>
                </a:lnTo>
                <a:lnTo>
                  <a:pt x="47666" y="59334"/>
                </a:lnTo>
                <a:lnTo>
                  <a:pt x="49428" y="58240"/>
                </a:lnTo>
                <a:lnTo>
                  <a:pt x="51120" y="57030"/>
                </a:lnTo>
                <a:lnTo>
                  <a:pt x="52736" y="55705"/>
                </a:lnTo>
                <a:lnTo>
                  <a:pt x="54270" y="54270"/>
                </a:lnTo>
                <a:lnTo>
                  <a:pt x="55706" y="52736"/>
                </a:lnTo>
                <a:lnTo>
                  <a:pt x="57030" y="51120"/>
                </a:lnTo>
                <a:lnTo>
                  <a:pt x="58240" y="49428"/>
                </a:lnTo>
                <a:lnTo>
                  <a:pt x="59334" y="47666"/>
                </a:lnTo>
                <a:lnTo>
                  <a:pt x="60309" y="45840"/>
                </a:lnTo>
                <a:lnTo>
                  <a:pt x="61162" y="43956"/>
                </a:lnTo>
                <a:lnTo>
                  <a:pt x="61890" y="42021"/>
                </a:lnTo>
                <a:lnTo>
                  <a:pt x="62492" y="40041"/>
                </a:lnTo>
                <a:lnTo>
                  <a:pt x="62965" y="38021"/>
                </a:lnTo>
                <a:lnTo>
                  <a:pt x="63306" y="35969"/>
                </a:lnTo>
                <a:lnTo>
                  <a:pt x="63512" y="33890"/>
                </a:lnTo>
                <a:lnTo>
                  <a:pt x="63582" y="31790"/>
                </a:lnTo>
                <a:lnTo>
                  <a:pt x="63512" y="29691"/>
                </a:lnTo>
                <a:lnTo>
                  <a:pt x="63306" y="27612"/>
                </a:lnTo>
                <a:lnTo>
                  <a:pt x="62965" y="25560"/>
                </a:lnTo>
                <a:lnTo>
                  <a:pt x="62492" y="23540"/>
                </a:lnTo>
                <a:lnTo>
                  <a:pt x="61890" y="21560"/>
                </a:lnTo>
                <a:lnTo>
                  <a:pt x="61162" y="19625"/>
                </a:lnTo>
                <a:lnTo>
                  <a:pt x="60309" y="17741"/>
                </a:lnTo>
                <a:lnTo>
                  <a:pt x="59334" y="15915"/>
                </a:lnTo>
                <a:lnTo>
                  <a:pt x="58240" y="14153"/>
                </a:lnTo>
                <a:lnTo>
                  <a:pt x="57030" y="12461"/>
                </a:lnTo>
                <a:lnTo>
                  <a:pt x="55706" y="10845"/>
                </a:lnTo>
                <a:lnTo>
                  <a:pt x="54270" y="9311"/>
                </a:lnTo>
                <a:lnTo>
                  <a:pt x="52736" y="7876"/>
                </a:lnTo>
                <a:lnTo>
                  <a:pt x="51120" y="6551"/>
                </a:lnTo>
                <a:lnTo>
                  <a:pt x="49428" y="5341"/>
                </a:lnTo>
                <a:lnTo>
                  <a:pt x="47666" y="4247"/>
                </a:lnTo>
                <a:lnTo>
                  <a:pt x="45840" y="3273"/>
                </a:lnTo>
                <a:lnTo>
                  <a:pt x="43956" y="2420"/>
                </a:lnTo>
                <a:lnTo>
                  <a:pt x="42021" y="1691"/>
                </a:lnTo>
                <a:lnTo>
                  <a:pt x="40041" y="1089"/>
                </a:lnTo>
                <a:lnTo>
                  <a:pt x="38022" y="616"/>
                </a:lnTo>
                <a:lnTo>
                  <a:pt x="35969" y="275"/>
                </a:lnTo>
                <a:lnTo>
                  <a:pt x="33890" y="69"/>
                </a:lnTo>
                <a:lnTo>
                  <a:pt x="31791" y="0"/>
                </a:lnTo>
                <a:lnTo>
                  <a:pt x="29691" y="69"/>
                </a:lnTo>
                <a:lnTo>
                  <a:pt x="27612" y="275"/>
                </a:lnTo>
                <a:lnTo>
                  <a:pt x="25560" y="616"/>
                </a:lnTo>
                <a:lnTo>
                  <a:pt x="23540" y="1089"/>
                </a:lnTo>
                <a:lnTo>
                  <a:pt x="21560" y="1691"/>
                </a:lnTo>
                <a:lnTo>
                  <a:pt x="19625" y="2420"/>
                </a:lnTo>
                <a:lnTo>
                  <a:pt x="17741" y="3273"/>
                </a:lnTo>
                <a:lnTo>
                  <a:pt x="15915" y="4247"/>
                </a:lnTo>
                <a:lnTo>
                  <a:pt x="14153" y="5341"/>
                </a:lnTo>
                <a:lnTo>
                  <a:pt x="12461" y="6551"/>
                </a:lnTo>
                <a:lnTo>
                  <a:pt x="10845" y="7876"/>
                </a:lnTo>
                <a:lnTo>
                  <a:pt x="9311" y="9311"/>
                </a:lnTo>
                <a:lnTo>
                  <a:pt x="7876" y="10845"/>
                </a:lnTo>
                <a:lnTo>
                  <a:pt x="6552" y="12461"/>
                </a:lnTo>
                <a:lnTo>
                  <a:pt x="5341" y="14153"/>
                </a:lnTo>
                <a:lnTo>
                  <a:pt x="4248" y="15915"/>
                </a:lnTo>
                <a:lnTo>
                  <a:pt x="3273" y="17741"/>
                </a:lnTo>
                <a:lnTo>
                  <a:pt x="2420" y="19625"/>
                </a:lnTo>
                <a:lnTo>
                  <a:pt x="1691" y="21560"/>
                </a:lnTo>
                <a:lnTo>
                  <a:pt x="1089" y="23540"/>
                </a:lnTo>
                <a:lnTo>
                  <a:pt x="617" y="25560"/>
                </a:lnTo>
                <a:lnTo>
                  <a:pt x="276" y="27612"/>
                </a:lnTo>
                <a:lnTo>
                  <a:pt x="69" y="29691"/>
                </a:lnTo>
                <a:lnTo>
                  <a:pt x="0" y="31790"/>
                </a:lnTo>
                <a:lnTo>
                  <a:pt x="69" y="33890"/>
                </a:lnTo>
                <a:lnTo>
                  <a:pt x="276" y="35969"/>
                </a:lnTo>
                <a:lnTo>
                  <a:pt x="617" y="38021"/>
                </a:lnTo>
                <a:lnTo>
                  <a:pt x="1089" y="40041"/>
                </a:lnTo>
                <a:lnTo>
                  <a:pt x="1691" y="42021"/>
                </a:lnTo>
                <a:lnTo>
                  <a:pt x="2420" y="43956"/>
                </a:lnTo>
                <a:lnTo>
                  <a:pt x="3273" y="45840"/>
                </a:lnTo>
                <a:lnTo>
                  <a:pt x="4248" y="47666"/>
                </a:lnTo>
                <a:lnTo>
                  <a:pt x="5341" y="49428"/>
                </a:lnTo>
                <a:lnTo>
                  <a:pt x="6552" y="51120"/>
                </a:lnTo>
                <a:lnTo>
                  <a:pt x="7876" y="52736"/>
                </a:lnTo>
                <a:lnTo>
                  <a:pt x="9311" y="54270"/>
                </a:lnTo>
                <a:lnTo>
                  <a:pt x="10845" y="55705"/>
                </a:lnTo>
                <a:lnTo>
                  <a:pt x="12461" y="57030"/>
                </a:lnTo>
                <a:lnTo>
                  <a:pt x="14153" y="58240"/>
                </a:lnTo>
                <a:lnTo>
                  <a:pt x="15915" y="59334"/>
                </a:lnTo>
                <a:lnTo>
                  <a:pt x="17741" y="60308"/>
                </a:lnTo>
                <a:lnTo>
                  <a:pt x="19625" y="61161"/>
                </a:lnTo>
                <a:lnTo>
                  <a:pt x="21560" y="61890"/>
                </a:lnTo>
                <a:lnTo>
                  <a:pt x="23540" y="62492"/>
                </a:lnTo>
                <a:lnTo>
                  <a:pt x="25560" y="62965"/>
                </a:lnTo>
                <a:lnTo>
                  <a:pt x="27612" y="63306"/>
                </a:lnTo>
                <a:lnTo>
                  <a:pt x="29691" y="63512"/>
                </a:lnTo>
                <a:lnTo>
                  <a:pt x="31791" y="63581"/>
                </a:lnTo>
                <a:close/>
              </a:path>
            </a:pathLst>
          </a:custGeom>
          <a:solidFill>
            <a:srgbClr val="FFFFFF"/>
          </a:solidFill>
          <a:ln w="141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Editable path 237"/>
          <p:cNvSpPr/>
          <p:nvPr/>
        </p:nvSpPr>
        <p:spPr>
          <a:xfrm>
            <a:off x="10247300" y="3768191"/>
            <a:ext cx="75004" cy="71333"/>
          </a:xfrm>
          <a:custGeom>
            <a:avLst/>
            <a:gdLst/>
            <a:ahLst/>
            <a:cxnLst/>
            <a:rect l="l" t="t" r="r" b="b"/>
            <a:pathLst>
              <a:path w="75004" h="71333">
                <a:moveTo>
                  <a:pt x="37502" y="0"/>
                </a:moveTo>
                <a:lnTo>
                  <a:pt x="28649" y="27247"/>
                </a:lnTo>
                <a:lnTo>
                  <a:pt x="0" y="27247"/>
                </a:lnTo>
                <a:lnTo>
                  <a:pt x="23177" y="44086"/>
                </a:lnTo>
                <a:lnTo>
                  <a:pt x="14325" y="71333"/>
                </a:lnTo>
                <a:lnTo>
                  <a:pt x="37502" y="54493"/>
                </a:lnTo>
                <a:lnTo>
                  <a:pt x="60679" y="71333"/>
                </a:lnTo>
                <a:lnTo>
                  <a:pt x="51826" y="44086"/>
                </a:lnTo>
                <a:lnTo>
                  <a:pt x="75004" y="27247"/>
                </a:lnTo>
                <a:lnTo>
                  <a:pt x="46355" y="27247"/>
                </a:lnTo>
                <a:lnTo>
                  <a:pt x="37502" y="0"/>
                </a:lnTo>
                <a:close/>
              </a:path>
            </a:pathLst>
          </a:custGeom>
          <a:solidFill>
            <a:srgbClr val="FF9500"/>
          </a:solidFill>
          <a:ln w="1763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Editable path 238"/>
          <p:cNvSpPr/>
          <p:nvPr/>
        </p:nvSpPr>
        <p:spPr>
          <a:xfrm>
            <a:off x="9215375" y="3851306"/>
            <a:ext cx="29734" cy="30174"/>
          </a:xfrm>
          <a:custGeom>
            <a:avLst/>
            <a:gdLst/>
            <a:ahLst/>
            <a:cxnLst/>
            <a:rect l="l" t="t" r="r" b="b"/>
            <a:pathLst>
              <a:path w="29734" h="30174">
                <a:moveTo>
                  <a:pt x="0" y="30174"/>
                </a:moveTo>
                <a:lnTo>
                  <a:pt x="3482" y="26640"/>
                </a:lnTo>
                <a:lnTo>
                  <a:pt x="6782" y="23292"/>
                </a:lnTo>
                <a:lnTo>
                  <a:pt x="9898" y="20129"/>
                </a:lnTo>
                <a:lnTo>
                  <a:pt x="12833" y="17151"/>
                </a:lnTo>
                <a:lnTo>
                  <a:pt x="15584" y="14359"/>
                </a:lnTo>
                <a:lnTo>
                  <a:pt x="18154" y="11751"/>
                </a:lnTo>
                <a:lnTo>
                  <a:pt x="20540" y="9330"/>
                </a:lnTo>
                <a:lnTo>
                  <a:pt x="22744" y="7093"/>
                </a:lnTo>
                <a:lnTo>
                  <a:pt x="24766" y="5042"/>
                </a:lnTo>
                <a:lnTo>
                  <a:pt x="26604" y="3176"/>
                </a:lnTo>
                <a:lnTo>
                  <a:pt x="28261" y="1495"/>
                </a:lnTo>
                <a:lnTo>
                  <a:pt x="29734" y="0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Editable path 239"/>
          <p:cNvSpPr/>
          <p:nvPr/>
        </p:nvSpPr>
        <p:spPr>
          <a:xfrm>
            <a:off x="9198838" y="3851306"/>
            <a:ext cx="46271" cy="46498"/>
          </a:xfrm>
          <a:custGeom>
            <a:avLst/>
            <a:gdLst/>
            <a:ahLst/>
            <a:cxnLst/>
            <a:rect l="l" t="t" r="r" b="b"/>
            <a:pathLst>
              <a:path w="46271" h="46498">
                <a:moveTo>
                  <a:pt x="0" y="15802"/>
                </a:moveTo>
                <a:lnTo>
                  <a:pt x="46271" y="0"/>
                </a:lnTo>
                <a:lnTo>
                  <a:pt x="31150" y="46498"/>
                </a:lnTo>
                <a:lnTo>
                  <a:pt x="0" y="15802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Editable path 240"/>
          <p:cNvSpPr/>
          <p:nvPr/>
        </p:nvSpPr>
        <p:spPr>
          <a:xfrm>
            <a:off x="9882458" y="3913426"/>
            <a:ext cx="37018" cy="22544"/>
          </a:xfrm>
          <a:custGeom>
            <a:avLst/>
            <a:gdLst/>
            <a:ahLst/>
            <a:cxnLst/>
            <a:rect l="l" t="t" r="r" b="b"/>
            <a:pathLst>
              <a:path w="37018" h="22544">
                <a:moveTo>
                  <a:pt x="0" y="0"/>
                </a:moveTo>
                <a:lnTo>
                  <a:pt x="4307" y="2623"/>
                </a:lnTo>
                <a:lnTo>
                  <a:pt x="8391" y="5110"/>
                </a:lnTo>
                <a:lnTo>
                  <a:pt x="12254" y="7463"/>
                </a:lnTo>
                <a:lnTo>
                  <a:pt x="15894" y="9680"/>
                </a:lnTo>
                <a:lnTo>
                  <a:pt x="19312" y="11761"/>
                </a:lnTo>
                <a:lnTo>
                  <a:pt x="22508" y="13708"/>
                </a:lnTo>
                <a:lnTo>
                  <a:pt x="25482" y="15519"/>
                </a:lnTo>
                <a:lnTo>
                  <a:pt x="28234" y="17194"/>
                </a:lnTo>
                <a:lnTo>
                  <a:pt x="30763" y="18735"/>
                </a:lnTo>
                <a:lnTo>
                  <a:pt x="33070" y="20140"/>
                </a:lnTo>
                <a:lnTo>
                  <a:pt x="35155" y="21410"/>
                </a:lnTo>
                <a:lnTo>
                  <a:pt x="37018" y="22544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Editable path 241"/>
          <p:cNvSpPr/>
          <p:nvPr/>
        </p:nvSpPr>
        <p:spPr>
          <a:xfrm>
            <a:off x="9870751" y="3894547"/>
            <a:ext cx="48725" cy="41423"/>
          </a:xfrm>
          <a:custGeom>
            <a:avLst/>
            <a:gdLst/>
            <a:ahLst/>
            <a:cxnLst/>
            <a:rect l="l" t="t" r="r" b="b"/>
            <a:pathLst>
              <a:path w="48725" h="41423">
                <a:moveTo>
                  <a:pt x="22747" y="0"/>
                </a:moveTo>
                <a:lnTo>
                  <a:pt x="48725" y="41423"/>
                </a:lnTo>
                <a:lnTo>
                  <a:pt x="0" y="37352"/>
                </a:lnTo>
                <a:lnTo>
                  <a:pt x="22747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Editable path 242"/>
          <p:cNvSpPr/>
          <p:nvPr/>
        </p:nvSpPr>
        <p:spPr>
          <a:xfrm>
            <a:off x="9362896" y="3606941"/>
            <a:ext cx="41817" cy="10949"/>
          </a:xfrm>
          <a:custGeom>
            <a:avLst/>
            <a:gdLst/>
            <a:ahLst/>
            <a:cxnLst/>
            <a:rect l="l" t="t" r="r" b="b"/>
            <a:pathLst>
              <a:path w="41817" h="10949">
                <a:moveTo>
                  <a:pt x="0" y="0"/>
                </a:moveTo>
                <a:lnTo>
                  <a:pt x="4869" y="1275"/>
                </a:lnTo>
                <a:lnTo>
                  <a:pt x="9486" y="2484"/>
                </a:lnTo>
                <a:lnTo>
                  <a:pt x="13852" y="3627"/>
                </a:lnTo>
                <a:lnTo>
                  <a:pt x="17966" y="4704"/>
                </a:lnTo>
                <a:lnTo>
                  <a:pt x="21828" y="5715"/>
                </a:lnTo>
                <a:lnTo>
                  <a:pt x="25438" y="6661"/>
                </a:lnTo>
                <a:lnTo>
                  <a:pt x="28797" y="7540"/>
                </a:lnTo>
                <a:lnTo>
                  <a:pt x="31905" y="8354"/>
                </a:lnTo>
                <a:lnTo>
                  <a:pt x="34760" y="9101"/>
                </a:lnTo>
                <a:lnTo>
                  <a:pt x="37364" y="9783"/>
                </a:lnTo>
                <a:lnTo>
                  <a:pt x="39716" y="10399"/>
                </a:lnTo>
                <a:lnTo>
                  <a:pt x="41817" y="10949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Editable path 243"/>
          <p:cNvSpPr/>
          <p:nvPr/>
        </p:nvSpPr>
        <p:spPr>
          <a:xfrm>
            <a:off x="9356867" y="3585659"/>
            <a:ext cx="47846" cy="42307"/>
          </a:xfrm>
          <a:custGeom>
            <a:avLst/>
            <a:gdLst/>
            <a:ahLst/>
            <a:cxnLst/>
            <a:rect l="l" t="t" r="r" b="b"/>
            <a:pathLst>
              <a:path w="47846" h="42307">
                <a:moveTo>
                  <a:pt x="11077" y="0"/>
                </a:moveTo>
                <a:lnTo>
                  <a:pt x="47846" y="32231"/>
                </a:lnTo>
                <a:lnTo>
                  <a:pt x="0" y="42307"/>
                </a:lnTo>
                <a:lnTo>
                  <a:pt x="11077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Editable path 244"/>
          <p:cNvSpPr/>
          <p:nvPr/>
        </p:nvSpPr>
        <p:spPr>
          <a:xfrm>
            <a:off x="10024874" y="3796727"/>
            <a:ext cx="43777" cy="1781"/>
          </a:xfrm>
          <a:custGeom>
            <a:avLst/>
            <a:gdLst/>
            <a:ahLst/>
            <a:cxnLst/>
            <a:rect l="l" t="t" r="r" b="b"/>
            <a:pathLst>
              <a:path w="43777" h="1781">
                <a:moveTo>
                  <a:pt x="0" y="1781"/>
                </a:moveTo>
                <a:lnTo>
                  <a:pt x="5077" y="1574"/>
                </a:lnTo>
                <a:lnTo>
                  <a:pt x="9895" y="1378"/>
                </a:lnTo>
                <a:lnTo>
                  <a:pt x="14453" y="1193"/>
                </a:lnTo>
                <a:lnTo>
                  <a:pt x="18751" y="1018"/>
                </a:lnTo>
                <a:lnTo>
                  <a:pt x="22789" y="854"/>
                </a:lnTo>
                <a:lnTo>
                  <a:pt x="26567" y="700"/>
                </a:lnTo>
                <a:lnTo>
                  <a:pt x="30085" y="557"/>
                </a:lnTo>
                <a:lnTo>
                  <a:pt x="33343" y="424"/>
                </a:lnTo>
                <a:lnTo>
                  <a:pt x="36342" y="302"/>
                </a:lnTo>
                <a:lnTo>
                  <a:pt x="39080" y="191"/>
                </a:lnTo>
                <a:lnTo>
                  <a:pt x="41559" y="90"/>
                </a:lnTo>
                <a:lnTo>
                  <a:pt x="43777" y="0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Editable path 245"/>
          <p:cNvSpPr/>
          <p:nvPr/>
        </p:nvSpPr>
        <p:spPr>
          <a:xfrm>
            <a:off x="10024065" y="3776656"/>
            <a:ext cx="44586" cy="43697"/>
          </a:xfrm>
          <a:custGeom>
            <a:avLst/>
            <a:gdLst/>
            <a:ahLst/>
            <a:cxnLst/>
            <a:rect l="l" t="t" r="r" b="b"/>
            <a:pathLst>
              <a:path w="44586" h="43697">
                <a:moveTo>
                  <a:pt x="0" y="0"/>
                </a:moveTo>
                <a:lnTo>
                  <a:pt x="44586" y="20071"/>
                </a:lnTo>
                <a:lnTo>
                  <a:pt x="1778" y="43697"/>
                </a:lnTo>
                <a:lnTo>
                  <a:pt x="0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Editable path 246"/>
          <p:cNvSpPr/>
          <p:nvPr/>
        </p:nvSpPr>
        <p:spPr>
          <a:xfrm>
            <a:off x="9529407" y="3807254"/>
            <a:ext cx="43798" cy="669"/>
          </a:xfrm>
          <a:custGeom>
            <a:avLst/>
            <a:gdLst/>
            <a:ahLst/>
            <a:cxnLst/>
            <a:rect l="l" t="t" r="r" b="b"/>
            <a:pathLst>
              <a:path w="43798" h="669">
                <a:moveTo>
                  <a:pt x="0" y="669"/>
                </a:moveTo>
                <a:lnTo>
                  <a:pt x="5081" y="591"/>
                </a:lnTo>
                <a:lnTo>
                  <a:pt x="9901" y="518"/>
                </a:lnTo>
                <a:lnTo>
                  <a:pt x="14461" y="448"/>
                </a:lnTo>
                <a:lnTo>
                  <a:pt x="18761" y="382"/>
                </a:lnTo>
                <a:lnTo>
                  <a:pt x="22801" y="321"/>
                </a:lnTo>
                <a:lnTo>
                  <a:pt x="26581" y="263"/>
                </a:lnTo>
                <a:lnTo>
                  <a:pt x="30101" y="209"/>
                </a:lnTo>
                <a:lnTo>
                  <a:pt x="33361" y="159"/>
                </a:lnTo>
                <a:lnTo>
                  <a:pt x="36360" y="113"/>
                </a:lnTo>
                <a:lnTo>
                  <a:pt x="39100" y="71"/>
                </a:lnTo>
                <a:lnTo>
                  <a:pt x="41579" y="34"/>
                </a:lnTo>
                <a:lnTo>
                  <a:pt x="43798" y="0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Editable path 247"/>
          <p:cNvSpPr/>
          <p:nvPr/>
        </p:nvSpPr>
        <p:spPr>
          <a:xfrm>
            <a:off x="9529143" y="3786058"/>
            <a:ext cx="44062" cy="43728"/>
          </a:xfrm>
          <a:custGeom>
            <a:avLst/>
            <a:gdLst/>
            <a:ahLst/>
            <a:cxnLst/>
            <a:rect l="l" t="t" r="r" b="b"/>
            <a:pathLst>
              <a:path w="44062" h="43728">
                <a:moveTo>
                  <a:pt x="0" y="0"/>
                </a:moveTo>
                <a:lnTo>
                  <a:pt x="44062" y="21196"/>
                </a:lnTo>
                <a:lnTo>
                  <a:pt x="668" y="43728"/>
                </a:ln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Editable path 248"/>
          <p:cNvSpPr/>
          <p:nvPr/>
        </p:nvSpPr>
        <p:spPr>
          <a:xfrm>
            <a:off x="10075370" y="3803260"/>
            <a:ext cx="42192" cy="892"/>
          </a:xfrm>
          <a:custGeom>
            <a:avLst/>
            <a:gdLst/>
            <a:ahLst/>
            <a:cxnLst/>
            <a:rect l="l" t="t" r="r" b="b"/>
            <a:pathLst>
              <a:path w="42192" h="892">
                <a:moveTo>
                  <a:pt x="0" y="0"/>
                </a:moveTo>
                <a:lnTo>
                  <a:pt x="4946" y="104"/>
                </a:lnTo>
                <a:lnTo>
                  <a:pt x="9633" y="203"/>
                </a:lnTo>
                <a:lnTo>
                  <a:pt x="14059" y="297"/>
                </a:lnTo>
                <a:lnTo>
                  <a:pt x="18225" y="385"/>
                </a:lnTo>
                <a:lnTo>
                  <a:pt x="22131" y="468"/>
                </a:lnTo>
                <a:lnTo>
                  <a:pt x="25777" y="545"/>
                </a:lnTo>
                <a:lnTo>
                  <a:pt x="29163" y="616"/>
                </a:lnTo>
                <a:lnTo>
                  <a:pt x="32289" y="682"/>
                </a:lnTo>
                <a:lnTo>
                  <a:pt x="35155" y="743"/>
                </a:lnTo>
                <a:lnTo>
                  <a:pt x="37761" y="798"/>
                </a:lnTo>
                <a:lnTo>
                  <a:pt x="40106" y="848"/>
                </a:lnTo>
                <a:lnTo>
                  <a:pt x="42192" y="892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Editable path 249"/>
          <p:cNvSpPr/>
          <p:nvPr/>
        </p:nvSpPr>
        <p:spPr>
          <a:xfrm>
            <a:off x="10073377" y="3781366"/>
            <a:ext cx="44185" cy="43723"/>
          </a:xfrm>
          <a:custGeom>
            <a:avLst/>
            <a:gdLst/>
            <a:ahLst/>
            <a:cxnLst/>
            <a:rect l="l" t="t" r="r" b="b"/>
            <a:pathLst>
              <a:path w="44185" h="43723">
                <a:moveTo>
                  <a:pt x="924" y="0"/>
                </a:moveTo>
                <a:lnTo>
                  <a:pt x="44185" y="22786"/>
                </a:lnTo>
                <a:lnTo>
                  <a:pt x="0" y="43723"/>
                </a:lnTo>
                <a:lnTo>
                  <a:pt x="924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Editable path 250"/>
          <p:cNvSpPr/>
          <p:nvPr/>
        </p:nvSpPr>
        <p:spPr>
          <a:xfrm>
            <a:off x="9749014" y="3804174"/>
            <a:ext cx="44107" cy="598"/>
          </a:xfrm>
          <a:custGeom>
            <a:avLst/>
            <a:gdLst/>
            <a:ahLst/>
            <a:cxnLst/>
            <a:rect l="l" t="t" r="r" b="b"/>
            <a:pathLst>
              <a:path w="44107" h="598">
                <a:moveTo>
                  <a:pt x="0" y="598"/>
                </a:moveTo>
                <a:lnTo>
                  <a:pt x="5106" y="529"/>
                </a:lnTo>
                <a:lnTo>
                  <a:pt x="9952" y="463"/>
                </a:lnTo>
                <a:lnTo>
                  <a:pt x="14538" y="401"/>
                </a:lnTo>
                <a:lnTo>
                  <a:pt x="18864" y="342"/>
                </a:lnTo>
                <a:lnTo>
                  <a:pt x="22930" y="287"/>
                </a:lnTo>
                <a:lnTo>
                  <a:pt x="26735" y="236"/>
                </a:lnTo>
                <a:lnTo>
                  <a:pt x="30281" y="188"/>
                </a:lnTo>
                <a:lnTo>
                  <a:pt x="33566" y="143"/>
                </a:lnTo>
                <a:lnTo>
                  <a:pt x="36591" y="102"/>
                </a:lnTo>
                <a:lnTo>
                  <a:pt x="39357" y="65"/>
                </a:lnTo>
                <a:lnTo>
                  <a:pt x="41862" y="31"/>
                </a:lnTo>
                <a:lnTo>
                  <a:pt x="44107" y="0"/>
                </a:lnTo>
              </a:path>
            </a:pathLst>
          </a:custGeom>
          <a:noFill/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Editable path 251"/>
          <p:cNvSpPr/>
          <p:nvPr/>
        </p:nvSpPr>
        <p:spPr>
          <a:xfrm>
            <a:off x="9749095" y="3782903"/>
            <a:ext cx="44026" cy="43729"/>
          </a:xfrm>
          <a:custGeom>
            <a:avLst/>
            <a:gdLst/>
            <a:ahLst/>
            <a:cxnLst/>
            <a:rect l="l" t="t" r="r" b="b"/>
            <a:pathLst>
              <a:path w="44026" h="43729">
                <a:moveTo>
                  <a:pt x="0" y="0"/>
                </a:moveTo>
                <a:lnTo>
                  <a:pt x="44026" y="21271"/>
                </a:lnTo>
                <a:lnTo>
                  <a:pt x="593" y="43729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6" name="Picture 30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84009" y="4375817"/>
            <a:ext cx="1608542" cy="988104"/>
          </a:xfrm>
          <a:prstGeom prst="rect">
            <a:avLst/>
          </a:prstGeom>
        </p:spPr>
      </p:pic>
      <p:sp>
        <p:nvSpPr>
          <p:cNvPr id="307" name="Editable path 252"/>
          <p:cNvSpPr/>
          <p:nvPr/>
        </p:nvSpPr>
        <p:spPr>
          <a:xfrm>
            <a:off x="1715268" y="4415004"/>
            <a:ext cx="786591" cy="161123"/>
          </a:xfrm>
          <a:custGeom>
            <a:avLst/>
            <a:gdLst/>
            <a:ahLst/>
            <a:cxnLst/>
            <a:rect l="l" t="t" r="r" b="b"/>
            <a:pathLst>
              <a:path w="786591" h="161123">
                <a:moveTo>
                  <a:pt x="25041" y="161123"/>
                </a:moveTo>
                <a:lnTo>
                  <a:pt x="761551" y="161123"/>
                </a:lnTo>
                <a:lnTo>
                  <a:pt x="765550" y="160949"/>
                </a:lnTo>
                <a:lnTo>
                  <a:pt x="769202" y="160427"/>
                </a:lnTo>
                <a:lnTo>
                  <a:pt x="772506" y="159558"/>
                </a:lnTo>
                <a:lnTo>
                  <a:pt x="775462" y="158340"/>
                </a:lnTo>
                <a:lnTo>
                  <a:pt x="778070" y="156775"/>
                </a:lnTo>
                <a:lnTo>
                  <a:pt x="780331" y="154862"/>
                </a:lnTo>
                <a:lnTo>
                  <a:pt x="782244" y="152602"/>
                </a:lnTo>
                <a:lnTo>
                  <a:pt x="783809" y="149993"/>
                </a:lnTo>
                <a:lnTo>
                  <a:pt x="785026" y="147037"/>
                </a:lnTo>
                <a:lnTo>
                  <a:pt x="785896" y="143733"/>
                </a:lnTo>
                <a:lnTo>
                  <a:pt x="786417" y="140081"/>
                </a:lnTo>
                <a:lnTo>
                  <a:pt x="786591" y="136082"/>
                </a:lnTo>
                <a:lnTo>
                  <a:pt x="786591" y="25040"/>
                </a:lnTo>
                <a:lnTo>
                  <a:pt x="786417" y="21041"/>
                </a:lnTo>
                <a:lnTo>
                  <a:pt x="785896" y="17389"/>
                </a:lnTo>
                <a:lnTo>
                  <a:pt x="785026" y="14085"/>
                </a:lnTo>
                <a:lnTo>
                  <a:pt x="783809" y="11129"/>
                </a:lnTo>
                <a:lnTo>
                  <a:pt x="782244" y="8520"/>
                </a:lnTo>
                <a:lnTo>
                  <a:pt x="780331" y="6260"/>
                </a:lnTo>
                <a:lnTo>
                  <a:pt x="778070" y="4347"/>
                </a:lnTo>
                <a:lnTo>
                  <a:pt x="775462" y="2782"/>
                </a:lnTo>
                <a:lnTo>
                  <a:pt x="772506" y="1565"/>
                </a:lnTo>
                <a:lnTo>
                  <a:pt x="769202" y="695"/>
                </a:lnTo>
                <a:lnTo>
                  <a:pt x="765550" y="173"/>
                </a:lnTo>
                <a:lnTo>
                  <a:pt x="761551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0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0"/>
                </a:lnTo>
                <a:lnTo>
                  <a:pt x="0" y="136082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3"/>
                </a:lnTo>
                <a:lnTo>
                  <a:pt x="4347" y="152602"/>
                </a:lnTo>
                <a:lnTo>
                  <a:pt x="6260" y="154862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8"/>
                </a:lnTo>
                <a:lnTo>
                  <a:pt x="17389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1740308" y="4421857"/>
            <a:ext cx="764995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Acquire · 8.0 s</a:t>
            </a:r>
          </a:p>
        </p:txBody>
      </p:sp>
      <p:sp>
        <p:nvSpPr>
          <p:cNvPr id="309" name="Editable path 253"/>
          <p:cNvSpPr/>
          <p:nvPr/>
        </p:nvSpPr>
        <p:spPr>
          <a:xfrm>
            <a:off x="2677475" y="5080487"/>
            <a:ext cx="597998" cy="280029"/>
          </a:xfrm>
          <a:custGeom>
            <a:avLst/>
            <a:gdLst/>
            <a:ahLst/>
            <a:cxnLst/>
            <a:rect l="l" t="t" r="r" b="b"/>
            <a:pathLst>
              <a:path w="597998" h="280029">
                <a:moveTo>
                  <a:pt x="0" y="0"/>
                </a:moveTo>
                <a:lnTo>
                  <a:pt x="597998" y="0"/>
                </a:lnTo>
                <a:lnTo>
                  <a:pt x="597998" y="280029"/>
                </a:lnTo>
                <a:lnTo>
                  <a:pt x="0" y="280029"/>
                </a:lnTo>
                <a:lnTo>
                  <a:pt x="0" y="0"/>
                </a:lnTo>
                <a:close/>
              </a:path>
            </a:pathLst>
          </a:custGeom>
          <a:solidFill>
            <a:srgbClr val="EEF0F3">
              <a:alpha val="9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2708652" y="5096981"/>
            <a:ext cx="569709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Workshop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2966554" y="5205818"/>
            <a:ext cx="309736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1" i="0">
                <a:solidFill>
                  <a:srgbClr val="2B2B2B"/>
                </a:solidFill>
                <a:latin typeface="Times New Roman"/>
              </a:rPr>
              <a:t>beam</a:t>
            </a:r>
          </a:p>
        </p:txBody>
      </p:sp>
      <p:pic>
        <p:nvPicPr>
          <p:cNvPr id="312" name="Picture 31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87846" y="4375817"/>
            <a:ext cx="1608542" cy="988104"/>
          </a:xfrm>
          <a:prstGeom prst="rect">
            <a:avLst/>
          </a:prstGeom>
        </p:spPr>
      </p:pic>
      <p:sp>
        <p:nvSpPr>
          <p:cNvPr id="313" name="Editable path 254"/>
          <p:cNvSpPr/>
          <p:nvPr/>
        </p:nvSpPr>
        <p:spPr>
          <a:xfrm>
            <a:off x="3519105" y="4415004"/>
            <a:ext cx="633117" cy="161123"/>
          </a:xfrm>
          <a:custGeom>
            <a:avLst/>
            <a:gdLst/>
            <a:ahLst/>
            <a:cxnLst/>
            <a:rect l="l" t="t" r="r" b="b"/>
            <a:pathLst>
              <a:path w="633117" h="161123">
                <a:moveTo>
                  <a:pt x="25041" y="161123"/>
                </a:moveTo>
                <a:lnTo>
                  <a:pt x="608077" y="161123"/>
                </a:lnTo>
                <a:lnTo>
                  <a:pt x="612076" y="160949"/>
                </a:lnTo>
                <a:lnTo>
                  <a:pt x="615728" y="160427"/>
                </a:lnTo>
                <a:lnTo>
                  <a:pt x="619032" y="159558"/>
                </a:lnTo>
                <a:lnTo>
                  <a:pt x="621988" y="158340"/>
                </a:lnTo>
                <a:lnTo>
                  <a:pt x="624597" y="156775"/>
                </a:lnTo>
                <a:lnTo>
                  <a:pt x="626857" y="154862"/>
                </a:lnTo>
                <a:lnTo>
                  <a:pt x="628770" y="152602"/>
                </a:lnTo>
                <a:lnTo>
                  <a:pt x="630335" y="149993"/>
                </a:lnTo>
                <a:lnTo>
                  <a:pt x="631552" y="147037"/>
                </a:lnTo>
                <a:lnTo>
                  <a:pt x="632422" y="143733"/>
                </a:lnTo>
                <a:lnTo>
                  <a:pt x="632943" y="140081"/>
                </a:lnTo>
                <a:lnTo>
                  <a:pt x="633117" y="136082"/>
                </a:lnTo>
                <a:lnTo>
                  <a:pt x="633117" y="25040"/>
                </a:lnTo>
                <a:lnTo>
                  <a:pt x="632943" y="21041"/>
                </a:lnTo>
                <a:lnTo>
                  <a:pt x="632422" y="17389"/>
                </a:lnTo>
                <a:lnTo>
                  <a:pt x="631552" y="14085"/>
                </a:lnTo>
                <a:lnTo>
                  <a:pt x="630335" y="11129"/>
                </a:lnTo>
                <a:lnTo>
                  <a:pt x="628770" y="8520"/>
                </a:lnTo>
                <a:lnTo>
                  <a:pt x="626857" y="6260"/>
                </a:lnTo>
                <a:lnTo>
                  <a:pt x="624597" y="4347"/>
                </a:lnTo>
                <a:lnTo>
                  <a:pt x="621988" y="2782"/>
                </a:lnTo>
                <a:lnTo>
                  <a:pt x="619032" y="1565"/>
                </a:lnTo>
                <a:lnTo>
                  <a:pt x="615728" y="695"/>
                </a:lnTo>
                <a:lnTo>
                  <a:pt x="612076" y="173"/>
                </a:lnTo>
                <a:lnTo>
                  <a:pt x="608077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0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0"/>
                </a:lnTo>
                <a:lnTo>
                  <a:pt x="0" y="136082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2" y="149993"/>
                </a:lnTo>
                <a:lnTo>
                  <a:pt x="4347" y="152602"/>
                </a:lnTo>
                <a:lnTo>
                  <a:pt x="6260" y="154862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5" y="159558"/>
                </a:lnTo>
                <a:lnTo>
                  <a:pt x="17389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3544145" y="4421857"/>
            <a:ext cx="612121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Lift · 17.8 s</a:t>
            </a:r>
          </a:p>
        </p:txBody>
      </p:sp>
      <p:pic>
        <p:nvPicPr>
          <p:cNvPr id="315" name="Picture 31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291683" y="4375817"/>
            <a:ext cx="1608542" cy="988104"/>
          </a:xfrm>
          <a:prstGeom prst="rect">
            <a:avLst/>
          </a:prstGeom>
        </p:spPr>
      </p:pic>
      <p:sp>
        <p:nvSpPr>
          <p:cNvPr id="316" name="Editable path 255"/>
          <p:cNvSpPr/>
          <p:nvPr/>
        </p:nvSpPr>
        <p:spPr>
          <a:xfrm>
            <a:off x="5322942" y="4415004"/>
            <a:ext cx="911961" cy="161398"/>
          </a:xfrm>
          <a:custGeom>
            <a:avLst/>
            <a:gdLst/>
            <a:ahLst/>
            <a:cxnLst/>
            <a:rect l="l" t="t" r="r" b="b"/>
            <a:pathLst>
              <a:path w="911961" h="161398">
                <a:moveTo>
                  <a:pt x="25041" y="161398"/>
                </a:moveTo>
                <a:lnTo>
                  <a:pt x="886920" y="161398"/>
                </a:lnTo>
                <a:lnTo>
                  <a:pt x="890919" y="161224"/>
                </a:lnTo>
                <a:lnTo>
                  <a:pt x="894571" y="160703"/>
                </a:lnTo>
                <a:lnTo>
                  <a:pt x="897875" y="159833"/>
                </a:lnTo>
                <a:lnTo>
                  <a:pt x="900832" y="158616"/>
                </a:lnTo>
                <a:lnTo>
                  <a:pt x="903440" y="157051"/>
                </a:lnTo>
                <a:lnTo>
                  <a:pt x="905701" y="155138"/>
                </a:lnTo>
                <a:lnTo>
                  <a:pt x="907614" y="152877"/>
                </a:lnTo>
                <a:lnTo>
                  <a:pt x="909179" y="150269"/>
                </a:lnTo>
                <a:lnTo>
                  <a:pt x="910396" y="147313"/>
                </a:lnTo>
                <a:lnTo>
                  <a:pt x="911265" y="144009"/>
                </a:lnTo>
                <a:lnTo>
                  <a:pt x="911787" y="140357"/>
                </a:lnTo>
                <a:lnTo>
                  <a:pt x="911961" y="136357"/>
                </a:lnTo>
                <a:lnTo>
                  <a:pt x="911961" y="25040"/>
                </a:lnTo>
                <a:lnTo>
                  <a:pt x="911787" y="21041"/>
                </a:lnTo>
                <a:lnTo>
                  <a:pt x="911265" y="17389"/>
                </a:lnTo>
                <a:lnTo>
                  <a:pt x="910396" y="14085"/>
                </a:lnTo>
                <a:lnTo>
                  <a:pt x="909179" y="11129"/>
                </a:lnTo>
                <a:lnTo>
                  <a:pt x="907614" y="8520"/>
                </a:lnTo>
                <a:lnTo>
                  <a:pt x="905701" y="6260"/>
                </a:lnTo>
                <a:lnTo>
                  <a:pt x="903440" y="4347"/>
                </a:lnTo>
                <a:lnTo>
                  <a:pt x="900832" y="2782"/>
                </a:lnTo>
                <a:lnTo>
                  <a:pt x="897875" y="1565"/>
                </a:lnTo>
                <a:lnTo>
                  <a:pt x="894571" y="695"/>
                </a:lnTo>
                <a:lnTo>
                  <a:pt x="890919" y="173"/>
                </a:lnTo>
                <a:lnTo>
                  <a:pt x="886920" y="0"/>
                </a:lnTo>
                <a:lnTo>
                  <a:pt x="25041" y="0"/>
                </a:lnTo>
                <a:lnTo>
                  <a:pt x="21041" y="173"/>
                </a:lnTo>
                <a:lnTo>
                  <a:pt x="17389" y="695"/>
                </a:lnTo>
                <a:lnTo>
                  <a:pt x="14085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7" y="8520"/>
                </a:lnTo>
                <a:lnTo>
                  <a:pt x="2782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0"/>
                </a:lnTo>
                <a:lnTo>
                  <a:pt x="0" y="136357"/>
                </a:lnTo>
                <a:lnTo>
                  <a:pt x="174" y="140357"/>
                </a:lnTo>
                <a:lnTo>
                  <a:pt x="696" y="144009"/>
                </a:lnTo>
                <a:lnTo>
                  <a:pt x="1565" y="147313"/>
                </a:lnTo>
                <a:lnTo>
                  <a:pt x="2782" y="150269"/>
                </a:lnTo>
                <a:lnTo>
                  <a:pt x="4347" y="152877"/>
                </a:lnTo>
                <a:lnTo>
                  <a:pt x="6260" y="155138"/>
                </a:lnTo>
                <a:lnTo>
                  <a:pt x="8521" y="157051"/>
                </a:lnTo>
                <a:lnTo>
                  <a:pt x="11129" y="158616"/>
                </a:lnTo>
                <a:lnTo>
                  <a:pt x="14085" y="159833"/>
                </a:lnTo>
                <a:lnTo>
                  <a:pt x="17389" y="160703"/>
                </a:lnTo>
                <a:lnTo>
                  <a:pt x="21041" y="161224"/>
                </a:lnTo>
                <a:lnTo>
                  <a:pt x="25041" y="161398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5347982" y="4421857"/>
            <a:ext cx="890199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Doorway · 78.6 s</a:t>
            </a:r>
          </a:p>
        </p:txBody>
      </p:sp>
      <p:pic>
        <p:nvPicPr>
          <p:cNvPr id="318" name="Picture 317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095520" y="4375817"/>
            <a:ext cx="1608542" cy="988104"/>
          </a:xfrm>
          <a:prstGeom prst="rect">
            <a:avLst/>
          </a:prstGeom>
        </p:spPr>
      </p:pic>
      <p:sp>
        <p:nvSpPr>
          <p:cNvPr id="319" name="Editable path 256"/>
          <p:cNvSpPr/>
          <p:nvPr/>
        </p:nvSpPr>
        <p:spPr>
          <a:xfrm>
            <a:off x="7126779" y="4415004"/>
            <a:ext cx="751598" cy="161123"/>
          </a:xfrm>
          <a:custGeom>
            <a:avLst/>
            <a:gdLst/>
            <a:ahLst/>
            <a:cxnLst/>
            <a:rect l="l" t="t" r="r" b="b"/>
            <a:pathLst>
              <a:path w="751598" h="161123">
                <a:moveTo>
                  <a:pt x="25041" y="161123"/>
                </a:moveTo>
                <a:lnTo>
                  <a:pt x="726557" y="161123"/>
                </a:lnTo>
                <a:lnTo>
                  <a:pt x="730557" y="160949"/>
                </a:lnTo>
                <a:lnTo>
                  <a:pt x="734209" y="160427"/>
                </a:lnTo>
                <a:lnTo>
                  <a:pt x="737513" y="159558"/>
                </a:lnTo>
                <a:lnTo>
                  <a:pt x="740469" y="158340"/>
                </a:lnTo>
                <a:lnTo>
                  <a:pt x="743078" y="156775"/>
                </a:lnTo>
                <a:lnTo>
                  <a:pt x="745338" y="154862"/>
                </a:lnTo>
                <a:lnTo>
                  <a:pt x="747251" y="152602"/>
                </a:lnTo>
                <a:lnTo>
                  <a:pt x="748816" y="149993"/>
                </a:lnTo>
                <a:lnTo>
                  <a:pt x="750033" y="147037"/>
                </a:lnTo>
                <a:lnTo>
                  <a:pt x="750903" y="143733"/>
                </a:lnTo>
                <a:lnTo>
                  <a:pt x="751425" y="140081"/>
                </a:lnTo>
                <a:lnTo>
                  <a:pt x="751598" y="136082"/>
                </a:lnTo>
                <a:lnTo>
                  <a:pt x="751598" y="25040"/>
                </a:lnTo>
                <a:lnTo>
                  <a:pt x="751425" y="21041"/>
                </a:lnTo>
                <a:lnTo>
                  <a:pt x="750903" y="17389"/>
                </a:lnTo>
                <a:lnTo>
                  <a:pt x="750033" y="14085"/>
                </a:lnTo>
                <a:lnTo>
                  <a:pt x="748816" y="11129"/>
                </a:lnTo>
                <a:lnTo>
                  <a:pt x="747251" y="8520"/>
                </a:lnTo>
                <a:lnTo>
                  <a:pt x="745338" y="6260"/>
                </a:lnTo>
                <a:lnTo>
                  <a:pt x="743078" y="4347"/>
                </a:lnTo>
                <a:lnTo>
                  <a:pt x="740469" y="2782"/>
                </a:lnTo>
                <a:lnTo>
                  <a:pt x="737513" y="1565"/>
                </a:lnTo>
                <a:lnTo>
                  <a:pt x="734209" y="695"/>
                </a:lnTo>
                <a:lnTo>
                  <a:pt x="730557" y="173"/>
                </a:lnTo>
                <a:lnTo>
                  <a:pt x="726557" y="0"/>
                </a:lnTo>
                <a:lnTo>
                  <a:pt x="25041" y="0"/>
                </a:lnTo>
                <a:lnTo>
                  <a:pt x="21041" y="173"/>
                </a:lnTo>
                <a:lnTo>
                  <a:pt x="17390" y="695"/>
                </a:lnTo>
                <a:lnTo>
                  <a:pt x="14086" y="1565"/>
                </a:lnTo>
                <a:lnTo>
                  <a:pt x="11129" y="2782"/>
                </a:lnTo>
                <a:lnTo>
                  <a:pt x="8521" y="4347"/>
                </a:lnTo>
                <a:lnTo>
                  <a:pt x="6260" y="6260"/>
                </a:lnTo>
                <a:lnTo>
                  <a:pt x="4348" y="8520"/>
                </a:lnTo>
                <a:lnTo>
                  <a:pt x="2783" y="11129"/>
                </a:lnTo>
                <a:lnTo>
                  <a:pt x="1565" y="14085"/>
                </a:lnTo>
                <a:lnTo>
                  <a:pt x="696" y="17389"/>
                </a:lnTo>
                <a:lnTo>
                  <a:pt x="174" y="21041"/>
                </a:lnTo>
                <a:lnTo>
                  <a:pt x="0" y="25040"/>
                </a:lnTo>
                <a:lnTo>
                  <a:pt x="0" y="136082"/>
                </a:lnTo>
                <a:lnTo>
                  <a:pt x="174" y="140081"/>
                </a:lnTo>
                <a:lnTo>
                  <a:pt x="696" y="143733"/>
                </a:lnTo>
                <a:lnTo>
                  <a:pt x="1565" y="147037"/>
                </a:lnTo>
                <a:lnTo>
                  <a:pt x="2783" y="149993"/>
                </a:lnTo>
                <a:lnTo>
                  <a:pt x="4348" y="152602"/>
                </a:lnTo>
                <a:lnTo>
                  <a:pt x="6260" y="154862"/>
                </a:lnTo>
                <a:lnTo>
                  <a:pt x="8521" y="156775"/>
                </a:lnTo>
                <a:lnTo>
                  <a:pt x="11129" y="158340"/>
                </a:lnTo>
                <a:lnTo>
                  <a:pt x="14086" y="159558"/>
                </a:lnTo>
                <a:lnTo>
                  <a:pt x="17390" y="160427"/>
                </a:lnTo>
                <a:lnTo>
                  <a:pt x="21041" y="160949"/>
                </a:lnTo>
                <a:lnTo>
                  <a:pt x="25041" y="161123"/>
                </a:lnTo>
                <a:close/>
              </a:path>
            </a:pathLst>
          </a:custGeom>
          <a:solidFill>
            <a:srgbClr val="FFF5C8">
              <a:alpha val="96000"/>
            </a:srgbClr>
          </a:solidFill>
          <a:ln w="11462">
            <a:solidFill>
              <a:srgbClr val="FF9500">
                <a:alpha val="9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7151819" y="4421857"/>
            <a:ext cx="730314" cy="1502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5" b="0" i="0">
                <a:solidFill>
                  <a:srgbClr val="2B2B2B"/>
                </a:solidFill>
                <a:latin typeface="Times New Roman"/>
              </a:rPr>
              <a:t>Goal · 123.6 s</a:t>
            </a:r>
          </a:p>
        </p:txBody>
      </p:sp>
      <p:sp>
        <p:nvSpPr>
          <p:cNvPr id="321" name="Editable path 257"/>
          <p:cNvSpPr/>
          <p:nvPr/>
        </p:nvSpPr>
        <p:spPr>
          <a:xfrm>
            <a:off x="8956950" y="4375818"/>
            <a:ext cx="1543914" cy="988104"/>
          </a:xfrm>
          <a:custGeom>
            <a:avLst/>
            <a:gdLst/>
            <a:ahLst/>
            <a:cxnLst/>
            <a:rect l="l" t="t" r="r" b="b"/>
            <a:pathLst>
              <a:path w="1543914" h="988104">
                <a:moveTo>
                  <a:pt x="0" y="0"/>
                </a:moveTo>
                <a:lnTo>
                  <a:pt x="1543914" y="0"/>
                </a:lnTo>
                <a:lnTo>
                  <a:pt x="1543914" y="988104"/>
                </a:lnTo>
                <a:lnTo>
                  <a:pt x="0" y="9881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Editable path 258"/>
          <p:cNvSpPr/>
          <p:nvPr/>
        </p:nvSpPr>
        <p:spPr>
          <a:xfrm>
            <a:off x="9719643" y="4947065"/>
            <a:ext cx="18528" cy="424577"/>
          </a:xfrm>
          <a:custGeom>
            <a:avLst/>
            <a:gdLst/>
            <a:ahLst/>
            <a:cxnLst/>
            <a:rect l="l" t="t" r="r" b="b"/>
            <a:pathLst>
              <a:path w="18528" h="424577">
                <a:moveTo>
                  <a:pt x="0" y="0"/>
                </a:moveTo>
                <a:lnTo>
                  <a:pt x="18528" y="0"/>
                </a:lnTo>
                <a:lnTo>
                  <a:pt x="18528" y="424577"/>
                </a:lnTo>
                <a:lnTo>
                  <a:pt x="0" y="42457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Editable path 259"/>
          <p:cNvSpPr/>
          <p:nvPr/>
        </p:nvSpPr>
        <p:spPr>
          <a:xfrm>
            <a:off x="9719643" y="4368098"/>
            <a:ext cx="18528" cy="424576"/>
          </a:xfrm>
          <a:custGeom>
            <a:avLst/>
            <a:gdLst/>
            <a:ahLst/>
            <a:cxnLst/>
            <a:rect l="l" t="t" r="r" b="b"/>
            <a:pathLst>
              <a:path w="18528" h="424576">
                <a:moveTo>
                  <a:pt x="0" y="0"/>
                </a:moveTo>
                <a:lnTo>
                  <a:pt x="18528" y="0"/>
                </a:lnTo>
                <a:lnTo>
                  <a:pt x="18528" y="424576"/>
                </a:lnTo>
                <a:lnTo>
                  <a:pt x="0" y="4245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Editable path 260"/>
          <p:cNvSpPr/>
          <p:nvPr/>
        </p:nvSpPr>
        <p:spPr>
          <a:xfrm>
            <a:off x="9719643" y="4792674"/>
            <a:ext cx="18528" cy="154391"/>
          </a:xfrm>
          <a:custGeom>
            <a:avLst/>
            <a:gdLst/>
            <a:ahLst/>
            <a:cxnLst/>
            <a:rect l="l" t="t" r="r" b="b"/>
            <a:pathLst>
              <a:path w="18528" h="154391">
                <a:moveTo>
                  <a:pt x="0" y="0"/>
                </a:moveTo>
                <a:lnTo>
                  <a:pt x="18528" y="0"/>
                </a:lnTo>
                <a:lnTo>
                  <a:pt x="18528" y="154391"/>
                </a:lnTo>
                <a:lnTo>
                  <a:pt x="0" y="154391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Editable path 261"/>
          <p:cNvSpPr/>
          <p:nvPr/>
        </p:nvSpPr>
        <p:spPr>
          <a:xfrm>
            <a:off x="9716555" y="4940890"/>
            <a:ext cx="24703" cy="6175"/>
          </a:xfrm>
          <a:custGeom>
            <a:avLst/>
            <a:gdLst/>
            <a:ahLst/>
            <a:cxnLst/>
            <a:rect l="l" t="t" r="r" b="b"/>
            <a:pathLst>
              <a:path w="24703" h="6175">
                <a:moveTo>
                  <a:pt x="0" y="0"/>
                </a:moveTo>
                <a:lnTo>
                  <a:pt x="24703" y="0"/>
                </a:lnTo>
                <a:lnTo>
                  <a:pt x="24703" y="6175"/>
                </a:lnTo>
                <a:lnTo>
                  <a:pt x="0" y="617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Editable path 262"/>
          <p:cNvSpPr/>
          <p:nvPr/>
        </p:nvSpPr>
        <p:spPr>
          <a:xfrm>
            <a:off x="9716555" y="4792674"/>
            <a:ext cx="24703" cy="6176"/>
          </a:xfrm>
          <a:custGeom>
            <a:avLst/>
            <a:gdLst/>
            <a:ahLst/>
            <a:cxnLst/>
            <a:rect l="l" t="t" r="r" b="b"/>
            <a:pathLst>
              <a:path w="24703" h="6176">
                <a:moveTo>
                  <a:pt x="0" y="0"/>
                </a:moveTo>
                <a:lnTo>
                  <a:pt x="24703" y="0"/>
                </a:lnTo>
                <a:lnTo>
                  <a:pt x="24703" y="6176"/>
                </a:lnTo>
                <a:lnTo>
                  <a:pt x="0" y="617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Editable path 263"/>
          <p:cNvSpPr/>
          <p:nvPr/>
        </p:nvSpPr>
        <p:spPr>
          <a:xfrm>
            <a:off x="8716100" y="4368098"/>
            <a:ext cx="18526" cy="1003544"/>
          </a:xfrm>
          <a:custGeom>
            <a:avLst/>
            <a:gdLst/>
            <a:ahLst/>
            <a:cxnLst/>
            <a:rect l="l" t="t" r="r" b="b"/>
            <a:pathLst>
              <a:path w="18526" h="1003544">
                <a:moveTo>
                  <a:pt x="0" y="0"/>
                </a:moveTo>
                <a:lnTo>
                  <a:pt x="18526" y="0"/>
                </a:lnTo>
                <a:lnTo>
                  <a:pt x="18526" y="1003544"/>
                </a:lnTo>
                <a:lnTo>
                  <a:pt x="0" y="100354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Editable path 264"/>
          <p:cNvSpPr/>
          <p:nvPr/>
        </p:nvSpPr>
        <p:spPr>
          <a:xfrm>
            <a:off x="8725363" y="5362378"/>
            <a:ext cx="1003544" cy="18527"/>
          </a:xfrm>
          <a:custGeom>
            <a:avLst/>
            <a:gdLst/>
            <a:ahLst/>
            <a:cxnLst/>
            <a:rect l="l" t="t" r="r" b="b"/>
            <a:pathLst>
              <a:path w="1003544" h="18527">
                <a:moveTo>
                  <a:pt x="0" y="0"/>
                </a:moveTo>
                <a:lnTo>
                  <a:pt x="1003544" y="0"/>
                </a:lnTo>
                <a:lnTo>
                  <a:pt x="1003544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Editable path 265"/>
          <p:cNvSpPr/>
          <p:nvPr/>
        </p:nvSpPr>
        <p:spPr>
          <a:xfrm>
            <a:off x="8725363" y="4358834"/>
            <a:ext cx="1003544" cy="18527"/>
          </a:xfrm>
          <a:custGeom>
            <a:avLst/>
            <a:gdLst/>
            <a:ahLst/>
            <a:cxnLst/>
            <a:rect l="l" t="t" r="r" b="b"/>
            <a:pathLst>
              <a:path w="1003544" h="18527">
                <a:moveTo>
                  <a:pt x="0" y="0"/>
                </a:moveTo>
                <a:lnTo>
                  <a:pt x="1003544" y="0"/>
                </a:lnTo>
                <a:lnTo>
                  <a:pt x="1003544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Editable path 266"/>
          <p:cNvSpPr/>
          <p:nvPr/>
        </p:nvSpPr>
        <p:spPr>
          <a:xfrm>
            <a:off x="10723188" y="4368098"/>
            <a:ext cx="18526" cy="1003544"/>
          </a:xfrm>
          <a:custGeom>
            <a:avLst/>
            <a:gdLst/>
            <a:ahLst/>
            <a:cxnLst/>
            <a:rect l="l" t="t" r="r" b="b"/>
            <a:pathLst>
              <a:path w="18526" h="1003544">
                <a:moveTo>
                  <a:pt x="0" y="0"/>
                </a:moveTo>
                <a:lnTo>
                  <a:pt x="18526" y="0"/>
                </a:lnTo>
                <a:lnTo>
                  <a:pt x="18526" y="1003544"/>
                </a:lnTo>
                <a:lnTo>
                  <a:pt x="0" y="1003544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Editable path 267"/>
          <p:cNvSpPr/>
          <p:nvPr/>
        </p:nvSpPr>
        <p:spPr>
          <a:xfrm>
            <a:off x="9728907" y="5362378"/>
            <a:ext cx="1003543" cy="18527"/>
          </a:xfrm>
          <a:custGeom>
            <a:avLst/>
            <a:gdLst/>
            <a:ahLst/>
            <a:cxnLst/>
            <a:rect l="l" t="t" r="r" b="b"/>
            <a:pathLst>
              <a:path w="1003543" h="18527">
                <a:moveTo>
                  <a:pt x="0" y="0"/>
                </a:moveTo>
                <a:lnTo>
                  <a:pt x="1003543" y="0"/>
                </a:lnTo>
                <a:lnTo>
                  <a:pt x="1003543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Editable path 268"/>
          <p:cNvSpPr/>
          <p:nvPr/>
        </p:nvSpPr>
        <p:spPr>
          <a:xfrm>
            <a:off x="9728907" y="4358834"/>
            <a:ext cx="1003543" cy="18527"/>
          </a:xfrm>
          <a:custGeom>
            <a:avLst/>
            <a:gdLst/>
            <a:ahLst/>
            <a:cxnLst/>
            <a:rect l="l" t="t" r="r" b="b"/>
            <a:pathLst>
              <a:path w="1003543" h="18527">
                <a:moveTo>
                  <a:pt x="0" y="0"/>
                </a:moveTo>
                <a:lnTo>
                  <a:pt x="1003543" y="0"/>
                </a:lnTo>
                <a:lnTo>
                  <a:pt x="1003543" y="18527"/>
                </a:lnTo>
                <a:lnTo>
                  <a:pt x="0" y="18527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Editable path 269"/>
          <p:cNvSpPr/>
          <p:nvPr/>
        </p:nvSpPr>
        <p:spPr>
          <a:xfrm>
            <a:off x="9239212" y="4991125"/>
            <a:ext cx="14216" cy="14216"/>
          </a:xfrm>
          <a:custGeom>
            <a:avLst/>
            <a:gdLst/>
            <a:ahLst/>
            <a:cxnLst/>
            <a:rect l="l" t="t" r="r" b="b"/>
            <a:pathLst>
              <a:path w="14216" h="14216">
                <a:moveTo>
                  <a:pt x="14216" y="12183"/>
                </a:moveTo>
                <a:lnTo>
                  <a:pt x="12183" y="0"/>
                </a:lnTo>
                <a:lnTo>
                  <a:pt x="0" y="2033"/>
                </a:lnTo>
                <a:lnTo>
                  <a:pt x="2034" y="14216"/>
                </a:lnTo>
                <a:lnTo>
                  <a:pt x="14216" y="12183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Editable path 270"/>
          <p:cNvSpPr/>
          <p:nvPr/>
        </p:nvSpPr>
        <p:spPr>
          <a:xfrm>
            <a:off x="9172207" y="5002310"/>
            <a:ext cx="14216" cy="14216"/>
          </a:xfrm>
          <a:custGeom>
            <a:avLst/>
            <a:gdLst/>
            <a:ahLst/>
            <a:cxnLst/>
            <a:rect l="l" t="t" r="r" b="b"/>
            <a:pathLst>
              <a:path w="14216" h="14216">
                <a:moveTo>
                  <a:pt x="14216" y="12183"/>
                </a:moveTo>
                <a:lnTo>
                  <a:pt x="12182" y="0"/>
                </a:lnTo>
                <a:lnTo>
                  <a:pt x="0" y="2033"/>
                </a:lnTo>
                <a:lnTo>
                  <a:pt x="2033" y="14216"/>
                </a:lnTo>
                <a:lnTo>
                  <a:pt x="14216" y="12183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Editable path 271"/>
          <p:cNvSpPr/>
          <p:nvPr/>
        </p:nvSpPr>
        <p:spPr>
          <a:xfrm>
            <a:off x="9165353" y="4985539"/>
            <a:ext cx="94929" cy="36572"/>
          </a:xfrm>
          <a:custGeom>
            <a:avLst/>
            <a:gdLst/>
            <a:ahLst/>
            <a:cxnLst/>
            <a:rect l="l" t="t" r="r" b="b"/>
            <a:pathLst>
              <a:path w="94929" h="36572">
                <a:moveTo>
                  <a:pt x="94929" y="21320"/>
                </a:moveTo>
                <a:lnTo>
                  <a:pt x="91370" y="0"/>
                </a:lnTo>
                <a:lnTo>
                  <a:pt x="0" y="15252"/>
                </a:lnTo>
                <a:lnTo>
                  <a:pt x="3559" y="36572"/>
                </a:lnTo>
                <a:lnTo>
                  <a:pt x="94929" y="2132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Editable path 272"/>
          <p:cNvSpPr/>
          <p:nvPr/>
        </p:nvSpPr>
        <p:spPr>
          <a:xfrm>
            <a:off x="9195998" y="4732241"/>
            <a:ext cx="14216" cy="14217"/>
          </a:xfrm>
          <a:custGeom>
            <a:avLst/>
            <a:gdLst/>
            <a:ahLst/>
            <a:cxnLst/>
            <a:rect l="l" t="t" r="r" b="b"/>
            <a:pathLst>
              <a:path w="14216" h="14217">
                <a:moveTo>
                  <a:pt x="14216" y="12183"/>
                </a:moveTo>
                <a:lnTo>
                  <a:pt x="12182" y="0"/>
                </a:lnTo>
                <a:lnTo>
                  <a:pt x="0" y="2034"/>
                </a:lnTo>
                <a:lnTo>
                  <a:pt x="2033" y="14217"/>
                </a:lnTo>
                <a:lnTo>
                  <a:pt x="14216" y="12183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Editable path 273"/>
          <p:cNvSpPr/>
          <p:nvPr/>
        </p:nvSpPr>
        <p:spPr>
          <a:xfrm>
            <a:off x="9128993" y="4743426"/>
            <a:ext cx="14216" cy="14217"/>
          </a:xfrm>
          <a:custGeom>
            <a:avLst/>
            <a:gdLst/>
            <a:ahLst/>
            <a:cxnLst/>
            <a:rect l="l" t="t" r="r" b="b"/>
            <a:pathLst>
              <a:path w="14216" h="14217">
                <a:moveTo>
                  <a:pt x="14216" y="12183"/>
                </a:moveTo>
                <a:lnTo>
                  <a:pt x="12182" y="0"/>
                </a:lnTo>
                <a:lnTo>
                  <a:pt x="0" y="2034"/>
                </a:lnTo>
                <a:lnTo>
                  <a:pt x="2033" y="14217"/>
                </a:lnTo>
                <a:lnTo>
                  <a:pt x="14216" y="12183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Editable path 274"/>
          <p:cNvSpPr/>
          <p:nvPr/>
        </p:nvSpPr>
        <p:spPr>
          <a:xfrm>
            <a:off x="9122139" y="4726656"/>
            <a:ext cx="94929" cy="36572"/>
          </a:xfrm>
          <a:custGeom>
            <a:avLst/>
            <a:gdLst/>
            <a:ahLst/>
            <a:cxnLst/>
            <a:rect l="l" t="t" r="r" b="b"/>
            <a:pathLst>
              <a:path w="94929" h="36572">
                <a:moveTo>
                  <a:pt x="94929" y="21320"/>
                </a:moveTo>
                <a:lnTo>
                  <a:pt x="91370" y="0"/>
                </a:lnTo>
                <a:lnTo>
                  <a:pt x="0" y="15252"/>
                </a:lnTo>
                <a:lnTo>
                  <a:pt x="3558" y="36572"/>
                </a:lnTo>
                <a:lnTo>
                  <a:pt x="94929" y="21320"/>
                </a:lnTo>
                <a:close/>
              </a:path>
            </a:pathLst>
          </a:custGeom>
          <a:solidFill>
            <a:srgbClr val="EEF0F3"/>
          </a:solidFill>
          <a:ln w="705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Editable path 275"/>
          <p:cNvSpPr/>
          <p:nvPr/>
        </p:nvSpPr>
        <p:spPr>
          <a:xfrm>
            <a:off x="9111342" y="5363922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9040804" y="5236886"/>
            <a:ext cx="169545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−4</a:t>
            </a:r>
          </a:p>
        </p:txBody>
      </p:sp>
      <p:sp>
        <p:nvSpPr>
          <p:cNvPr id="341" name="Editable path 276"/>
          <p:cNvSpPr/>
          <p:nvPr/>
        </p:nvSpPr>
        <p:spPr>
          <a:xfrm>
            <a:off x="9728907" y="5363922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9699148" y="5236886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343" name="Editable path 277"/>
          <p:cNvSpPr/>
          <p:nvPr/>
        </p:nvSpPr>
        <p:spPr>
          <a:xfrm>
            <a:off x="10346472" y="5363922"/>
            <a:ext cx="0" cy="26452"/>
          </a:xfrm>
          <a:custGeom>
            <a:avLst/>
            <a:gdLst/>
            <a:ahLst/>
            <a:cxnLst/>
            <a:rect l="l" t="t" r="r" b="b"/>
            <a:pathLst>
              <a:path w="0" h="26452">
                <a:moveTo>
                  <a:pt x="0" y="0"/>
                </a:moveTo>
                <a:lnTo>
                  <a:pt x="0" y="26452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10316714" y="5236886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4</a:t>
            </a:r>
          </a:p>
        </p:txBody>
      </p:sp>
      <p:sp>
        <p:nvSpPr>
          <p:cNvPr id="345" name="Editable path 278"/>
          <p:cNvSpPr/>
          <p:nvPr/>
        </p:nvSpPr>
        <p:spPr>
          <a:xfrm>
            <a:off x="8956950" y="5178652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Editable path 279"/>
          <p:cNvSpPr/>
          <p:nvPr/>
        </p:nvSpPr>
        <p:spPr>
          <a:xfrm>
            <a:off x="8930499" y="5178652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8771789" y="5124082"/>
            <a:ext cx="169545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−2</a:t>
            </a:r>
          </a:p>
        </p:txBody>
      </p:sp>
      <p:sp>
        <p:nvSpPr>
          <p:cNvPr id="348" name="Editable path 280"/>
          <p:cNvSpPr/>
          <p:nvPr/>
        </p:nvSpPr>
        <p:spPr>
          <a:xfrm>
            <a:off x="8956950" y="4869870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Editable path 281"/>
          <p:cNvSpPr/>
          <p:nvPr/>
        </p:nvSpPr>
        <p:spPr>
          <a:xfrm>
            <a:off x="8930499" y="4869870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8853348" y="4815300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351" name="Editable path 282"/>
          <p:cNvSpPr/>
          <p:nvPr/>
        </p:nvSpPr>
        <p:spPr>
          <a:xfrm>
            <a:off x="8956950" y="4561087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Editable path 283"/>
          <p:cNvSpPr/>
          <p:nvPr/>
        </p:nvSpPr>
        <p:spPr>
          <a:xfrm>
            <a:off x="8930499" y="4561087"/>
            <a:ext cx="26451" cy="0"/>
          </a:xfrm>
          <a:custGeom>
            <a:avLst/>
            <a:gdLst/>
            <a:ahLst/>
            <a:cxnLst/>
            <a:rect l="l" t="t" r="r" b="b"/>
            <a:pathLst>
              <a:path w="26451" h="0">
                <a:moveTo>
                  <a:pt x="2645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4107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TextBox 352"/>
          <p:cNvSpPr txBox="1"/>
          <p:nvPr/>
        </p:nvSpPr>
        <p:spPr>
          <a:xfrm>
            <a:off x="8853348" y="4506517"/>
            <a:ext cx="88612" cy="14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354" name="Editable path 284"/>
          <p:cNvSpPr/>
          <p:nvPr/>
        </p:nvSpPr>
        <p:spPr>
          <a:xfrm>
            <a:off x="8956950" y="4375818"/>
            <a:ext cx="0" cy="988104"/>
          </a:xfrm>
          <a:custGeom>
            <a:avLst/>
            <a:gdLst/>
            <a:ahLst/>
            <a:cxnLst/>
            <a:rect l="l" t="t" r="r" b="b"/>
            <a:pathLst>
              <a:path w="0" h="988104">
                <a:moveTo>
                  <a:pt x="0" y="988104"/>
                </a:moveTo>
                <a:lnTo>
                  <a:pt x="0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Editable path 285"/>
          <p:cNvSpPr/>
          <p:nvPr/>
        </p:nvSpPr>
        <p:spPr>
          <a:xfrm>
            <a:off x="8956950" y="5363922"/>
            <a:ext cx="1543914" cy="0"/>
          </a:xfrm>
          <a:custGeom>
            <a:avLst/>
            <a:gdLst/>
            <a:ahLst/>
            <a:cxnLst/>
            <a:rect l="l" t="t" r="r" b="b"/>
            <a:pathLst>
              <a:path w="1543914" h="0">
                <a:moveTo>
                  <a:pt x="0" y="0"/>
                </a:moveTo>
                <a:lnTo>
                  <a:pt x="1543914" y="0"/>
                </a:lnTo>
              </a:path>
            </a:pathLst>
          </a:custGeom>
          <a:noFill/>
          <a:ln w="1058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Editable path 286"/>
          <p:cNvSpPr/>
          <p:nvPr/>
        </p:nvSpPr>
        <p:spPr>
          <a:xfrm>
            <a:off x="9240946" y="4792168"/>
            <a:ext cx="1144410" cy="412865"/>
          </a:xfrm>
          <a:custGeom>
            <a:avLst/>
            <a:gdLst/>
            <a:ahLst/>
            <a:cxnLst/>
            <a:rect l="l" t="t" r="r" b="b"/>
            <a:pathLst>
              <a:path w="1144410" h="412865">
                <a:moveTo>
                  <a:pt x="55645" y="395162"/>
                </a:moveTo>
                <a:lnTo>
                  <a:pt x="55036" y="404630"/>
                </a:lnTo>
                <a:lnTo>
                  <a:pt x="44828" y="407646"/>
                </a:lnTo>
                <a:lnTo>
                  <a:pt x="6351" y="412865"/>
                </a:lnTo>
                <a:lnTo>
                  <a:pt x="3088" y="399726"/>
                </a:lnTo>
                <a:lnTo>
                  <a:pt x="0" y="379126"/>
                </a:lnTo>
                <a:lnTo>
                  <a:pt x="1286" y="379409"/>
                </a:lnTo>
                <a:lnTo>
                  <a:pt x="31395" y="383173"/>
                </a:lnTo>
                <a:lnTo>
                  <a:pt x="78906" y="385372"/>
                </a:lnTo>
                <a:lnTo>
                  <a:pt x="122246" y="383362"/>
                </a:lnTo>
                <a:lnTo>
                  <a:pt x="165286" y="377303"/>
                </a:lnTo>
                <a:lnTo>
                  <a:pt x="203372" y="368179"/>
                </a:lnTo>
                <a:lnTo>
                  <a:pt x="241864" y="354777"/>
                </a:lnTo>
                <a:lnTo>
                  <a:pt x="275317" y="338999"/>
                </a:lnTo>
                <a:lnTo>
                  <a:pt x="306686" y="319656"/>
                </a:lnTo>
                <a:lnTo>
                  <a:pt x="332844" y="298894"/>
                </a:lnTo>
                <a:lnTo>
                  <a:pt x="354992" y="276272"/>
                </a:lnTo>
                <a:lnTo>
                  <a:pt x="372205" y="253258"/>
                </a:lnTo>
                <a:lnTo>
                  <a:pt x="385665" y="228369"/>
                </a:lnTo>
                <a:lnTo>
                  <a:pt x="394280" y="203994"/>
                </a:lnTo>
                <a:lnTo>
                  <a:pt x="399506" y="176721"/>
                </a:lnTo>
                <a:lnTo>
                  <a:pt x="405390" y="146034"/>
                </a:lnTo>
                <a:lnTo>
                  <a:pt x="412616" y="130997"/>
                </a:lnTo>
                <a:lnTo>
                  <a:pt x="417980" y="124632"/>
                </a:lnTo>
                <a:lnTo>
                  <a:pt x="433700" y="109764"/>
                </a:lnTo>
                <a:lnTo>
                  <a:pt x="450949" y="97642"/>
                </a:lnTo>
                <a:lnTo>
                  <a:pt x="510476" y="66671"/>
                </a:lnTo>
                <a:lnTo>
                  <a:pt x="518426" y="64395"/>
                </a:lnTo>
                <a:lnTo>
                  <a:pt x="594328" y="26136"/>
                </a:lnTo>
                <a:lnTo>
                  <a:pt x="636763" y="9728"/>
                </a:lnTo>
                <a:lnTo>
                  <a:pt x="667939" y="2048"/>
                </a:lnTo>
                <a:lnTo>
                  <a:pt x="693941" y="0"/>
                </a:lnTo>
                <a:lnTo>
                  <a:pt x="717685" y="2303"/>
                </a:lnTo>
                <a:lnTo>
                  <a:pt x="741466" y="8794"/>
                </a:lnTo>
                <a:lnTo>
                  <a:pt x="767798" y="20550"/>
                </a:lnTo>
                <a:lnTo>
                  <a:pt x="799608" y="39742"/>
                </a:lnTo>
                <a:lnTo>
                  <a:pt x="890976" y="98459"/>
                </a:lnTo>
                <a:lnTo>
                  <a:pt x="928836" y="115896"/>
                </a:lnTo>
                <a:lnTo>
                  <a:pt x="981474" y="135174"/>
                </a:lnTo>
                <a:lnTo>
                  <a:pt x="1072022" y="167672"/>
                </a:lnTo>
                <a:lnTo>
                  <a:pt x="1100904" y="182786"/>
                </a:lnTo>
                <a:lnTo>
                  <a:pt x="1118999" y="196452"/>
                </a:lnTo>
                <a:lnTo>
                  <a:pt x="1131390" y="210533"/>
                </a:lnTo>
                <a:lnTo>
                  <a:pt x="1139402" y="225337"/>
                </a:lnTo>
                <a:lnTo>
                  <a:pt x="1143749" y="241518"/>
                </a:lnTo>
                <a:lnTo>
                  <a:pt x="1144410" y="259886"/>
                </a:lnTo>
                <a:lnTo>
                  <a:pt x="1141144" y="279729"/>
                </a:lnTo>
                <a:lnTo>
                  <a:pt x="1133448" y="301416"/>
                </a:lnTo>
                <a:lnTo>
                  <a:pt x="1121486" y="322805"/>
                </a:lnTo>
                <a:lnTo>
                  <a:pt x="1106663" y="341330"/>
                </a:lnTo>
                <a:lnTo>
                  <a:pt x="1088593" y="357429"/>
                </a:lnTo>
                <a:lnTo>
                  <a:pt x="1069446" y="369367"/>
                </a:lnTo>
                <a:lnTo>
                  <a:pt x="1047369" y="378325"/>
                </a:lnTo>
                <a:lnTo>
                  <a:pt x="1024496" y="383170"/>
                </a:lnTo>
                <a:lnTo>
                  <a:pt x="1001779" y="384083"/>
                </a:lnTo>
                <a:lnTo>
                  <a:pt x="982639" y="381950"/>
                </a:lnTo>
                <a:lnTo>
                  <a:pt x="982911" y="381614"/>
                </a:lnTo>
              </a:path>
            </a:pathLst>
          </a:custGeom>
          <a:noFill/>
          <a:ln w="20279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Editable path 287"/>
          <p:cNvSpPr/>
          <p:nvPr/>
        </p:nvSpPr>
        <p:spPr>
          <a:xfrm>
            <a:off x="9004241" y="4541887"/>
            <a:ext cx="1217690" cy="694567"/>
          </a:xfrm>
          <a:custGeom>
            <a:avLst/>
            <a:gdLst/>
            <a:ahLst/>
            <a:cxnLst/>
            <a:rect l="l" t="t" r="r" b="b"/>
            <a:pathLst>
              <a:path w="1217690" h="694567">
                <a:moveTo>
                  <a:pt x="73250" y="48308"/>
                </a:moveTo>
                <a:lnTo>
                  <a:pt x="73251" y="48309"/>
                </a:lnTo>
                <a:lnTo>
                  <a:pt x="74026" y="46209"/>
                </a:lnTo>
                <a:lnTo>
                  <a:pt x="73166" y="29896"/>
                </a:lnTo>
                <a:lnTo>
                  <a:pt x="71898" y="16774"/>
                </a:lnTo>
                <a:lnTo>
                  <a:pt x="81867" y="13081"/>
                </a:lnTo>
                <a:lnTo>
                  <a:pt x="100433" y="6392"/>
                </a:lnTo>
                <a:lnTo>
                  <a:pt x="130903" y="0"/>
                </a:lnTo>
                <a:lnTo>
                  <a:pt x="131735" y="1684"/>
                </a:lnTo>
                <a:lnTo>
                  <a:pt x="133384" y="17686"/>
                </a:lnTo>
                <a:lnTo>
                  <a:pt x="135366" y="33356"/>
                </a:lnTo>
                <a:lnTo>
                  <a:pt x="134331" y="35886"/>
                </a:lnTo>
                <a:lnTo>
                  <a:pt x="112931" y="54255"/>
                </a:lnTo>
                <a:lnTo>
                  <a:pt x="90767" y="78083"/>
                </a:lnTo>
                <a:lnTo>
                  <a:pt x="68503" y="108198"/>
                </a:lnTo>
                <a:lnTo>
                  <a:pt x="48725" y="142183"/>
                </a:lnTo>
                <a:lnTo>
                  <a:pt x="32673" y="177472"/>
                </a:lnTo>
                <a:lnTo>
                  <a:pt x="18686" y="218563"/>
                </a:lnTo>
                <a:lnTo>
                  <a:pt x="9082" y="258828"/>
                </a:lnTo>
                <a:lnTo>
                  <a:pt x="2722" y="301853"/>
                </a:lnTo>
                <a:lnTo>
                  <a:pt x="0" y="347290"/>
                </a:lnTo>
                <a:lnTo>
                  <a:pt x="1267" y="394829"/>
                </a:lnTo>
                <a:lnTo>
                  <a:pt x="6519" y="442169"/>
                </a:lnTo>
                <a:lnTo>
                  <a:pt x="16099" y="490886"/>
                </a:lnTo>
                <a:lnTo>
                  <a:pt x="29095" y="536624"/>
                </a:lnTo>
                <a:lnTo>
                  <a:pt x="45199" y="579213"/>
                </a:lnTo>
                <a:lnTo>
                  <a:pt x="62613" y="614501"/>
                </a:lnTo>
                <a:lnTo>
                  <a:pt x="80706" y="642224"/>
                </a:lnTo>
                <a:lnTo>
                  <a:pt x="98539" y="662287"/>
                </a:lnTo>
                <a:lnTo>
                  <a:pt x="116370" y="676424"/>
                </a:lnTo>
                <a:lnTo>
                  <a:pt x="133511" y="685394"/>
                </a:lnTo>
                <a:lnTo>
                  <a:pt x="153108" y="691364"/>
                </a:lnTo>
                <a:lnTo>
                  <a:pt x="177603" y="694567"/>
                </a:lnTo>
                <a:lnTo>
                  <a:pt x="188880" y="693385"/>
                </a:lnTo>
                <a:lnTo>
                  <a:pt x="210160" y="684686"/>
                </a:lnTo>
                <a:lnTo>
                  <a:pt x="237416" y="670010"/>
                </a:lnTo>
                <a:lnTo>
                  <a:pt x="261608" y="652508"/>
                </a:lnTo>
                <a:lnTo>
                  <a:pt x="286083" y="629700"/>
                </a:lnTo>
                <a:lnTo>
                  <a:pt x="327696" y="582341"/>
                </a:lnTo>
                <a:lnTo>
                  <a:pt x="372311" y="524015"/>
                </a:lnTo>
                <a:lnTo>
                  <a:pt x="419776" y="455886"/>
                </a:lnTo>
                <a:lnTo>
                  <a:pt x="453049" y="411417"/>
                </a:lnTo>
                <a:lnTo>
                  <a:pt x="475071" y="388561"/>
                </a:lnTo>
                <a:lnTo>
                  <a:pt x="496145" y="372148"/>
                </a:lnTo>
                <a:lnTo>
                  <a:pt x="517915" y="359866"/>
                </a:lnTo>
                <a:lnTo>
                  <a:pt x="543838" y="349904"/>
                </a:lnTo>
                <a:lnTo>
                  <a:pt x="573582" y="342677"/>
                </a:lnTo>
                <a:lnTo>
                  <a:pt x="617412" y="336602"/>
                </a:lnTo>
                <a:lnTo>
                  <a:pt x="715064" y="324352"/>
                </a:lnTo>
                <a:lnTo>
                  <a:pt x="742777" y="316179"/>
                </a:lnTo>
                <a:lnTo>
                  <a:pt x="766770" y="304933"/>
                </a:lnTo>
                <a:lnTo>
                  <a:pt x="788614" y="289798"/>
                </a:lnTo>
                <a:lnTo>
                  <a:pt x="811235" y="268824"/>
                </a:lnTo>
                <a:lnTo>
                  <a:pt x="842733" y="233475"/>
                </a:lnTo>
                <a:lnTo>
                  <a:pt x="889854" y="181435"/>
                </a:lnTo>
                <a:lnTo>
                  <a:pt x="924668" y="148965"/>
                </a:lnTo>
                <a:lnTo>
                  <a:pt x="960456" y="120805"/>
                </a:lnTo>
                <a:lnTo>
                  <a:pt x="998519" y="95734"/>
                </a:lnTo>
                <a:lnTo>
                  <a:pt x="1038601" y="73915"/>
                </a:lnTo>
                <a:lnTo>
                  <a:pt x="1080790" y="55374"/>
                </a:lnTo>
                <a:lnTo>
                  <a:pt x="1124986" y="40338"/>
                </a:lnTo>
                <a:lnTo>
                  <a:pt x="1170236" y="29260"/>
                </a:lnTo>
                <a:lnTo>
                  <a:pt x="1217149" y="21966"/>
                </a:lnTo>
                <a:lnTo>
                  <a:pt x="1217084" y="22118"/>
                </a:lnTo>
                <a:lnTo>
                  <a:pt x="1217690" y="23035"/>
                </a:lnTo>
                <a:lnTo>
                  <a:pt x="1217636" y="23039"/>
                </a:lnTo>
              </a:path>
            </a:pathLst>
          </a:custGeom>
          <a:noFill/>
          <a:ln w="20279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Editable path 288"/>
          <p:cNvSpPr/>
          <p:nvPr/>
        </p:nvSpPr>
        <p:spPr>
          <a:xfrm>
            <a:off x="9191211" y="4869959"/>
            <a:ext cx="1031958" cy="202134"/>
          </a:xfrm>
          <a:custGeom>
            <a:avLst/>
            <a:gdLst/>
            <a:ahLst/>
            <a:cxnLst/>
            <a:rect l="l" t="t" r="r" b="b"/>
            <a:pathLst>
              <a:path w="1031958" h="202134">
                <a:moveTo>
                  <a:pt x="0" y="4425"/>
                </a:moveTo>
                <a:lnTo>
                  <a:pt x="10" y="4504"/>
                </a:lnTo>
                <a:lnTo>
                  <a:pt x="1057" y="5755"/>
                </a:lnTo>
                <a:lnTo>
                  <a:pt x="126182" y="150329"/>
                </a:lnTo>
                <a:lnTo>
                  <a:pt x="159170" y="186161"/>
                </a:lnTo>
                <a:lnTo>
                  <a:pt x="173750" y="196427"/>
                </a:lnTo>
                <a:lnTo>
                  <a:pt x="187183" y="201055"/>
                </a:lnTo>
                <a:lnTo>
                  <a:pt x="203567" y="202134"/>
                </a:lnTo>
                <a:lnTo>
                  <a:pt x="223805" y="199513"/>
                </a:lnTo>
                <a:lnTo>
                  <a:pt x="249685" y="192441"/>
                </a:lnTo>
                <a:lnTo>
                  <a:pt x="283987" y="175646"/>
                </a:lnTo>
                <a:lnTo>
                  <a:pt x="315317" y="158397"/>
                </a:lnTo>
                <a:lnTo>
                  <a:pt x="324821" y="152482"/>
                </a:lnTo>
                <a:lnTo>
                  <a:pt x="337342" y="143068"/>
                </a:lnTo>
                <a:lnTo>
                  <a:pt x="390562" y="104045"/>
                </a:lnTo>
                <a:lnTo>
                  <a:pt x="445580" y="64473"/>
                </a:lnTo>
                <a:lnTo>
                  <a:pt x="477200" y="46439"/>
                </a:lnTo>
                <a:lnTo>
                  <a:pt x="503949" y="35628"/>
                </a:lnTo>
                <a:lnTo>
                  <a:pt x="532156" y="28700"/>
                </a:lnTo>
                <a:lnTo>
                  <a:pt x="568299" y="24481"/>
                </a:lnTo>
                <a:lnTo>
                  <a:pt x="617278" y="23416"/>
                </a:lnTo>
                <a:lnTo>
                  <a:pt x="669229" y="26304"/>
                </a:lnTo>
                <a:lnTo>
                  <a:pt x="762492" y="36246"/>
                </a:lnTo>
                <a:lnTo>
                  <a:pt x="865835" y="46258"/>
                </a:lnTo>
                <a:lnTo>
                  <a:pt x="902954" y="45952"/>
                </a:lnTo>
                <a:lnTo>
                  <a:pt x="927039" y="41757"/>
                </a:lnTo>
                <a:lnTo>
                  <a:pt x="954070" y="32069"/>
                </a:lnTo>
                <a:lnTo>
                  <a:pt x="1031958" y="0"/>
                </a:lnTo>
                <a:lnTo>
                  <a:pt x="1031941" y="2"/>
                </a:lnTo>
              </a:path>
            </a:pathLst>
          </a:custGeom>
          <a:noFill/>
          <a:ln w="2909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Editable path 289"/>
          <p:cNvSpPr/>
          <p:nvPr/>
        </p:nvSpPr>
        <p:spPr>
          <a:xfrm>
            <a:off x="9191240" y="4869870"/>
            <a:ext cx="1031719" cy="202030"/>
          </a:xfrm>
          <a:custGeom>
            <a:avLst/>
            <a:gdLst/>
            <a:ahLst/>
            <a:cxnLst/>
            <a:rect l="l" t="t" r="r" b="b"/>
            <a:pathLst>
              <a:path w="1031719" h="202030">
                <a:moveTo>
                  <a:pt x="0" y="4588"/>
                </a:moveTo>
                <a:lnTo>
                  <a:pt x="161225" y="188025"/>
                </a:lnTo>
                <a:lnTo>
                  <a:pt x="175102" y="197161"/>
                </a:lnTo>
                <a:lnTo>
                  <a:pt x="189525" y="201560"/>
                </a:lnTo>
                <a:lnTo>
                  <a:pt x="207130" y="202030"/>
                </a:lnTo>
                <a:lnTo>
                  <a:pt x="229437" y="198405"/>
                </a:lnTo>
                <a:lnTo>
                  <a:pt x="252232" y="191457"/>
                </a:lnTo>
                <a:lnTo>
                  <a:pt x="300802" y="166392"/>
                </a:lnTo>
                <a:lnTo>
                  <a:pt x="339059" y="141967"/>
                </a:lnTo>
                <a:lnTo>
                  <a:pt x="389903" y="104598"/>
                </a:lnTo>
                <a:lnTo>
                  <a:pt x="448491" y="62632"/>
                </a:lnTo>
                <a:lnTo>
                  <a:pt x="477683" y="46214"/>
                </a:lnTo>
                <a:lnTo>
                  <a:pt x="502379" y="36162"/>
                </a:lnTo>
                <a:lnTo>
                  <a:pt x="530893" y="28982"/>
                </a:lnTo>
                <a:lnTo>
                  <a:pt x="563352" y="24927"/>
                </a:lnTo>
                <a:lnTo>
                  <a:pt x="608383" y="23367"/>
                </a:lnTo>
                <a:lnTo>
                  <a:pt x="659853" y="25634"/>
                </a:lnTo>
                <a:lnTo>
                  <a:pt x="745015" y="34301"/>
                </a:lnTo>
                <a:lnTo>
                  <a:pt x="865698" y="46357"/>
                </a:lnTo>
                <a:lnTo>
                  <a:pt x="900607" y="46237"/>
                </a:lnTo>
                <a:lnTo>
                  <a:pt x="924047" y="42601"/>
                </a:lnTo>
                <a:lnTo>
                  <a:pt x="947182" y="34866"/>
                </a:lnTo>
                <a:lnTo>
                  <a:pt x="1031719" y="0"/>
                </a:lnTo>
              </a:path>
            </a:pathLst>
          </a:custGeom>
          <a:noFill/>
          <a:ln w="28214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Editable path 290"/>
          <p:cNvSpPr/>
          <p:nvPr/>
        </p:nvSpPr>
        <p:spPr>
          <a:xfrm>
            <a:off x="9159420" y="4842593"/>
            <a:ext cx="63581" cy="63581"/>
          </a:xfrm>
          <a:custGeom>
            <a:avLst/>
            <a:gdLst/>
            <a:ahLst/>
            <a:cxnLst/>
            <a:rect l="l" t="t" r="r" b="b"/>
            <a:pathLst>
              <a:path w="63581" h="63581">
                <a:moveTo>
                  <a:pt x="31791" y="63581"/>
                </a:moveTo>
                <a:lnTo>
                  <a:pt x="33890" y="63512"/>
                </a:lnTo>
                <a:lnTo>
                  <a:pt x="35969" y="63306"/>
                </a:lnTo>
                <a:lnTo>
                  <a:pt x="38021" y="62965"/>
                </a:lnTo>
                <a:lnTo>
                  <a:pt x="40041" y="62492"/>
                </a:lnTo>
                <a:lnTo>
                  <a:pt x="42021" y="61890"/>
                </a:lnTo>
                <a:lnTo>
                  <a:pt x="43956" y="61161"/>
                </a:lnTo>
                <a:lnTo>
                  <a:pt x="45840" y="60309"/>
                </a:lnTo>
                <a:lnTo>
                  <a:pt x="47666" y="59334"/>
                </a:lnTo>
                <a:lnTo>
                  <a:pt x="49428" y="58240"/>
                </a:lnTo>
                <a:lnTo>
                  <a:pt x="51120" y="57030"/>
                </a:lnTo>
                <a:lnTo>
                  <a:pt x="52736" y="55706"/>
                </a:lnTo>
                <a:lnTo>
                  <a:pt x="54270" y="54270"/>
                </a:lnTo>
                <a:lnTo>
                  <a:pt x="55706" y="52737"/>
                </a:lnTo>
                <a:lnTo>
                  <a:pt x="57030" y="51121"/>
                </a:lnTo>
                <a:lnTo>
                  <a:pt x="58240" y="49428"/>
                </a:lnTo>
                <a:lnTo>
                  <a:pt x="59334" y="47666"/>
                </a:lnTo>
                <a:lnTo>
                  <a:pt x="60308" y="45840"/>
                </a:lnTo>
                <a:lnTo>
                  <a:pt x="61161" y="43956"/>
                </a:lnTo>
                <a:lnTo>
                  <a:pt x="61890" y="42021"/>
                </a:lnTo>
                <a:lnTo>
                  <a:pt x="62492" y="40041"/>
                </a:lnTo>
                <a:lnTo>
                  <a:pt x="62965" y="38022"/>
                </a:lnTo>
                <a:lnTo>
                  <a:pt x="63306" y="35969"/>
                </a:lnTo>
                <a:lnTo>
                  <a:pt x="63512" y="33890"/>
                </a:lnTo>
                <a:lnTo>
                  <a:pt x="63581" y="31791"/>
                </a:lnTo>
                <a:lnTo>
                  <a:pt x="63512" y="29691"/>
                </a:lnTo>
                <a:lnTo>
                  <a:pt x="63306" y="27612"/>
                </a:lnTo>
                <a:lnTo>
                  <a:pt x="62965" y="25560"/>
                </a:lnTo>
                <a:lnTo>
                  <a:pt x="62492" y="23540"/>
                </a:lnTo>
                <a:lnTo>
                  <a:pt x="61890" y="21560"/>
                </a:lnTo>
                <a:lnTo>
                  <a:pt x="61161" y="19625"/>
                </a:lnTo>
                <a:lnTo>
                  <a:pt x="60308" y="17741"/>
                </a:lnTo>
                <a:lnTo>
                  <a:pt x="59334" y="15915"/>
                </a:lnTo>
                <a:lnTo>
                  <a:pt x="58240" y="14153"/>
                </a:lnTo>
                <a:lnTo>
                  <a:pt x="57030" y="12461"/>
                </a:lnTo>
                <a:lnTo>
                  <a:pt x="55706" y="10845"/>
                </a:lnTo>
                <a:lnTo>
                  <a:pt x="54270" y="9311"/>
                </a:lnTo>
                <a:lnTo>
                  <a:pt x="52736" y="7876"/>
                </a:lnTo>
                <a:lnTo>
                  <a:pt x="51120" y="6552"/>
                </a:lnTo>
                <a:lnTo>
                  <a:pt x="49428" y="5341"/>
                </a:lnTo>
                <a:lnTo>
                  <a:pt x="47666" y="4248"/>
                </a:lnTo>
                <a:lnTo>
                  <a:pt x="45840" y="3273"/>
                </a:lnTo>
                <a:lnTo>
                  <a:pt x="43956" y="2420"/>
                </a:lnTo>
                <a:lnTo>
                  <a:pt x="42021" y="1691"/>
                </a:lnTo>
                <a:lnTo>
                  <a:pt x="40041" y="1089"/>
                </a:lnTo>
                <a:lnTo>
                  <a:pt x="38021" y="616"/>
                </a:lnTo>
                <a:lnTo>
                  <a:pt x="35969" y="275"/>
                </a:lnTo>
                <a:lnTo>
                  <a:pt x="33890" y="69"/>
                </a:lnTo>
                <a:lnTo>
                  <a:pt x="31791" y="0"/>
                </a:lnTo>
                <a:lnTo>
                  <a:pt x="29691" y="69"/>
                </a:lnTo>
                <a:lnTo>
                  <a:pt x="27612" y="275"/>
                </a:lnTo>
                <a:lnTo>
                  <a:pt x="25560" y="616"/>
                </a:lnTo>
                <a:lnTo>
                  <a:pt x="23540" y="1089"/>
                </a:lnTo>
                <a:lnTo>
                  <a:pt x="21560" y="1691"/>
                </a:lnTo>
                <a:lnTo>
                  <a:pt x="19625" y="2420"/>
                </a:lnTo>
                <a:lnTo>
                  <a:pt x="17741" y="3273"/>
                </a:lnTo>
                <a:lnTo>
                  <a:pt x="15915" y="4248"/>
                </a:lnTo>
                <a:lnTo>
                  <a:pt x="14153" y="5341"/>
                </a:lnTo>
                <a:lnTo>
                  <a:pt x="12461" y="6552"/>
                </a:lnTo>
                <a:lnTo>
                  <a:pt x="10845" y="7876"/>
                </a:lnTo>
                <a:lnTo>
                  <a:pt x="9311" y="9311"/>
                </a:lnTo>
                <a:lnTo>
                  <a:pt x="7876" y="10845"/>
                </a:lnTo>
                <a:lnTo>
                  <a:pt x="6551" y="12461"/>
                </a:lnTo>
                <a:lnTo>
                  <a:pt x="5341" y="14153"/>
                </a:lnTo>
                <a:lnTo>
                  <a:pt x="4247" y="15915"/>
                </a:lnTo>
                <a:lnTo>
                  <a:pt x="3273" y="17741"/>
                </a:lnTo>
                <a:lnTo>
                  <a:pt x="2420" y="19625"/>
                </a:lnTo>
                <a:lnTo>
                  <a:pt x="1691" y="21560"/>
                </a:lnTo>
                <a:lnTo>
                  <a:pt x="1089" y="23540"/>
                </a:lnTo>
                <a:lnTo>
                  <a:pt x="616" y="25560"/>
                </a:lnTo>
                <a:lnTo>
                  <a:pt x="275" y="27612"/>
                </a:lnTo>
                <a:lnTo>
                  <a:pt x="69" y="29691"/>
                </a:lnTo>
                <a:lnTo>
                  <a:pt x="0" y="31791"/>
                </a:lnTo>
                <a:lnTo>
                  <a:pt x="69" y="33890"/>
                </a:lnTo>
                <a:lnTo>
                  <a:pt x="275" y="35969"/>
                </a:lnTo>
                <a:lnTo>
                  <a:pt x="616" y="38022"/>
                </a:lnTo>
                <a:lnTo>
                  <a:pt x="1089" y="40041"/>
                </a:lnTo>
                <a:lnTo>
                  <a:pt x="1691" y="42021"/>
                </a:lnTo>
                <a:lnTo>
                  <a:pt x="2420" y="43956"/>
                </a:lnTo>
                <a:lnTo>
                  <a:pt x="3273" y="45840"/>
                </a:lnTo>
                <a:lnTo>
                  <a:pt x="4247" y="47666"/>
                </a:lnTo>
                <a:lnTo>
                  <a:pt x="5341" y="49428"/>
                </a:lnTo>
                <a:lnTo>
                  <a:pt x="6551" y="51121"/>
                </a:lnTo>
                <a:lnTo>
                  <a:pt x="7876" y="52737"/>
                </a:lnTo>
                <a:lnTo>
                  <a:pt x="9311" y="54270"/>
                </a:lnTo>
                <a:lnTo>
                  <a:pt x="10845" y="55706"/>
                </a:lnTo>
                <a:lnTo>
                  <a:pt x="12461" y="57030"/>
                </a:lnTo>
                <a:lnTo>
                  <a:pt x="14153" y="58240"/>
                </a:lnTo>
                <a:lnTo>
                  <a:pt x="15915" y="59334"/>
                </a:lnTo>
                <a:lnTo>
                  <a:pt x="17741" y="60309"/>
                </a:lnTo>
                <a:lnTo>
                  <a:pt x="19625" y="61161"/>
                </a:lnTo>
                <a:lnTo>
                  <a:pt x="21560" y="61890"/>
                </a:lnTo>
                <a:lnTo>
                  <a:pt x="23540" y="62492"/>
                </a:lnTo>
                <a:lnTo>
                  <a:pt x="25560" y="62965"/>
                </a:lnTo>
                <a:lnTo>
                  <a:pt x="27612" y="63306"/>
                </a:lnTo>
                <a:lnTo>
                  <a:pt x="29691" y="63512"/>
                </a:lnTo>
                <a:lnTo>
                  <a:pt x="31791" y="63581"/>
                </a:lnTo>
                <a:close/>
              </a:path>
            </a:pathLst>
          </a:custGeom>
          <a:solidFill>
            <a:srgbClr val="FFFFFF"/>
          </a:solidFill>
          <a:ln w="1410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Editable path 291"/>
          <p:cNvSpPr/>
          <p:nvPr/>
        </p:nvSpPr>
        <p:spPr>
          <a:xfrm>
            <a:off x="10185650" y="4830530"/>
            <a:ext cx="75003" cy="71332"/>
          </a:xfrm>
          <a:custGeom>
            <a:avLst/>
            <a:gdLst/>
            <a:ahLst/>
            <a:cxnLst/>
            <a:rect l="l" t="t" r="r" b="b"/>
            <a:pathLst>
              <a:path w="75003" h="71332">
                <a:moveTo>
                  <a:pt x="37502" y="0"/>
                </a:moveTo>
                <a:lnTo>
                  <a:pt x="28649" y="27246"/>
                </a:lnTo>
                <a:lnTo>
                  <a:pt x="0" y="27246"/>
                </a:lnTo>
                <a:lnTo>
                  <a:pt x="23177" y="44086"/>
                </a:lnTo>
                <a:lnTo>
                  <a:pt x="14324" y="71332"/>
                </a:lnTo>
                <a:lnTo>
                  <a:pt x="37502" y="54493"/>
                </a:lnTo>
                <a:lnTo>
                  <a:pt x="60679" y="71332"/>
                </a:lnTo>
                <a:lnTo>
                  <a:pt x="51826" y="44086"/>
                </a:lnTo>
                <a:lnTo>
                  <a:pt x="75003" y="27246"/>
                </a:lnTo>
                <a:lnTo>
                  <a:pt x="46355" y="27246"/>
                </a:lnTo>
                <a:lnTo>
                  <a:pt x="37502" y="0"/>
                </a:lnTo>
                <a:close/>
              </a:path>
            </a:pathLst>
          </a:custGeom>
          <a:solidFill>
            <a:srgbClr val="FF9500"/>
          </a:solidFill>
          <a:ln w="1763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Editable path 292"/>
          <p:cNvSpPr/>
          <p:nvPr/>
        </p:nvSpPr>
        <p:spPr>
          <a:xfrm>
            <a:off x="9505662" y="5114573"/>
            <a:ext cx="35712" cy="22070"/>
          </a:xfrm>
          <a:custGeom>
            <a:avLst/>
            <a:gdLst/>
            <a:ahLst/>
            <a:cxnLst/>
            <a:rect l="l" t="t" r="r" b="b"/>
            <a:pathLst>
              <a:path w="35712" h="22070">
                <a:moveTo>
                  <a:pt x="0" y="22070"/>
                </a:moveTo>
                <a:lnTo>
                  <a:pt x="4193" y="19478"/>
                </a:lnTo>
                <a:lnTo>
                  <a:pt x="8165" y="17024"/>
                </a:lnTo>
                <a:lnTo>
                  <a:pt x="11915" y="14706"/>
                </a:lnTo>
                <a:lnTo>
                  <a:pt x="15444" y="12525"/>
                </a:lnTo>
                <a:lnTo>
                  <a:pt x="18752" y="10481"/>
                </a:lnTo>
                <a:lnTo>
                  <a:pt x="21839" y="8573"/>
                </a:lnTo>
                <a:lnTo>
                  <a:pt x="24704" y="6802"/>
                </a:lnTo>
                <a:lnTo>
                  <a:pt x="27348" y="5168"/>
                </a:lnTo>
                <a:lnTo>
                  <a:pt x="29771" y="3671"/>
                </a:lnTo>
                <a:lnTo>
                  <a:pt x="31973" y="2311"/>
                </a:lnTo>
                <a:lnTo>
                  <a:pt x="33953" y="1087"/>
                </a:lnTo>
                <a:lnTo>
                  <a:pt x="35712" y="0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Editable path 293"/>
          <p:cNvSpPr/>
          <p:nvPr/>
        </p:nvSpPr>
        <p:spPr>
          <a:xfrm>
            <a:off x="9492676" y="5114573"/>
            <a:ext cx="48698" cy="41592"/>
          </a:xfrm>
          <a:custGeom>
            <a:avLst/>
            <a:gdLst/>
            <a:ahLst/>
            <a:cxnLst/>
            <a:rect l="l" t="t" r="r" b="b"/>
            <a:pathLst>
              <a:path w="48698" h="41592">
                <a:moveTo>
                  <a:pt x="0" y="4390"/>
                </a:moveTo>
                <a:lnTo>
                  <a:pt x="48698" y="0"/>
                </a:lnTo>
                <a:lnTo>
                  <a:pt x="22991" y="41592"/>
                </a:lnTo>
                <a:lnTo>
                  <a:pt x="0" y="439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Editable path 294"/>
          <p:cNvSpPr/>
          <p:nvPr/>
        </p:nvSpPr>
        <p:spPr>
          <a:xfrm>
            <a:off x="10166364" y="4906656"/>
            <a:ext cx="40206" cy="14798"/>
          </a:xfrm>
          <a:custGeom>
            <a:avLst/>
            <a:gdLst/>
            <a:ahLst/>
            <a:cxnLst/>
            <a:rect l="l" t="t" r="r" b="b"/>
            <a:pathLst>
              <a:path w="40206" h="14798">
                <a:moveTo>
                  <a:pt x="0" y="0"/>
                </a:moveTo>
                <a:lnTo>
                  <a:pt x="4693" y="1727"/>
                </a:lnTo>
                <a:lnTo>
                  <a:pt x="9142" y="3365"/>
                </a:lnTo>
                <a:lnTo>
                  <a:pt x="13347" y="4912"/>
                </a:lnTo>
                <a:lnTo>
                  <a:pt x="17308" y="6370"/>
                </a:lnTo>
                <a:lnTo>
                  <a:pt x="21025" y="7738"/>
                </a:lnTo>
                <a:lnTo>
                  <a:pt x="24497" y="9016"/>
                </a:lnTo>
                <a:lnTo>
                  <a:pt x="27725" y="10205"/>
                </a:lnTo>
                <a:lnTo>
                  <a:pt x="30710" y="11303"/>
                </a:lnTo>
                <a:lnTo>
                  <a:pt x="33450" y="12312"/>
                </a:lnTo>
                <a:lnTo>
                  <a:pt x="35946" y="13230"/>
                </a:lnTo>
                <a:lnTo>
                  <a:pt x="38198" y="14059"/>
                </a:lnTo>
                <a:lnTo>
                  <a:pt x="40206" y="14798"/>
                </a:lnTo>
              </a:path>
            </a:pathLst>
          </a:custGeom>
          <a:noFill/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Editable path 295"/>
          <p:cNvSpPr/>
          <p:nvPr/>
        </p:nvSpPr>
        <p:spPr>
          <a:xfrm>
            <a:off x="10157975" y="4885827"/>
            <a:ext cx="48595" cy="41041"/>
          </a:xfrm>
          <a:custGeom>
            <a:avLst/>
            <a:gdLst/>
            <a:ahLst/>
            <a:cxnLst/>
            <a:rect l="l" t="t" r="r" b="b"/>
            <a:pathLst>
              <a:path w="48595" h="41041">
                <a:moveTo>
                  <a:pt x="15107" y="0"/>
                </a:moveTo>
                <a:lnTo>
                  <a:pt x="48595" y="35627"/>
                </a:lnTo>
                <a:lnTo>
                  <a:pt x="0" y="41041"/>
                </a:lnTo>
                <a:lnTo>
                  <a:pt x="15107" y="0"/>
                </a:lnTo>
                <a:close/>
              </a:path>
            </a:pathLst>
          </a:custGeom>
          <a:solidFill>
            <a:srgbClr val="3B6CA8"/>
          </a:solidFill>
          <a:ln w="16752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Editable path 296"/>
          <p:cNvSpPr/>
          <p:nvPr/>
        </p:nvSpPr>
        <p:spPr>
          <a:xfrm>
            <a:off x="9004386" y="4882931"/>
            <a:ext cx="1227" cy="43322"/>
          </a:xfrm>
          <a:custGeom>
            <a:avLst/>
            <a:gdLst/>
            <a:ahLst/>
            <a:cxnLst/>
            <a:rect l="l" t="t" r="r" b="b"/>
            <a:pathLst>
              <a:path w="1227" h="43322">
                <a:moveTo>
                  <a:pt x="0" y="0"/>
                </a:moveTo>
                <a:lnTo>
                  <a:pt x="143" y="5041"/>
                </a:lnTo>
                <a:lnTo>
                  <a:pt x="278" y="9821"/>
                </a:lnTo>
                <a:lnTo>
                  <a:pt x="406" y="14341"/>
                </a:lnTo>
                <a:lnTo>
                  <a:pt x="527" y="18601"/>
                </a:lnTo>
                <a:lnTo>
                  <a:pt x="640" y="22601"/>
                </a:lnTo>
                <a:lnTo>
                  <a:pt x="746" y="26342"/>
                </a:lnTo>
                <a:lnTo>
                  <a:pt x="845" y="29822"/>
                </a:lnTo>
                <a:lnTo>
                  <a:pt x="936" y="33042"/>
                </a:lnTo>
                <a:lnTo>
                  <a:pt x="1020" y="36002"/>
                </a:lnTo>
                <a:lnTo>
                  <a:pt x="1096" y="38702"/>
                </a:lnTo>
                <a:lnTo>
                  <a:pt x="1165" y="41142"/>
                </a:lnTo>
                <a:lnTo>
                  <a:pt x="1227" y="43322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Editable path 297"/>
          <p:cNvSpPr/>
          <p:nvPr/>
        </p:nvSpPr>
        <p:spPr>
          <a:xfrm>
            <a:off x="8982517" y="4881918"/>
            <a:ext cx="43716" cy="44335"/>
          </a:xfrm>
          <a:custGeom>
            <a:avLst/>
            <a:gdLst/>
            <a:ahLst/>
            <a:cxnLst/>
            <a:rect l="l" t="t" r="r" b="b"/>
            <a:pathLst>
              <a:path w="43716" h="44335">
                <a:moveTo>
                  <a:pt x="43716" y="0"/>
                </a:moveTo>
                <a:lnTo>
                  <a:pt x="23096" y="44335"/>
                </a:lnTo>
                <a:lnTo>
                  <a:pt x="0" y="1238"/>
                </a:lnTo>
                <a:lnTo>
                  <a:pt x="43716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Editable path 298"/>
          <p:cNvSpPr/>
          <p:nvPr/>
        </p:nvSpPr>
        <p:spPr>
          <a:xfrm>
            <a:off x="9679864" y="4863826"/>
            <a:ext cx="43208" cy="8864"/>
          </a:xfrm>
          <a:custGeom>
            <a:avLst/>
            <a:gdLst/>
            <a:ahLst/>
            <a:cxnLst/>
            <a:rect l="l" t="t" r="r" b="b"/>
            <a:pathLst>
              <a:path w="43208" h="8864">
                <a:moveTo>
                  <a:pt x="0" y="8864"/>
                </a:moveTo>
                <a:lnTo>
                  <a:pt x="5003" y="7838"/>
                </a:lnTo>
                <a:lnTo>
                  <a:pt x="9750" y="6864"/>
                </a:lnTo>
                <a:lnTo>
                  <a:pt x="14242" y="5942"/>
                </a:lnTo>
                <a:lnTo>
                  <a:pt x="18480" y="5073"/>
                </a:lnTo>
                <a:lnTo>
                  <a:pt x="22463" y="4256"/>
                </a:lnTo>
                <a:lnTo>
                  <a:pt x="26191" y="3491"/>
                </a:lnTo>
                <a:lnTo>
                  <a:pt x="29664" y="2779"/>
                </a:lnTo>
                <a:lnTo>
                  <a:pt x="32883" y="2118"/>
                </a:lnTo>
                <a:lnTo>
                  <a:pt x="35846" y="1511"/>
                </a:lnTo>
                <a:lnTo>
                  <a:pt x="38555" y="955"/>
                </a:lnTo>
                <a:lnTo>
                  <a:pt x="41009" y="451"/>
                </a:lnTo>
                <a:lnTo>
                  <a:pt x="43208" y="0"/>
                </a:lnTo>
              </a:path>
            </a:pathLst>
          </a:custGeom>
          <a:noFill/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Editable path 299"/>
          <p:cNvSpPr/>
          <p:nvPr/>
        </p:nvSpPr>
        <p:spPr>
          <a:xfrm>
            <a:off x="9675837" y="4851194"/>
            <a:ext cx="47235" cy="42841"/>
          </a:xfrm>
          <a:custGeom>
            <a:avLst/>
            <a:gdLst/>
            <a:ahLst/>
            <a:cxnLst/>
            <a:rect l="l" t="t" r="r" b="b"/>
            <a:pathLst>
              <a:path w="47235" h="42841">
                <a:moveTo>
                  <a:pt x="0" y="0"/>
                </a:moveTo>
                <a:lnTo>
                  <a:pt x="47235" y="12632"/>
                </a:lnTo>
                <a:lnTo>
                  <a:pt x="8788" y="42841"/>
                </a:lnTo>
                <a:lnTo>
                  <a:pt x="0" y="0"/>
                </a:lnTo>
                <a:close/>
              </a:path>
            </a:pathLst>
          </a:custGeom>
          <a:solidFill>
            <a:srgbClr val="3A9A94"/>
          </a:solidFill>
          <a:ln w="16752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Editable path 300"/>
          <p:cNvSpPr/>
          <p:nvPr/>
        </p:nvSpPr>
        <p:spPr>
          <a:xfrm>
            <a:off x="9480853" y="5018936"/>
            <a:ext cx="37481" cy="23205"/>
          </a:xfrm>
          <a:custGeom>
            <a:avLst/>
            <a:gdLst/>
            <a:ahLst/>
            <a:cxnLst/>
            <a:rect l="l" t="t" r="r" b="b"/>
            <a:pathLst>
              <a:path w="37481" h="23205">
                <a:moveTo>
                  <a:pt x="0" y="23205"/>
                </a:moveTo>
                <a:lnTo>
                  <a:pt x="4340" y="20518"/>
                </a:lnTo>
                <a:lnTo>
                  <a:pt x="8458" y="17968"/>
                </a:lnTo>
                <a:lnTo>
                  <a:pt x="12356" y="15555"/>
                </a:lnTo>
                <a:lnTo>
                  <a:pt x="16032" y="13279"/>
                </a:lnTo>
                <a:lnTo>
                  <a:pt x="19488" y="11140"/>
                </a:lnTo>
                <a:lnTo>
                  <a:pt x="22722" y="9137"/>
                </a:lnTo>
                <a:lnTo>
                  <a:pt x="25735" y="7272"/>
                </a:lnTo>
                <a:lnTo>
                  <a:pt x="28526" y="5544"/>
                </a:lnTo>
                <a:lnTo>
                  <a:pt x="31097" y="3952"/>
                </a:lnTo>
                <a:lnTo>
                  <a:pt x="33446" y="2498"/>
                </a:lnTo>
                <a:lnTo>
                  <a:pt x="35574" y="1180"/>
                </a:lnTo>
                <a:lnTo>
                  <a:pt x="37481" y="0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Editable path 301"/>
          <p:cNvSpPr/>
          <p:nvPr/>
        </p:nvSpPr>
        <p:spPr>
          <a:xfrm>
            <a:off x="9469640" y="5018936"/>
            <a:ext cx="48694" cy="41612"/>
          </a:xfrm>
          <a:custGeom>
            <a:avLst/>
            <a:gdLst/>
            <a:ahLst/>
            <a:cxnLst/>
            <a:rect l="l" t="t" r="r" b="b"/>
            <a:pathLst>
              <a:path w="48694" h="41612">
                <a:moveTo>
                  <a:pt x="0" y="4429"/>
                </a:moveTo>
                <a:lnTo>
                  <a:pt x="48694" y="0"/>
                </a:lnTo>
                <a:lnTo>
                  <a:pt x="23021" y="41612"/>
                </a:lnTo>
                <a:lnTo>
                  <a:pt x="0" y="4429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Editable path 302"/>
          <p:cNvSpPr/>
          <p:nvPr/>
        </p:nvSpPr>
        <p:spPr>
          <a:xfrm>
            <a:off x="10005488" y="4912023"/>
            <a:ext cx="43746" cy="3198"/>
          </a:xfrm>
          <a:custGeom>
            <a:avLst/>
            <a:gdLst/>
            <a:ahLst/>
            <a:cxnLst/>
            <a:rect l="l" t="t" r="r" b="b"/>
            <a:pathLst>
              <a:path w="43746" h="3198">
                <a:moveTo>
                  <a:pt x="0" y="0"/>
                </a:moveTo>
                <a:lnTo>
                  <a:pt x="5073" y="371"/>
                </a:lnTo>
                <a:lnTo>
                  <a:pt x="9886" y="723"/>
                </a:lnTo>
                <a:lnTo>
                  <a:pt x="14439" y="1055"/>
                </a:lnTo>
                <a:lnTo>
                  <a:pt x="18733" y="1369"/>
                </a:lnTo>
                <a:lnTo>
                  <a:pt x="22768" y="1664"/>
                </a:lnTo>
                <a:lnTo>
                  <a:pt x="26543" y="1940"/>
                </a:lnTo>
                <a:lnTo>
                  <a:pt x="30059" y="2197"/>
                </a:lnTo>
                <a:lnTo>
                  <a:pt x="33315" y="2435"/>
                </a:lnTo>
                <a:lnTo>
                  <a:pt x="36312" y="2654"/>
                </a:lnTo>
                <a:lnTo>
                  <a:pt x="39050" y="2854"/>
                </a:lnTo>
                <a:lnTo>
                  <a:pt x="41528" y="3036"/>
                </a:lnTo>
                <a:lnTo>
                  <a:pt x="43746" y="3198"/>
                </a:lnTo>
              </a:path>
            </a:pathLst>
          </a:custGeom>
          <a:noFill/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Editable path 303"/>
          <p:cNvSpPr/>
          <p:nvPr/>
        </p:nvSpPr>
        <p:spPr>
          <a:xfrm>
            <a:off x="10004023" y="4890224"/>
            <a:ext cx="45211" cy="43617"/>
          </a:xfrm>
          <a:custGeom>
            <a:avLst/>
            <a:gdLst/>
            <a:ahLst/>
            <a:cxnLst/>
            <a:rect l="l" t="t" r="r" b="b"/>
            <a:pathLst>
              <a:path w="45211" h="43617">
                <a:moveTo>
                  <a:pt x="3189" y="0"/>
                </a:moveTo>
                <a:lnTo>
                  <a:pt x="45211" y="24997"/>
                </a:lnTo>
                <a:lnTo>
                  <a:pt x="0" y="43617"/>
                </a:lnTo>
                <a:lnTo>
                  <a:pt x="3189" y="0"/>
                </a:lnTo>
                <a:close/>
              </a:path>
            </a:pathLst>
          </a:custGeom>
          <a:solidFill>
            <a:srgbClr val="FF9500"/>
          </a:solidFill>
          <a:ln w="1675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Editable path 304"/>
          <p:cNvSpPr/>
          <p:nvPr/>
        </p:nvSpPr>
        <p:spPr>
          <a:xfrm>
            <a:off x="9675392" y="4901828"/>
            <a:ext cx="41215" cy="11264"/>
          </a:xfrm>
          <a:custGeom>
            <a:avLst/>
            <a:gdLst/>
            <a:ahLst/>
            <a:cxnLst/>
            <a:rect l="l" t="t" r="r" b="b"/>
            <a:pathLst>
              <a:path w="41215" h="11264">
                <a:moveTo>
                  <a:pt x="0" y="11264"/>
                </a:moveTo>
                <a:lnTo>
                  <a:pt x="4815" y="9948"/>
                </a:lnTo>
                <a:lnTo>
                  <a:pt x="9378" y="8701"/>
                </a:lnTo>
                <a:lnTo>
                  <a:pt x="13691" y="7522"/>
                </a:lnTo>
                <a:lnTo>
                  <a:pt x="17753" y="6412"/>
                </a:lnTo>
                <a:lnTo>
                  <a:pt x="21564" y="5370"/>
                </a:lnTo>
                <a:lnTo>
                  <a:pt x="25124" y="4397"/>
                </a:lnTo>
                <a:lnTo>
                  <a:pt x="28433" y="3493"/>
                </a:lnTo>
                <a:lnTo>
                  <a:pt x="31492" y="2657"/>
                </a:lnTo>
                <a:lnTo>
                  <a:pt x="34299" y="1890"/>
                </a:lnTo>
                <a:lnTo>
                  <a:pt x="36855" y="1191"/>
                </a:lnTo>
                <a:lnTo>
                  <a:pt x="39161" y="561"/>
                </a:lnTo>
                <a:lnTo>
                  <a:pt x="41215" y="0"/>
                </a:lnTo>
              </a:path>
            </a:pathLst>
          </a:custGeom>
          <a:noFill/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Editable path 305"/>
          <p:cNvSpPr/>
          <p:nvPr/>
        </p:nvSpPr>
        <p:spPr>
          <a:xfrm>
            <a:off x="9668656" y="4892264"/>
            <a:ext cx="47951" cy="42186"/>
          </a:xfrm>
          <a:custGeom>
            <a:avLst/>
            <a:gdLst/>
            <a:ahLst/>
            <a:cxnLst/>
            <a:rect l="l" t="t" r="r" b="b"/>
            <a:pathLst>
              <a:path w="47951" h="42186">
                <a:moveTo>
                  <a:pt x="0" y="0"/>
                </a:moveTo>
                <a:lnTo>
                  <a:pt x="47951" y="9564"/>
                </a:lnTo>
                <a:lnTo>
                  <a:pt x="11530" y="42186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1675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6" name="Picture 375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709198" y="5438029"/>
            <a:ext cx="1558165" cy="988105"/>
          </a:xfrm>
          <a:prstGeom prst="rect">
            <a:avLst/>
          </a:prstGeom>
        </p:spPr>
      </p:pic>
      <p:sp>
        <p:nvSpPr>
          <p:cNvPr id="377" name="Editable path 306"/>
          <p:cNvSpPr/>
          <p:nvPr/>
        </p:nvSpPr>
        <p:spPr>
          <a:xfrm>
            <a:off x="2477606" y="5745970"/>
            <a:ext cx="124558" cy="190223"/>
          </a:xfrm>
          <a:custGeom>
            <a:avLst/>
            <a:gdLst/>
            <a:ahLst/>
            <a:cxnLst/>
            <a:rect l="l" t="t" r="r" b="b"/>
            <a:pathLst>
              <a:path w="124558" h="190223">
                <a:moveTo>
                  <a:pt x="89" y="41526"/>
                </a:moveTo>
                <a:lnTo>
                  <a:pt x="0" y="41578"/>
                </a:lnTo>
                <a:lnTo>
                  <a:pt x="717" y="39354"/>
                </a:lnTo>
                <a:lnTo>
                  <a:pt x="1203" y="1488"/>
                </a:lnTo>
                <a:lnTo>
                  <a:pt x="4552" y="0"/>
                </a:lnTo>
                <a:lnTo>
                  <a:pt x="13143" y="2813"/>
                </a:lnTo>
                <a:lnTo>
                  <a:pt x="25880" y="8950"/>
                </a:lnTo>
                <a:lnTo>
                  <a:pt x="50832" y="27507"/>
                </a:lnTo>
                <a:lnTo>
                  <a:pt x="52172" y="28673"/>
                </a:lnTo>
                <a:lnTo>
                  <a:pt x="76170" y="54684"/>
                </a:lnTo>
                <a:lnTo>
                  <a:pt x="98049" y="86545"/>
                </a:lnTo>
                <a:lnTo>
                  <a:pt x="103623" y="98248"/>
                </a:lnTo>
                <a:lnTo>
                  <a:pt x="112741" y="119672"/>
                </a:lnTo>
                <a:lnTo>
                  <a:pt x="114308" y="124899"/>
                </a:lnTo>
                <a:lnTo>
                  <a:pt x="124558" y="168178"/>
                </a:lnTo>
                <a:lnTo>
                  <a:pt x="123048" y="172890"/>
                </a:lnTo>
                <a:lnTo>
                  <a:pt x="122319" y="172370"/>
                </a:lnTo>
                <a:lnTo>
                  <a:pt x="121467" y="172959"/>
                </a:lnTo>
                <a:lnTo>
                  <a:pt x="122358" y="174284"/>
                </a:lnTo>
                <a:lnTo>
                  <a:pt x="124093" y="183983"/>
                </a:lnTo>
                <a:lnTo>
                  <a:pt x="123563" y="185658"/>
                </a:lnTo>
                <a:lnTo>
                  <a:pt x="123347" y="190223"/>
                </a:lnTo>
                <a:lnTo>
                  <a:pt x="122657" y="188289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Editable path 307"/>
          <p:cNvSpPr/>
          <p:nvPr/>
        </p:nvSpPr>
        <p:spPr>
          <a:xfrm>
            <a:off x="2477606" y="5745970"/>
            <a:ext cx="124558" cy="190223"/>
          </a:xfrm>
          <a:custGeom>
            <a:avLst/>
            <a:gdLst/>
            <a:ahLst/>
            <a:cxnLst/>
            <a:rect l="l" t="t" r="r" b="b"/>
            <a:pathLst>
              <a:path w="124558" h="190223">
                <a:moveTo>
                  <a:pt x="89" y="41526"/>
                </a:moveTo>
                <a:lnTo>
                  <a:pt x="0" y="41578"/>
                </a:lnTo>
                <a:lnTo>
                  <a:pt x="717" y="39354"/>
                </a:lnTo>
                <a:lnTo>
                  <a:pt x="1203" y="1488"/>
                </a:lnTo>
                <a:lnTo>
                  <a:pt x="4552" y="0"/>
                </a:lnTo>
                <a:lnTo>
                  <a:pt x="13143" y="2813"/>
                </a:lnTo>
                <a:lnTo>
                  <a:pt x="25880" y="8950"/>
                </a:lnTo>
                <a:lnTo>
                  <a:pt x="50832" y="27507"/>
                </a:lnTo>
                <a:lnTo>
                  <a:pt x="52172" y="28673"/>
                </a:lnTo>
                <a:lnTo>
                  <a:pt x="76170" y="54684"/>
                </a:lnTo>
                <a:lnTo>
                  <a:pt x="98049" y="86545"/>
                </a:lnTo>
                <a:lnTo>
                  <a:pt x="103623" y="98248"/>
                </a:lnTo>
                <a:lnTo>
                  <a:pt x="112741" y="119672"/>
                </a:lnTo>
                <a:lnTo>
                  <a:pt x="114308" y="124899"/>
                </a:lnTo>
                <a:lnTo>
                  <a:pt x="124558" y="168178"/>
                </a:lnTo>
                <a:lnTo>
                  <a:pt x="123048" y="172890"/>
                </a:lnTo>
                <a:lnTo>
                  <a:pt x="122319" y="172370"/>
                </a:lnTo>
                <a:lnTo>
                  <a:pt x="121467" y="172959"/>
                </a:lnTo>
                <a:lnTo>
                  <a:pt x="122358" y="174284"/>
                </a:lnTo>
                <a:lnTo>
                  <a:pt x="124093" y="183983"/>
                </a:lnTo>
                <a:lnTo>
                  <a:pt x="123563" y="185658"/>
                </a:lnTo>
                <a:lnTo>
                  <a:pt x="123347" y="190223"/>
                </a:lnTo>
                <a:lnTo>
                  <a:pt x="122657" y="188289"/>
                </a:lnTo>
              </a:path>
            </a:pathLst>
          </a:custGeom>
          <a:noFill/>
          <a:ln w="1939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Editable path 308"/>
          <p:cNvSpPr/>
          <p:nvPr/>
        </p:nvSpPr>
        <p:spPr>
          <a:xfrm>
            <a:off x="2478845" y="5745418"/>
            <a:ext cx="122787" cy="194825"/>
          </a:xfrm>
          <a:custGeom>
            <a:avLst/>
            <a:gdLst/>
            <a:ahLst/>
            <a:cxnLst/>
            <a:rect l="l" t="t" r="r" b="b"/>
            <a:pathLst>
              <a:path w="122787" h="194825">
                <a:moveTo>
                  <a:pt x="137" y="41703"/>
                </a:moveTo>
                <a:lnTo>
                  <a:pt x="0" y="0"/>
                </a:lnTo>
                <a:lnTo>
                  <a:pt x="1835" y="549"/>
                </a:lnTo>
                <a:lnTo>
                  <a:pt x="20323" y="8269"/>
                </a:lnTo>
                <a:lnTo>
                  <a:pt x="39358" y="20406"/>
                </a:lnTo>
                <a:lnTo>
                  <a:pt x="58434" y="37223"/>
                </a:lnTo>
                <a:lnTo>
                  <a:pt x="76695" y="58640"/>
                </a:lnTo>
                <a:lnTo>
                  <a:pt x="93177" y="84251"/>
                </a:lnTo>
                <a:lnTo>
                  <a:pt x="106165" y="111521"/>
                </a:lnTo>
                <a:lnTo>
                  <a:pt x="115857" y="140895"/>
                </a:lnTo>
                <a:lnTo>
                  <a:pt x="121362" y="169780"/>
                </a:lnTo>
                <a:lnTo>
                  <a:pt x="122787" y="194825"/>
                </a:lnTo>
              </a:path>
            </a:pathLst>
          </a:custGeom>
          <a:noFill/>
          <a:ln w="45849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Editable path 309"/>
          <p:cNvSpPr/>
          <p:nvPr/>
        </p:nvSpPr>
        <p:spPr>
          <a:xfrm>
            <a:off x="2478845" y="5745418"/>
            <a:ext cx="122787" cy="194825"/>
          </a:xfrm>
          <a:custGeom>
            <a:avLst/>
            <a:gdLst/>
            <a:ahLst/>
            <a:cxnLst/>
            <a:rect l="l" t="t" r="r" b="b"/>
            <a:pathLst>
              <a:path w="122787" h="194825">
                <a:moveTo>
                  <a:pt x="137" y="41703"/>
                </a:moveTo>
                <a:lnTo>
                  <a:pt x="0" y="0"/>
                </a:lnTo>
                <a:lnTo>
                  <a:pt x="1835" y="549"/>
                </a:lnTo>
                <a:lnTo>
                  <a:pt x="20323" y="8269"/>
                </a:lnTo>
                <a:lnTo>
                  <a:pt x="39358" y="20406"/>
                </a:lnTo>
                <a:lnTo>
                  <a:pt x="58434" y="37223"/>
                </a:lnTo>
                <a:lnTo>
                  <a:pt x="76695" y="58640"/>
                </a:lnTo>
                <a:lnTo>
                  <a:pt x="93177" y="84251"/>
                </a:lnTo>
                <a:lnTo>
                  <a:pt x="106165" y="111521"/>
                </a:lnTo>
                <a:lnTo>
                  <a:pt x="115857" y="140895"/>
                </a:lnTo>
                <a:lnTo>
                  <a:pt x="121362" y="169780"/>
                </a:lnTo>
                <a:lnTo>
                  <a:pt x="122787" y="194825"/>
                </a:lnTo>
              </a:path>
            </a:pathLst>
          </a:custGeom>
          <a:noFill/>
          <a:ln w="19397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Editable path 310"/>
          <p:cNvSpPr/>
          <p:nvPr/>
        </p:nvSpPr>
        <p:spPr>
          <a:xfrm>
            <a:off x="2483946" y="5847874"/>
            <a:ext cx="112" cy="71791"/>
          </a:xfrm>
          <a:custGeom>
            <a:avLst/>
            <a:gdLst/>
            <a:ahLst/>
            <a:cxnLst/>
            <a:rect l="l" t="t" r="r" b="b"/>
            <a:pathLst>
              <a:path w="112" h="71791">
                <a:moveTo>
                  <a:pt x="112" y="71791"/>
                </a:moveTo>
                <a:lnTo>
                  <a:pt x="0" y="0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Editable path 311"/>
          <p:cNvSpPr/>
          <p:nvPr/>
        </p:nvSpPr>
        <p:spPr>
          <a:xfrm>
            <a:off x="2483946" y="5847874"/>
            <a:ext cx="112" cy="71791"/>
          </a:xfrm>
          <a:custGeom>
            <a:avLst/>
            <a:gdLst/>
            <a:ahLst/>
            <a:cxnLst/>
            <a:rect l="l" t="t" r="r" b="b"/>
            <a:pathLst>
              <a:path w="112" h="71791">
                <a:moveTo>
                  <a:pt x="112" y="71791"/>
                </a:moveTo>
                <a:lnTo>
                  <a:pt x="0" y="0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Editable path 312"/>
          <p:cNvSpPr/>
          <p:nvPr/>
        </p:nvSpPr>
        <p:spPr>
          <a:xfrm>
            <a:off x="2484003" y="5884400"/>
            <a:ext cx="41" cy="26390"/>
          </a:xfrm>
          <a:custGeom>
            <a:avLst/>
            <a:gdLst/>
            <a:ahLst/>
            <a:cxnLst/>
            <a:rect l="l" t="t" r="r" b="b"/>
            <a:pathLst>
              <a:path w="41" h="26390">
                <a:moveTo>
                  <a:pt x="0" y="0"/>
                </a:moveTo>
                <a:lnTo>
                  <a:pt x="0" y="91"/>
                </a:lnTo>
                <a:lnTo>
                  <a:pt x="1" y="565"/>
                </a:lnTo>
                <a:lnTo>
                  <a:pt x="2" y="1423"/>
                </a:lnTo>
                <a:lnTo>
                  <a:pt x="4" y="2663"/>
                </a:lnTo>
                <a:lnTo>
                  <a:pt x="7" y="4287"/>
                </a:lnTo>
                <a:lnTo>
                  <a:pt x="10" y="6295"/>
                </a:lnTo>
                <a:lnTo>
                  <a:pt x="14" y="8686"/>
                </a:lnTo>
                <a:lnTo>
                  <a:pt x="18" y="11460"/>
                </a:lnTo>
                <a:lnTo>
                  <a:pt x="23" y="14617"/>
                </a:lnTo>
                <a:lnTo>
                  <a:pt x="28" y="18158"/>
                </a:lnTo>
                <a:lnTo>
                  <a:pt x="35" y="22083"/>
                </a:lnTo>
                <a:lnTo>
                  <a:pt x="41" y="26390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Editable path 313"/>
          <p:cNvSpPr/>
          <p:nvPr/>
        </p:nvSpPr>
        <p:spPr>
          <a:xfrm>
            <a:off x="2484003" y="5884400"/>
            <a:ext cx="41" cy="26390"/>
          </a:xfrm>
          <a:custGeom>
            <a:avLst/>
            <a:gdLst/>
            <a:ahLst/>
            <a:cxnLst/>
            <a:rect l="l" t="t" r="r" b="b"/>
            <a:pathLst>
              <a:path w="41" h="26390">
                <a:moveTo>
                  <a:pt x="0" y="0"/>
                </a:moveTo>
                <a:lnTo>
                  <a:pt x="0" y="91"/>
                </a:lnTo>
                <a:lnTo>
                  <a:pt x="1" y="565"/>
                </a:lnTo>
                <a:lnTo>
                  <a:pt x="2" y="1423"/>
                </a:lnTo>
                <a:lnTo>
                  <a:pt x="4" y="2663"/>
                </a:lnTo>
                <a:lnTo>
                  <a:pt x="7" y="4287"/>
                </a:lnTo>
                <a:lnTo>
                  <a:pt x="10" y="6295"/>
                </a:lnTo>
                <a:lnTo>
                  <a:pt x="14" y="8686"/>
                </a:lnTo>
                <a:lnTo>
                  <a:pt x="18" y="11460"/>
                </a:lnTo>
                <a:lnTo>
                  <a:pt x="23" y="14617"/>
                </a:lnTo>
                <a:lnTo>
                  <a:pt x="28" y="18158"/>
                </a:lnTo>
                <a:lnTo>
                  <a:pt x="35" y="22083"/>
                </a:lnTo>
                <a:lnTo>
                  <a:pt x="41" y="26390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Editable path 314"/>
          <p:cNvSpPr/>
          <p:nvPr/>
        </p:nvSpPr>
        <p:spPr>
          <a:xfrm>
            <a:off x="2455918" y="5910790"/>
            <a:ext cx="56429" cy="56474"/>
          </a:xfrm>
          <a:custGeom>
            <a:avLst/>
            <a:gdLst/>
            <a:ahLst/>
            <a:cxnLst/>
            <a:rect l="l" t="t" r="r" b="b"/>
            <a:pathLst>
              <a:path w="56429" h="56474">
                <a:moveTo>
                  <a:pt x="0" y="56474"/>
                </a:moveTo>
                <a:lnTo>
                  <a:pt x="28126" y="0"/>
                </a:lnTo>
                <a:lnTo>
                  <a:pt x="56429" y="56386"/>
                </a:lnTo>
                <a:lnTo>
                  <a:pt x="0" y="56474"/>
                </a:lnTo>
                <a:close/>
              </a:path>
            </a:pathLst>
          </a:custGeom>
          <a:solidFill>
            <a:srgbClr val="FF9500"/>
          </a:solidFill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Editable path 315"/>
          <p:cNvSpPr/>
          <p:nvPr/>
        </p:nvSpPr>
        <p:spPr>
          <a:xfrm>
            <a:off x="2455918" y="5910790"/>
            <a:ext cx="56429" cy="56474"/>
          </a:xfrm>
          <a:custGeom>
            <a:avLst/>
            <a:gdLst/>
            <a:ahLst/>
            <a:cxnLst/>
            <a:rect l="l" t="t" r="r" b="b"/>
            <a:pathLst>
              <a:path w="56429" h="56474">
                <a:moveTo>
                  <a:pt x="0" y="56474"/>
                </a:moveTo>
                <a:lnTo>
                  <a:pt x="28126" y="0"/>
                </a:lnTo>
                <a:lnTo>
                  <a:pt x="56429" y="56386"/>
                </a:lnTo>
                <a:lnTo>
                  <a:pt x="0" y="56474"/>
                </a:lnTo>
                <a:close/>
              </a:path>
            </a:pathLst>
          </a:custGeom>
          <a:solidFill>
            <a:srgbClr val="FF9500"/>
          </a:solidFill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Editable path 316"/>
          <p:cNvSpPr/>
          <p:nvPr/>
        </p:nvSpPr>
        <p:spPr>
          <a:xfrm>
            <a:off x="1730166" y="5469448"/>
            <a:ext cx="528909" cy="147016"/>
          </a:xfrm>
          <a:custGeom>
            <a:avLst/>
            <a:gdLst/>
            <a:ahLst/>
            <a:cxnLst/>
            <a:rect l="l" t="t" r="r" b="b"/>
            <a:pathLst>
              <a:path w="528909" h="147016">
                <a:moveTo>
                  <a:pt x="17987" y="147016"/>
                </a:moveTo>
                <a:lnTo>
                  <a:pt x="510922" y="147016"/>
                </a:lnTo>
                <a:lnTo>
                  <a:pt x="513795" y="146891"/>
                </a:lnTo>
                <a:lnTo>
                  <a:pt x="516418" y="146516"/>
                </a:lnTo>
                <a:lnTo>
                  <a:pt x="518791" y="145891"/>
                </a:lnTo>
                <a:lnTo>
                  <a:pt x="520915" y="145017"/>
                </a:lnTo>
                <a:lnTo>
                  <a:pt x="522788" y="143893"/>
                </a:lnTo>
                <a:lnTo>
                  <a:pt x="524412" y="142519"/>
                </a:lnTo>
                <a:lnTo>
                  <a:pt x="525786" y="140895"/>
                </a:lnTo>
                <a:lnTo>
                  <a:pt x="526910" y="139021"/>
                </a:lnTo>
                <a:lnTo>
                  <a:pt x="527785" y="136898"/>
                </a:lnTo>
                <a:lnTo>
                  <a:pt x="528409" y="134525"/>
                </a:lnTo>
                <a:lnTo>
                  <a:pt x="528784" y="131902"/>
                </a:lnTo>
                <a:lnTo>
                  <a:pt x="528909" y="129029"/>
                </a:lnTo>
                <a:lnTo>
                  <a:pt x="528909" y="17987"/>
                </a:lnTo>
                <a:lnTo>
                  <a:pt x="528784" y="15115"/>
                </a:lnTo>
                <a:lnTo>
                  <a:pt x="528409" y="12491"/>
                </a:lnTo>
                <a:lnTo>
                  <a:pt x="527785" y="10118"/>
                </a:lnTo>
                <a:lnTo>
                  <a:pt x="526910" y="7995"/>
                </a:lnTo>
                <a:lnTo>
                  <a:pt x="525786" y="6121"/>
                </a:lnTo>
                <a:lnTo>
                  <a:pt x="524412" y="4497"/>
                </a:lnTo>
                <a:lnTo>
                  <a:pt x="522788" y="3123"/>
                </a:lnTo>
                <a:lnTo>
                  <a:pt x="520915" y="1999"/>
                </a:lnTo>
                <a:lnTo>
                  <a:pt x="518791" y="1124"/>
                </a:lnTo>
                <a:lnTo>
                  <a:pt x="516418" y="500"/>
                </a:lnTo>
                <a:lnTo>
                  <a:pt x="513795" y="125"/>
                </a:lnTo>
                <a:lnTo>
                  <a:pt x="510922" y="0"/>
                </a:lnTo>
                <a:lnTo>
                  <a:pt x="17987" y="0"/>
                </a:lnTo>
                <a:lnTo>
                  <a:pt x="15114" y="125"/>
                </a:lnTo>
                <a:lnTo>
                  <a:pt x="12491" y="500"/>
                </a:lnTo>
                <a:lnTo>
                  <a:pt x="10117" y="1124"/>
                </a:lnTo>
                <a:lnTo>
                  <a:pt x="7994" y="1999"/>
                </a:lnTo>
                <a:lnTo>
                  <a:pt x="6120" y="3123"/>
                </a:lnTo>
                <a:lnTo>
                  <a:pt x="4496" y="4497"/>
                </a:lnTo>
                <a:lnTo>
                  <a:pt x="3122" y="6121"/>
                </a:lnTo>
                <a:lnTo>
                  <a:pt x="1998" y="7995"/>
                </a:lnTo>
                <a:lnTo>
                  <a:pt x="1124" y="10118"/>
                </a:lnTo>
                <a:lnTo>
                  <a:pt x="499" y="12491"/>
                </a:lnTo>
                <a:lnTo>
                  <a:pt x="124" y="15115"/>
                </a:lnTo>
                <a:lnTo>
                  <a:pt x="0" y="17987"/>
                </a:lnTo>
                <a:lnTo>
                  <a:pt x="0" y="129029"/>
                </a:lnTo>
                <a:lnTo>
                  <a:pt x="124" y="131902"/>
                </a:lnTo>
                <a:lnTo>
                  <a:pt x="499" y="134525"/>
                </a:lnTo>
                <a:lnTo>
                  <a:pt x="1124" y="136898"/>
                </a:lnTo>
                <a:lnTo>
                  <a:pt x="1998" y="139021"/>
                </a:lnTo>
                <a:lnTo>
                  <a:pt x="3122" y="140895"/>
                </a:lnTo>
                <a:lnTo>
                  <a:pt x="4496" y="142519"/>
                </a:lnTo>
                <a:lnTo>
                  <a:pt x="6120" y="143893"/>
                </a:lnTo>
                <a:lnTo>
                  <a:pt x="7994" y="145017"/>
                </a:lnTo>
                <a:lnTo>
                  <a:pt x="10117" y="145891"/>
                </a:lnTo>
                <a:lnTo>
                  <a:pt x="12491" y="146516"/>
                </a:lnTo>
                <a:lnTo>
                  <a:pt x="15114" y="146891"/>
                </a:lnTo>
                <a:lnTo>
                  <a:pt x="17987" y="147016"/>
                </a:lnTo>
                <a:close/>
              </a:path>
            </a:pathLst>
          </a:custGeom>
          <a:solidFill>
            <a:srgbClr val="FFF5C8"/>
          </a:solidFill>
          <a:ln w="1058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1748152" y="5473579"/>
            <a:ext cx="526420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0" i="0">
                <a:solidFill>
                  <a:srgbClr val="2B2B2B"/>
                </a:solidFill>
                <a:latin typeface="Times New Roman"/>
              </a:rPr>
              <a:t>Panel · lift</a:t>
            </a:r>
          </a:p>
        </p:txBody>
      </p:sp>
      <p:sp>
        <p:nvSpPr>
          <p:cNvPr id="389" name="Editable path 317"/>
          <p:cNvSpPr/>
          <p:nvPr/>
        </p:nvSpPr>
        <p:spPr>
          <a:xfrm>
            <a:off x="2575176" y="6310331"/>
            <a:ext cx="662262" cy="113118"/>
          </a:xfrm>
          <a:custGeom>
            <a:avLst/>
            <a:gdLst/>
            <a:ahLst/>
            <a:cxnLst/>
            <a:rect l="l" t="t" r="r" b="b"/>
            <a:pathLst>
              <a:path w="662262" h="113118">
                <a:moveTo>
                  <a:pt x="0" y="0"/>
                </a:moveTo>
                <a:lnTo>
                  <a:pt x="662262" y="0"/>
                </a:lnTo>
                <a:lnTo>
                  <a:pt x="662262" y="113118"/>
                </a:lnTo>
                <a:lnTo>
                  <a:pt x="0" y="113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2584204" y="6299155"/>
            <a:ext cx="675127" cy="1354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8" b="0" i="0">
                <a:solidFill>
                  <a:srgbClr val="2B2B2B"/>
                </a:solidFill>
                <a:latin typeface="Times New Roman"/>
              </a:rPr>
              <a:t>0.1° measured</a:t>
            </a:r>
          </a:p>
        </p:txBody>
      </p:sp>
      <p:pic>
        <p:nvPicPr>
          <p:cNvPr id="391" name="Picture 39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13035" y="5438029"/>
            <a:ext cx="1558165" cy="988105"/>
          </a:xfrm>
          <a:prstGeom prst="rect">
            <a:avLst/>
          </a:prstGeom>
        </p:spPr>
      </p:pic>
      <p:sp>
        <p:nvSpPr>
          <p:cNvPr id="392" name="Editable path 318"/>
          <p:cNvSpPr/>
          <p:nvPr/>
        </p:nvSpPr>
        <p:spPr>
          <a:xfrm>
            <a:off x="4281443" y="5745970"/>
            <a:ext cx="124558" cy="190223"/>
          </a:xfrm>
          <a:custGeom>
            <a:avLst/>
            <a:gdLst/>
            <a:ahLst/>
            <a:cxnLst/>
            <a:rect l="l" t="t" r="r" b="b"/>
            <a:pathLst>
              <a:path w="124558" h="190223">
                <a:moveTo>
                  <a:pt x="89" y="41526"/>
                </a:moveTo>
                <a:lnTo>
                  <a:pt x="0" y="41578"/>
                </a:lnTo>
                <a:lnTo>
                  <a:pt x="717" y="39354"/>
                </a:lnTo>
                <a:lnTo>
                  <a:pt x="1203" y="1488"/>
                </a:lnTo>
                <a:lnTo>
                  <a:pt x="4552" y="0"/>
                </a:lnTo>
                <a:lnTo>
                  <a:pt x="13143" y="2813"/>
                </a:lnTo>
                <a:lnTo>
                  <a:pt x="25880" y="8950"/>
                </a:lnTo>
                <a:lnTo>
                  <a:pt x="50832" y="27507"/>
                </a:lnTo>
                <a:lnTo>
                  <a:pt x="52173" y="28673"/>
                </a:lnTo>
                <a:lnTo>
                  <a:pt x="76170" y="54684"/>
                </a:lnTo>
                <a:lnTo>
                  <a:pt x="98049" y="86545"/>
                </a:lnTo>
                <a:lnTo>
                  <a:pt x="103623" y="98248"/>
                </a:lnTo>
                <a:lnTo>
                  <a:pt x="112741" y="119672"/>
                </a:lnTo>
                <a:lnTo>
                  <a:pt x="114308" y="124899"/>
                </a:lnTo>
                <a:lnTo>
                  <a:pt x="124558" y="168178"/>
                </a:lnTo>
                <a:lnTo>
                  <a:pt x="123048" y="172890"/>
                </a:lnTo>
                <a:lnTo>
                  <a:pt x="122319" y="172370"/>
                </a:lnTo>
                <a:lnTo>
                  <a:pt x="121467" y="172959"/>
                </a:lnTo>
                <a:lnTo>
                  <a:pt x="122358" y="174284"/>
                </a:lnTo>
                <a:lnTo>
                  <a:pt x="124093" y="183983"/>
                </a:lnTo>
                <a:lnTo>
                  <a:pt x="123563" y="185658"/>
                </a:lnTo>
                <a:lnTo>
                  <a:pt x="123347" y="190223"/>
                </a:lnTo>
                <a:lnTo>
                  <a:pt x="122657" y="188289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Editable path 319"/>
          <p:cNvSpPr/>
          <p:nvPr/>
        </p:nvSpPr>
        <p:spPr>
          <a:xfrm>
            <a:off x="4281443" y="5745970"/>
            <a:ext cx="124558" cy="190223"/>
          </a:xfrm>
          <a:custGeom>
            <a:avLst/>
            <a:gdLst/>
            <a:ahLst/>
            <a:cxnLst/>
            <a:rect l="l" t="t" r="r" b="b"/>
            <a:pathLst>
              <a:path w="124558" h="190223">
                <a:moveTo>
                  <a:pt x="89" y="41526"/>
                </a:moveTo>
                <a:lnTo>
                  <a:pt x="0" y="41578"/>
                </a:lnTo>
                <a:lnTo>
                  <a:pt x="717" y="39354"/>
                </a:lnTo>
                <a:lnTo>
                  <a:pt x="1203" y="1488"/>
                </a:lnTo>
                <a:lnTo>
                  <a:pt x="4552" y="0"/>
                </a:lnTo>
                <a:lnTo>
                  <a:pt x="13143" y="2813"/>
                </a:lnTo>
                <a:lnTo>
                  <a:pt x="25880" y="8950"/>
                </a:lnTo>
                <a:lnTo>
                  <a:pt x="50832" y="27507"/>
                </a:lnTo>
                <a:lnTo>
                  <a:pt x="52173" y="28673"/>
                </a:lnTo>
                <a:lnTo>
                  <a:pt x="76170" y="54684"/>
                </a:lnTo>
                <a:lnTo>
                  <a:pt x="98049" y="86545"/>
                </a:lnTo>
                <a:lnTo>
                  <a:pt x="103623" y="98248"/>
                </a:lnTo>
                <a:lnTo>
                  <a:pt x="112741" y="119672"/>
                </a:lnTo>
                <a:lnTo>
                  <a:pt x="114308" y="124899"/>
                </a:lnTo>
                <a:lnTo>
                  <a:pt x="124558" y="168178"/>
                </a:lnTo>
                <a:lnTo>
                  <a:pt x="123048" y="172890"/>
                </a:lnTo>
                <a:lnTo>
                  <a:pt x="122319" y="172370"/>
                </a:lnTo>
                <a:lnTo>
                  <a:pt x="121467" y="172959"/>
                </a:lnTo>
                <a:lnTo>
                  <a:pt x="122358" y="174284"/>
                </a:lnTo>
                <a:lnTo>
                  <a:pt x="124093" y="183983"/>
                </a:lnTo>
                <a:lnTo>
                  <a:pt x="123563" y="185658"/>
                </a:lnTo>
                <a:lnTo>
                  <a:pt x="123347" y="190223"/>
                </a:lnTo>
                <a:lnTo>
                  <a:pt x="122657" y="188289"/>
                </a:lnTo>
              </a:path>
            </a:pathLst>
          </a:custGeom>
          <a:noFill/>
          <a:ln w="1939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Editable path 320"/>
          <p:cNvSpPr/>
          <p:nvPr/>
        </p:nvSpPr>
        <p:spPr>
          <a:xfrm>
            <a:off x="4282682" y="5745418"/>
            <a:ext cx="122787" cy="194825"/>
          </a:xfrm>
          <a:custGeom>
            <a:avLst/>
            <a:gdLst/>
            <a:ahLst/>
            <a:cxnLst/>
            <a:rect l="l" t="t" r="r" b="b"/>
            <a:pathLst>
              <a:path w="122787" h="194825">
                <a:moveTo>
                  <a:pt x="137" y="41703"/>
                </a:moveTo>
                <a:lnTo>
                  <a:pt x="0" y="0"/>
                </a:lnTo>
                <a:lnTo>
                  <a:pt x="1835" y="549"/>
                </a:lnTo>
                <a:lnTo>
                  <a:pt x="20324" y="8269"/>
                </a:lnTo>
                <a:lnTo>
                  <a:pt x="39358" y="20406"/>
                </a:lnTo>
                <a:lnTo>
                  <a:pt x="58434" y="37223"/>
                </a:lnTo>
                <a:lnTo>
                  <a:pt x="76695" y="58640"/>
                </a:lnTo>
                <a:lnTo>
                  <a:pt x="93177" y="84251"/>
                </a:lnTo>
                <a:lnTo>
                  <a:pt x="106165" y="111521"/>
                </a:lnTo>
                <a:lnTo>
                  <a:pt x="115857" y="140895"/>
                </a:lnTo>
                <a:lnTo>
                  <a:pt x="121362" y="169780"/>
                </a:lnTo>
                <a:lnTo>
                  <a:pt x="122787" y="194825"/>
                </a:lnTo>
              </a:path>
            </a:pathLst>
          </a:custGeom>
          <a:noFill/>
          <a:ln w="45849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Editable path 321"/>
          <p:cNvSpPr/>
          <p:nvPr/>
        </p:nvSpPr>
        <p:spPr>
          <a:xfrm>
            <a:off x="4282682" y="5745418"/>
            <a:ext cx="122787" cy="194825"/>
          </a:xfrm>
          <a:custGeom>
            <a:avLst/>
            <a:gdLst/>
            <a:ahLst/>
            <a:cxnLst/>
            <a:rect l="l" t="t" r="r" b="b"/>
            <a:pathLst>
              <a:path w="122787" h="194825">
                <a:moveTo>
                  <a:pt x="137" y="41703"/>
                </a:moveTo>
                <a:lnTo>
                  <a:pt x="0" y="0"/>
                </a:lnTo>
                <a:lnTo>
                  <a:pt x="1835" y="549"/>
                </a:lnTo>
                <a:lnTo>
                  <a:pt x="20324" y="8269"/>
                </a:lnTo>
                <a:lnTo>
                  <a:pt x="39358" y="20406"/>
                </a:lnTo>
                <a:lnTo>
                  <a:pt x="58434" y="37223"/>
                </a:lnTo>
                <a:lnTo>
                  <a:pt x="76695" y="58640"/>
                </a:lnTo>
                <a:lnTo>
                  <a:pt x="93177" y="84251"/>
                </a:lnTo>
                <a:lnTo>
                  <a:pt x="106165" y="111521"/>
                </a:lnTo>
                <a:lnTo>
                  <a:pt x="115857" y="140895"/>
                </a:lnTo>
                <a:lnTo>
                  <a:pt x="121362" y="169780"/>
                </a:lnTo>
                <a:lnTo>
                  <a:pt x="122787" y="194825"/>
                </a:lnTo>
              </a:path>
            </a:pathLst>
          </a:custGeom>
          <a:noFill/>
          <a:ln w="19397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Editable path 322"/>
          <p:cNvSpPr/>
          <p:nvPr/>
        </p:nvSpPr>
        <p:spPr>
          <a:xfrm>
            <a:off x="4370032" y="5817276"/>
            <a:ext cx="33925" cy="87128"/>
          </a:xfrm>
          <a:custGeom>
            <a:avLst/>
            <a:gdLst/>
            <a:ahLst/>
            <a:cxnLst/>
            <a:rect l="l" t="t" r="r" b="b"/>
            <a:pathLst>
              <a:path w="33925" h="87128">
                <a:moveTo>
                  <a:pt x="0" y="0"/>
                </a:moveTo>
                <a:lnTo>
                  <a:pt x="2605" y="4181"/>
                </a:lnTo>
                <a:lnTo>
                  <a:pt x="5132" y="8435"/>
                </a:lnTo>
                <a:lnTo>
                  <a:pt x="7580" y="12757"/>
                </a:lnTo>
                <a:lnTo>
                  <a:pt x="9944" y="17143"/>
                </a:lnTo>
                <a:lnTo>
                  <a:pt x="12223" y="21588"/>
                </a:lnTo>
                <a:lnTo>
                  <a:pt x="14414" y="26086"/>
                </a:lnTo>
                <a:lnTo>
                  <a:pt x="16514" y="30634"/>
                </a:lnTo>
                <a:lnTo>
                  <a:pt x="18522" y="35225"/>
                </a:lnTo>
                <a:lnTo>
                  <a:pt x="20434" y="39854"/>
                </a:lnTo>
                <a:lnTo>
                  <a:pt x="22248" y="44518"/>
                </a:lnTo>
                <a:lnTo>
                  <a:pt x="23964" y="49209"/>
                </a:lnTo>
                <a:lnTo>
                  <a:pt x="25578" y="53923"/>
                </a:lnTo>
                <a:lnTo>
                  <a:pt x="27089" y="58656"/>
                </a:lnTo>
                <a:lnTo>
                  <a:pt x="28497" y="63400"/>
                </a:lnTo>
                <a:lnTo>
                  <a:pt x="29798" y="68152"/>
                </a:lnTo>
                <a:lnTo>
                  <a:pt x="30993" y="72906"/>
                </a:lnTo>
                <a:lnTo>
                  <a:pt x="32080" y="77657"/>
                </a:lnTo>
                <a:lnTo>
                  <a:pt x="33057" y="82400"/>
                </a:lnTo>
                <a:lnTo>
                  <a:pt x="33925" y="87128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Editable path 323"/>
          <p:cNvSpPr/>
          <p:nvPr/>
        </p:nvSpPr>
        <p:spPr>
          <a:xfrm>
            <a:off x="4370032" y="5817276"/>
            <a:ext cx="33925" cy="87128"/>
          </a:xfrm>
          <a:custGeom>
            <a:avLst/>
            <a:gdLst/>
            <a:ahLst/>
            <a:cxnLst/>
            <a:rect l="l" t="t" r="r" b="b"/>
            <a:pathLst>
              <a:path w="33925" h="87128">
                <a:moveTo>
                  <a:pt x="0" y="0"/>
                </a:moveTo>
                <a:lnTo>
                  <a:pt x="2605" y="4181"/>
                </a:lnTo>
                <a:lnTo>
                  <a:pt x="5132" y="8435"/>
                </a:lnTo>
                <a:lnTo>
                  <a:pt x="7580" y="12757"/>
                </a:lnTo>
                <a:lnTo>
                  <a:pt x="9944" y="17143"/>
                </a:lnTo>
                <a:lnTo>
                  <a:pt x="12223" y="21588"/>
                </a:lnTo>
                <a:lnTo>
                  <a:pt x="14414" y="26086"/>
                </a:lnTo>
                <a:lnTo>
                  <a:pt x="16514" y="30634"/>
                </a:lnTo>
                <a:lnTo>
                  <a:pt x="18522" y="35225"/>
                </a:lnTo>
                <a:lnTo>
                  <a:pt x="20434" y="39854"/>
                </a:lnTo>
                <a:lnTo>
                  <a:pt x="22248" y="44518"/>
                </a:lnTo>
                <a:lnTo>
                  <a:pt x="23964" y="49209"/>
                </a:lnTo>
                <a:lnTo>
                  <a:pt x="25578" y="53923"/>
                </a:lnTo>
                <a:lnTo>
                  <a:pt x="27089" y="58656"/>
                </a:lnTo>
                <a:lnTo>
                  <a:pt x="28497" y="63400"/>
                </a:lnTo>
                <a:lnTo>
                  <a:pt x="29798" y="68152"/>
                </a:lnTo>
                <a:lnTo>
                  <a:pt x="30993" y="72906"/>
                </a:lnTo>
                <a:lnTo>
                  <a:pt x="32080" y="77657"/>
                </a:lnTo>
                <a:lnTo>
                  <a:pt x="33057" y="82400"/>
                </a:lnTo>
                <a:lnTo>
                  <a:pt x="33925" y="87128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Editable path 324"/>
          <p:cNvSpPr/>
          <p:nvPr/>
        </p:nvSpPr>
        <p:spPr>
          <a:xfrm>
            <a:off x="4398677" y="5877312"/>
            <a:ext cx="3596" cy="18447"/>
          </a:xfrm>
          <a:custGeom>
            <a:avLst/>
            <a:gdLst/>
            <a:ahLst/>
            <a:cxnLst/>
            <a:rect l="l" t="t" r="r" b="b"/>
            <a:pathLst>
              <a:path w="3596" h="18447">
                <a:moveTo>
                  <a:pt x="3435" y="17621"/>
                </a:moveTo>
                <a:lnTo>
                  <a:pt x="3552" y="18222"/>
                </a:lnTo>
                <a:lnTo>
                  <a:pt x="3596" y="18447"/>
                </a:lnTo>
                <a:lnTo>
                  <a:pt x="3566" y="18296"/>
                </a:lnTo>
                <a:lnTo>
                  <a:pt x="3463" y="17768"/>
                </a:lnTo>
                <a:lnTo>
                  <a:pt x="3287" y="16864"/>
                </a:lnTo>
                <a:lnTo>
                  <a:pt x="3038" y="15584"/>
                </a:lnTo>
                <a:lnTo>
                  <a:pt x="2715" y="13927"/>
                </a:lnTo>
                <a:lnTo>
                  <a:pt x="2318" y="11894"/>
                </a:lnTo>
                <a:lnTo>
                  <a:pt x="1849" y="9485"/>
                </a:lnTo>
                <a:lnTo>
                  <a:pt x="1306" y="6700"/>
                </a:lnTo>
                <a:lnTo>
                  <a:pt x="690" y="3538"/>
                </a:lnTo>
                <a:lnTo>
                  <a:pt x="0" y="0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Editable path 325"/>
          <p:cNvSpPr/>
          <p:nvPr/>
        </p:nvSpPr>
        <p:spPr>
          <a:xfrm>
            <a:off x="4398677" y="5877312"/>
            <a:ext cx="3596" cy="18447"/>
          </a:xfrm>
          <a:custGeom>
            <a:avLst/>
            <a:gdLst/>
            <a:ahLst/>
            <a:cxnLst/>
            <a:rect l="l" t="t" r="r" b="b"/>
            <a:pathLst>
              <a:path w="3596" h="18447">
                <a:moveTo>
                  <a:pt x="3435" y="17621"/>
                </a:moveTo>
                <a:lnTo>
                  <a:pt x="3552" y="18222"/>
                </a:lnTo>
                <a:lnTo>
                  <a:pt x="3596" y="18447"/>
                </a:lnTo>
                <a:lnTo>
                  <a:pt x="3566" y="18296"/>
                </a:lnTo>
                <a:lnTo>
                  <a:pt x="3463" y="17768"/>
                </a:lnTo>
                <a:lnTo>
                  <a:pt x="3287" y="16864"/>
                </a:lnTo>
                <a:lnTo>
                  <a:pt x="3038" y="15584"/>
                </a:lnTo>
                <a:lnTo>
                  <a:pt x="2715" y="13927"/>
                </a:lnTo>
                <a:lnTo>
                  <a:pt x="2318" y="11894"/>
                </a:lnTo>
                <a:lnTo>
                  <a:pt x="1849" y="9485"/>
                </a:lnTo>
                <a:lnTo>
                  <a:pt x="1306" y="6700"/>
                </a:lnTo>
                <a:lnTo>
                  <a:pt x="690" y="3538"/>
                </a:lnTo>
                <a:lnTo>
                  <a:pt x="0" y="0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Editable path 326"/>
          <p:cNvSpPr/>
          <p:nvPr/>
        </p:nvSpPr>
        <p:spPr>
          <a:xfrm>
            <a:off x="4360189" y="5816526"/>
            <a:ext cx="55387" cy="60786"/>
          </a:xfrm>
          <a:custGeom>
            <a:avLst/>
            <a:gdLst/>
            <a:ahLst/>
            <a:cxnLst/>
            <a:rect l="l" t="t" r="r" b="b"/>
            <a:pathLst>
              <a:path w="55387" h="60786">
                <a:moveTo>
                  <a:pt x="55387" y="0"/>
                </a:moveTo>
                <a:lnTo>
                  <a:pt x="38488" y="60786"/>
                </a:lnTo>
                <a:lnTo>
                  <a:pt x="0" y="10795"/>
                </a:lnTo>
                <a:lnTo>
                  <a:pt x="55387" y="0"/>
                </a:lnTo>
                <a:close/>
              </a:path>
            </a:pathLst>
          </a:custGeom>
          <a:solidFill>
            <a:srgbClr val="FF9500"/>
          </a:solidFill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Editable path 327"/>
          <p:cNvSpPr/>
          <p:nvPr/>
        </p:nvSpPr>
        <p:spPr>
          <a:xfrm>
            <a:off x="4360189" y="5816526"/>
            <a:ext cx="55387" cy="60786"/>
          </a:xfrm>
          <a:custGeom>
            <a:avLst/>
            <a:gdLst/>
            <a:ahLst/>
            <a:cxnLst/>
            <a:rect l="l" t="t" r="r" b="b"/>
            <a:pathLst>
              <a:path w="55387" h="60786">
                <a:moveTo>
                  <a:pt x="55387" y="0"/>
                </a:moveTo>
                <a:lnTo>
                  <a:pt x="38488" y="60786"/>
                </a:lnTo>
                <a:lnTo>
                  <a:pt x="0" y="10795"/>
                </a:lnTo>
                <a:lnTo>
                  <a:pt x="55387" y="0"/>
                </a:lnTo>
                <a:close/>
              </a:path>
            </a:pathLst>
          </a:custGeom>
          <a:solidFill>
            <a:srgbClr val="FF9500"/>
          </a:solidFill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Editable path 328"/>
          <p:cNvSpPr/>
          <p:nvPr/>
        </p:nvSpPr>
        <p:spPr>
          <a:xfrm>
            <a:off x="3534003" y="5469448"/>
            <a:ext cx="661167" cy="147016"/>
          </a:xfrm>
          <a:custGeom>
            <a:avLst/>
            <a:gdLst/>
            <a:ahLst/>
            <a:cxnLst/>
            <a:rect l="l" t="t" r="r" b="b"/>
            <a:pathLst>
              <a:path w="661167" h="147016">
                <a:moveTo>
                  <a:pt x="17987" y="147016"/>
                </a:moveTo>
                <a:lnTo>
                  <a:pt x="643180" y="147016"/>
                </a:lnTo>
                <a:lnTo>
                  <a:pt x="646053" y="146891"/>
                </a:lnTo>
                <a:lnTo>
                  <a:pt x="648676" y="146516"/>
                </a:lnTo>
                <a:lnTo>
                  <a:pt x="651049" y="145891"/>
                </a:lnTo>
                <a:lnTo>
                  <a:pt x="653172" y="145017"/>
                </a:lnTo>
                <a:lnTo>
                  <a:pt x="655046" y="143893"/>
                </a:lnTo>
                <a:lnTo>
                  <a:pt x="656670" y="142519"/>
                </a:lnTo>
                <a:lnTo>
                  <a:pt x="658044" y="140895"/>
                </a:lnTo>
                <a:lnTo>
                  <a:pt x="659168" y="139021"/>
                </a:lnTo>
                <a:lnTo>
                  <a:pt x="660042" y="136898"/>
                </a:lnTo>
                <a:lnTo>
                  <a:pt x="660667" y="134525"/>
                </a:lnTo>
                <a:lnTo>
                  <a:pt x="661042" y="131902"/>
                </a:lnTo>
                <a:lnTo>
                  <a:pt x="661167" y="129029"/>
                </a:lnTo>
                <a:lnTo>
                  <a:pt x="661167" y="17987"/>
                </a:lnTo>
                <a:lnTo>
                  <a:pt x="661042" y="15115"/>
                </a:lnTo>
                <a:lnTo>
                  <a:pt x="660667" y="12491"/>
                </a:lnTo>
                <a:lnTo>
                  <a:pt x="660042" y="10118"/>
                </a:lnTo>
                <a:lnTo>
                  <a:pt x="659168" y="7995"/>
                </a:lnTo>
                <a:lnTo>
                  <a:pt x="658044" y="6121"/>
                </a:lnTo>
                <a:lnTo>
                  <a:pt x="656670" y="4497"/>
                </a:lnTo>
                <a:lnTo>
                  <a:pt x="655046" y="3123"/>
                </a:lnTo>
                <a:lnTo>
                  <a:pt x="653172" y="1999"/>
                </a:lnTo>
                <a:lnTo>
                  <a:pt x="651049" y="1124"/>
                </a:lnTo>
                <a:lnTo>
                  <a:pt x="648676" y="500"/>
                </a:lnTo>
                <a:lnTo>
                  <a:pt x="646053" y="125"/>
                </a:lnTo>
                <a:lnTo>
                  <a:pt x="643180" y="0"/>
                </a:lnTo>
                <a:lnTo>
                  <a:pt x="17987" y="0"/>
                </a:lnTo>
                <a:lnTo>
                  <a:pt x="15114" y="125"/>
                </a:lnTo>
                <a:lnTo>
                  <a:pt x="12491" y="500"/>
                </a:lnTo>
                <a:lnTo>
                  <a:pt x="10117" y="1124"/>
                </a:lnTo>
                <a:lnTo>
                  <a:pt x="7994" y="1999"/>
                </a:lnTo>
                <a:lnTo>
                  <a:pt x="6120" y="3123"/>
                </a:lnTo>
                <a:lnTo>
                  <a:pt x="4496" y="4497"/>
                </a:lnTo>
                <a:lnTo>
                  <a:pt x="3122" y="6121"/>
                </a:lnTo>
                <a:lnTo>
                  <a:pt x="1998" y="7995"/>
                </a:lnTo>
                <a:lnTo>
                  <a:pt x="1124" y="10118"/>
                </a:lnTo>
                <a:lnTo>
                  <a:pt x="499" y="12491"/>
                </a:lnTo>
                <a:lnTo>
                  <a:pt x="125" y="15115"/>
                </a:lnTo>
                <a:lnTo>
                  <a:pt x="0" y="17987"/>
                </a:lnTo>
                <a:lnTo>
                  <a:pt x="0" y="129029"/>
                </a:lnTo>
                <a:lnTo>
                  <a:pt x="125" y="131902"/>
                </a:lnTo>
                <a:lnTo>
                  <a:pt x="499" y="134525"/>
                </a:lnTo>
                <a:lnTo>
                  <a:pt x="1124" y="136898"/>
                </a:lnTo>
                <a:lnTo>
                  <a:pt x="1998" y="139021"/>
                </a:lnTo>
                <a:lnTo>
                  <a:pt x="3122" y="140895"/>
                </a:lnTo>
                <a:lnTo>
                  <a:pt x="4496" y="142519"/>
                </a:lnTo>
                <a:lnTo>
                  <a:pt x="6120" y="143893"/>
                </a:lnTo>
                <a:lnTo>
                  <a:pt x="7994" y="145017"/>
                </a:lnTo>
                <a:lnTo>
                  <a:pt x="10117" y="145891"/>
                </a:lnTo>
                <a:lnTo>
                  <a:pt x="12491" y="146516"/>
                </a:lnTo>
                <a:lnTo>
                  <a:pt x="15114" y="146891"/>
                </a:lnTo>
                <a:lnTo>
                  <a:pt x="17987" y="147016"/>
                </a:lnTo>
                <a:close/>
              </a:path>
            </a:pathLst>
          </a:custGeom>
          <a:solidFill>
            <a:srgbClr val="FFF5C8"/>
          </a:solidFill>
          <a:ln w="1058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3551989" y="5473579"/>
            <a:ext cx="659524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0" i="0">
                <a:solidFill>
                  <a:srgbClr val="2B2B2B"/>
                </a:solidFill>
                <a:latin typeface="Times New Roman"/>
              </a:rPr>
              <a:t>Panel · rotate</a:t>
            </a:r>
          </a:p>
        </p:txBody>
      </p:sp>
      <p:sp>
        <p:nvSpPr>
          <p:cNvPr id="404" name="Editable path 329"/>
          <p:cNvSpPr/>
          <p:nvPr/>
        </p:nvSpPr>
        <p:spPr>
          <a:xfrm>
            <a:off x="4322803" y="6310331"/>
            <a:ext cx="718472" cy="113118"/>
          </a:xfrm>
          <a:custGeom>
            <a:avLst/>
            <a:gdLst/>
            <a:ahLst/>
            <a:cxnLst/>
            <a:rect l="l" t="t" r="r" b="b"/>
            <a:pathLst>
              <a:path w="718472" h="113118">
                <a:moveTo>
                  <a:pt x="0" y="0"/>
                </a:moveTo>
                <a:lnTo>
                  <a:pt x="718472" y="0"/>
                </a:lnTo>
                <a:lnTo>
                  <a:pt x="718472" y="113118"/>
                </a:lnTo>
                <a:lnTo>
                  <a:pt x="0" y="113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4331831" y="6299155"/>
            <a:ext cx="731557" cy="1354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8" b="0" i="0">
                <a:solidFill>
                  <a:srgbClr val="2B2B2B"/>
                </a:solidFill>
                <a:latin typeface="Times New Roman"/>
              </a:rPr>
              <a:t>45.0° measured</a:t>
            </a:r>
          </a:p>
        </p:txBody>
      </p:sp>
      <p:pic>
        <p:nvPicPr>
          <p:cNvPr id="406" name="Picture 40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316872" y="5438029"/>
            <a:ext cx="1558165" cy="988105"/>
          </a:xfrm>
          <a:prstGeom prst="rect">
            <a:avLst/>
          </a:prstGeom>
        </p:spPr>
      </p:pic>
      <p:sp>
        <p:nvSpPr>
          <p:cNvPr id="407" name="Editable path 330"/>
          <p:cNvSpPr/>
          <p:nvPr/>
        </p:nvSpPr>
        <p:spPr>
          <a:xfrm>
            <a:off x="6085280" y="5745970"/>
            <a:ext cx="124558" cy="190223"/>
          </a:xfrm>
          <a:custGeom>
            <a:avLst/>
            <a:gdLst/>
            <a:ahLst/>
            <a:cxnLst/>
            <a:rect l="l" t="t" r="r" b="b"/>
            <a:pathLst>
              <a:path w="124558" h="190223">
                <a:moveTo>
                  <a:pt x="89" y="41526"/>
                </a:moveTo>
                <a:lnTo>
                  <a:pt x="0" y="41578"/>
                </a:lnTo>
                <a:lnTo>
                  <a:pt x="717" y="39354"/>
                </a:lnTo>
                <a:lnTo>
                  <a:pt x="1203" y="1488"/>
                </a:lnTo>
                <a:lnTo>
                  <a:pt x="4552" y="0"/>
                </a:lnTo>
                <a:lnTo>
                  <a:pt x="13143" y="2813"/>
                </a:lnTo>
                <a:lnTo>
                  <a:pt x="25880" y="8950"/>
                </a:lnTo>
                <a:lnTo>
                  <a:pt x="50833" y="27507"/>
                </a:lnTo>
                <a:lnTo>
                  <a:pt x="52173" y="28673"/>
                </a:lnTo>
                <a:lnTo>
                  <a:pt x="76170" y="54684"/>
                </a:lnTo>
                <a:lnTo>
                  <a:pt x="98049" y="86545"/>
                </a:lnTo>
                <a:lnTo>
                  <a:pt x="103623" y="98248"/>
                </a:lnTo>
                <a:lnTo>
                  <a:pt x="112741" y="119672"/>
                </a:lnTo>
                <a:lnTo>
                  <a:pt x="114308" y="124899"/>
                </a:lnTo>
                <a:lnTo>
                  <a:pt x="124558" y="168178"/>
                </a:lnTo>
                <a:lnTo>
                  <a:pt x="123048" y="172890"/>
                </a:lnTo>
                <a:lnTo>
                  <a:pt x="122319" y="172370"/>
                </a:lnTo>
                <a:lnTo>
                  <a:pt x="121467" y="172959"/>
                </a:lnTo>
                <a:lnTo>
                  <a:pt x="122358" y="174284"/>
                </a:lnTo>
                <a:lnTo>
                  <a:pt x="124093" y="183983"/>
                </a:lnTo>
                <a:lnTo>
                  <a:pt x="123563" y="185658"/>
                </a:lnTo>
                <a:lnTo>
                  <a:pt x="123347" y="190223"/>
                </a:lnTo>
                <a:lnTo>
                  <a:pt x="122657" y="188289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Editable path 331"/>
          <p:cNvSpPr/>
          <p:nvPr/>
        </p:nvSpPr>
        <p:spPr>
          <a:xfrm>
            <a:off x="6085280" y="5745970"/>
            <a:ext cx="124558" cy="190223"/>
          </a:xfrm>
          <a:custGeom>
            <a:avLst/>
            <a:gdLst/>
            <a:ahLst/>
            <a:cxnLst/>
            <a:rect l="l" t="t" r="r" b="b"/>
            <a:pathLst>
              <a:path w="124558" h="190223">
                <a:moveTo>
                  <a:pt x="89" y="41526"/>
                </a:moveTo>
                <a:lnTo>
                  <a:pt x="0" y="41578"/>
                </a:lnTo>
                <a:lnTo>
                  <a:pt x="717" y="39354"/>
                </a:lnTo>
                <a:lnTo>
                  <a:pt x="1203" y="1488"/>
                </a:lnTo>
                <a:lnTo>
                  <a:pt x="4552" y="0"/>
                </a:lnTo>
                <a:lnTo>
                  <a:pt x="13143" y="2813"/>
                </a:lnTo>
                <a:lnTo>
                  <a:pt x="25880" y="8950"/>
                </a:lnTo>
                <a:lnTo>
                  <a:pt x="50833" y="27507"/>
                </a:lnTo>
                <a:lnTo>
                  <a:pt x="52173" y="28673"/>
                </a:lnTo>
                <a:lnTo>
                  <a:pt x="76170" y="54684"/>
                </a:lnTo>
                <a:lnTo>
                  <a:pt x="98049" y="86545"/>
                </a:lnTo>
                <a:lnTo>
                  <a:pt x="103623" y="98248"/>
                </a:lnTo>
                <a:lnTo>
                  <a:pt x="112741" y="119672"/>
                </a:lnTo>
                <a:lnTo>
                  <a:pt x="114308" y="124899"/>
                </a:lnTo>
                <a:lnTo>
                  <a:pt x="124558" y="168178"/>
                </a:lnTo>
                <a:lnTo>
                  <a:pt x="123048" y="172890"/>
                </a:lnTo>
                <a:lnTo>
                  <a:pt x="122319" y="172370"/>
                </a:lnTo>
                <a:lnTo>
                  <a:pt x="121467" y="172959"/>
                </a:lnTo>
                <a:lnTo>
                  <a:pt x="122358" y="174284"/>
                </a:lnTo>
                <a:lnTo>
                  <a:pt x="124093" y="183983"/>
                </a:lnTo>
                <a:lnTo>
                  <a:pt x="123563" y="185658"/>
                </a:lnTo>
                <a:lnTo>
                  <a:pt x="123347" y="190223"/>
                </a:lnTo>
                <a:lnTo>
                  <a:pt x="122657" y="188289"/>
                </a:lnTo>
              </a:path>
            </a:pathLst>
          </a:custGeom>
          <a:noFill/>
          <a:ln w="1939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Editable path 332"/>
          <p:cNvSpPr/>
          <p:nvPr/>
        </p:nvSpPr>
        <p:spPr>
          <a:xfrm>
            <a:off x="6086519" y="5745418"/>
            <a:ext cx="122787" cy="194825"/>
          </a:xfrm>
          <a:custGeom>
            <a:avLst/>
            <a:gdLst/>
            <a:ahLst/>
            <a:cxnLst/>
            <a:rect l="l" t="t" r="r" b="b"/>
            <a:pathLst>
              <a:path w="122787" h="194825">
                <a:moveTo>
                  <a:pt x="137" y="41703"/>
                </a:moveTo>
                <a:lnTo>
                  <a:pt x="0" y="0"/>
                </a:lnTo>
                <a:lnTo>
                  <a:pt x="1835" y="549"/>
                </a:lnTo>
                <a:lnTo>
                  <a:pt x="20323" y="8269"/>
                </a:lnTo>
                <a:lnTo>
                  <a:pt x="39358" y="20406"/>
                </a:lnTo>
                <a:lnTo>
                  <a:pt x="58435" y="37223"/>
                </a:lnTo>
                <a:lnTo>
                  <a:pt x="76695" y="58640"/>
                </a:lnTo>
                <a:lnTo>
                  <a:pt x="93177" y="84251"/>
                </a:lnTo>
                <a:lnTo>
                  <a:pt x="106165" y="111521"/>
                </a:lnTo>
                <a:lnTo>
                  <a:pt x="115857" y="140895"/>
                </a:lnTo>
                <a:lnTo>
                  <a:pt x="121362" y="169780"/>
                </a:lnTo>
                <a:lnTo>
                  <a:pt x="122787" y="194825"/>
                </a:lnTo>
              </a:path>
            </a:pathLst>
          </a:custGeom>
          <a:noFill/>
          <a:ln w="45849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Editable path 333"/>
          <p:cNvSpPr/>
          <p:nvPr/>
        </p:nvSpPr>
        <p:spPr>
          <a:xfrm>
            <a:off x="6086519" y="5745418"/>
            <a:ext cx="122787" cy="194825"/>
          </a:xfrm>
          <a:custGeom>
            <a:avLst/>
            <a:gdLst/>
            <a:ahLst/>
            <a:cxnLst/>
            <a:rect l="l" t="t" r="r" b="b"/>
            <a:pathLst>
              <a:path w="122787" h="194825">
                <a:moveTo>
                  <a:pt x="137" y="41703"/>
                </a:moveTo>
                <a:lnTo>
                  <a:pt x="0" y="0"/>
                </a:lnTo>
                <a:lnTo>
                  <a:pt x="1835" y="549"/>
                </a:lnTo>
                <a:lnTo>
                  <a:pt x="20323" y="8269"/>
                </a:lnTo>
                <a:lnTo>
                  <a:pt x="39358" y="20406"/>
                </a:lnTo>
                <a:lnTo>
                  <a:pt x="58435" y="37223"/>
                </a:lnTo>
                <a:lnTo>
                  <a:pt x="76695" y="58640"/>
                </a:lnTo>
                <a:lnTo>
                  <a:pt x="93177" y="84251"/>
                </a:lnTo>
                <a:lnTo>
                  <a:pt x="106165" y="111521"/>
                </a:lnTo>
                <a:lnTo>
                  <a:pt x="115857" y="140895"/>
                </a:lnTo>
                <a:lnTo>
                  <a:pt x="121362" y="169780"/>
                </a:lnTo>
                <a:lnTo>
                  <a:pt x="122787" y="194825"/>
                </a:lnTo>
              </a:path>
            </a:pathLst>
          </a:custGeom>
          <a:noFill/>
          <a:ln w="19397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Editable path 334"/>
          <p:cNvSpPr/>
          <p:nvPr/>
        </p:nvSpPr>
        <p:spPr>
          <a:xfrm>
            <a:off x="6186895" y="5845457"/>
            <a:ext cx="21021" cy="88816"/>
          </a:xfrm>
          <a:custGeom>
            <a:avLst/>
            <a:gdLst/>
            <a:ahLst/>
            <a:cxnLst/>
            <a:rect l="l" t="t" r="r" b="b"/>
            <a:pathLst>
              <a:path w="21021" h="88816">
                <a:moveTo>
                  <a:pt x="0" y="0"/>
                </a:moveTo>
                <a:lnTo>
                  <a:pt x="2036" y="4579"/>
                </a:lnTo>
                <a:lnTo>
                  <a:pt x="3977" y="9198"/>
                </a:lnTo>
                <a:lnTo>
                  <a:pt x="5822" y="13852"/>
                </a:lnTo>
                <a:lnTo>
                  <a:pt x="7569" y="18535"/>
                </a:lnTo>
                <a:lnTo>
                  <a:pt x="9215" y="23244"/>
                </a:lnTo>
                <a:lnTo>
                  <a:pt x="10759" y="27972"/>
                </a:lnTo>
                <a:lnTo>
                  <a:pt x="12199" y="32713"/>
                </a:lnTo>
                <a:lnTo>
                  <a:pt x="13534" y="37464"/>
                </a:lnTo>
                <a:lnTo>
                  <a:pt x="14763" y="42218"/>
                </a:lnTo>
                <a:lnTo>
                  <a:pt x="15884" y="46970"/>
                </a:lnTo>
                <a:lnTo>
                  <a:pt x="16896" y="51716"/>
                </a:lnTo>
                <a:lnTo>
                  <a:pt x="17800" y="56449"/>
                </a:lnTo>
                <a:lnTo>
                  <a:pt x="18593" y="61165"/>
                </a:lnTo>
                <a:lnTo>
                  <a:pt x="19276" y="65858"/>
                </a:lnTo>
                <a:lnTo>
                  <a:pt x="19847" y="70524"/>
                </a:lnTo>
                <a:lnTo>
                  <a:pt x="20308" y="75158"/>
                </a:lnTo>
                <a:lnTo>
                  <a:pt x="20657" y="79754"/>
                </a:lnTo>
                <a:lnTo>
                  <a:pt x="20895" y="84308"/>
                </a:lnTo>
                <a:lnTo>
                  <a:pt x="21021" y="88816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Editable path 335"/>
          <p:cNvSpPr/>
          <p:nvPr/>
        </p:nvSpPr>
        <p:spPr>
          <a:xfrm>
            <a:off x="6186895" y="5845457"/>
            <a:ext cx="21021" cy="88816"/>
          </a:xfrm>
          <a:custGeom>
            <a:avLst/>
            <a:gdLst/>
            <a:ahLst/>
            <a:cxnLst/>
            <a:rect l="l" t="t" r="r" b="b"/>
            <a:pathLst>
              <a:path w="21021" h="88816">
                <a:moveTo>
                  <a:pt x="0" y="0"/>
                </a:moveTo>
                <a:lnTo>
                  <a:pt x="2036" y="4579"/>
                </a:lnTo>
                <a:lnTo>
                  <a:pt x="3977" y="9198"/>
                </a:lnTo>
                <a:lnTo>
                  <a:pt x="5822" y="13852"/>
                </a:lnTo>
                <a:lnTo>
                  <a:pt x="7569" y="18535"/>
                </a:lnTo>
                <a:lnTo>
                  <a:pt x="9215" y="23244"/>
                </a:lnTo>
                <a:lnTo>
                  <a:pt x="10759" y="27972"/>
                </a:lnTo>
                <a:lnTo>
                  <a:pt x="12199" y="32713"/>
                </a:lnTo>
                <a:lnTo>
                  <a:pt x="13534" y="37464"/>
                </a:lnTo>
                <a:lnTo>
                  <a:pt x="14763" y="42218"/>
                </a:lnTo>
                <a:lnTo>
                  <a:pt x="15884" y="46970"/>
                </a:lnTo>
                <a:lnTo>
                  <a:pt x="16896" y="51716"/>
                </a:lnTo>
                <a:lnTo>
                  <a:pt x="17800" y="56449"/>
                </a:lnTo>
                <a:lnTo>
                  <a:pt x="18593" y="61165"/>
                </a:lnTo>
                <a:lnTo>
                  <a:pt x="19276" y="65858"/>
                </a:lnTo>
                <a:lnTo>
                  <a:pt x="19847" y="70524"/>
                </a:lnTo>
                <a:lnTo>
                  <a:pt x="20308" y="75158"/>
                </a:lnTo>
                <a:lnTo>
                  <a:pt x="20657" y="79754"/>
                </a:lnTo>
                <a:lnTo>
                  <a:pt x="20895" y="84308"/>
                </a:lnTo>
                <a:lnTo>
                  <a:pt x="21021" y="88816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Editable path 336"/>
          <p:cNvSpPr/>
          <p:nvPr/>
        </p:nvSpPr>
        <p:spPr>
          <a:xfrm>
            <a:off x="6206807" y="5906693"/>
            <a:ext cx="775" cy="19262"/>
          </a:xfrm>
          <a:custGeom>
            <a:avLst/>
            <a:gdLst/>
            <a:ahLst/>
            <a:cxnLst/>
            <a:rect l="l" t="t" r="r" b="b"/>
            <a:pathLst>
              <a:path w="775" h="19262">
                <a:moveTo>
                  <a:pt x="745" y="18518"/>
                </a:moveTo>
                <a:lnTo>
                  <a:pt x="768" y="19082"/>
                </a:lnTo>
                <a:lnTo>
                  <a:pt x="775" y="19262"/>
                </a:lnTo>
                <a:lnTo>
                  <a:pt x="767" y="19060"/>
                </a:lnTo>
                <a:lnTo>
                  <a:pt x="743" y="18474"/>
                </a:lnTo>
                <a:lnTo>
                  <a:pt x="704" y="17505"/>
                </a:lnTo>
                <a:lnTo>
                  <a:pt x="650" y="16154"/>
                </a:lnTo>
                <a:lnTo>
                  <a:pt x="580" y="14419"/>
                </a:lnTo>
                <a:lnTo>
                  <a:pt x="495" y="12301"/>
                </a:lnTo>
                <a:lnTo>
                  <a:pt x="394" y="9800"/>
                </a:lnTo>
                <a:lnTo>
                  <a:pt x="278" y="6917"/>
                </a:lnTo>
                <a:lnTo>
                  <a:pt x="147" y="3650"/>
                </a:lnTo>
                <a:lnTo>
                  <a:pt x="0" y="0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Editable path 337"/>
          <p:cNvSpPr/>
          <p:nvPr/>
        </p:nvSpPr>
        <p:spPr>
          <a:xfrm>
            <a:off x="6206807" y="5906693"/>
            <a:ext cx="775" cy="19262"/>
          </a:xfrm>
          <a:custGeom>
            <a:avLst/>
            <a:gdLst/>
            <a:ahLst/>
            <a:cxnLst/>
            <a:rect l="l" t="t" r="r" b="b"/>
            <a:pathLst>
              <a:path w="775" h="19262">
                <a:moveTo>
                  <a:pt x="745" y="18518"/>
                </a:moveTo>
                <a:lnTo>
                  <a:pt x="768" y="19082"/>
                </a:lnTo>
                <a:lnTo>
                  <a:pt x="775" y="19262"/>
                </a:lnTo>
                <a:lnTo>
                  <a:pt x="767" y="19060"/>
                </a:lnTo>
                <a:lnTo>
                  <a:pt x="743" y="18474"/>
                </a:lnTo>
                <a:lnTo>
                  <a:pt x="704" y="17505"/>
                </a:lnTo>
                <a:lnTo>
                  <a:pt x="650" y="16154"/>
                </a:lnTo>
                <a:lnTo>
                  <a:pt x="580" y="14419"/>
                </a:lnTo>
                <a:lnTo>
                  <a:pt x="495" y="12301"/>
                </a:lnTo>
                <a:lnTo>
                  <a:pt x="394" y="9800"/>
                </a:lnTo>
                <a:lnTo>
                  <a:pt x="278" y="6917"/>
                </a:lnTo>
                <a:lnTo>
                  <a:pt x="147" y="3650"/>
                </a:lnTo>
                <a:lnTo>
                  <a:pt x="0" y="0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Editable path 338"/>
          <p:cNvSpPr/>
          <p:nvPr/>
        </p:nvSpPr>
        <p:spPr>
          <a:xfrm>
            <a:off x="6176345" y="5849174"/>
            <a:ext cx="56384" cy="57519"/>
          </a:xfrm>
          <a:custGeom>
            <a:avLst/>
            <a:gdLst/>
            <a:ahLst/>
            <a:cxnLst/>
            <a:rect l="l" t="t" r="r" b="b"/>
            <a:pathLst>
              <a:path w="56384" h="57519">
                <a:moveTo>
                  <a:pt x="56384" y="0"/>
                </a:moveTo>
                <a:lnTo>
                  <a:pt x="30462" y="57519"/>
                </a:lnTo>
                <a:lnTo>
                  <a:pt x="0" y="2269"/>
                </a:lnTo>
                <a:lnTo>
                  <a:pt x="56384" y="0"/>
                </a:lnTo>
                <a:close/>
              </a:path>
            </a:pathLst>
          </a:custGeom>
          <a:solidFill>
            <a:srgbClr val="FF9500"/>
          </a:solidFill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Editable path 339"/>
          <p:cNvSpPr/>
          <p:nvPr/>
        </p:nvSpPr>
        <p:spPr>
          <a:xfrm>
            <a:off x="6176345" y="5849174"/>
            <a:ext cx="56384" cy="57519"/>
          </a:xfrm>
          <a:custGeom>
            <a:avLst/>
            <a:gdLst/>
            <a:ahLst/>
            <a:cxnLst/>
            <a:rect l="l" t="t" r="r" b="b"/>
            <a:pathLst>
              <a:path w="56384" h="57519">
                <a:moveTo>
                  <a:pt x="56384" y="0"/>
                </a:moveTo>
                <a:lnTo>
                  <a:pt x="30462" y="57519"/>
                </a:lnTo>
                <a:lnTo>
                  <a:pt x="0" y="2269"/>
                </a:lnTo>
                <a:lnTo>
                  <a:pt x="56384" y="0"/>
                </a:lnTo>
                <a:close/>
              </a:path>
            </a:pathLst>
          </a:custGeom>
          <a:solidFill>
            <a:srgbClr val="FF9500"/>
          </a:solidFill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Editable path 340"/>
          <p:cNvSpPr/>
          <p:nvPr/>
        </p:nvSpPr>
        <p:spPr>
          <a:xfrm>
            <a:off x="5337840" y="5469448"/>
            <a:ext cx="601651" cy="147016"/>
          </a:xfrm>
          <a:custGeom>
            <a:avLst/>
            <a:gdLst/>
            <a:ahLst/>
            <a:cxnLst/>
            <a:rect l="l" t="t" r="r" b="b"/>
            <a:pathLst>
              <a:path w="601651" h="147016">
                <a:moveTo>
                  <a:pt x="17987" y="147016"/>
                </a:moveTo>
                <a:lnTo>
                  <a:pt x="583664" y="147016"/>
                </a:lnTo>
                <a:lnTo>
                  <a:pt x="586537" y="146891"/>
                </a:lnTo>
                <a:lnTo>
                  <a:pt x="589160" y="146516"/>
                </a:lnTo>
                <a:lnTo>
                  <a:pt x="591533" y="145891"/>
                </a:lnTo>
                <a:lnTo>
                  <a:pt x="593656" y="145017"/>
                </a:lnTo>
                <a:lnTo>
                  <a:pt x="595530" y="143893"/>
                </a:lnTo>
                <a:lnTo>
                  <a:pt x="597154" y="142519"/>
                </a:lnTo>
                <a:lnTo>
                  <a:pt x="598528" y="140895"/>
                </a:lnTo>
                <a:lnTo>
                  <a:pt x="599652" y="139021"/>
                </a:lnTo>
                <a:lnTo>
                  <a:pt x="600527" y="136898"/>
                </a:lnTo>
                <a:lnTo>
                  <a:pt x="601151" y="134525"/>
                </a:lnTo>
                <a:lnTo>
                  <a:pt x="601526" y="131902"/>
                </a:lnTo>
                <a:lnTo>
                  <a:pt x="601651" y="129029"/>
                </a:lnTo>
                <a:lnTo>
                  <a:pt x="601651" y="17987"/>
                </a:lnTo>
                <a:lnTo>
                  <a:pt x="601526" y="15115"/>
                </a:lnTo>
                <a:lnTo>
                  <a:pt x="601151" y="12491"/>
                </a:lnTo>
                <a:lnTo>
                  <a:pt x="600527" y="10118"/>
                </a:lnTo>
                <a:lnTo>
                  <a:pt x="599652" y="7995"/>
                </a:lnTo>
                <a:lnTo>
                  <a:pt x="598528" y="6121"/>
                </a:lnTo>
                <a:lnTo>
                  <a:pt x="597154" y="4497"/>
                </a:lnTo>
                <a:lnTo>
                  <a:pt x="595530" y="3123"/>
                </a:lnTo>
                <a:lnTo>
                  <a:pt x="593656" y="1999"/>
                </a:lnTo>
                <a:lnTo>
                  <a:pt x="591533" y="1124"/>
                </a:lnTo>
                <a:lnTo>
                  <a:pt x="589160" y="500"/>
                </a:lnTo>
                <a:lnTo>
                  <a:pt x="586537" y="125"/>
                </a:lnTo>
                <a:lnTo>
                  <a:pt x="583664" y="0"/>
                </a:lnTo>
                <a:lnTo>
                  <a:pt x="17987" y="0"/>
                </a:lnTo>
                <a:lnTo>
                  <a:pt x="15114" y="125"/>
                </a:lnTo>
                <a:lnTo>
                  <a:pt x="12491" y="500"/>
                </a:lnTo>
                <a:lnTo>
                  <a:pt x="10117" y="1124"/>
                </a:lnTo>
                <a:lnTo>
                  <a:pt x="7994" y="1999"/>
                </a:lnTo>
                <a:lnTo>
                  <a:pt x="6120" y="3123"/>
                </a:lnTo>
                <a:lnTo>
                  <a:pt x="4496" y="4497"/>
                </a:lnTo>
                <a:lnTo>
                  <a:pt x="3122" y="6121"/>
                </a:lnTo>
                <a:lnTo>
                  <a:pt x="1998" y="7995"/>
                </a:lnTo>
                <a:lnTo>
                  <a:pt x="1124" y="10118"/>
                </a:lnTo>
                <a:lnTo>
                  <a:pt x="499" y="12491"/>
                </a:lnTo>
                <a:lnTo>
                  <a:pt x="125" y="15115"/>
                </a:lnTo>
                <a:lnTo>
                  <a:pt x="0" y="17987"/>
                </a:lnTo>
                <a:lnTo>
                  <a:pt x="0" y="129029"/>
                </a:lnTo>
                <a:lnTo>
                  <a:pt x="125" y="131902"/>
                </a:lnTo>
                <a:lnTo>
                  <a:pt x="499" y="134525"/>
                </a:lnTo>
                <a:lnTo>
                  <a:pt x="1124" y="136898"/>
                </a:lnTo>
                <a:lnTo>
                  <a:pt x="1998" y="139021"/>
                </a:lnTo>
                <a:lnTo>
                  <a:pt x="3122" y="140895"/>
                </a:lnTo>
                <a:lnTo>
                  <a:pt x="4496" y="142519"/>
                </a:lnTo>
                <a:lnTo>
                  <a:pt x="6120" y="143893"/>
                </a:lnTo>
                <a:lnTo>
                  <a:pt x="7994" y="145017"/>
                </a:lnTo>
                <a:lnTo>
                  <a:pt x="10117" y="145891"/>
                </a:lnTo>
                <a:lnTo>
                  <a:pt x="12491" y="146516"/>
                </a:lnTo>
                <a:lnTo>
                  <a:pt x="15114" y="146891"/>
                </a:lnTo>
                <a:lnTo>
                  <a:pt x="17987" y="147016"/>
                </a:lnTo>
                <a:close/>
              </a:path>
            </a:pathLst>
          </a:custGeom>
          <a:solidFill>
            <a:srgbClr val="FFF5C8"/>
          </a:solidFill>
          <a:ln w="1058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5355826" y="5473579"/>
            <a:ext cx="599687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0" i="0">
                <a:solidFill>
                  <a:srgbClr val="2B2B2B"/>
                </a:solidFill>
                <a:latin typeface="Times New Roman"/>
              </a:rPr>
              <a:t>Panel · hold</a:t>
            </a:r>
          </a:p>
        </p:txBody>
      </p:sp>
      <p:sp>
        <p:nvSpPr>
          <p:cNvPr id="419" name="Editable path 341"/>
          <p:cNvSpPr/>
          <p:nvPr/>
        </p:nvSpPr>
        <p:spPr>
          <a:xfrm>
            <a:off x="6126640" y="6310331"/>
            <a:ext cx="718472" cy="113118"/>
          </a:xfrm>
          <a:custGeom>
            <a:avLst/>
            <a:gdLst/>
            <a:ahLst/>
            <a:cxnLst/>
            <a:rect l="l" t="t" r="r" b="b"/>
            <a:pathLst>
              <a:path w="718472" h="113118">
                <a:moveTo>
                  <a:pt x="0" y="0"/>
                </a:moveTo>
                <a:lnTo>
                  <a:pt x="718472" y="0"/>
                </a:lnTo>
                <a:lnTo>
                  <a:pt x="718472" y="113118"/>
                </a:lnTo>
                <a:lnTo>
                  <a:pt x="0" y="113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TextBox 419"/>
          <p:cNvSpPr txBox="1"/>
          <p:nvPr/>
        </p:nvSpPr>
        <p:spPr>
          <a:xfrm>
            <a:off x="6135669" y="6299155"/>
            <a:ext cx="731558" cy="1354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8" b="0" i="0">
                <a:solidFill>
                  <a:srgbClr val="2B2B2B"/>
                </a:solidFill>
                <a:latin typeface="Times New Roman"/>
              </a:rPr>
              <a:t>88.3° measured</a:t>
            </a:r>
          </a:p>
        </p:txBody>
      </p:sp>
      <p:pic>
        <p:nvPicPr>
          <p:cNvPr id="421" name="Picture 420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120709" y="5438029"/>
            <a:ext cx="1558165" cy="988105"/>
          </a:xfrm>
          <a:prstGeom prst="rect">
            <a:avLst/>
          </a:prstGeom>
        </p:spPr>
      </p:pic>
      <p:sp>
        <p:nvSpPr>
          <p:cNvPr id="422" name="Editable path 342"/>
          <p:cNvSpPr/>
          <p:nvPr/>
        </p:nvSpPr>
        <p:spPr>
          <a:xfrm>
            <a:off x="7899453" y="5770414"/>
            <a:ext cx="18029" cy="41595"/>
          </a:xfrm>
          <a:custGeom>
            <a:avLst/>
            <a:gdLst/>
            <a:ahLst/>
            <a:cxnLst/>
            <a:rect l="l" t="t" r="r" b="b"/>
            <a:pathLst>
              <a:path w="18029" h="41595">
                <a:moveTo>
                  <a:pt x="501" y="41595"/>
                </a:moveTo>
                <a:lnTo>
                  <a:pt x="0" y="40576"/>
                </a:lnTo>
                <a:lnTo>
                  <a:pt x="155" y="40069"/>
                </a:lnTo>
                <a:lnTo>
                  <a:pt x="509" y="11676"/>
                </a:lnTo>
                <a:lnTo>
                  <a:pt x="56" y="0"/>
                </a:lnTo>
                <a:lnTo>
                  <a:pt x="1510" y="619"/>
                </a:lnTo>
                <a:lnTo>
                  <a:pt x="12070" y="5677"/>
                </a:lnTo>
                <a:lnTo>
                  <a:pt x="18029" y="9553"/>
                </a:lnTo>
                <a:lnTo>
                  <a:pt x="17807" y="9561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Editable path 343"/>
          <p:cNvSpPr/>
          <p:nvPr/>
        </p:nvSpPr>
        <p:spPr>
          <a:xfrm>
            <a:off x="7899453" y="5770414"/>
            <a:ext cx="18029" cy="41595"/>
          </a:xfrm>
          <a:custGeom>
            <a:avLst/>
            <a:gdLst/>
            <a:ahLst/>
            <a:cxnLst/>
            <a:rect l="l" t="t" r="r" b="b"/>
            <a:pathLst>
              <a:path w="18029" h="41595">
                <a:moveTo>
                  <a:pt x="501" y="41595"/>
                </a:moveTo>
                <a:lnTo>
                  <a:pt x="0" y="40576"/>
                </a:lnTo>
                <a:lnTo>
                  <a:pt x="155" y="40069"/>
                </a:lnTo>
                <a:lnTo>
                  <a:pt x="509" y="11676"/>
                </a:lnTo>
                <a:lnTo>
                  <a:pt x="56" y="0"/>
                </a:lnTo>
                <a:lnTo>
                  <a:pt x="1510" y="619"/>
                </a:lnTo>
                <a:lnTo>
                  <a:pt x="12070" y="5677"/>
                </a:lnTo>
                <a:lnTo>
                  <a:pt x="18029" y="9553"/>
                </a:lnTo>
                <a:lnTo>
                  <a:pt x="17807" y="9561"/>
                </a:lnTo>
              </a:path>
            </a:pathLst>
          </a:custGeom>
          <a:noFill/>
          <a:ln w="1939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Editable path 344"/>
          <p:cNvSpPr/>
          <p:nvPr/>
        </p:nvSpPr>
        <p:spPr>
          <a:xfrm>
            <a:off x="7899783" y="5770586"/>
            <a:ext cx="17830" cy="41275"/>
          </a:xfrm>
          <a:custGeom>
            <a:avLst/>
            <a:gdLst/>
            <a:ahLst/>
            <a:cxnLst/>
            <a:rect l="l" t="t" r="r" b="b"/>
            <a:pathLst>
              <a:path w="17830" h="41275">
                <a:moveTo>
                  <a:pt x="0" y="41275"/>
                </a:moveTo>
                <a:lnTo>
                  <a:pt x="0" y="0"/>
                </a:lnTo>
                <a:lnTo>
                  <a:pt x="1888" y="705"/>
                </a:lnTo>
                <a:lnTo>
                  <a:pt x="16601" y="8604"/>
                </a:lnTo>
                <a:lnTo>
                  <a:pt x="17830" y="9461"/>
                </a:lnTo>
              </a:path>
            </a:pathLst>
          </a:custGeom>
          <a:noFill/>
          <a:ln w="45849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Editable path 345"/>
          <p:cNvSpPr/>
          <p:nvPr/>
        </p:nvSpPr>
        <p:spPr>
          <a:xfrm>
            <a:off x="7899783" y="5770586"/>
            <a:ext cx="17830" cy="41275"/>
          </a:xfrm>
          <a:custGeom>
            <a:avLst/>
            <a:gdLst/>
            <a:ahLst/>
            <a:cxnLst/>
            <a:rect l="l" t="t" r="r" b="b"/>
            <a:pathLst>
              <a:path w="17830" h="41275">
                <a:moveTo>
                  <a:pt x="0" y="41275"/>
                </a:moveTo>
                <a:lnTo>
                  <a:pt x="0" y="0"/>
                </a:lnTo>
                <a:lnTo>
                  <a:pt x="1888" y="705"/>
                </a:lnTo>
                <a:lnTo>
                  <a:pt x="16601" y="8604"/>
                </a:lnTo>
                <a:lnTo>
                  <a:pt x="17830" y="9461"/>
                </a:lnTo>
              </a:path>
            </a:pathLst>
          </a:custGeom>
          <a:noFill/>
          <a:ln w="19397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Editable path 346"/>
          <p:cNvSpPr/>
          <p:nvPr/>
        </p:nvSpPr>
        <p:spPr>
          <a:xfrm>
            <a:off x="7871071" y="5764529"/>
            <a:ext cx="46128" cy="15418"/>
          </a:xfrm>
          <a:custGeom>
            <a:avLst/>
            <a:gdLst/>
            <a:ahLst/>
            <a:cxnLst/>
            <a:rect l="l" t="t" r="r" b="b"/>
            <a:pathLst>
              <a:path w="46128" h="15418">
                <a:moveTo>
                  <a:pt x="0" y="81"/>
                </a:moveTo>
                <a:lnTo>
                  <a:pt x="2302" y="0"/>
                </a:lnTo>
                <a:lnTo>
                  <a:pt x="4630" y="17"/>
                </a:lnTo>
                <a:lnTo>
                  <a:pt x="6983" y="134"/>
                </a:lnTo>
                <a:lnTo>
                  <a:pt x="9357" y="349"/>
                </a:lnTo>
                <a:lnTo>
                  <a:pt x="11752" y="664"/>
                </a:lnTo>
                <a:lnTo>
                  <a:pt x="14164" y="1079"/>
                </a:lnTo>
                <a:lnTo>
                  <a:pt x="16592" y="1594"/>
                </a:lnTo>
                <a:lnTo>
                  <a:pt x="19033" y="2208"/>
                </a:lnTo>
                <a:lnTo>
                  <a:pt x="21486" y="2921"/>
                </a:lnTo>
                <a:lnTo>
                  <a:pt x="23948" y="3734"/>
                </a:lnTo>
                <a:lnTo>
                  <a:pt x="26418" y="4646"/>
                </a:lnTo>
                <a:lnTo>
                  <a:pt x="28890" y="5656"/>
                </a:lnTo>
                <a:lnTo>
                  <a:pt x="31366" y="6764"/>
                </a:lnTo>
                <a:lnTo>
                  <a:pt x="33841" y="7969"/>
                </a:lnTo>
                <a:lnTo>
                  <a:pt x="36313" y="9270"/>
                </a:lnTo>
                <a:lnTo>
                  <a:pt x="38781" y="10667"/>
                </a:lnTo>
                <a:lnTo>
                  <a:pt x="41241" y="12158"/>
                </a:lnTo>
                <a:lnTo>
                  <a:pt x="43690" y="13742"/>
                </a:lnTo>
                <a:lnTo>
                  <a:pt x="46128" y="15418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Editable path 347"/>
          <p:cNvSpPr/>
          <p:nvPr/>
        </p:nvSpPr>
        <p:spPr>
          <a:xfrm>
            <a:off x="7871071" y="5764529"/>
            <a:ext cx="46128" cy="15418"/>
          </a:xfrm>
          <a:custGeom>
            <a:avLst/>
            <a:gdLst/>
            <a:ahLst/>
            <a:cxnLst/>
            <a:rect l="l" t="t" r="r" b="b"/>
            <a:pathLst>
              <a:path w="46128" h="15418">
                <a:moveTo>
                  <a:pt x="0" y="81"/>
                </a:moveTo>
                <a:lnTo>
                  <a:pt x="2302" y="0"/>
                </a:lnTo>
                <a:lnTo>
                  <a:pt x="4630" y="17"/>
                </a:lnTo>
                <a:lnTo>
                  <a:pt x="6983" y="134"/>
                </a:lnTo>
                <a:lnTo>
                  <a:pt x="9357" y="349"/>
                </a:lnTo>
                <a:lnTo>
                  <a:pt x="11752" y="664"/>
                </a:lnTo>
                <a:lnTo>
                  <a:pt x="14164" y="1079"/>
                </a:lnTo>
                <a:lnTo>
                  <a:pt x="16592" y="1594"/>
                </a:lnTo>
                <a:lnTo>
                  <a:pt x="19033" y="2208"/>
                </a:lnTo>
                <a:lnTo>
                  <a:pt x="21486" y="2921"/>
                </a:lnTo>
                <a:lnTo>
                  <a:pt x="23948" y="3734"/>
                </a:lnTo>
                <a:lnTo>
                  <a:pt x="26418" y="4646"/>
                </a:lnTo>
                <a:lnTo>
                  <a:pt x="28890" y="5656"/>
                </a:lnTo>
                <a:lnTo>
                  <a:pt x="31366" y="6764"/>
                </a:lnTo>
                <a:lnTo>
                  <a:pt x="33841" y="7969"/>
                </a:lnTo>
                <a:lnTo>
                  <a:pt x="36313" y="9270"/>
                </a:lnTo>
                <a:lnTo>
                  <a:pt x="38781" y="10667"/>
                </a:lnTo>
                <a:lnTo>
                  <a:pt x="41241" y="12158"/>
                </a:lnTo>
                <a:lnTo>
                  <a:pt x="43690" y="13742"/>
                </a:lnTo>
                <a:lnTo>
                  <a:pt x="46128" y="15418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Editable path 348"/>
          <p:cNvSpPr/>
          <p:nvPr/>
        </p:nvSpPr>
        <p:spPr>
          <a:xfrm>
            <a:off x="7894236" y="5764630"/>
            <a:ext cx="18323" cy="12222"/>
          </a:xfrm>
          <a:custGeom>
            <a:avLst/>
            <a:gdLst/>
            <a:ahLst/>
            <a:cxnLst/>
            <a:rect l="l" t="t" r="r" b="b"/>
            <a:pathLst>
              <a:path w="18323" h="12222">
                <a:moveTo>
                  <a:pt x="18076" y="12057"/>
                </a:moveTo>
                <a:lnTo>
                  <a:pt x="18323" y="12222"/>
                </a:lnTo>
                <a:lnTo>
                  <a:pt x="18252" y="12175"/>
                </a:lnTo>
                <a:lnTo>
                  <a:pt x="17862" y="11915"/>
                </a:lnTo>
                <a:lnTo>
                  <a:pt x="17153" y="11442"/>
                </a:lnTo>
                <a:lnTo>
                  <a:pt x="16125" y="10756"/>
                </a:lnTo>
                <a:lnTo>
                  <a:pt x="14779" y="9858"/>
                </a:lnTo>
                <a:lnTo>
                  <a:pt x="13113" y="8747"/>
                </a:lnTo>
                <a:lnTo>
                  <a:pt x="11128" y="7423"/>
                </a:lnTo>
                <a:lnTo>
                  <a:pt x="8825" y="5886"/>
                </a:lnTo>
                <a:lnTo>
                  <a:pt x="6202" y="4137"/>
                </a:lnTo>
                <a:lnTo>
                  <a:pt x="3261" y="2175"/>
                </a:lnTo>
                <a:lnTo>
                  <a:pt x="0" y="0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Editable path 349"/>
          <p:cNvSpPr/>
          <p:nvPr/>
        </p:nvSpPr>
        <p:spPr>
          <a:xfrm>
            <a:off x="7894236" y="5764630"/>
            <a:ext cx="18323" cy="12222"/>
          </a:xfrm>
          <a:custGeom>
            <a:avLst/>
            <a:gdLst/>
            <a:ahLst/>
            <a:cxnLst/>
            <a:rect l="l" t="t" r="r" b="b"/>
            <a:pathLst>
              <a:path w="18323" h="12222">
                <a:moveTo>
                  <a:pt x="18076" y="12057"/>
                </a:moveTo>
                <a:lnTo>
                  <a:pt x="18323" y="12222"/>
                </a:lnTo>
                <a:lnTo>
                  <a:pt x="18252" y="12175"/>
                </a:lnTo>
                <a:lnTo>
                  <a:pt x="17862" y="11915"/>
                </a:lnTo>
                <a:lnTo>
                  <a:pt x="17153" y="11442"/>
                </a:lnTo>
                <a:lnTo>
                  <a:pt x="16125" y="10756"/>
                </a:lnTo>
                <a:lnTo>
                  <a:pt x="14779" y="9858"/>
                </a:lnTo>
                <a:lnTo>
                  <a:pt x="13113" y="8747"/>
                </a:lnTo>
                <a:lnTo>
                  <a:pt x="11128" y="7423"/>
                </a:lnTo>
                <a:lnTo>
                  <a:pt x="8825" y="5886"/>
                </a:lnTo>
                <a:lnTo>
                  <a:pt x="6202" y="4137"/>
                </a:lnTo>
                <a:lnTo>
                  <a:pt x="3261" y="2175"/>
                </a:lnTo>
                <a:lnTo>
                  <a:pt x="0" y="0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Editable path 350"/>
          <p:cNvSpPr/>
          <p:nvPr/>
        </p:nvSpPr>
        <p:spPr>
          <a:xfrm>
            <a:off x="7831635" y="5709845"/>
            <a:ext cx="62601" cy="54785"/>
          </a:xfrm>
          <a:custGeom>
            <a:avLst/>
            <a:gdLst/>
            <a:ahLst/>
            <a:cxnLst/>
            <a:rect l="l" t="t" r="r" b="b"/>
            <a:pathLst>
              <a:path w="62601" h="54785">
                <a:moveTo>
                  <a:pt x="31313" y="0"/>
                </a:moveTo>
                <a:lnTo>
                  <a:pt x="62601" y="54785"/>
                </a:lnTo>
                <a:lnTo>
                  <a:pt x="0" y="46945"/>
                </a:lnTo>
                <a:lnTo>
                  <a:pt x="31313" y="0"/>
                </a:lnTo>
                <a:close/>
              </a:path>
            </a:pathLst>
          </a:custGeom>
          <a:solidFill>
            <a:srgbClr val="FF9500"/>
          </a:solidFill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Editable path 351"/>
          <p:cNvSpPr/>
          <p:nvPr/>
        </p:nvSpPr>
        <p:spPr>
          <a:xfrm>
            <a:off x="7831635" y="5709845"/>
            <a:ext cx="62601" cy="54785"/>
          </a:xfrm>
          <a:custGeom>
            <a:avLst/>
            <a:gdLst/>
            <a:ahLst/>
            <a:cxnLst/>
            <a:rect l="l" t="t" r="r" b="b"/>
            <a:pathLst>
              <a:path w="62601" h="54785">
                <a:moveTo>
                  <a:pt x="31313" y="0"/>
                </a:moveTo>
                <a:lnTo>
                  <a:pt x="62601" y="54785"/>
                </a:lnTo>
                <a:lnTo>
                  <a:pt x="0" y="46945"/>
                </a:lnTo>
                <a:lnTo>
                  <a:pt x="31313" y="0"/>
                </a:lnTo>
                <a:close/>
              </a:path>
            </a:pathLst>
          </a:custGeom>
          <a:solidFill>
            <a:srgbClr val="FF9500"/>
          </a:solidFill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Editable path 352"/>
          <p:cNvSpPr/>
          <p:nvPr/>
        </p:nvSpPr>
        <p:spPr>
          <a:xfrm>
            <a:off x="7141677" y="5469448"/>
            <a:ext cx="654278" cy="147016"/>
          </a:xfrm>
          <a:custGeom>
            <a:avLst/>
            <a:gdLst/>
            <a:ahLst/>
            <a:cxnLst/>
            <a:rect l="l" t="t" r="r" b="b"/>
            <a:pathLst>
              <a:path w="654278" h="147016">
                <a:moveTo>
                  <a:pt x="17987" y="147016"/>
                </a:moveTo>
                <a:lnTo>
                  <a:pt x="636292" y="147016"/>
                </a:lnTo>
                <a:lnTo>
                  <a:pt x="639164" y="146891"/>
                </a:lnTo>
                <a:lnTo>
                  <a:pt x="641788" y="146516"/>
                </a:lnTo>
                <a:lnTo>
                  <a:pt x="644161" y="145891"/>
                </a:lnTo>
                <a:lnTo>
                  <a:pt x="646284" y="145017"/>
                </a:lnTo>
                <a:lnTo>
                  <a:pt x="648158" y="143893"/>
                </a:lnTo>
                <a:lnTo>
                  <a:pt x="649782" y="142519"/>
                </a:lnTo>
                <a:lnTo>
                  <a:pt x="651156" y="140895"/>
                </a:lnTo>
                <a:lnTo>
                  <a:pt x="652280" y="139021"/>
                </a:lnTo>
                <a:lnTo>
                  <a:pt x="653154" y="136898"/>
                </a:lnTo>
                <a:lnTo>
                  <a:pt x="653779" y="134525"/>
                </a:lnTo>
                <a:lnTo>
                  <a:pt x="654153" y="131902"/>
                </a:lnTo>
                <a:lnTo>
                  <a:pt x="654278" y="129029"/>
                </a:lnTo>
                <a:lnTo>
                  <a:pt x="654278" y="17987"/>
                </a:lnTo>
                <a:lnTo>
                  <a:pt x="654153" y="15115"/>
                </a:lnTo>
                <a:lnTo>
                  <a:pt x="653779" y="12491"/>
                </a:lnTo>
                <a:lnTo>
                  <a:pt x="653154" y="10118"/>
                </a:lnTo>
                <a:lnTo>
                  <a:pt x="652280" y="7995"/>
                </a:lnTo>
                <a:lnTo>
                  <a:pt x="651156" y="6121"/>
                </a:lnTo>
                <a:lnTo>
                  <a:pt x="649782" y="4497"/>
                </a:lnTo>
                <a:lnTo>
                  <a:pt x="648158" y="3123"/>
                </a:lnTo>
                <a:lnTo>
                  <a:pt x="646284" y="1999"/>
                </a:lnTo>
                <a:lnTo>
                  <a:pt x="644161" y="1124"/>
                </a:lnTo>
                <a:lnTo>
                  <a:pt x="641788" y="500"/>
                </a:lnTo>
                <a:lnTo>
                  <a:pt x="639164" y="125"/>
                </a:lnTo>
                <a:lnTo>
                  <a:pt x="636292" y="0"/>
                </a:lnTo>
                <a:lnTo>
                  <a:pt x="17987" y="0"/>
                </a:lnTo>
                <a:lnTo>
                  <a:pt x="15114" y="125"/>
                </a:lnTo>
                <a:lnTo>
                  <a:pt x="12491" y="500"/>
                </a:lnTo>
                <a:lnTo>
                  <a:pt x="10117" y="1124"/>
                </a:lnTo>
                <a:lnTo>
                  <a:pt x="7994" y="1999"/>
                </a:lnTo>
                <a:lnTo>
                  <a:pt x="6120" y="3123"/>
                </a:lnTo>
                <a:lnTo>
                  <a:pt x="4496" y="4497"/>
                </a:lnTo>
                <a:lnTo>
                  <a:pt x="3122" y="6121"/>
                </a:lnTo>
                <a:lnTo>
                  <a:pt x="1998" y="7995"/>
                </a:lnTo>
                <a:lnTo>
                  <a:pt x="1124" y="10118"/>
                </a:lnTo>
                <a:lnTo>
                  <a:pt x="499" y="12491"/>
                </a:lnTo>
                <a:lnTo>
                  <a:pt x="125" y="15115"/>
                </a:lnTo>
                <a:lnTo>
                  <a:pt x="0" y="17987"/>
                </a:lnTo>
                <a:lnTo>
                  <a:pt x="0" y="129029"/>
                </a:lnTo>
                <a:lnTo>
                  <a:pt x="125" y="131902"/>
                </a:lnTo>
                <a:lnTo>
                  <a:pt x="499" y="134525"/>
                </a:lnTo>
                <a:lnTo>
                  <a:pt x="1124" y="136898"/>
                </a:lnTo>
                <a:lnTo>
                  <a:pt x="1998" y="139021"/>
                </a:lnTo>
                <a:lnTo>
                  <a:pt x="3122" y="140895"/>
                </a:lnTo>
                <a:lnTo>
                  <a:pt x="4496" y="142519"/>
                </a:lnTo>
                <a:lnTo>
                  <a:pt x="6120" y="143893"/>
                </a:lnTo>
                <a:lnTo>
                  <a:pt x="7994" y="145017"/>
                </a:lnTo>
                <a:lnTo>
                  <a:pt x="10117" y="145891"/>
                </a:lnTo>
                <a:lnTo>
                  <a:pt x="12491" y="146516"/>
                </a:lnTo>
                <a:lnTo>
                  <a:pt x="15114" y="146891"/>
                </a:lnTo>
                <a:lnTo>
                  <a:pt x="17987" y="147016"/>
                </a:lnTo>
                <a:close/>
              </a:path>
            </a:pathLst>
          </a:custGeom>
          <a:solidFill>
            <a:srgbClr val="FFF5C8"/>
          </a:solidFill>
          <a:ln w="1058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TextBox 432"/>
          <p:cNvSpPr txBox="1"/>
          <p:nvPr/>
        </p:nvSpPr>
        <p:spPr>
          <a:xfrm>
            <a:off x="7159664" y="5473579"/>
            <a:ext cx="652689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0" i="0">
                <a:solidFill>
                  <a:srgbClr val="2B2B2B"/>
                </a:solidFill>
                <a:latin typeface="Times New Roman"/>
              </a:rPr>
              <a:t>Crate · rotate</a:t>
            </a:r>
          </a:p>
        </p:txBody>
      </p:sp>
      <p:sp>
        <p:nvSpPr>
          <p:cNvPr id="434" name="Editable path 353"/>
          <p:cNvSpPr/>
          <p:nvPr/>
        </p:nvSpPr>
        <p:spPr>
          <a:xfrm>
            <a:off x="7930478" y="6310331"/>
            <a:ext cx="718471" cy="113118"/>
          </a:xfrm>
          <a:custGeom>
            <a:avLst/>
            <a:gdLst/>
            <a:ahLst/>
            <a:cxnLst/>
            <a:rect l="l" t="t" r="r" b="b"/>
            <a:pathLst>
              <a:path w="718471" h="113118">
                <a:moveTo>
                  <a:pt x="0" y="0"/>
                </a:moveTo>
                <a:lnTo>
                  <a:pt x="718471" y="0"/>
                </a:lnTo>
                <a:lnTo>
                  <a:pt x="718471" y="113118"/>
                </a:lnTo>
                <a:lnTo>
                  <a:pt x="0" y="113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7939506" y="6299155"/>
            <a:ext cx="731558" cy="1354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8" b="0" i="0">
                <a:solidFill>
                  <a:srgbClr val="2B2B2B"/>
                </a:solidFill>
                <a:latin typeface="Times New Roman"/>
              </a:rPr>
              <a:t>14.9° measured</a:t>
            </a:r>
          </a:p>
        </p:txBody>
      </p:sp>
      <p:pic>
        <p:nvPicPr>
          <p:cNvPr id="436" name="Picture 43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949824" y="5438029"/>
            <a:ext cx="1558164" cy="988105"/>
          </a:xfrm>
          <a:prstGeom prst="rect">
            <a:avLst/>
          </a:prstGeom>
        </p:spPr>
      </p:pic>
      <p:sp>
        <p:nvSpPr>
          <p:cNvPr id="437" name="Editable path 354"/>
          <p:cNvSpPr/>
          <p:nvPr/>
        </p:nvSpPr>
        <p:spPr>
          <a:xfrm>
            <a:off x="9728769" y="5849206"/>
            <a:ext cx="3899" cy="32016"/>
          </a:xfrm>
          <a:custGeom>
            <a:avLst/>
            <a:gdLst/>
            <a:ahLst/>
            <a:cxnLst/>
            <a:rect l="l" t="t" r="r" b="b"/>
            <a:pathLst>
              <a:path w="3899" h="32016">
                <a:moveTo>
                  <a:pt x="140" y="32016"/>
                </a:moveTo>
                <a:lnTo>
                  <a:pt x="43" y="31302"/>
                </a:lnTo>
                <a:lnTo>
                  <a:pt x="232" y="30309"/>
                </a:lnTo>
                <a:lnTo>
                  <a:pt x="0" y="25903"/>
                </a:lnTo>
                <a:lnTo>
                  <a:pt x="125" y="0"/>
                </a:lnTo>
                <a:lnTo>
                  <a:pt x="1749" y="1028"/>
                </a:lnTo>
                <a:lnTo>
                  <a:pt x="3804" y="2401"/>
                </a:lnTo>
                <a:lnTo>
                  <a:pt x="3899" y="2563"/>
                </a:lnTo>
                <a:lnTo>
                  <a:pt x="3661" y="2166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Editable path 355"/>
          <p:cNvSpPr/>
          <p:nvPr/>
        </p:nvSpPr>
        <p:spPr>
          <a:xfrm>
            <a:off x="9728769" y="5849206"/>
            <a:ext cx="3899" cy="32016"/>
          </a:xfrm>
          <a:custGeom>
            <a:avLst/>
            <a:gdLst/>
            <a:ahLst/>
            <a:cxnLst/>
            <a:rect l="l" t="t" r="r" b="b"/>
            <a:pathLst>
              <a:path w="3899" h="32016">
                <a:moveTo>
                  <a:pt x="140" y="32016"/>
                </a:moveTo>
                <a:lnTo>
                  <a:pt x="43" y="31302"/>
                </a:lnTo>
                <a:lnTo>
                  <a:pt x="232" y="30309"/>
                </a:lnTo>
                <a:lnTo>
                  <a:pt x="0" y="25903"/>
                </a:lnTo>
                <a:lnTo>
                  <a:pt x="125" y="0"/>
                </a:lnTo>
                <a:lnTo>
                  <a:pt x="1749" y="1028"/>
                </a:lnTo>
                <a:lnTo>
                  <a:pt x="3804" y="2401"/>
                </a:lnTo>
                <a:lnTo>
                  <a:pt x="3899" y="2563"/>
                </a:lnTo>
                <a:lnTo>
                  <a:pt x="3661" y="2166"/>
                </a:lnTo>
              </a:path>
            </a:pathLst>
          </a:custGeom>
          <a:noFill/>
          <a:ln w="1939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Editable path 356"/>
          <p:cNvSpPr/>
          <p:nvPr/>
        </p:nvSpPr>
        <p:spPr>
          <a:xfrm>
            <a:off x="9728903" y="5849106"/>
            <a:ext cx="4323" cy="31974"/>
          </a:xfrm>
          <a:custGeom>
            <a:avLst/>
            <a:gdLst/>
            <a:ahLst/>
            <a:cxnLst/>
            <a:rect l="l" t="t" r="r" b="b"/>
            <a:pathLst>
              <a:path w="4323" h="31974">
                <a:moveTo>
                  <a:pt x="0" y="31974"/>
                </a:moveTo>
                <a:lnTo>
                  <a:pt x="0" y="0"/>
                </a:lnTo>
                <a:lnTo>
                  <a:pt x="1896" y="911"/>
                </a:lnTo>
                <a:lnTo>
                  <a:pt x="4323" y="2494"/>
                </a:lnTo>
              </a:path>
            </a:pathLst>
          </a:custGeom>
          <a:noFill/>
          <a:ln w="45849">
            <a:solidFill>
              <a:srgbClr val="FFFF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Editable path 357"/>
          <p:cNvSpPr/>
          <p:nvPr/>
        </p:nvSpPr>
        <p:spPr>
          <a:xfrm>
            <a:off x="9728903" y="5849106"/>
            <a:ext cx="4323" cy="31974"/>
          </a:xfrm>
          <a:custGeom>
            <a:avLst/>
            <a:gdLst/>
            <a:ahLst/>
            <a:cxnLst/>
            <a:rect l="l" t="t" r="r" b="b"/>
            <a:pathLst>
              <a:path w="4323" h="31974">
                <a:moveTo>
                  <a:pt x="0" y="31974"/>
                </a:moveTo>
                <a:lnTo>
                  <a:pt x="0" y="0"/>
                </a:lnTo>
                <a:lnTo>
                  <a:pt x="1896" y="911"/>
                </a:lnTo>
                <a:lnTo>
                  <a:pt x="4323" y="2494"/>
                </a:lnTo>
              </a:path>
            </a:pathLst>
          </a:custGeom>
          <a:noFill/>
          <a:ln w="19397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Editable path 358"/>
          <p:cNvSpPr/>
          <p:nvPr/>
        </p:nvSpPr>
        <p:spPr>
          <a:xfrm>
            <a:off x="9695758" y="5837983"/>
            <a:ext cx="36662" cy="13399"/>
          </a:xfrm>
          <a:custGeom>
            <a:avLst/>
            <a:gdLst/>
            <a:ahLst/>
            <a:cxnLst/>
            <a:rect l="l" t="t" r="r" b="b"/>
            <a:pathLst>
              <a:path w="36662" h="13399">
                <a:moveTo>
                  <a:pt x="0" y="0"/>
                </a:moveTo>
                <a:lnTo>
                  <a:pt x="1858" y="18"/>
                </a:lnTo>
                <a:lnTo>
                  <a:pt x="3734" y="114"/>
                </a:lnTo>
                <a:lnTo>
                  <a:pt x="5625" y="289"/>
                </a:lnTo>
                <a:lnTo>
                  <a:pt x="7531" y="541"/>
                </a:lnTo>
                <a:lnTo>
                  <a:pt x="9449" y="871"/>
                </a:lnTo>
                <a:lnTo>
                  <a:pt x="11377" y="1277"/>
                </a:lnTo>
                <a:lnTo>
                  <a:pt x="13316" y="1762"/>
                </a:lnTo>
                <a:lnTo>
                  <a:pt x="15261" y="2323"/>
                </a:lnTo>
                <a:lnTo>
                  <a:pt x="17213" y="2961"/>
                </a:lnTo>
                <a:lnTo>
                  <a:pt x="19168" y="3674"/>
                </a:lnTo>
                <a:lnTo>
                  <a:pt x="21126" y="4463"/>
                </a:lnTo>
                <a:lnTo>
                  <a:pt x="23084" y="5327"/>
                </a:lnTo>
                <a:lnTo>
                  <a:pt x="25041" y="6265"/>
                </a:lnTo>
                <a:lnTo>
                  <a:pt x="26995" y="7276"/>
                </a:lnTo>
                <a:lnTo>
                  <a:pt x="28945" y="8360"/>
                </a:lnTo>
                <a:lnTo>
                  <a:pt x="30888" y="9515"/>
                </a:lnTo>
                <a:lnTo>
                  <a:pt x="32824" y="10740"/>
                </a:lnTo>
                <a:lnTo>
                  <a:pt x="34749" y="12036"/>
                </a:lnTo>
                <a:lnTo>
                  <a:pt x="36662" y="13399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Editable path 359"/>
          <p:cNvSpPr/>
          <p:nvPr/>
        </p:nvSpPr>
        <p:spPr>
          <a:xfrm>
            <a:off x="9695758" y="5837983"/>
            <a:ext cx="36662" cy="13399"/>
          </a:xfrm>
          <a:custGeom>
            <a:avLst/>
            <a:gdLst/>
            <a:ahLst/>
            <a:cxnLst/>
            <a:rect l="l" t="t" r="r" b="b"/>
            <a:pathLst>
              <a:path w="36662" h="13399">
                <a:moveTo>
                  <a:pt x="0" y="0"/>
                </a:moveTo>
                <a:lnTo>
                  <a:pt x="1858" y="18"/>
                </a:lnTo>
                <a:lnTo>
                  <a:pt x="3734" y="114"/>
                </a:lnTo>
                <a:lnTo>
                  <a:pt x="5625" y="289"/>
                </a:lnTo>
                <a:lnTo>
                  <a:pt x="7531" y="541"/>
                </a:lnTo>
                <a:lnTo>
                  <a:pt x="9449" y="871"/>
                </a:lnTo>
                <a:lnTo>
                  <a:pt x="11377" y="1277"/>
                </a:lnTo>
                <a:lnTo>
                  <a:pt x="13316" y="1762"/>
                </a:lnTo>
                <a:lnTo>
                  <a:pt x="15261" y="2323"/>
                </a:lnTo>
                <a:lnTo>
                  <a:pt x="17213" y="2961"/>
                </a:lnTo>
                <a:lnTo>
                  <a:pt x="19168" y="3674"/>
                </a:lnTo>
                <a:lnTo>
                  <a:pt x="21126" y="4463"/>
                </a:lnTo>
                <a:lnTo>
                  <a:pt x="23084" y="5327"/>
                </a:lnTo>
                <a:lnTo>
                  <a:pt x="25041" y="6265"/>
                </a:lnTo>
                <a:lnTo>
                  <a:pt x="26995" y="7276"/>
                </a:lnTo>
                <a:lnTo>
                  <a:pt x="28945" y="8360"/>
                </a:lnTo>
                <a:lnTo>
                  <a:pt x="30888" y="9515"/>
                </a:lnTo>
                <a:lnTo>
                  <a:pt x="32824" y="10740"/>
                </a:lnTo>
                <a:lnTo>
                  <a:pt x="34749" y="12036"/>
                </a:lnTo>
                <a:lnTo>
                  <a:pt x="36662" y="13399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Editable path 360"/>
          <p:cNvSpPr/>
          <p:nvPr/>
        </p:nvSpPr>
        <p:spPr>
          <a:xfrm>
            <a:off x="9709729" y="5835667"/>
            <a:ext cx="19015" cy="13169"/>
          </a:xfrm>
          <a:custGeom>
            <a:avLst/>
            <a:gdLst/>
            <a:ahLst/>
            <a:cxnLst/>
            <a:rect l="l" t="t" r="r" b="b"/>
            <a:pathLst>
              <a:path w="19015" h="13169">
                <a:moveTo>
                  <a:pt x="18853" y="13056"/>
                </a:moveTo>
                <a:lnTo>
                  <a:pt x="19015" y="13169"/>
                </a:lnTo>
                <a:lnTo>
                  <a:pt x="18862" y="13063"/>
                </a:lnTo>
                <a:lnTo>
                  <a:pt x="18394" y="12739"/>
                </a:lnTo>
                <a:lnTo>
                  <a:pt x="17611" y="12197"/>
                </a:lnTo>
                <a:lnTo>
                  <a:pt x="16513" y="11436"/>
                </a:lnTo>
                <a:lnTo>
                  <a:pt x="15099" y="10457"/>
                </a:lnTo>
                <a:lnTo>
                  <a:pt x="13371" y="9260"/>
                </a:lnTo>
                <a:lnTo>
                  <a:pt x="11327" y="7844"/>
                </a:lnTo>
                <a:lnTo>
                  <a:pt x="8968" y="6211"/>
                </a:lnTo>
                <a:lnTo>
                  <a:pt x="6294" y="4358"/>
                </a:lnTo>
                <a:lnTo>
                  <a:pt x="3305" y="2288"/>
                </a:lnTo>
                <a:lnTo>
                  <a:pt x="0" y="0"/>
                </a:lnTo>
              </a:path>
            </a:pathLst>
          </a:custGeom>
          <a:noFill/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Editable path 361"/>
          <p:cNvSpPr/>
          <p:nvPr/>
        </p:nvSpPr>
        <p:spPr>
          <a:xfrm>
            <a:off x="9709729" y="5835667"/>
            <a:ext cx="19015" cy="13169"/>
          </a:xfrm>
          <a:custGeom>
            <a:avLst/>
            <a:gdLst/>
            <a:ahLst/>
            <a:cxnLst/>
            <a:rect l="l" t="t" r="r" b="b"/>
            <a:pathLst>
              <a:path w="19015" h="13169">
                <a:moveTo>
                  <a:pt x="18853" y="13056"/>
                </a:moveTo>
                <a:lnTo>
                  <a:pt x="19015" y="13169"/>
                </a:lnTo>
                <a:lnTo>
                  <a:pt x="18862" y="13063"/>
                </a:lnTo>
                <a:lnTo>
                  <a:pt x="18394" y="12739"/>
                </a:lnTo>
                <a:lnTo>
                  <a:pt x="17611" y="12197"/>
                </a:lnTo>
                <a:lnTo>
                  <a:pt x="16513" y="11436"/>
                </a:lnTo>
                <a:lnTo>
                  <a:pt x="15099" y="10457"/>
                </a:lnTo>
                <a:lnTo>
                  <a:pt x="13371" y="9260"/>
                </a:lnTo>
                <a:lnTo>
                  <a:pt x="11327" y="7844"/>
                </a:lnTo>
                <a:lnTo>
                  <a:pt x="8968" y="6211"/>
                </a:lnTo>
                <a:lnTo>
                  <a:pt x="6294" y="4358"/>
                </a:lnTo>
                <a:lnTo>
                  <a:pt x="3305" y="2288"/>
                </a:lnTo>
                <a:lnTo>
                  <a:pt x="0" y="0"/>
                </a:lnTo>
              </a:path>
            </a:pathLst>
          </a:custGeom>
          <a:noFill/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Editable path 362"/>
          <p:cNvSpPr/>
          <p:nvPr/>
        </p:nvSpPr>
        <p:spPr>
          <a:xfrm>
            <a:off x="9647275" y="5780341"/>
            <a:ext cx="62454" cy="55326"/>
          </a:xfrm>
          <a:custGeom>
            <a:avLst/>
            <a:gdLst/>
            <a:ahLst/>
            <a:cxnLst/>
            <a:rect l="l" t="t" r="r" b="b"/>
            <a:pathLst>
              <a:path w="62454" h="55326">
                <a:moveTo>
                  <a:pt x="32130" y="0"/>
                </a:moveTo>
                <a:lnTo>
                  <a:pt x="62454" y="55326"/>
                </a:lnTo>
                <a:lnTo>
                  <a:pt x="0" y="46390"/>
                </a:lnTo>
                <a:lnTo>
                  <a:pt x="32130" y="0"/>
                </a:lnTo>
                <a:close/>
              </a:path>
            </a:pathLst>
          </a:custGeom>
          <a:solidFill>
            <a:srgbClr val="FF9500"/>
          </a:solidFill>
          <a:ln w="45849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Editable path 363"/>
          <p:cNvSpPr/>
          <p:nvPr/>
        </p:nvSpPr>
        <p:spPr>
          <a:xfrm>
            <a:off x="9647275" y="5780341"/>
            <a:ext cx="62454" cy="55326"/>
          </a:xfrm>
          <a:custGeom>
            <a:avLst/>
            <a:gdLst/>
            <a:ahLst/>
            <a:cxnLst/>
            <a:rect l="l" t="t" r="r" b="b"/>
            <a:pathLst>
              <a:path w="62454" h="55326">
                <a:moveTo>
                  <a:pt x="32130" y="0"/>
                </a:moveTo>
                <a:lnTo>
                  <a:pt x="62454" y="55326"/>
                </a:lnTo>
                <a:lnTo>
                  <a:pt x="0" y="46390"/>
                </a:lnTo>
                <a:lnTo>
                  <a:pt x="32130" y="0"/>
                </a:lnTo>
                <a:close/>
              </a:path>
            </a:pathLst>
          </a:custGeom>
          <a:solidFill>
            <a:srgbClr val="FF9500"/>
          </a:solidFill>
          <a:ln w="2468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Editable path 364"/>
          <p:cNvSpPr/>
          <p:nvPr/>
        </p:nvSpPr>
        <p:spPr>
          <a:xfrm>
            <a:off x="8970791" y="5469448"/>
            <a:ext cx="674118" cy="147016"/>
          </a:xfrm>
          <a:custGeom>
            <a:avLst/>
            <a:gdLst/>
            <a:ahLst/>
            <a:cxnLst/>
            <a:rect l="l" t="t" r="r" b="b"/>
            <a:pathLst>
              <a:path w="674118" h="147016">
                <a:moveTo>
                  <a:pt x="17987" y="147016"/>
                </a:moveTo>
                <a:lnTo>
                  <a:pt x="656130" y="147016"/>
                </a:lnTo>
                <a:lnTo>
                  <a:pt x="659003" y="146891"/>
                </a:lnTo>
                <a:lnTo>
                  <a:pt x="661626" y="146516"/>
                </a:lnTo>
                <a:lnTo>
                  <a:pt x="664000" y="145891"/>
                </a:lnTo>
                <a:lnTo>
                  <a:pt x="666123" y="145017"/>
                </a:lnTo>
                <a:lnTo>
                  <a:pt x="667997" y="143893"/>
                </a:lnTo>
                <a:lnTo>
                  <a:pt x="669621" y="142519"/>
                </a:lnTo>
                <a:lnTo>
                  <a:pt x="670995" y="140895"/>
                </a:lnTo>
                <a:lnTo>
                  <a:pt x="672119" y="139021"/>
                </a:lnTo>
                <a:lnTo>
                  <a:pt x="672994" y="136898"/>
                </a:lnTo>
                <a:lnTo>
                  <a:pt x="673618" y="134525"/>
                </a:lnTo>
                <a:lnTo>
                  <a:pt x="673993" y="131902"/>
                </a:lnTo>
                <a:lnTo>
                  <a:pt x="674118" y="129029"/>
                </a:lnTo>
                <a:lnTo>
                  <a:pt x="674118" y="17987"/>
                </a:lnTo>
                <a:lnTo>
                  <a:pt x="673993" y="15115"/>
                </a:lnTo>
                <a:lnTo>
                  <a:pt x="673618" y="12491"/>
                </a:lnTo>
                <a:lnTo>
                  <a:pt x="672994" y="10118"/>
                </a:lnTo>
                <a:lnTo>
                  <a:pt x="672119" y="7995"/>
                </a:lnTo>
                <a:lnTo>
                  <a:pt x="670995" y="6121"/>
                </a:lnTo>
                <a:lnTo>
                  <a:pt x="669621" y="4497"/>
                </a:lnTo>
                <a:lnTo>
                  <a:pt x="667997" y="3123"/>
                </a:lnTo>
                <a:lnTo>
                  <a:pt x="666123" y="1999"/>
                </a:lnTo>
                <a:lnTo>
                  <a:pt x="664000" y="1124"/>
                </a:lnTo>
                <a:lnTo>
                  <a:pt x="661626" y="500"/>
                </a:lnTo>
                <a:lnTo>
                  <a:pt x="659003" y="125"/>
                </a:lnTo>
                <a:lnTo>
                  <a:pt x="656130" y="0"/>
                </a:lnTo>
                <a:lnTo>
                  <a:pt x="17987" y="0"/>
                </a:lnTo>
                <a:lnTo>
                  <a:pt x="15114" y="125"/>
                </a:lnTo>
                <a:lnTo>
                  <a:pt x="12491" y="500"/>
                </a:lnTo>
                <a:lnTo>
                  <a:pt x="10118" y="1124"/>
                </a:lnTo>
                <a:lnTo>
                  <a:pt x="7995" y="1999"/>
                </a:lnTo>
                <a:lnTo>
                  <a:pt x="6121" y="3123"/>
                </a:lnTo>
                <a:lnTo>
                  <a:pt x="4497" y="4497"/>
                </a:lnTo>
                <a:lnTo>
                  <a:pt x="3123" y="6121"/>
                </a:lnTo>
                <a:lnTo>
                  <a:pt x="1999" y="7995"/>
                </a:lnTo>
                <a:lnTo>
                  <a:pt x="1125" y="10118"/>
                </a:lnTo>
                <a:lnTo>
                  <a:pt x="500" y="12491"/>
                </a:lnTo>
                <a:lnTo>
                  <a:pt x="125" y="15115"/>
                </a:lnTo>
                <a:lnTo>
                  <a:pt x="0" y="17987"/>
                </a:lnTo>
                <a:lnTo>
                  <a:pt x="0" y="129029"/>
                </a:lnTo>
                <a:lnTo>
                  <a:pt x="125" y="131902"/>
                </a:lnTo>
                <a:lnTo>
                  <a:pt x="500" y="134525"/>
                </a:lnTo>
                <a:lnTo>
                  <a:pt x="1125" y="136898"/>
                </a:lnTo>
                <a:lnTo>
                  <a:pt x="1999" y="139021"/>
                </a:lnTo>
                <a:lnTo>
                  <a:pt x="3123" y="140895"/>
                </a:lnTo>
                <a:lnTo>
                  <a:pt x="4497" y="142519"/>
                </a:lnTo>
                <a:lnTo>
                  <a:pt x="6121" y="143893"/>
                </a:lnTo>
                <a:lnTo>
                  <a:pt x="7995" y="145017"/>
                </a:lnTo>
                <a:lnTo>
                  <a:pt x="10118" y="145891"/>
                </a:lnTo>
                <a:lnTo>
                  <a:pt x="12491" y="146516"/>
                </a:lnTo>
                <a:lnTo>
                  <a:pt x="15114" y="146891"/>
                </a:lnTo>
                <a:lnTo>
                  <a:pt x="17987" y="147016"/>
                </a:lnTo>
                <a:close/>
              </a:path>
            </a:pathLst>
          </a:custGeom>
          <a:solidFill>
            <a:srgbClr val="FFF5C8"/>
          </a:solidFill>
          <a:ln w="1058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TextBox 447"/>
          <p:cNvSpPr txBox="1"/>
          <p:nvPr/>
        </p:nvSpPr>
        <p:spPr>
          <a:xfrm>
            <a:off x="8988778" y="5473579"/>
            <a:ext cx="672715" cy="143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44" b="0" i="0">
                <a:solidFill>
                  <a:srgbClr val="2B2B2B"/>
                </a:solidFill>
                <a:latin typeface="Times New Roman"/>
              </a:rPr>
              <a:t>Beam · rotate</a:t>
            </a:r>
          </a:p>
        </p:txBody>
      </p:sp>
      <p:sp>
        <p:nvSpPr>
          <p:cNvPr id="449" name="Editable path 365"/>
          <p:cNvSpPr/>
          <p:nvPr/>
        </p:nvSpPr>
        <p:spPr>
          <a:xfrm>
            <a:off x="9759592" y="6310331"/>
            <a:ext cx="718472" cy="113118"/>
          </a:xfrm>
          <a:custGeom>
            <a:avLst/>
            <a:gdLst/>
            <a:ahLst/>
            <a:cxnLst/>
            <a:rect l="l" t="t" r="r" b="b"/>
            <a:pathLst>
              <a:path w="718472" h="113118">
                <a:moveTo>
                  <a:pt x="0" y="0"/>
                </a:moveTo>
                <a:lnTo>
                  <a:pt x="718472" y="0"/>
                </a:lnTo>
                <a:lnTo>
                  <a:pt x="718472" y="113118"/>
                </a:lnTo>
                <a:lnTo>
                  <a:pt x="0" y="113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TextBox 449"/>
          <p:cNvSpPr txBox="1"/>
          <p:nvPr/>
        </p:nvSpPr>
        <p:spPr>
          <a:xfrm>
            <a:off x="9768620" y="6299155"/>
            <a:ext cx="731558" cy="1354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8" b="0" i="0">
                <a:solidFill>
                  <a:srgbClr val="2B2B2B"/>
                </a:solidFill>
                <a:latin typeface="Times New Roman"/>
              </a:rPr>
              <a:t>14.2° measured</a:t>
            </a:r>
          </a:p>
        </p:txBody>
      </p:sp>
      <p:sp>
        <p:nvSpPr>
          <p:cNvPr id="451" name="Editable path 366"/>
          <p:cNvSpPr/>
          <p:nvPr/>
        </p:nvSpPr>
        <p:spPr>
          <a:xfrm>
            <a:off x="5038913" y="6611449"/>
            <a:ext cx="185161" cy="0"/>
          </a:xfrm>
          <a:custGeom>
            <a:avLst/>
            <a:gdLst/>
            <a:ahLst/>
            <a:cxnLst/>
            <a:rect l="l" t="t" r="r" b="b"/>
            <a:pathLst>
              <a:path w="185161" h="0">
                <a:moveTo>
                  <a:pt x="0" y="0"/>
                </a:moveTo>
                <a:lnTo>
                  <a:pt x="92581" y="0"/>
                </a:lnTo>
                <a:lnTo>
                  <a:pt x="185161" y="0"/>
                </a:lnTo>
              </a:path>
            </a:pathLst>
          </a:custGeom>
          <a:noFill/>
          <a:ln w="2645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5322826" y="6553596"/>
            <a:ext cx="428708" cy="148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1" b="0" i="0">
                <a:solidFill>
                  <a:srgbClr val="2B2B2B"/>
                </a:solidFill>
                <a:latin typeface="Times New Roman"/>
              </a:rPr>
              <a:t>Payload</a:t>
            </a:r>
          </a:p>
        </p:txBody>
      </p:sp>
      <p:sp>
        <p:nvSpPr>
          <p:cNvPr id="453" name="Editable path 367"/>
          <p:cNvSpPr/>
          <p:nvPr/>
        </p:nvSpPr>
        <p:spPr>
          <a:xfrm>
            <a:off x="5881449" y="6611449"/>
            <a:ext cx="185161" cy="0"/>
          </a:xfrm>
          <a:custGeom>
            <a:avLst/>
            <a:gdLst/>
            <a:ahLst/>
            <a:cxnLst/>
            <a:rect l="l" t="t" r="r" b="b"/>
            <a:pathLst>
              <a:path w="185161" h="0">
                <a:moveTo>
                  <a:pt x="0" y="0"/>
                </a:moveTo>
                <a:lnTo>
                  <a:pt x="92581" y="0"/>
                </a:lnTo>
                <a:lnTo>
                  <a:pt x="185161" y="0"/>
                </a:lnTo>
              </a:path>
            </a:pathLst>
          </a:custGeom>
          <a:noFill/>
          <a:ln w="26451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TextBox 453"/>
          <p:cNvSpPr txBox="1"/>
          <p:nvPr/>
        </p:nvSpPr>
        <p:spPr>
          <a:xfrm>
            <a:off x="6165362" y="6553596"/>
            <a:ext cx="452655" cy="148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1" b="0" i="0">
                <a:solidFill>
                  <a:srgbClr val="2B2B2B"/>
                </a:solidFill>
                <a:latin typeface="Times New Roman"/>
              </a:rPr>
              <a:t>Robot A</a:t>
            </a:r>
          </a:p>
        </p:txBody>
      </p:sp>
      <p:sp>
        <p:nvSpPr>
          <p:cNvPr id="455" name="Editable path 368"/>
          <p:cNvSpPr/>
          <p:nvPr/>
        </p:nvSpPr>
        <p:spPr>
          <a:xfrm>
            <a:off x="6747958" y="6611449"/>
            <a:ext cx="185160" cy="0"/>
          </a:xfrm>
          <a:custGeom>
            <a:avLst/>
            <a:gdLst/>
            <a:ahLst/>
            <a:cxnLst/>
            <a:rect l="l" t="t" r="r" b="b"/>
            <a:pathLst>
              <a:path w="185160" h="0">
                <a:moveTo>
                  <a:pt x="0" y="0"/>
                </a:moveTo>
                <a:lnTo>
                  <a:pt x="92580" y="0"/>
                </a:lnTo>
                <a:lnTo>
                  <a:pt x="185160" y="0"/>
                </a:lnTo>
              </a:path>
            </a:pathLst>
          </a:custGeom>
          <a:noFill/>
          <a:ln w="26451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7031870" y="6553596"/>
            <a:ext cx="445866" cy="148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1" b="0" i="0">
                <a:solidFill>
                  <a:srgbClr val="2B2B2B"/>
                </a:solidFill>
                <a:latin typeface="Times New Roman"/>
              </a:rPr>
              <a:t>Robot B</a:t>
            </a:r>
          </a:p>
        </p:txBody>
      </p:sp>
      <p:sp>
        <p:nvSpPr>
          <p:cNvPr id="457" name="Editable path 369"/>
          <p:cNvSpPr/>
          <p:nvPr/>
        </p:nvSpPr>
        <p:spPr>
          <a:xfrm>
            <a:off x="7607577" y="6611449"/>
            <a:ext cx="185161" cy="0"/>
          </a:xfrm>
          <a:custGeom>
            <a:avLst/>
            <a:gdLst/>
            <a:ahLst/>
            <a:cxnLst/>
            <a:rect l="l" t="t" r="r" b="b"/>
            <a:pathLst>
              <a:path w="185161" h="0">
                <a:moveTo>
                  <a:pt x="0" y="0"/>
                </a:moveTo>
                <a:lnTo>
                  <a:pt x="92580" y="0"/>
                </a:lnTo>
                <a:lnTo>
                  <a:pt x="185161" y="0"/>
                </a:lnTo>
              </a:path>
            </a:pathLst>
          </a:custGeom>
          <a:noFill/>
          <a:ln w="26451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TextBox 457"/>
          <p:cNvSpPr txBox="1"/>
          <p:nvPr/>
        </p:nvSpPr>
        <p:spPr>
          <a:xfrm>
            <a:off x="7891490" y="6553596"/>
            <a:ext cx="250460" cy="148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71" b="0" i="0">
                <a:solidFill>
                  <a:srgbClr val="2B2B2B"/>
                </a:solidFill>
                <a:latin typeface="Times New Roman"/>
              </a:rPr>
              <a:t>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1443609"/>
            <a:ext cx="12191999" cy="3970782"/>
          </a:xfrm>
          <a:custGeom>
            <a:avLst/>
            <a:gdLst/>
            <a:ahLst/>
            <a:cxnLst/>
            <a:rect l="l" t="t" r="r" b="b"/>
            <a:pathLst>
              <a:path w="12191999" h="3970782">
                <a:moveTo>
                  <a:pt x="0" y="0"/>
                </a:moveTo>
                <a:lnTo>
                  <a:pt x="12191999" y="0"/>
                </a:lnTo>
                <a:lnTo>
                  <a:pt x="12191999" y="3970782"/>
                </a:lnTo>
                <a:lnTo>
                  <a:pt x="0" y="39707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1151594" y="1894300"/>
            <a:ext cx="5448506" cy="2777023"/>
          </a:xfrm>
          <a:custGeom>
            <a:avLst/>
            <a:gdLst/>
            <a:ahLst/>
            <a:cxnLst/>
            <a:rect l="l" t="t" r="r" b="b"/>
            <a:pathLst>
              <a:path w="5448506" h="2777023">
                <a:moveTo>
                  <a:pt x="0" y="0"/>
                </a:moveTo>
                <a:lnTo>
                  <a:pt x="5448506" y="0"/>
                </a:lnTo>
                <a:lnTo>
                  <a:pt x="5448506" y="2777023"/>
                </a:lnTo>
                <a:lnTo>
                  <a:pt x="0" y="277702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1151594" y="2020528"/>
            <a:ext cx="511688" cy="229506"/>
          </a:xfrm>
          <a:custGeom>
            <a:avLst/>
            <a:gdLst/>
            <a:ahLst/>
            <a:cxnLst/>
            <a:rect l="l" t="t" r="r" b="b"/>
            <a:pathLst>
              <a:path w="511688" h="229506">
                <a:moveTo>
                  <a:pt x="0" y="0"/>
                </a:moveTo>
                <a:lnTo>
                  <a:pt x="511688" y="0"/>
                </a:lnTo>
                <a:lnTo>
                  <a:pt x="511688" y="229506"/>
                </a:lnTo>
                <a:lnTo>
                  <a:pt x="0" y="229506"/>
                </a:lnTo>
                <a:lnTo>
                  <a:pt x="0" y="0"/>
                </a:lnTo>
                <a:close/>
              </a:path>
            </a:pathLst>
          </a:custGeom>
          <a:solidFill>
            <a:srgbClr val="EFE9F5"/>
          </a:solidFill>
          <a:ln w="16311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4"/>
          <p:cNvSpPr/>
          <p:nvPr/>
        </p:nvSpPr>
        <p:spPr>
          <a:xfrm>
            <a:off x="1151594" y="2307411"/>
            <a:ext cx="625304" cy="229506"/>
          </a:xfrm>
          <a:custGeom>
            <a:avLst/>
            <a:gdLst/>
            <a:ahLst/>
            <a:cxnLst/>
            <a:rect l="l" t="t" r="r" b="b"/>
            <a:pathLst>
              <a:path w="625304" h="229506">
                <a:moveTo>
                  <a:pt x="0" y="0"/>
                </a:moveTo>
                <a:lnTo>
                  <a:pt x="625304" y="0"/>
                </a:lnTo>
                <a:lnTo>
                  <a:pt x="625304" y="229506"/>
                </a:lnTo>
                <a:lnTo>
                  <a:pt x="0" y="229506"/>
                </a:lnTo>
                <a:lnTo>
                  <a:pt x="0" y="0"/>
                </a:lnTo>
                <a:close/>
              </a:path>
            </a:pathLst>
          </a:custGeom>
          <a:solidFill>
            <a:srgbClr val="EFE9F5"/>
          </a:solidFill>
          <a:ln w="16311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path 5"/>
          <p:cNvSpPr/>
          <p:nvPr/>
        </p:nvSpPr>
        <p:spPr>
          <a:xfrm>
            <a:off x="1151594" y="2594293"/>
            <a:ext cx="826544" cy="229506"/>
          </a:xfrm>
          <a:custGeom>
            <a:avLst/>
            <a:gdLst/>
            <a:ahLst/>
            <a:cxnLst/>
            <a:rect l="l" t="t" r="r" b="b"/>
            <a:pathLst>
              <a:path w="826544" h="229506">
                <a:moveTo>
                  <a:pt x="0" y="0"/>
                </a:moveTo>
                <a:lnTo>
                  <a:pt x="826544" y="0"/>
                </a:lnTo>
                <a:lnTo>
                  <a:pt x="826544" y="229506"/>
                </a:lnTo>
                <a:lnTo>
                  <a:pt x="0" y="229506"/>
                </a:lnTo>
                <a:lnTo>
                  <a:pt x="0" y="0"/>
                </a:lnTo>
                <a:close/>
              </a:path>
            </a:pathLst>
          </a:custGeom>
          <a:solidFill>
            <a:srgbClr val="EFE9F5"/>
          </a:solidFill>
          <a:ln w="16311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path 6"/>
          <p:cNvSpPr/>
          <p:nvPr/>
        </p:nvSpPr>
        <p:spPr>
          <a:xfrm>
            <a:off x="1151594" y="2881176"/>
            <a:ext cx="1823503" cy="229506"/>
          </a:xfrm>
          <a:custGeom>
            <a:avLst/>
            <a:gdLst/>
            <a:ahLst/>
            <a:cxnLst/>
            <a:rect l="l" t="t" r="r" b="b"/>
            <a:pathLst>
              <a:path w="1823503" h="229506">
                <a:moveTo>
                  <a:pt x="0" y="0"/>
                </a:moveTo>
                <a:lnTo>
                  <a:pt x="1823503" y="0"/>
                </a:lnTo>
                <a:lnTo>
                  <a:pt x="1823503" y="229506"/>
                </a:lnTo>
                <a:lnTo>
                  <a:pt x="0" y="229506"/>
                </a:lnTo>
                <a:lnTo>
                  <a:pt x="0" y="0"/>
                </a:lnTo>
                <a:close/>
              </a:path>
            </a:pathLst>
          </a:custGeom>
          <a:solidFill>
            <a:srgbClr val="EFE9F5"/>
          </a:solidFill>
          <a:ln w="16311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7"/>
          <p:cNvSpPr/>
          <p:nvPr/>
        </p:nvSpPr>
        <p:spPr>
          <a:xfrm>
            <a:off x="1151594" y="3168058"/>
            <a:ext cx="1968379" cy="229507"/>
          </a:xfrm>
          <a:custGeom>
            <a:avLst/>
            <a:gdLst/>
            <a:ahLst/>
            <a:cxnLst/>
            <a:rect l="l" t="t" r="r" b="b"/>
            <a:pathLst>
              <a:path w="1968379" h="229507">
                <a:moveTo>
                  <a:pt x="0" y="0"/>
                </a:moveTo>
                <a:lnTo>
                  <a:pt x="1968379" y="0"/>
                </a:lnTo>
                <a:lnTo>
                  <a:pt x="1968379" y="229507"/>
                </a:lnTo>
                <a:lnTo>
                  <a:pt x="0" y="229507"/>
                </a:lnTo>
                <a:lnTo>
                  <a:pt x="0" y="0"/>
                </a:lnTo>
                <a:close/>
              </a:path>
            </a:pathLst>
          </a:custGeom>
          <a:solidFill>
            <a:srgbClr val="EFE9F5"/>
          </a:solidFill>
          <a:ln w="16311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path 8"/>
          <p:cNvSpPr/>
          <p:nvPr/>
        </p:nvSpPr>
        <p:spPr>
          <a:xfrm>
            <a:off x="1151594" y="3454941"/>
            <a:ext cx="2610619" cy="229506"/>
          </a:xfrm>
          <a:custGeom>
            <a:avLst/>
            <a:gdLst/>
            <a:ahLst/>
            <a:cxnLst/>
            <a:rect l="l" t="t" r="r" b="b"/>
            <a:pathLst>
              <a:path w="2610619" h="229506">
                <a:moveTo>
                  <a:pt x="0" y="0"/>
                </a:moveTo>
                <a:lnTo>
                  <a:pt x="2610619" y="0"/>
                </a:lnTo>
                <a:lnTo>
                  <a:pt x="2610619" y="229506"/>
                </a:lnTo>
                <a:lnTo>
                  <a:pt x="0" y="229506"/>
                </a:lnTo>
                <a:lnTo>
                  <a:pt x="0" y="0"/>
                </a:lnTo>
                <a:close/>
              </a:path>
            </a:pathLst>
          </a:custGeom>
          <a:solidFill>
            <a:srgbClr val="EFE9F5"/>
          </a:solidFill>
          <a:ln w="16311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path 9"/>
          <p:cNvSpPr/>
          <p:nvPr/>
        </p:nvSpPr>
        <p:spPr>
          <a:xfrm>
            <a:off x="1151594" y="3741824"/>
            <a:ext cx="3171296" cy="229506"/>
          </a:xfrm>
          <a:custGeom>
            <a:avLst/>
            <a:gdLst/>
            <a:ahLst/>
            <a:cxnLst/>
            <a:rect l="l" t="t" r="r" b="b"/>
            <a:pathLst>
              <a:path w="3171296" h="229506">
                <a:moveTo>
                  <a:pt x="0" y="0"/>
                </a:moveTo>
                <a:lnTo>
                  <a:pt x="3171296" y="0"/>
                </a:lnTo>
                <a:lnTo>
                  <a:pt x="3171296" y="229506"/>
                </a:lnTo>
                <a:lnTo>
                  <a:pt x="0" y="229506"/>
                </a:lnTo>
                <a:lnTo>
                  <a:pt x="0" y="0"/>
                </a:lnTo>
                <a:close/>
              </a:path>
            </a:pathLst>
          </a:custGeom>
          <a:solidFill>
            <a:srgbClr val="EFE9F5"/>
          </a:solidFill>
          <a:ln w="16311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10"/>
          <p:cNvSpPr/>
          <p:nvPr/>
        </p:nvSpPr>
        <p:spPr>
          <a:xfrm>
            <a:off x="1151594" y="4028706"/>
            <a:ext cx="4059919" cy="229506"/>
          </a:xfrm>
          <a:custGeom>
            <a:avLst/>
            <a:gdLst/>
            <a:ahLst/>
            <a:cxnLst/>
            <a:rect l="l" t="t" r="r" b="b"/>
            <a:pathLst>
              <a:path w="4059919" h="229506">
                <a:moveTo>
                  <a:pt x="0" y="0"/>
                </a:moveTo>
                <a:lnTo>
                  <a:pt x="4059919" y="0"/>
                </a:lnTo>
                <a:lnTo>
                  <a:pt x="4059919" y="229506"/>
                </a:lnTo>
                <a:lnTo>
                  <a:pt x="0" y="229506"/>
                </a:lnTo>
                <a:lnTo>
                  <a:pt x="0" y="0"/>
                </a:lnTo>
                <a:close/>
              </a:path>
            </a:pathLst>
          </a:custGeom>
          <a:solidFill>
            <a:srgbClr val="EFE9F5"/>
          </a:solidFill>
          <a:ln w="16311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path 11"/>
          <p:cNvSpPr/>
          <p:nvPr/>
        </p:nvSpPr>
        <p:spPr>
          <a:xfrm>
            <a:off x="1151594" y="4315589"/>
            <a:ext cx="4199217" cy="229506"/>
          </a:xfrm>
          <a:custGeom>
            <a:avLst/>
            <a:gdLst/>
            <a:ahLst/>
            <a:cxnLst/>
            <a:rect l="l" t="t" r="r" b="b"/>
            <a:pathLst>
              <a:path w="4199217" h="229506">
                <a:moveTo>
                  <a:pt x="0" y="0"/>
                </a:moveTo>
                <a:lnTo>
                  <a:pt x="4199217" y="0"/>
                </a:lnTo>
                <a:lnTo>
                  <a:pt x="4199217" y="229506"/>
                </a:lnTo>
                <a:lnTo>
                  <a:pt x="0" y="229506"/>
                </a:lnTo>
                <a:lnTo>
                  <a:pt x="0" y="0"/>
                </a:lnTo>
                <a:close/>
              </a:path>
            </a:pathLst>
          </a:custGeom>
          <a:solidFill>
            <a:srgbClr val="EFE9F5"/>
          </a:solidFill>
          <a:ln w="16311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path 12"/>
          <p:cNvSpPr/>
          <p:nvPr/>
        </p:nvSpPr>
        <p:spPr>
          <a:xfrm>
            <a:off x="1151594" y="467132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0814" y="4812317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5" name="Editable path 13"/>
          <p:cNvSpPr/>
          <p:nvPr/>
        </p:nvSpPr>
        <p:spPr>
          <a:xfrm>
            <a:off x="2124541" y="467132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3761" y="4812317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</a:t>
            </a:r>
          </a:p>
        </p:txBody>
      </p:sp>
      <p:sp>
        <p:nvSpPr>
          <p:cNvPr id="17" name="Editable path 14"/>
          <p:cNvSpPr/>
          <p:nvPr/>
        </p:nvSpPr>
        <p:spPr>
          <a:xfrm>
            <a:off x="3097489" y="467132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6709" y="4812317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19" name="Editable path 15"/>
          <p:cNvSpPr/>
          <p:nvPr/>
        </p:nvSpPr>
        <p:spPr>
          <a:xfrm>
            <a:off x="4070437" y="467132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9656" y="4812317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3</a:t>
            </a:r>
          </a:p>
        </p:txBody>
      </p:sp>
      <p:sp>
        <p:nvSpPr>
          <p:cNvPr id="21" name="Editable path 16"/>
          <p:cNvSpPr/>
          <p:nvPr/>
        </p:nvSpPr>
        <p:spPr>
          <a:xfrm>
            <a:off x="5043384" y="467132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2604" y="4812317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4</a:t>
            </a:r>
          </a:p>
        </p:txBody>
      </p:sp>
      <p:sp>
        <p:nvSpPr>
          <p:cNvPr id="23" name="Editable path 17"/>
          <p:cNvSpPr/>
          <p:nvPr/>
        </p:nvSpPr>
        <p:spPr>
          <a:xfrm>
            <a:off x="6016331" y="467132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75551" y="4812317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0567" y="5053211"/>
            <a:ext cx="2877985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Layouts passing geometric screen (%)</a:t>
            </a:r>
          </a:p>
        </p:txBody>
      </p:sp>
      <p:sp>
        <p:nvSpPr>
          <p:cNvPr id="26" name="Editable path 18"/>
          <p:cNvSpPr/>
          <p:nvPr/>
        </p:nvSpPr>
        <p:spPr>
          <a:xfrm>
            <a:off x="1070034" y="2135281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1145" y="2057447"/>
            <a:ext cx="647910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Bedroom</a:t>
            </a:r>
          </a:p>
        </p:txBody>
      </p:sp>
      <p:sp>
        <p:nvSpPr>
          <p:cNvPr id="28" name="Editable path 19"/>
          <p:cNvSpPr/>
          <p:nvPr/>
        </p:nvSpPr>
        <p:spPr>
          <a:xfrm>
            <a:off x="1070034" y="2422164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0119" y="2344330"/>
            <a:ext cx="738441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Apartment</a:t>
            </a:r>
          </a:p>
        </p:txBody>
      </p:sp>
      <p:sp>
        <p:nvSpPr>
          <p:cNvPr id="30" name="Editable path 20"/>
          <p:cNvSpPr/>
          <p:nvPr/>
        </p:nvSpPr>
        <p:spPr>
          <a:xfrm>
            <a:off x="1070034" y="2709046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7779" y="2631212"/>
            <a:ext cx="860944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Living room</a:t>
            </a:r>
          </a:p>
        </p:txBody>
      </p:sp>
      <p:sp>
        <p:nvSpPr>
          <p:cNvPr id="32" name="Editable path 21"/>
          <p:cNvSpPr/>
          <p:nvPr/>
        </p:nvSpPr>
        <p:spPr>
          <a:xfrm>
            <a:off x="1070034" y="2995929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798" y="2918095"/>
            <a:ext cx="493925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Dining</a:t>
            </a:r>
          </a:p>
        </p:txBody>
      </p:sp>
      <p:sp>
        <p:nvSpPr>
          <p:cNvPr id="34" name="Editable path 22"/>
          <p:cNvSpPr/>
          <p:nvPr/>
        </p:nvSpPr>
        <p:spPr>
          <a:xfrm>
            <a:off x="1070034" y="3282812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7619" y="3204977"/>
            <a:ext cx="421337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Beam</a:t>
            </a:r>
          </a:p>
        </p:txBody>
      </p:sp>
      <p:sp>
        <p:nvSpPr>
          <p:cNvPr id="36" name="Editable path 23"/>
          <p:cNvSpPr/>
          <p:nvPr/>
        </p:nvSpPr>
        <p:spPr>
          <a:xfrm>
            <a:off x="1070034" y="3569694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1573" y="3491860"/>
            <a:ext cx="457386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Office</a:t>
            </a:r>
          </a:p>
        </p:txBody>
      </p:sp>
      <p:sp>
        <p:nvSpPr>
          <p:cNvPr id="38" name="Editable path 24"/>
          <p:cNvSpPr/>
          <p:nvPr/>
        </p:nvSpPr>
        <p:spPr>
          <a:xfrm>
            <a:off x="1070034" y="3856577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927" y="3778743"/>
            <a:ext cx="394096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Crate</a:t>
            </a:r>
          </a:p>
        </p:txBody>
      </p:sp>
      <p:sp>
        <p:nvSpPr>
          <p:cNvPr id="40" name="Editable path 25"/>
          <p:cNvSpPr/>
          <p:nvPr/>
        </p:nvSpPr>
        <p:spPr>
          <a:xfrm>
            <a:off x="1070034" y="4143459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4927" y="4065625"/>
            <a:ext cx="394096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Dock</a:t>
            </a:r>
          </a:p>
        </p:txBody>
      </p:sp>
      <p:sp>
        <p:nvSpPr>
          <p:cNvPr id="42" name="Editable path 26"/>
          <p:cNvSpPr/>
          <p:nvPr/>
        </p:nvSpPr>
        <p:spPr>
          <a:xfrm>
            <a:off x="1070034" y="4430342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460" y="4352508"/>
            <a:ext cx="403394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Panel</a:t>
            </a:r>
          </a:p>
        </p:txBody>
      </p:sp>
      <p:sp>
        <p:nvSpPr>
          <p:cNvPr id="44" name="Editable path 27"/>
          <p:cNvSpPr/>
          <p:nvPr/>
        </p:nvSpPr>
        <p:spPr>
          <a:xfrm>
            <a:off x="1151594" y="1894300"/>
            <a:ext cx="0" cy="2777023"/>
          </a:xfrm>
          <a:custGeom>
            <a:avLst/>
            <a:gdLst/>
            <a:ahLst/>
            <a:cxnLst/>
            <a:rect l="l" t="t" r="r" b="b"/>
            <a:pathLst>
              <a:path w="0" h="2777023">
                <a:moveTo>
                  <a:pt x="0" y="2777023"/>
                </a:moveTo>
                <a:lnTo>
                  <a:pt x="0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28"/>
          <p:cNvSpPr/>
          <p:nvPr/>
        </p:nvSpPr>
        <p:spPr>
          <a:xfrm>
            <a:off x="1151594" y="4671323"/>
            <a:ext cx="5448506" cy="0"/>
          </a:xfrm>
          <a:custGeom>
            <a:avLst/>
            <a:gdLst/>
            <a:ahLst/>
            <a:cxnLst/>
            <a:rect l="l" t="t" r="r" b="b"/>
            <a:pathLst>
              <a:path w="5448506" h="0">
                <a:moveTo>
                  <a:pt x="0" y="0"/>
                </a:moveTo>
                <a:lnTo>
                  <a:pt x="5448506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741117" y="2049326"/>
            <a:ext cx="302936" cy="1817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2" b="0" i="0">
                <a:solidFill>
                  <a:srgbClr val="2B2B2B"/>
                </a:solidFill>
                <a:latin typeface="Times New Roman"/>
              </a:rPr>
              <a:t>0.53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54733" y="2336209"/>
            <a:ext cx="302936" cy="1817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2" b="0" i="0">
                <a:solidFill>
                  <a:srgbClr val="2B2B2B"/>
                </a:solidFill>
                <a:latin typeface="Times New Roman"/>
              </a:rPr>
              <a:t>0.64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55973" y="2623092"/>
            <a:ext cx="302936" cy="1817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2" b="0" i="0">
                <a:solidFill>
                  <a:srgbClr val="2B2B2B"/>
                </a:solidFill>
                <a:latin typeface="Times New Roman"/>
              </a:rPr>
              <a:t>0.85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52932" y="2909974"/>
            <a:ext cx="302936" cy="1817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2" b="0" i="0">
                <a:solidFill>
                  <a:srgbClr val="2B2B2B"/>
                </a:solidFill>
                <a:latin typeface="Times New Roman"/>
              </a:rPr>
              <a:t>1.87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97808" y="3196857"/>
            <a:ext cx="302936" cy="1817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2" b="0" i="0">
                <a:solidFill>
                  <a:srgbClr val="2B2B2B"/>
                </a:solidFill>
                <a:latin typeface="Times New Roman"/>
              </a:rPr>
              <a:t>2.02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048" y="3483740"/>
            <a:ext cx="302936" cy="1817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2" b="0" i="0">
                <a:solidFill>
                  <a:srgbClr val="2B2B2B"/>
                </a:solidFill>
                <a:latin typeface="Times New Roman"/>
              </a:rPr>
              <a:t>2.68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00725" y="3770622"/>
            <a:ext cx="302936" cy="1817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2" b="0" i="0">
                <a:solidFill>
                  <a:srgbClr val="2B2B2B"/>
                </a:solidFill>
                <a:latin typeface="Times New Roman"/>
              </a:rPr>
              <a:t>3.26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89348" y="4057505"/>
            <a:ext cx="302936" cy="1817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2" b="0" i="0">
                <a:solidFill>
                  <a:srgbClr val="2B2B2B"/>
                </a:solidFill>
                <a:latin typeface="Times New Roman"/>
              </a:rPr>
              <a:t>4.17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28646" y="4344387"/>
            <a:ext cx="302936" cy="1817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2" b="0" i="0">
                <a:solidFill>
                  <a:srgbClr val="2B2B2B"/>
                </a:solidFill>
                <a:latin typeface="Times New Roman"/>
              </a:rPr>
              <a:t>4.32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45897" y="1592324"/>
            <a:ext cx="2508205" cy="237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59" b="0" i="0">
                <a:solidFill>
                  <a:srgbClr val="2B2B2B"/>
                </a:solidFill>
                <a:latin typeface="Times New Roman"/>
              </a:rPr>
              <a:t>(a) Available grasp placements</a:t>
            </a:r>
          </a:p>
        </p:txBody>
      </p:sp>
      <p:sp>
        <p:nvSpPr>
          <p:cNvPr id="56" name="Editable path 29"/>
          <p:cNvSpPr/>
          <p:nvPr/>
        </p:nvSpPr>
        <p:spPr>
          <a:xfrm>
            <a:off x="7327230" y="1894300"/>
            <a:ext cx="4696989" cy="2777023"/>
          </a:xfrm>
          <a:custGeom>
            <a:avLst/>
            <a:gdLst/>
            <a:ahLst/>
            <a:cxnLst/>
            <a:rect l="l" t="t" r="r" b="b"/>
            <a:pathLst>
              <a:path w="4696989" h="2777023">
                <a:moveTo>
                  <a:pt x="0" y="0"/>
                </a:moveTo>
                <a:lnTo>
                  <a:pt x="4696989" y="0"/>
                </a:lnTo>
                <a:lnTo>
                  <a:pt x="4696989" y="2777023"/>
                </a:lnTo>
                <a:lnTo>
                  <a:pt x="0" y="277702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30"/>
          <p:cNvSpPr/>
          <p:nvPr/>
        </p:nvSpPr>
        <p:spPr>
          <a:xfrm>
            <a:off x="8501478" y="467132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0388" y="4812317"/>
            <a:ext cx="602563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Uniform</a:t>
            </a:r>
          </a:p>
        </p:txBody>
      </p:sp>
      <p:sp>
        <p:nvSpPr>
          <p:cNvPr id="59" name="Editable path 31"/>
          <p:cNvSpPr/>
          <p:nvPr/>
        </p:nvSpPr>
        <p:spPr>
          <a:xfrm>
            <a:off x="10849972" y="467132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324385" y="4812317"/>
            <a:ext cx="1091594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Aperture-biased</a:t>
            </a:r>
          </a:p>
        </p:txBody>
      </p:sp>
      <p:sp>
        <p:nvSpPr>
          <p:cNvPr id="61" name="Editable path 32"/>
          <p:cNvSpPr/>
          <p:nvPr/>
        </p:nvSpPr>
        <p:spPr>
          <a:xfrm>
            <a:off x="7327230" y="4671323"/>
            <a:ext cx="4696989" cy="0"/>
          </a:xfrm>
          <a:custGeom>
            <a:avLst/>
            <a:gdLst/>
            <a:ahLst/>
            <a:cxnLst/>
            <a:rect l="l" t="t" r="r" b="b"/>
            <a:pathLst>
              <a:path w="4696989" h="0">
                <a:moveTo>
                  <a:pt x="0" y="0"/>
                </a:moveTo>
                <a:lnTo>
                  <a:pt x="4696989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33"/>
          <p:cNvSpPr/>
          <p:nvPr/>
        </p:nvSpPr>
        <p:spPr>
          <a:xfrm>
            <a:off x="7245671" y="4671323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82551" y="4593489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64" name="Editable path 34"/>
          <p:cNvSpPr/>
          <p:nvPr/>
        </p:nvSpPr>
        <p:spPr>
          <a:xfrm>
            <a:off x="7327230" y="4250562"/>
            <a:ext cx="4696989" cy="0"/>
          </a:xfrm>
          <a:custGeom>
            <a:avLst/>
            <a:gdLst/>
            <a:ahLst/>
            <a:cxnLst/>
            <a:rect l="l" t="t" r="r" b="b"/>
            <a:pathLst>
              <a:path w="4696989" h="0">
                <a:moveTo>
                  <a:pt x="0" y="0"/>
                </a:moveTo>
                <a:lnTo>
                  <a:pt x="4696989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path 35"/>
          <p:cNvSpPr/>
          <p:nvPr/>
        </p:nvSpPr>
        <p:spPr>
          <a:xfrm>
            <a:off x="7245671" y="4250562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82551" y="4172728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5</a:t>
            </a:r>
          </a:p>
        </p:txBody>
      </p:sp>
      <p:sp>
        <p:nvSpPr>
          <p:cNvPr id="67" name="Editable path 36"/>
          <p:cNvSpPr/>
          <p:nvPr/>
        </p:nvSpPr>
        <p:spPr>
          <a:xfrm>
            <a:off x="7327230" y="3829801"/>
            <a:ext cx="4696989" cy="0"/>
          </a:xfrm>
          <a:custGeom>
            <a:avLst/>
            <a:gdLst/>
            <a:ahLst/>
            <a:cxnLst/>
            <a:rect l="l" t="t" r="r" b="b"/>
            <a:pathLst>
              <a:path w="4696989" h="0">
                <a:moveTo>
                  <a:pt x="0" y="0"/>
                </a:moveTo>
                <a:lnTo>
                  <a:pt x="4696989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path 37"/>
          <p:cNvSpPr/>
          <p:nvPr/>
        </p:nvSpPr>
        <p:spPr>
          <a:xfrm>
            <a:off x="7245671" y="3829801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00991" y="3751967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10</a:t>
            </a:r>
          </a:p>
        </p:txBody>
      </p:sp>
      <p:sp>
        <p:nvSpPr>
          <p:cNvPr id="70" name="Editable path 38"/>
          <p:cNvSpPr/>
          <p:nvPr/>
        </p:nvSpPr>
        <p:spPr>
          <a:xfrm>
            <a:off x="7327230" y="3409040"/>
            <a:ext cx="4696989" cy="0"/>
          </a:xfrm>
          <a:custGeom>
            <a:avLst/>
            <a:gdLst/>
            <a:ahLst/>
            <a:cxnLst/>
            <a:rect l="l" t="t" r="r" b="b"/>
            <a:pathLst>
              <a:path w="4696989" h="0">
                <a:moveTo>
                  <a:pt x="0" y="0"/>
                </a:moveTo>
                <a:lnTo>
                  <a:pt x="4696989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39"/>
          <p:cNvSpPr/>
          <p:nvPr/>
        </p:nvSpPr>
        <p:spPr>
          <a:xfrm>
            <a:off x="7245671" y="3409040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00991" y="333120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15</a:t>
            </a:r>
          </a:p>
        </p:txBody>
      </p:sp>
      <p:sp>
        <p:nvSpPr>
          <p:cNvPr id="73" name="Editable path 40"/>
          <p:cNvSpPr/>
          <p:nvPr/>
        </p:nvSpPr>
        <p:spPr>
          <a:xfrm>
            <a:off x="7327230" y="2988279"/>
            <a:ext cx="4696989" cy="0"/>
          </a:xfrm>
          <a:custGeom>
            <a:avLst/>
            <a:gdLst/>
            <a:ahLst/>
            <a:cxnLst/>
            <a:rect l="l" t="t" r="r" b="b"/>
            <a:pathLst>
              <a:path w="4696989" h="0">
                <a:moveTo>
                  <a:pt x="0" y="0"/>
                </a:moveTo>
                <a:lnTo>
                  <a:pt x="4696989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41"/>
          <p:cNvSpPr/>
          <p:nvPr/>
        </p:nvSpPr>
        <p:spPr>
          <a:xfrm>
            <a:off x="7245671" y="2988279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00991" y="2910445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76" name="Editable path 42"/>
          <p:cNvSpPr/>
          <p:nvPr/>
        </p:nvSpPr>
        <p:spPr>
          <a:xfrm>
            <a:off x="7327230" y="2567517"/>
            <a:ext cx="4696989" cy="0"/>
          </a:xfrm>
          <a:custGeom>
            <a:avLst/>
            <a:gdLst/>
            <a:ahLst/>
            <a:cxnLst/>
            <a:rect l="l" t="t" r="r" b="b"/>
            <a:pathLst>
              <a:path w="4696989" h="0">
                <a:moveTo>
                  <a:pt x="0" y="0"/>
                </a:moveTo>
                <a:lnTo>
                  <a:pt x="4696989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path 43"/>
          <p:cNvSpPr/>
          <p:nvPr/>
        </p:nvSpPr>
        <p:spPr>
          <a:xfrm>
            <a:off x="7245671" y="2567517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00991" y="2489683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25</a:t>
            </a:r>
          </a:p>
        </p:txBody>
      </p:sp>
      <p:sp>
        <p:nvSpPr>
          <p:cNvPr id="79" name="Editable path 44"/>
          <p:cNvSpPr/>
          <p:nvPr/>
        </p:nvSpPr>
        <p:spPr>
          <a:xfrm>
            <a:off x="7327230" y="2146756"/>
            <a:ext cx="4696989" cy="0"/>
          </a:xfrm>
          <a:custGeom>
            <a:avLst/>
            <a:gdLst/>
            <a:ahLst/>
            <a:cxnLst/>
            <a:rect l="l" t="t" r="r" b="b"/>
            <a:pathLst>
              <a:path w="4696989" h="0">
                <a:moveTo>
                  <a:pt x="0" y="0"/>
                </a:moveTo>
                <a:lnTo>
                  <a:pt x="4696989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path 45"/>
          <p:cNvSpPr/>
          <p:nvPr/>
        </p:nvSpPr>
        <p:spPr>
          <a:xfrm>
            <a:off x="7245671" y="2146756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000991" y="2068922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30</a:t>
            </a:r>
          </a:p>
        </p:txBody>
      </p:sp>
      <p:sp>
        <p:nvSpPr>
          <p:cNvPr id="82" name="TextBox 81"/>
          <p:cNvSpPr txBox="1"/>
          <p:nvPr/>
        </p:nvSpPr>
        <p:spPr>
          <a:xfrm rot="16200000">
            <a:off x="5587637" y="3166686"/>
            <a:ext cx="2531986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Collision-check calls (thousands)</a:t>
            </a:r>
          </a:p>
        </p:txBody>
      </p:sp>
      <p:sp>
        <p:nvSpPr>
          <p:cNvPr id="83" name="Editable path 46"/>
          <p:cNvSpPr/>
          <p:nvPr/>
        </p:nvSpPr>
        <p:spPr>
          <a:xfrm>
            <a:off x="7984809" y="2684868"/>
            <a:ext cx="1033337" cy="0"/>
          </a:xfrm>
          <a:custGeom>
            <a:avLst/>
            <a:gdLst/>
            <a:ahLst/>
            <a:cxnLst/>
            <a:rect l="l" t="t" r="r" b="b"/>
            <a:pathLst>
              <a:path w="1033337" h="0">
                <a:moveTo>
                  <a:pt x="0" y="0"/>
                </a:moveTo>
                <a:lnTo>
                  <a:pt x="1033337" y="0"/>
                </a:lnTo>
              </a:path>
            </a:pathLst>
          </a:custGeom>
          <a:noFill/>
          <a:ln w="4660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47"/>
          <p:cNvSpPr/>
          <p:nvPr/>
        </p:nvSpPr>
        <p:spPr>
          <a:xfrm>
            <a:off x="10333303" y="4164517"/>
            <a:ext cx="1033338" cy="0"/>
          </a:xfrm>
          <a:custGeom>
            <a:avLst/>
            <a:gdLst/>
            <a:ahLst/>
            <a:cxnLst/>
            <a:rect l="l" t="t" r="r" b="b"/>
            <a:pathLst>
              <a:path w="1033338" h="0">
                <a:moveTo>
                  <a:pt x="0" y="0"/>
                </a:moveTo>
                <a:lnTo>
                  <a:pt x="1033338" y="0"/>
                </a:lnTo>
              </a:path>
            </a:pathLst>
          </a:custGeom>
          <a:noFill/>
          <a:ln w="46605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path 48"/>
          <p:cNvSpPr/>
          <p:nvPr/>
        </p:nvSpPr>
        <p:spPr>
          <a:xfrm>
            <a:off x="7327230" y="1894300"/>
            <a:ext cx="0" cy="2777023"/>
          </a:xfrm>
          <a:custGeom>
            <a:avLst/>
            <a:gdLst/>
            <a:ahLst/>
            <a:cxnLst/>
            <a:rect l="l" t="t" r="r" b="b"/>
            <a:pathLst>
              <a:path w="0" h="2777023">
                <a:moveTo>
                  <a:pt x="0" y="2777023"/>
                </a:moveTo>
                <a:lnTo>
                  <a:pt x="0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path 49"/>
          <p:cNvSpPr/>
          <p:nvPr/>
        </p:nvSpPr>
        <p:spPr>
          <a:xfrm>
            <a:off x="7327230" y="4671323"/>
            <a:ext cx="4696989" cy="0"/>
          </a:xfrm>
          <a:custGeom>
            <a:avLst/>
            <a:gdLst/>
            <a:ahLst/>
            <a:cxnLst/>
            <a:rect l="l" t="t" r="r" b="b"/>
            <a:pathLst>
              <a:path w="4696989" h="0">
                <a:moveTo>
                  <a:pt x="0" y="0"/>
                </a:moveTo>
                <a:lnTo>
                  <a:pt x="4696989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50"/>
          <p:cNvSpPr/>
          <p:nvPr/>
        </p:nvSpPr>
        <p:spPr>
          <a:xfrm>
            <a:off x="8144067" y="2629606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0" y="104213"/>
                </a:moveTo>
                <a:lnTo>
                  <a:pt x="104213" y="0"/>
                </a:lnTo>
                <a:close/>
                <a:moveTo>
                  <a:pt x="0" y="0"/>
                </a:moveTo>
                <a:lnTo>
                  <a:pt x="104213" y="104213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51"/>
          <p:cNvSpPr/>
          <p:nvPr/>
        </p:nvSpPr>
        <p:spPr>
          <a:xfrm>
            <a:off x="8184774" y="4164122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6" y="104213"/>
                </a:moveTo>
                <a:lnTo>
                  <a:pt x="55548" y="104099"/>
                </a:lnTo>
                <a:lnTo>
                  <a:pt x="58955" y="103761"/>
                </a:lnTo>
                <a:lnTo>
                  <a:pt x="62319" y="103202"/>
                </a:lnTo>
                <a:lnTo>
                  <a:pt x="65629" y="102427"/>
                </a:lnTo>
                <a:lnTo>
                  <a:pt x="68875" y="101441"/>
                </a:lnTo>
                <a:lnTo>
                  <a:pt x="72047" y="100246"/>
                </a:lnTo>
                <a:lnTo>
                  <a:pt x="75134" y="98848"/>
                </a:lnTo>
                <a:lnTo>
                  <a:pt x="78127" y="97251"/>
                </a:lnTo>
                <a:lnTo>
                  <a:pt x="81016" y="95458"/>
                </a:lnTo>
                <a:lnTo>
                  <a:pt x="83789" y="93474"/>
                </a:lnTo>
                <a:lnTo>
                  <a:pt x="86438" y="91304"/>
                </a:lnTo>
                <a:lnTo>
                  <a:pt x="88952" y="88951"/>
                </a:lnTo>
                <a:lnTo>
                  <a:pt x="91305" y="86437"/>
                </a:lnTo>
                <a:lnTo>
                  <a:pt x="93475" y="83789"/>
                </a:lnTo>
                <a:lnTo>
                  <a:pt x="95459" y="81015"/>
                </a:lnTo>
                <a:lnTo>
                  <a:pt x="97251" y="78127"/>
                </a:lnTo>
                <a:lnTo>
                  <a:pt x="98849" y="75134"/>
                </a:lnTo>
                <a:lnTo>
                  <a:pt x="100247" y="72046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3" y="62319"/>
                </a:lnTo>
                <a:lnTo>
                  <a:pt x="103762" y="58955"/>
                </a:lnTo>
                <a:lnTo>
                  <a:pt x="104100" y="55547"/>
                </a:lnTo>
                <a:lnTo>
                  <a:pt x="104213" y="52106"/>
                </a:lnTo>
                <a:lnTo>
                  <a:pt x="104100" y="48665"/>
                </a:lnTo>
                <a:lnTo>
                  <a:pt x="103762" y="45257"/>
                </a:lnTo>
                <a:lnTo>
                  <a:pt x="103203" y="41893"/>
                </a:lnTo>
                <a:lnTo>
                  <a:pt x="102428" y="38583"/>
                </a:lnTo>
                <a:lnTo>
                  <a:pt x="101441" y="35338"/>
                </a:lnTo>
                <a:lnTo>
                  <a:pt x="100247" y="32166"/>
                </a:lnTo>
                <a:lnTo>
                  <a:pt x="98849" y="29078"/>
                </a:lnTo>
                <a:lnTo>
                  <a:pt x="97251" y="26086"/>
                </a:lnTo>
                <a:lnTo>
                  <a:pt x="95459" y="23197"/>
                </a:lnTo>
                <a:lnTo>
                  <a:pt x="93475" y="20424"/>
                </a:lnTo>
                <a:lnTo>
                  <a:pt x="91305" y="17775"/>
                </a:lnTo>
                <a:lnTo>
                  <a:pt x="88952" y="15261"/>
                </a:lnTo>
                <a:lnTo>
                  <a:pt x="86438" y="12908"/>
                </a:lnTo>
                <a:lnTo>
                  <a:pt x="83789" y="10738"/>
                </a:lnTo>
                <a:lnTo>
                  <a:pt x="81016" y="8754"/>
                </a:lnTo>
                <a:lnTo>
                  <a:pt x="78127" y="6962"/>
                </a:lnTo>
                <a:lnTo>
                  <a:pt x="75134" y="5364"/>
                </a:lnTo>
                <a:lnTo>
                  <a:pt x="72047" y="3966"/>
                </a:lnTo>
                <a:lnTo>
                  <a:pt x="68875" y="2772"/>
                </a:lnTo>
                <a:lnTo>
                  <a:pt x="65629" y="1785"/>
                </a:lnTo>
                <a:lnTo>
                  <a:pt x="62319" y="1010"/>
                </a:lnTo>
                <a:lnTo>
                  <a:pt x="58955" y="452"/>
                </a:lnTo>
                <a:lnTo>
                  <a:pt x="55548" y="113"/>
                </a:lnTo>
                <a:lnTo>
                  <a:pt x="52106" y="0"/>
                </a:lnTo>
                <a:lnTo>
                  <a:pt x="48665" y="113"/>
                </a:lnTo>
                <a:lnTo>
                  <a:pt x="45258" y="452"/>
                </a:lnTo>
                <a:lnTo>
                  <a:pt x="41894" y="1010"/>
                </a:lnTo>
                <a:lnTo>
                  <a:pt x="38584" y="1785"/>
                </a:lnTo>
                <a:lnTo>
                  <a:pt x="35338" y="2772"/>
                </a:lnTo>
                <a:lnTo>
                  <a:pt x="32167" y="3966"/>
                </a:lnTo>
                <a:lnTo>
                  <a:pt x="29079" y="5364"/>
                </a:lnTo>
                <a:lnTo>
                  <a:pt x="26086" y="6962"/>
                </a:lnTo>
                <a:lnTo>
                  <a:pt x="23198" y="8754"/>
                </a:lnTo>
                <a:lnTo>
                  <a:pt x="20424" y="10738"/>
                </a:lnTo>
                <a:lnTo>
                  <a:pt x="17776" y="12908"/>
                </a:lnTo>
                <a:lnTo>
                  <a:pt x="15262" y="15261"/>
                </a:lnTo>
                <a:lnTo>
                  <a:pt x="12909" y="17775"/>
                </a:lnTo>
                <a:lnTo>
                  <a:pt x="10739" y="20424"/>
                </a:lnTo>
                <a:lnTo>
                  <a:pt x="8755" y="23197"/>
                </a:lnTo>
                <a:lnTo>
                  <a:pt x="6962" y="26086"/>
                </a:lnTo>
                <a:lnTo>
                  <a:pt x="5365" y="29078"/>
                </a:lnTo>
                <a:lnTo>
                  <a:pt x="3967" y="32166"/>
                </a:lnTo>
                <a:lnTo>
                  <a:pt x="2772" y="35338"/>
                </a:lnTo>
                <a:lnTo>
                  <a:pt x="1785" y="38583"/>
                </a:lnTo>
                <a:lnTo>
                  <a:pt x="1011" y="41893"/>
                </a:lnTo>
                <a:lnTo>
                  <a:pt x="452" y="45257"/>
                </a:lnTo>
                <a:lnTo>
                  <a:pt x="114" y="48665"/>
                </a:lnTo>
                <a:lnTo>
                  <a:pt x="0" y="52106"/>
                </a:lnTo>
                <a:lnTo>
                  <a:pt x="114" y="55547"/>
                </a:lnTo>
                <a:lnTo>
                  <a:pt x="452" y="58955"/>
                </a:lnTo>
                <a:lnTo>
                  <a:pt x="1011" y="62319"/>
                </a:lnTo>
                <a:lnTo>
                  <a:pt x="1785" y="65629"/>
                </a:lnTo>
                <a:lnTo>
                  <a:pt x="2772" y="68875"/>
                </a:lnTo>
                <a:lnTo>
                  <a:pt x="3967" y="72046"/>
                </a:lnTo>
                <a:lnTo>
                  <a:pt x="5365" y="75134"/>
                </a:lnTo>
                <a:lnTo>
                  <a:pt x="6962" y="78127"/>
                </a:lnTo>
                <a:lnTo>
                  <a:pt x="8755" y="81015"/>
                </a:lnTo>
                <a:lnTo>
                  <a:pt x="10739" y="83789"/>
                </a:lnTo>
                <a:lnTo>
                  <a:pt x="12909" y="86437"/>
                </a:lnTo>
                <a:lnTo>
                  <a:pt x="15262" y="88951"/>
                </a:lnTo>
                <a:lnTo>
                  <a:pt x="17776" y="91304"/>
                </a:lnTo>
                <a:lnTo>
                  <a:pt x="20424" y="93474"/>
                </a:lnTo>
                <a:lnTo>
                  <a:pt x="23198" y="95458"/>
                </a:lnTo>
                <a:lnTo>
                  <a:pt x="26086" y="97251"/>
                </a:lnTo>
                <a:lnTo>
                  <a:pt x="29079" y="98848"/>
                </a:lnTo>
                <a:lnTo>
                  <a:pt x="32167" y="100246"/>
                </a:lnTo>
                <a:lnTo>
                  <a:pt x="35338" y="101441"/>
                </a:lnTo>
                <a:lnTo>
                  <a:pt x="38584" y="102427"/>
                </a:lnTo>
                <a:lnTo>
                  <a:pt x="41894" y="103202"/>
                </a:lnTo>
                <a:lnTo>
                  <a:pt x="45258" y="103761"/>
                </a:lnTo>
                <a:lnTo>
                  <a:pt x="48665" y="104099"/>
                </a:lnTo>
                <a:lnTo>
                  <a:pt x="52106" y="104213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path 52"/>
          <p:cNvSpPr/>
          <p:nvPr/>
        </p:nvSpPr>
        <p:spPr>
          <a:xfrm>
            <a:off x="8225482" y="2622284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0" y="104213"/>
                </a:moveTo>
                <a:lnTo>
                  <a:pt x="104213" y="0"/>
                </a:lnTo>
                <a:close/>
                <a:moveTo>
                  <a:pt x="0" y="0"/>
                </a:moveTo>
                <a:lnTo>
                  <a:pt x="104213" y="104213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path 53"/>
          <p:cNvSpPr/>
          <p:nvPr/>
        </p:nvSpPr>
        <p:spPr>
          <a:xfrm>
            <a:off x="8266189" y="2632467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0" y="104213"/>
                </a:moveTo>
                <a:lnTo>
                  <a:pt x="104213" y="0"/>
                </a:lnTo>
                <a:close/>
                <a:moveTo>
                  <a:pt x="0" y="0"/>
                </a:moveTo>
                <a:lnTo>
                  <a:pt x="104213" y="104213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54"/>
          <p:cNvSpPr/>
          <p:nvPr/>
        </p:nvSpPr>
        <p:spPr>
          <a:xfrm>
            <a:off x="8306896" y="2632803"/>
            <a:ext cx="104213" cy="104214"/>
          </a:xfrm>
          <a:custGeom>
            <a:avLst/>
            <a:gdLst/>
            <a:ahLst/>
            <a:cxnLst/>
            <a:rect l="l" t="t" r="r" b="b"/>
            <a:pathLst>
              <a:path w="104213" h="104214">
                <a:moveTo>
                  <a:pt x="0" y="104214"/>
                </a:moveTo>
                <a:lnTo>
                  <a:pt x="104213" y="0"/>
                </a:lnTo>
                <a:close/>
                <a:moveTo>
                  <a:pt x="0" y="0"/>
                </a:moveTo>
                <a:lnTo>
                  <a:pt x="104213" y="104214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55"/>
          <p:cNvSpPr/>
          <p:nvPr/>
        </p:nvSpPr>
        <p:spPr>
          <a:xfrm>
            <a:off x="8347603" y="3991189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7" y="104213"/>
                </a:moveTo>
                <a:lnTo>
                  <a:pt x="55548" y="104099"/>
                </a:lnTo>
                <a:lnTo>
                  <a:pt x="58956" y="103761"/>
                </a:lnTo>
                <a:lnTo>
                  <a:pt x="62319" y="103202"/>
                </a:lnTo>
                <a:lnTo>
                  <a:pt x="65629" y="102428"/>
                </a:lnTo>
                <a:lnTo>
                  <a:pt x="68875" y="101441"/>
                </a:lnTo>
                <a:lnTo>
                  <a:pt x="72047" y="100246"/>
                </a:lnTo>
                <a:lnTo>
                  <a:pt x="75134" y="98848"/>
                </a:lnTo>
                <a:lnTo>
                  <a:pt x="78127" y="97251"/>
                </a:lnTo>
                <a:lnTo>
                  <a:pt x="81016" y="95458"/>
                </a:lnTo>
                <a:lnTo>
                  <a:pt x="83789" y="93475"/>
                </a:lnTo>
                <a:lnTo>
                  <a:pt x="86438" y="91304"/>
                </a:lnTo>
                <a:lnTo>
                  <a:pt x="88952" y="88951"/>
                </a:lnTo>
                <a:lnTo>
                  <a:pt x="91305" y="86437"/>
                </a:lnTo>
                <a:lnTo>
                  <a:pt x="93475" y="83789"/>
                </a:lnTo>
                <a:lnTo>
                  <a:pt x="95459" y="81015"/>
                </a:lnTo>
                <a:lnTo>
                  <a:pt x="97251" y="78127"/>
                </a:lnTo>
                <a:lnTo>
                  <a:pt x="98849" y="75134"/>
                </a:lnTo>
                <a:lnTo>
                  <a:pt x="100247" y="72047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2" y="62319"/>
                </a:lnTo>
                <a:lnTo>
                  <a:pt x="103761" y="58955"/>
                </a:lnTo>
                <a:lnTo>
                  <a:pt x="104099" y="55548"/>
                </a:lnTo>
                <a:lnTo>
                  <a:pt x="104213" y="52106"/>
                </a:lnTo>
                <a:lnTo>
                  <a:pt x="104099" y="48665"/>
                </a:lnTo>
                <a:lnTo>
                  <a:pt x="103761" y="45257"/>
                </a:lnTo>
                <a:lnTo>
                  <a:pt x="103202" y="41894"/>
                </a:lnTo>
                <a:lnTo>
                  <a:pt x="102428" y="38584"/>
                </a:lnTo>
                <a:lnTo>
                  <a:pt x="101441" y="35338"/>
                </a:lnTo>
                <a:lnTo>
                  <a:pt x="100247" y="32166"/>
                </a:lnTo>
                <a:lnTo>
                  <a:pt x="98849" y="29079"/>
                </a:lnTo>
                <a:lnTo>
                  <a:pt x="97251" y="26086"/>
                </a:lnTo>
                <a:lnTo>
                  <a:pt x="95459" y="23197"/>
                </a:lnTo>
                <a:lnTo>
                  <a:pt x="93475" y="20424"/>
                </a:lnTo>
                <a:lnTo>
                  <a:pt x="91305" y="17775"/>
                </a:lnTo>
                <a:lnTo>
                  <a:pt x="88952" y="15261"/>
                </a:lnTo>
                <a:lnTo>
                  <a:pt x="86438" y="12908"/>
                </a:lnTo>
                <a:lnTo>
                  <a:pt x="83789" y="10738"/>
                </a:lnTo>
                <a:lnTo>
                  <a:pt x="81016" y="8754"/>
                </a:lnTo>
                <a:lnTo>
                  <a:pt x="78127" y="6962"/>
                </a:lnTo>
                <a:lnTo>
                  <a:pt x="75134" y="5364"/>
                </a:lnTo>
                <a:lnTo>
                  <a:pt x="72047" y="3966"/>
                </a:lnTo>
                <a:lnTo>
                  <a:pt x="68875" y="2772"/>
                </a:lnTo>
                <a:lnTo>
                  <a:pt x="65629" y="1785"/>
                </a:lnTo>
                <a:lnTo>
                  <a:pt x="62319" y="1010"/>
                </a:lnTo>
                <a:lnTo>
                  <a:pt x="58956" y="452"/>
                </a:lnTo>
                <a:lnTo>
                  <a:pt x="55548" y="113"/>
                </a:lnTo>
                <a:lnTo>
                  <a:pt x="52107" y="0"/>
                </a:lnTo>
                <a:lnTo>
                  <a:pt x="48665" y="113"/>
                </a:lnTo>
                <a:lnTo>
                  <a:pt x="45258" y="452"/>
                </a:lnTo>
                <a:lnTo>
                  <a:pt x="41894" y="1010"/>
                </a:lnTo>
                <a:lnTo>
                  <a:pt x="38584" y="1785"/>
                </a:lnTo>
                <a:lnTo>
                  <a:pt x="35338" y="2772"/>
                </a:lnTo>
                <a:lnTo>
                  <a:pt x="32167" y="3966"/>
                </a:lnTo>
                <a:lnTo>
                  <a:pt x="29079" y="5364"/>
                </a:lnTo>
                <a:lnTo>
                  <a:pt x="26086" y="6962"/>
                </a:lnTo>
                <a:lnTo>
                  <a:pt x="23198" y="8754"/>
                </a:lnTo>
                <a:lnTo>
                  <a:pt x="20424" y="10738"/>
                </a:lnTo>
                <a:lnTo>
                  <a:pt x="17775" y="12908"/>
                </a:lnTo>
                <a:lnTo>
                  <a:pt x="15262" y="15261"/>
                </a:lnTo>
                <a:lnTo>
                  <a:pt x="12909" y="17775"/>
                </a:lnTo>
                <a:lnTo>
                  <a:pt x="10738" y="20424"/>
                </a:lnTo>
                <a:lnTo>
                  <a:pt x="8755" y="23197"/>
                </a:lnTo>
                <a:lnTo>
                  <a:pt x="6962" y="26086"/>
                </a:lnTo>
                <a:lnTo>
                  <a:pt x="5365" y="29079"/>
                </a:lnTo>
                <a:lnTo>
                  <a:pt x="3967" y="32166"/>
                </a:lnTo>
                <a:lnTo>
                  <a:pt x="2772" y="35338"/>
                </a:lnTo>
                <a:lnTo>
                  <a:pt x="1785" y="38584"/>
                </a:lnTo>
                <a:lnTo>
                  <a:pt x="1010" y="41894"/>
                </a:lnTo>
                <a:lnTo>
                  <a:pt x="452" y="45257"/>
                </a:lnTo>
                <a:lnTo>
                  <a:pt x="113" y="48665"/>
                </a:lnTo>
                <a:lnTo>
                  <a:pt x="0" y="52106"/>
                </a:lnTo>
                <a:lnTo>
                  <a:pt x="113" y="55548"/>
                </a:lnTo>
                <a:lnTo>
                  <a:pt x="452" y="58955"/>
                </a:lnTo>
                <a:lnTo>
                  <a:pt x="1010" y="62319"/>
                </a:lnTo>
                <a:lnTo>
                  <a:pt x="1785" y="65629"/>
                </a:lnTo>
                <a:lnTo>
                  <a:pt x="2772" y="68875"/>
                </a:lnTo>
                <a:lnTo>
                  <a:pt x="3967" y="72047"/>
                </a:lnTo>
                <a:lnTo>
                  <a:pt x="5365" y="75134"/>
                </a:lnTo>
                <a:lnTo>
                  <a:pt x="6962" y="78127"/>
                </a:lnTo>
                <a:lnTo>
                  <a:pt x="8755" y="81015"/>
                </a:lnTo>
                <a:lnTo>
                  <a:pt x="10738" y="83789"/>
                </a:lnTo>
                <a:lnTo>
                  <a:pt x="12909" y="86437"/>
                </a:lnTo>
                <a:lnTo>
                  <a:pt x="15262" y="88951"/>
                </a:lnTo>
                <a:lnTo>
                  <a:pt x="17775" y="91304"/>
                </a:lnTo>
                <a:lnTo>
                  <a:pt x="20424" y="93475"/>
                </a:lnTo>
                <a:lnTo>
                  <a:pt x="23198" y="95458"/>
                </a:lnTo>
                <a:lnTo>
                  <a:pt x="26086" y="97251"/>
                </a:lnTo>
                <a:lnTo>
                  <a:pt x="29079" y="98848"/>
                </a:lnTo>
                <a:lnTo>
                  <a:pt x="32167" y="100246"/>
                </a:lnTo>
                <a:lnTo>
                  <a:pt x="35338" y="101441"/>
                </a:lnTo>
                <a:lnTo>
                  <a:pt x="38584" y="102428"/>
                </a:lnTo>
                <a:lnTo>
                  <a:pt x="41894" y="103202"/>
                </a:lnTo>
                <a:lnTo>
                  <a:pt x="45258" y="103761"/>
                </a:lnTo>
                <a:lnTo>
                  <a:pt x="48665" y="104099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Editable path 56"/>
          <p:cNvSpPr/>
          <p:nvPr/>
        </p:nvSpPr>
        <p:spPr>
          <a:xfrm>
            <a:off x="8388310" y="2633981"/>
            <a:ext cx="104213" cy="104214"/>
          </a:xfrm>
          <a:custGeom>
            <a:avLst/>
            <a:gdLst/>
            <a:ahLst/>
            <a:cxnLst/>
            <a:rect l="l" t="t" r="r" b="b"/>
            <a:pathLst>
              <a:path w="104213" h="104214">
                <a:moveTo>
                  <a:pt x="0" y="104214"/>
                </a:moveTo>
                <a:lnTo>
                  <a:pt x="104213" y="0"/>
                </a:lnTo>
                <a:close/>
                <a:moveTo>
                  <a:pt x="0" y="0"/>
                </a:moveTo>
                <a:lnTo>
                  <a:pt x="104213" y="104214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ditable path 57"/>
          <p:cNvSpPr/>
          <p:nvPr/>
        </p:nvSpPr>
        <p:spPr>
          <a:xfrm>
            <a:off x="8429017" y="3322768"/>
            <a:ext cx="104214" cy="104213"/>
          </a:xfrm>
          <a:custGeom>
            <a:avLst/>
            <a:gdLst/>
            <a:ahLst/>
            <a:cxnLst/>
            <a:rect l="l" t="t" r="r" b="b"/>
            <a:pathLst>
              <a:path w="104214" h="104213">
                <a:moveTo>
                  <a:pt x="52107" y="104213"/>
                </a:moveTo>
                <a:lnTo>
                  <a:pt x="55549" y="104099"/>
                </a:lnTo>
                <a:lnTo>
                  <a:pt x="58956" y="103761"/>
                </a:lnTo>
                <a:lnTo>
                  <a:pt x="62320" y="103202"/>
                </a:lnTo>
                <a:lnTo>
                  <a:pt x="65630" y="102427"/>
                </a:lnTo>
                <a:lnTo>
                  <a:pt x="68876" y="101441"/>
                </a:lnTo>
                <a:lnTo>
                  <a:pt x="72047" y="100246"/>
                </a:lnTo>
                <a:lnTo>
                  <a:pt x="75135" y="98848"/>
                </a:lnTo>
                <a:lnTo>
                  <a:pt x="78128" y="97251"/>
                </a:lnTo>
                <a:lnTo>
                  <a:pt x="81016" y="95458"/>
                </a:lnTo>
                <a:lnTo>
                  <a:pt x="83789" y="93474"/>
                </a:lnTo>
                <a:lnTo>
                  <a:pt x="86438" y="91304"/>
                </a:lnTo>
                <a:lnTo>
                  <a:pt x="88952" y="88951"/>
                </a:lnTo>
                <a:lnTo>
                  <a:pt x="91305" y="86437"/>
                </a:lnTo>
                <a:lnTo>
                  <a:pt x="93475" y="83789"/>
                </a:lnTo>
                <a:lnTo>
                  <a:pt x="95459" y="81015"/>
                </a:lnTo>
                <a:lnTo>
                  <a:pt x="97252" y="78127"/>
                </a:lnTo>
                <a:lnTo>
                  <a:pt x="98849" y="75134"/>
                </a:lnTo>
                <a:lnTo>
                  <a:pt x="100247" y="72046"/>
                </a:lnTo>
                <a:lnTo>
                  <a:pt x="101442" y="68875"/>
                </a:lnTo>
                <a:lnTo>
                  <a:pt x="102428" y="65629"/>
                </a:lnTo>
                <a:lnTo>
                  <a:pt x="103203" y="62319"/>
                </a:lnTo>
                <a:lnTo>
                  <a:pt x="103762" y="58955"/>
                </a:lnTo>
                <a:lnTo>
                  <a:pt x="104100" y="55547"/>
                </a:lnTo>
                <a:lnTo>
                  <a:pt x="104214" y="52106"/>
                </a:lnTo>
                <a:lnTo>
                  <a:pt x="104100" y="48665"/>
                </a:lnTo>
                <a:lnTo>
                  <a:pt x="103762" y="45257"/>
                </a:lnTo>
                <a:lnTo>
                  <a:pt x="103203" y="41893"/>
                </a:lnTo>
                <a:lnTo>
                  <a:pt x="102428" y="38583"/>
                </a:lnTo>
                <a:lnTo>
                  <a:pt x="101442" y="35338"/>
                </a:lnTo>
                <a:lnTo>
                  <a:pt x="100247" y="32166"/>
                </a:lnTo>
                <a:lnTo>
                  <a:pt x="98849" y="29078"/>
                </a:lnTo>
                <a:lnTo>
                  <a:pt x="97252" y="26086"/>
                </a:lnTo>
                <a:lnTo>
                  <a:pt x="95459" y="23197"/>
                </a:lnTo>
                <a:lnTo>
                  <a:pt x="93475" y="20424"/>
                </a:lnTo>
                <a:lnTo>
                  <a:pt x="91305" y="17775"/>
                </a:lnTo>
                <a:lnTo>
                  <a:pt x="88952" y="15261"/>
                </a:lnTo>
                <a:lnTo>
                  <a:pt x="86438" y="12908"/>
                </a:lnTo>
                <a:lnTo>
                  <a:pt x="83789" y="10738"/>
                </a:lnTo>
                <a:lnTo>
                  <a:pt x="81016" y="8754"/>
                </a:lnTo>
                <a:lnTo>
                  <a:pt x="78128" y="6962"/>
                </a:lnTo>
                <a:lnTo>
                  <a:pt x="75135" y="5364"/>
                </a:lnTo>
                <a:lnTo>
                  <a:pt x="72047" y="3966"/>
                </a:lnTo>
                <a:lnTo>
                  <a:pt x="68876" y="2772"/>
                </a:lnTo>
                <a:lnTo>
                  <a:pt x="65630" y="1785"/>
                </a:lnTo>
                <a:lnTo>
                  <a:pt x="62320" y="1010"/>
                </a:lnTo>
                <a:lnTo>
                  <a:pt x="58956" y="451"/>
                </a:lnTo>
                <a:lnTo>
                  <a:pt x="55549" y="113"/>
                </a:lnTo>
                <a:lnTo>
                  <a:pt x="52107" y="0"/>
                </a:lnTo>
                <a:lnTo>
                  <a:pt x="48666" y="113"/>
                </a:lnTo>
                <a:lnTo>
                  <a:pt x="45258" y="451"/>
                </a:lnTo>
                <a:lnTo>
                  <a:pt x="41895" y="1010"/>
                </a:lnTo>
                <a:lnTo>
                  <a:pt x="38585" y="1785"/>
                </a:lnTo>
                <a:lnTo>
                  <a:pt x="35339" y="2772"/>
                </a:lnTo>
                <a:lnTo>
                  <a:pt x="32167" y="3966"/>
                </a:lnTo>
                <a:lnTo>
                  <a:pt x="29079" y="5364"/>
                </a:lnTo>
                <a:lnTo>
                  <a:pt x="26087" y="6962"/>
                </a:lnTo>
                <a:lnTo>
                  <a:pt x="23198" y="8754"/>
                </a:lnTo>
                <a:lnTo>
                  <a:pt x="20425" y="10738"/>
                </a:lnTo>
                <a:lnTo>
                  <a:pt x="17776" y="12908"/>
                </a:lnTo>
                <a:lnTo>
                  <a:pt x="15262" y="15261"/>
                </a:lnTo>
                <a:lnTo>
                  <a:pt x="12909" y="17775"/>
                </a:lnTo>
                <a:lnTo>
                  <a:pt x="10739" y="20424"/>
                </a:lnTo>
                <a:lnTo>
                  <a:pt x="8755" y="23197"/>
                </a:lnTo>
                <a:lnTo>
                  <a:pt x="6963" y="26086"/>
                </a:lnTo>
                <a:lnTo>
                  <a:pt x="5365" y="29078"/>
                </a:lnTo>
                <a:lnTo>
                  <a:pt x="3967" y="32166"/>
                </a:lnTo>
                <a:lnTo>
                  <a:pt x="2773" y="35338"/>
                </a:lnTo>
                <a:lnTo>
                  <a:pt x="1786" y="38583"/>
                </a:lnTo>
                <a:lnTo>
                  <a:pt x="1011" y="41893"/>
                </a:lnTo>
                <a:lnTo>
                  <a:pt x="452" y="45257"/>
                </a:lnTo>
                <a:lnTo>
                  <a:pt x="114" y="48665"/>
                </a:lnTo>
                <a:lnTo>
                  <a:pt x="0" y="52106"/>
                </a:lnTo>
                <a:lnTo>
                  <a:pt x="114" y="55547"/>
                </a:lnTo>
                <a:lnTo>
                  <a:pt x="452" y="58955"/>
                </a:lnTo>
                <a:lnTo>
                  <a:pt x="1011" y="62319"/>
                </a:lnTo>
                <a:lnTo>
                  <a:pt x="1786" y="65629"/>
                </a:lnTo>
                <a:lnTo>
                  <a:pt x="2773" y="68875"/>
                </a:lnTo>
                <a:lnTo>
                  <a:pt x="3967" y="72046"/>
                </a:lnTo>
                <a:lnTo>
                  <a:pt x="5365" y="75134"/>
                </a:lnTo>
                <a:lnTo>
                  <a:pt x="6963" y="78127"/>
                </a:lnTo>
                <a:lnTo>
                  <a:pt x="8755" y="81015"/>
                </a:lnTo>
                <a:lnTo>
                  <a:pt x="10739" y="83789"/>
                </a:lnTo>
                <a:lnTo>
                  <a:pt x="12909" y="86437"/>
                </a:lnTo>
                <a:lnTo>
                  <a:pt x="15262" y="88951"/>
                </a:lnTo>
                <a:lnTo>
                  <a:pt x="17776" y="91304"/>
                </a:lnTo>
                <a:lnTo>
                  <a:pt x="20425" y="93474"/>
                </a:lnTo>
                <a:lnTo>
                  <a:pt x="23198" y="95458"/>
                </a:lnTo>
                <a:lnTo>
                  <a:pt x="26087" y="97251"/>
                </a:lnTo>
                <a:lnTo>
                  <a:pt x="29079" y="98848"/>
                </a:lnTo>
                <a:lnTo>
                  <a:pt x="32167" y="100246"/>
                </a:lnTo>
                <a:lnTo>
                  <a:pt x="35339" y="101441"/>
                </a:lnTo>
                <a:lnTo>
                  <a:pt x="38585" y="102427"/>
                </a:lnTo>
                <a:lnTo>
                  <a:pt x="41895" y="103202"/>
                </a:lnTo>
                <a:lnTo>
                  <a:pt x="45258" y="103761"/>
                </a:lnTo>
                <a:lnTo>
                  <a:pt x="48666" y="104099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path 58"/>
          <p:cNvSpPr/>
          <p:nvPr/>
        </p:nvSpPr>
        <p:spPr>
          <a:xfrm>
            <a:off x="8469725" y="2814825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7" y="104213"/>
                </a:moveTo>
                <a:lnTo>
                  <a:pt x="55548" y="104099"/>
                </a:lnTo>
                <a:lnTo>
                  <a:pt x="58955" y="103761"/>
                </a:lnTo>
                <a:lnTo>
                  <a:pt x="62319" y="103202"/>
                </a:lnTo>
                <a:lnTo>
                  <a:pt x="65629" y="102427"/>
                </a:lnTo>
                <a:lnTo>
                  <a:pt x="68875" y="101441"/>
                </a:lnTo>
                <a:lnTo>
                  <a:pt x="72047" y="100246"/>
                </a:lnTo>
                <a:lnTo>
                  <a:pt x="75134" y="98848"/>
                </a:lnTo>
                <a:lnTo>
                  <a:pt x="78127" y="97251"/>
                </a:lnTo>
                <a:lnTo>
                  <a:pt x="81015" y="95458"/>
                </a:lnTo>
                <a:lnTo>
                  <a:pt x="83789" y="93474"/>
                </a:lnTo>
                <a:lnTo>
                  <a:pt x="86437" y="91304"/>
                </a:lnTo>
                <a:lnTo>
                  <a:pt x="88951" y="88951"/>
                </a:lnTo>
                <a:lnTo>
                  <a:pt x="91304" y="86437"/>
                </a:lnTo>
                <a:lnTo>
                  <a:pt x="93475" y="83789"/>
                </a:lnTo>
                <a:lnTo>
                  <a:pt x="95458" y="81015"/>
                </a:lnTo>
                <a:lnTo>
                  <a:pt x="97251" y="78127"/>
                </a:lnTo>
                <a:lnTo>
                  <a:pt x="98848" y="75134"/>
                </a:lnTo>
                <a:lnTo>
                  <a:pt x="100246" y="72046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2" y="62319"/>
                </a:lnTo>
                <a:lnTo>
                  <a:pt x="103761" y="58955"/>
                </a:lnTo>
                <a:lnTo>
                  <a:pt x="104099" y="55547"/>
                </a:lnTo>
                <a:lnTo>
                  <a:pt x="104213" y="52106"/>
                </a:lnTo>
                <a:lnTo>
                  <a:pt x="104099" y="48665"/>
                </a:lnTo>
                <a:lnTo>
                  <a:pt x="103761" y="45257"/>
                </a:lnTo>
                <a:lnTo>
                  <a:pt x="103202" y="41893"/>
                </a:lnTo>
                <a:lnTo>
                  <a:pt x="102428" y="38583"/>
                </a:lnTo>
                <a:lnTo>
                  <a:pt x="101441" y="35338"/>
                </a:lnTo>
                <a:lnTo>
                  <a:pt x="100246" y="32166"/>
                </a:lnTo>
                <a:lnTo>
                  <a:pt x="98848" y="29079"/>
                </a:lnTo>
                <a:lnTo>
                  <a:pt x="97251" y="26086"/>
                </a:lnTo>
                <a:lnTo>
                  <a:pt x="95458" y="23197"/>
                </a:lnTo>
                <a:lnTo>
                  <a:pt x="93475" y="20424"/>
                </a:lnTo>
                <a:lnTo>
                  <a:pt x="91304" y="17775"/>
                </a:lnTo>
                <a:lnTo>
                  <a:pt x="88951" y="15261"/>
                </a:lnTo>
                <a:lnTo>
                  <a:pt x="86437" y="12908"/>
                </a:lnTo>
                <a:lnTo>
                  <a:pt x="83789" y="10738"/>
                </a:lnTo>
                <a:lnTo>
                  <a:pt x="81015" y="8754"/>
                </a:lnTo>
                <a:lnTo>
                  <a:pt x="78127" y="6962"/>
                </a:lnTo>
                <a:lnTo>
                  <a:pt x="75134" y="5364"/>
                </a:lnTo>
                <a:lnTo>
                  <a:pt x="72047" y="3966"/>
                </a:lnTo>
                <a:lnTo>
                  <a:pt x="68875" y="2772"/>
                </a:lnTo>
                <a:lnTo>
                  <a:pt x="65629" y="1785"/>
                </a:lnTo>
                <a:lnTo>
                  <a:pt x="62319" y="1010"/>
                </a:lnTo>
                <a:lnTo>
                  <a:pt x="58955" y="452"/>
                </a:lnTo>
                <a:lnTo>
                  <a:pt x="55548" y="113"/>
                </a:lnTo>
                <a:lnTo>
                  <a:pt x="52107" y="0"/>
                </a:lnTo>
                <a:lnTo>
                  <a:pt x="48665" y="113"/>
                </a:lnTo>
                <a:lnTo>
                  <a:pt x="45258" y="452"/>
                </a:lnTo>
                <a:lnTo>
                  <a:pt x="41894" y="1010"/>
                </a:lnTo>
                <a:lnTo>
                  <a:pt x="38584" y="1785"/>
                </a:lnTo>
                <a:lnTo>
                  <a:pt x="35338" y="2772"/>
                </a:lnTo>
                <a:lnTo>
                  <a:pt x="32166" y="3966"/>
                </a:lnTo>
                <a:lnTo>
                  <a:pt x="29079" y="5364"/>
                </a:lnTo>
                <a:lnTo>
                  <a:pt x="26086" y="6962"/>
                </a:lnTo>
                <a:lnTo>
                  <a:pt x="23198" y="8754"/>
                </a:lnTo>
                <a:lnTo>
                  <a:pt x="20424" y="10738"/>
                </a:lnTo>
                <a:lnTo>
                  <a:pt x="17775" y="12908"/>
                </a:lnTo>
                <a:lnTo>
                  <a:pt x="15262" y="15261"/>
                </a:lnTo>
                <a:lnTo>
                  <a:pt x="12909" y="17775"/>
                </a:lnTo>
                <a:lnTo>
                  <a:pt x="10738" y="20424"/>
                </a:lnTo>
                <a:lnTo>
                  <a:pt x="8754" y="23197"/>
                </a:lnTo>
                <a:lnTo>
                  <a:pt x="6962" y="26086"/>
                </a:lnTo>
                <a:lnTo>
                  <a:pt x="5364" y="29079"/>
                </a:lnTo>
                <a:lnTo>
                  <a:pt x="3966" y="32166"/>
                </a:lnTo>
                <a:lnTo>
                  <a:pt x="2772" y="35338"/>
                </a:lnTo>
                <a:lnTo>
                  <a:pt x="1785" y="38583"/>
                </a:lnTo>
                <a:lnTo>
                  <a:pt x="1010" y="41893"/>
                </a:lnTo>
                <a:lnTo>
                  <a:pt x="452" y="45257"/>
                </a:lnTo>
                <a:lnTo>
                  <a:pt x="113" y="48665"/>
                </a:lnTo>
                <a:lnTo>
                  <a:pt x="0" y="52106"/>
                </a:lnTo>
                <a:lnTo>
                  <a:pt x="113" y="55547"/>
                </a:lnTo>
                <a:lnTo>
                  <a:pt x="452" y="58955"/>
                </a:lnTo>
                <a:lnTo>
                  <a:pt x="1010" y="62319"/>
                </a:lnTo>
                <a:lnTo>
                  <a:pt x="1785" y="65629"/>
                </a:lnTo>
                <a:lnTo>
                  <a:pt x="2772" y="68875"/>
                </a:lnTo>
                <a:lnTo>
                  <a:pt x="3966" y="72046"/>
                </a:lnTo>
                <a:lnTo>
                  <a:pt x="5364" y="75134"/>
                </a:lnTo>
                <a:lnTo>
                  <a:pt x="6962" y="78127"/>
                </a:lnTo>
                <a:lnTo>
                  <a:pt x="8754" y="81015"/>
                </a:lnTo>
                <a:lnTo>
                  <a:pt x="10738" y="83789"/>
                </a:lnTo>
                <a:lnTo>
                  <a:pt x="12909" y="86437"/>
                </a:lnTo>
                <a:lnTo>
                  <a:pt x="15262" y="88951"/>
                </a:lnTo>
                <a:lnTo>
                  <a:pt x="17775" y="91304"/>
                </a:lnTo>
                <a:lnTo>
                  <a:pt x="20424" y="93474"/>
                </a:lnTo>
                <a:lnTo>
                  <a:pt x="23198" y="95458"/>
                </a:lnTo>
                <a:lnTo>
                  <a:pt x="26086" y="97251"/>
                </a:lnTo>
                <a:lnTo>
                  <a:pt x="29079" y="98848"/>
                </a:lnTo>
                <a:lnTo>
                  <a:pt x="32166" y="100246"/>
                </a:lnTo>
                <a:lnTo>
                  <a:pt x="35338" y="101441"/>
                </a:lnTo>
                <a:lnTo>
                  <a:pt x="38584" y="102427"/>
                </a:lnTo>
                <a:lnTo>
                  <a:pt x="41894" y="103202"/>
                </a:lnTo>
                <a:lnTo>
                  <a:pt x="45258" y="103761"/>
                </a:lnTo>
                <a:lnTo>
                  <a:pt x="48665" y="104099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ditable path 59"/>
          <p:cNvSpPr/>
          <p:nvPr/>
        </p:nvSpPr>
        <p:spPr>
          <a:xfrm>
            <a:off x="8510432" y="2627838"/>
            <a:ext cx="104213" cy="104214"/>
          </a:xfrm>
          <a:custGeom>
            <a:avLst/>
            <a:gdLst/>
            <a:ahLst/>
            <a:cxnLst/>
            <a:rect l="l" t="t" r="r" b="b"/>
            <a:pathLst>
              <a:path w="104213" h="104214">
                <a:moveTo>
                  <a:pt x="0" y="104214"/>
                </a:moveTo>
                <a:lnTo>
                  <a:pt x="104213" y="0"/>
                </a:lnTo>
                <a:close/>
                <a:moveTo>
                  <a:pt x="0" y="0"/>
                </a:moveTo>
                <a:lnTo>
                  <a:pt x="104213" y="104214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ditable path 60"/>
          <p:cNvSpPr/>
          <p:nvPr/>
        </p:nvSpPr>
        <p:spPr>
          <a:xfrm>
            <a:off x="8551139" y="2619928"/>
            <a:ext cx="104214" cy="104213"/>
          </a:xfrm>
          <a:custGeom>
            <a:avLst/>
            <a:gdLst/>
            <a:ahLst/>
            <a:cxnLst/>
            <a:rect l="l" t="t" r="r" b="b"/>
            <a:pathLst>
              <a:path w="104214" h="104213">
                <a:moveTo>
                  <a:pt x="0" y="104213"/>
                </a:moveTo>
                <a:lnTo>
                  <a:pt x="104214" y="0"/>
                </a:lnTo>
                <a:close/>
                <a:moveTo>
                  <a:pt x="0" y="0"/>
                </a:moveTo>
                <a:lnTo>
                  <a:pt x="104214" y="104213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ditable path 61"/>
          <p:cNvSpPr/>
          <p:nvPr/>
        </p:nvSpPr>
        <p:spPr>
          <a:xfrm>
            <a:off x="8591847" y="2632719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0" y="104213"/>
                </a:moveTo>
                <a:lnTo>
                  <a:pt x="104213" y="0"/>
                </a:lnTo>
                <a:close/>
                <a:moveTo>
                  <a:pt x="0" y="0"/>
                </a:moveTo>
                <a:lnTo>
                  <a:pt x="104213" y="104213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path 62"/>
          <p:cNvSpPr/>
          <p:nvPr/>
        </p:nvSpPr>
        <p:spPr>
          <a:xfrm>
            <a:off x="8632554" y="2620012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0" y="104213"/>
                </a:moveTo>
                <a:lnTo>
                  <a:pt x="104213" y="0"/>
                </a:lnTo>
                <a:close/>
                <a:moveTo>
                  <a:pt x="0" y="0"/>
                </a:moveTo>
                <a:lnTo>
                  <a:pt x="104213" y="104213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path 63"/>
          <p:cNvSpPr/>
          <p:nvPr/>
        </p:nvSpPr>
        <p:spPr>
          <a:xfrm>
            <a:off x="8673261" y="2619507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0" y="104213"/>
                </a:moveTo>
                <a:lnTo>
                  <a:pt x="104213" y="0"/>
                </a:lnTo>
                <a:close/>
                <a:moveTo>
                  <a:pt x="0" y="0"/>
                </a:moveTo>
                <a:lnTo>
                  <a:pt x="104213" y="104213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Editable path 64"/>
          <p:cNvSpPr/>
          <p:nvPr/>
        </p:nvSpPr>
        <p:spPr>
          <a:xfrm>
            <a:off x="8713968" y="2634655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0" y="104213"/>
                </a:moveTo>
                <a:lnTo>
                  <a:pt x="104213" y="0"/>
                </a:lnTo>
                <a:close/>
                <a:moveTo>
                  <a:pt x="0" y="0"/>
                </a:moveTo>
                <a:lnTo>
                  <a:pt x="104213" y="104213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path 65"/>
          <p:cNvSpPr/>
          <p:nvPr/>
        </p:nvSpPr>
        <p:spPr>
          <a:xfrm>
            <a:off x="8754675" y="3088404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7" y="104213"/>
                </a:moveTo>
                <a:lnTo>
                  <a:pt x="55548" y="104099"/>
                </a:lnTo>
                <a:lnTo>
                  <a:pt x="58956" y="103761"/>
                </a:lnTo>
                <a:lnTo>
                  <a:pt x="62320" y="103202"/>
                </a:lnTo>
                <a:lnTo>
                  <a:pt x="65630" y="102427"/>
                </a:lnTo>
                <a:lnTo>
                  <a:pt x="68876" y="101441"/>
                </a:lnTo>
                <a:lnTo>
                  <a:pt x="72047" y="100246"/>
                </a:lnTo>
                <a:lnTo>
                  <a:pt x="75135" y="98848"/>
                </a:lnTo>
                <a:lnTo>
                  <a:pt x="78128" y="97251"/>
                </a:lnTo>
                <a:lnTo>
                  <a:pt x="81016" y="95458"/>
                </a:lnTo>
                <a:lnTo>
                  <a:pt x="83790" y="93474"/>
                </a:lnTo>
                <a:lnTo>
                  <a:pt x="86438" y="91304"/>
                </a:lnTo>
                <a:lnTo>
                  <a:pt x="88952" y="88951"/>
                </a:lnTo>
                <a:lnTo>
                  <a:pt x="91305" y="86437"/>
                </a:lnTo>
                <a:lnTo>
                  <a:pt x="93475" y="83789"/>
                </a:lnTo>
                <a:lnTo>
                  <a:pt x="95459" y="81015"/>
                </a:lnTo>
                <a:lnTo>
                  <a:pt x="97252" y="78127"/>
                </a:lnTo>
                <a:lnTo>
                  <a:pt x="98849" y="75134"/>
                </a:lnTo>
                <a:lnTo>
                  <a:pt x="100247" y="72046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3" y="62319"/>
                </a:lnTo>
                <a:lnTo>
                  <a:pt x="103761" y="58955"/>
                </a:lnTo>
                <a:lnTo>
                  <a:pt x="104100" y="55547"/>
                </a:lnTo>
                <a:lnTo>
                  <a:pt x="104213" y="52106"/>
                </a:lnTo>
                <a:lnTo>
                  <a:pt x="104100" y="48665"/>
                </a:lnTo>
                <a:lnTo>
                  <a:pt x="103761" y="45257"/>
                </a:lnTo>
                <a:lnTo>
                  <a:pt x="103203" y="41893"/>
                </a:lnTo>
                <a:lnTo>
                  <a:pt x="102428" y="38583"/>
                </a:lnTo>
                <a:lnTo>
                  <a:pt x="101441" y="35338"/>
                </a:lnTo>
                <a:lnTo>
                  <a:pt x="100247" y="32166"/>
                </a:lnTo>
                <a:lnTo>
                  <a:pt x="98849" y="29078"/>
                </a:lnTo>
                <a:lnTo>
                  <a:pt x="97252" y="26086"/>
                </a:lnTo>
                <a:lnTo>
                  <a:pt x="95459" y="23197"/>
                </a:lnTo>
                <a:lnTo>
                  <a:pt x="93475" y="20424"/>
                </a:lnTo>
                <a:lnTo>
                  <a:pt x="91305" y="17775"/>
                </a:lnTo>
                <a:lnTo>
                  <a:pt x="88952" y="15261"/>
                </a:lnTo>
                <a:lnTo>
                  <a:pt x="86438" y="12908"/>
                </a:lnTo>
                <a:lnTo>
                  <a:pt x="83790" y="10738"/>
                </a:lnTo>
                <a:lnTo>
                  <a:pt x="81016" y="8754"/>
                </a:lnTo>
                <a:lnTo>
                  <a:pt x="78128" y="6962"/>
                </a:lnTo>
                <a:lnTo>
                  <a:pt x="75135" y="5364"/>
                </a:lnTo>
                <a:lnTo>
                  <a:pt x="72047" y="3966"/>
                </a:lnTo>
                <a:lnTo>
                  <a:pt x="68876" y="2772"/>
                </a:lnTo>
                <a:lnTo>
                  <a:pt x="65630" y="1785"/>
                </a:lnTo>
                <a:lnTo>
                  <a:pt x="62320" y="1010"/>
                </a:lnTo>
                <a:lnTo>
                  <a:pt x="58956" y="451"/>
                </a:lnTo>
                <a:lnTo>
                  <a:pt x="55548" y="113"/>
                </a:lnTo>
                <a:lnTo>
                  <a:pt x="52107" y="0"/>
                </a:lnTo>
                <a:lnTo>
                  <a:pt x="48666" y="113"/>
                </a:lnTo>
                <a:lnTo>
                  <a:pt x="45258" y="451"/>
                </a:lnTo>
                <a:lnTo>
                  <a:pt x="41894" y="1010"/>
                </a:lnTo>
                <a:lnTo>
                  <a:pt x="38584" y="1785"/>
                </a:lnTo>
                <a:lnTo>
                  <a:pt x="35338" y="2772"/>
                </a:lnTo>
                <a:lnTo>
                  <a:pt x="32167" y="3966"/>
                </a:lnTo>
                <a:lnTo>
                  <a:pt x="29079" y="5364"/>
                </a:lnTo>
                <a:lnTo>
                  <a:pt x="26086" y="6962"/>
                </a:lnTo>
                <a:lnTo>
                  <a:pt x="23198" y="8754"/>
                </a:lnTo>
                <a:lnTo>
                  <a:pt x="20424" y="10738"/>
                </a:lnTo>
                <a:lnTo>
                  <a:pt x="17776" y="12908"/>
                </a:lnTo>
                <a:lnTo>
                  <a:pt x="15262" y="15261"/>
                </a:lnTo>
                <a:lnTo>
                  <a:pt x="12909" y="17775"/>
                </a:lnTo>
                <a:lnTo>
                  <a:pt x="10739" y="20424"/>
                </a:lnTo>
                <a:lnTo>
                  <a:pt x="8755" y="23197"/>
                </a:lnTo>
                <a:lnTo>
                  <a:pt x="6963" y="26086"/>
                </a:lnTo>
                <a:lnTo>
                  <a:pt x="5365" y="29078"/>
                </a:lnTo>
                <a:lnTo>
                  <a:pt x="3967" y="32166"/>
                </a:lnTo>
                <a:lnTo>
                  <a:pt x="2772" y="35338"/>
                </a:lnTo>
                <a:lnTo>
                  <a:pt x="1786" y="38583"/>
                </a:lnTo>
                <a:lnTo>
                  <a:pt x="1011" y="41893"/>
                </a:lnTo>
                <a:lnTo>
                  <a:pt x="452" y="45257"/>
                </a:lnTo>
                <a:lnTo>
                  <a:pt x="114" y="48665"/>
                </a:lnTo>
                <a:lnTo>
                  <a:pt x="0" y="52106"/>
                </a:lnTo>
                <a:lnTo>
                  <a:pt x="114" y="55547"/>
                </a:lnTo>
                <a:lnTo>
                  <a:pt x="452" y="58955"/>
                </a:lnTo>
                <a:lnTo>
                  <a:pt x="1011" y="62319"/>
                </a:lnTo>
                <a:lnTo>
                  <a:pt x="1786" y="65629"/>
                </a:lnTo>
                <a:lnTo>
                  <a:pt x="2772" y="68875"/>
                </a:lnTo>
                <a:lnTo>
                  <a:pt x="3967" y="72046"/>
                </a:lnTo>
                <a:lnTo>
                  <a:pt x="5365" y="75134"/>
                </a:lnTo>
                <a:lnTo>
                  <a:pt x="6963" y="78127"/>
                </a:lnTo>
                <a:lnTo>
                  <a:pt x="8755" y="81015"/>
                </a:lnTo>
                <a:lnTo>
                  <a:pt x="10739" y="83789"/>
                </a:lnTo>
                <a:lnTo>
                  <a:pt x="12909" y="86437"/>
                </a:lnTo>
                <a:lnTo>
                  <a:pt x="15262" y="88951"/>
                </a:lnTo>
                <a:lnTo>
                  <a:pt x="17776" y="91304"/>
                </a:lnTo>
                <a:lnTo>
                  <a:pt x="20424" y="93474"/>
                </a:lnTo>
                <a:lnTo>
                  <a:pt x="23198" y="95458"/>
                </a:lnTo>
                <a:lnTo>
                  <a:pt x="26086" y="97251"/>
                </a:lnTo>
                <a:lnTo>
                  <a:pt x="29079" y="98848"/>
                </a:lnTo>
                <a:lnTo>
                  <a:pt x="32167" y="100246"/>
                </a:lnTo>
                <a:lnTo>
                  <a:pt x="35338" y="101441"/>
                </a:lnTo>
                <a:lnTo>
                  <a:pt x="38584" y="102427"/>
                </a:lnTo>
                <a:lnTo>
                  <a:pt x="41894" y="103202"/>
                </a:lnTo>
                <a:lnTo>
                  <a:pt x="45258" y="103761"/>
                </a:lnTo>
                <a:lnTo>
                  <a:pt x="48666" y="104099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6B7280"/>
          </a:solidFill>
          <a:ln w="20972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082210" y="2173103"/>
            <a:ext cx="878887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5/16 verified</a:t>
            </a:r>
          </a:p>
        </p:txBody>
      </p:sp>
      <p:sp>
        <p:nvSpPr>
          <p:cNvPr id="104" name="Editable path 66"/>
          <p:cNvSpPr/>
          <p:nvPr/>
        </p:nvSpPr>
        <p:spPr>
          <a:xfrm>
            <a:off x="10492561" y="4183140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7" y="104213"/>
                </a:moveTo>
                <a:lnTo>
                  <a:pt x="55548" y="104099"/>
                </a:lnTo>
                <a:lnTo>
                  <a:pt x="58956" y="103761"/>
                </a:lnTo>
                <a:lnTo>
                  <a:pt x="62319" y="103203"/>
                </a:lnTo>
                <a:lnTo>
                  <a:pt x="65629" y="102428"/>
                </a:lnTo>
                <a:lnTo>
                  <a:pt x="68875" y="101441"/>
                </a:lnTo>
                <a:lnTo>
                  <a:pt x="72047" y="100247"/>
                </a:lnTo>
                <a:lnTo>
                  <a:pt x="75134" y="98849"/>
                </a:lnTo>
                <a:lnTo>
                  <a:pt x="78127" y="97251"/>
                </a:lnTo>
                <a:lnTo>
                  <a:pt x="81016" y="95458"/>
                </a:lnTo>
                <a:lnTo>
                  <a:pt x="83789" y="93475"/>
                </a:lnTo>
                <a:lnTo>
                  <a:pt x="86438" y="91304"/>
                </a:lnTo>
                <a:lnTo>
                  <a:pt x="88952" y="88951"/>
                </a:lnTo>
                <a:lnTo>
                  <a:pt x="91305" y="86438"/>
                </a:lnTo>
                <a:lnTo>
                  <a:pt x="93475" y="83789"/>
                </a:lnTo>
                <a:lnTo>
                  <a:pt x="95459" y="81015"/>
                </a:lnTo>
                <a:lnTo>
                  <a:pt x="97251" y="78127"/>
                </a:lnTo>
                <a:lnTo>
                  <a:pt x="98849" y="75134"/>
                </a:lnTo>
                <a:lnTo>
                  <a:pt x="100247" y="72047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2" y="62319"/>
                </a:lnTo>
                <a:lnTo>
                  <a:pt x="103761" y="58955"/>
                </a:lnTo>
                <a:lnTo>
                  <a:pt x="104099" y="55548"/>
                </a:lnTo>
                <a:lnTo>
                  <a:pt x="104213" y="52107"/>
                </a:lnTo>
                <a:lnTo>
                  <a:pt x="104099" y="48665"/>
                </a:lnTo>
                <a:lnTo>
                  <a:pt x="103761" y="45258"/>
                </a:lnTo>
                <a:lnTo>
                  <a:pt x="103202" y="41894"/>
                </a:lnTo>
                <a:lnTo>
                  <a:pt x="102428" y="38584"/>
                </a:lnTo>
                <a:lnTo>
                  <a:pt x="101441" y="35338"/>
                </a:lnTo>
                <a:lnTo>
                  <a:pt x="100247" y="32166"/>
                </a:lnTo>
                <a:lnTo>
                  <a:pt x="98849" y="29079"/>
                </a:lnTo>
                <a:lnTo>
                  <a:pt x="97251" y="26086"/>
                </a:lnTo>
                <a:lnTo>
                  <a:pt x="95459" y="23198"/>
                </a:lnTo>
                <a:lnTo>
                  <a:pt x="93475" y="20424"/>
                </a:lnTo>
                <a:lnTo>
                  <a:pt x="91305" y="17775"/>
                </a:lnTo>
                <a:lnTo>
                  <a:pt x="88952" y="15262"/>
                </a:lnTo>
                <a:lnTo>
                  <a:pt x="86438" y="12909"/>
                </a:lnTo>
                <a:lnTo>
                  <a:pt x="83789" y="10738"/>
                </a:lnTo>
                <a:lnTo>
                  <a:pt x="81016" y="8755"/>
                </a:lnTo>
                <a:lnTo>
                  <a:pt x="78127" y="6962"/>
                </a:lnTo>
                <a:lnTo>
                  <a:pt x="75134" y="5365"/>
                </a:lnTo>
                <a:lnTo>
                  <a:pt x="72047" y="3966"/>
                </a:lnTo>
                <a:lnTo>
                  <a:pt x="68875" y="2772"/>
                </a:lnTo>
                <a:lnTo>
                  <a:pt x="65629" y="1785"/>
                </a:lnTo>
                <a:lnTo>
                  <a:pt x="62319" y="1010"/>
                </a:lnTo>
                <a:lnTo>
                  <a:pt x="58956" y="452"/>
                </a:lnTo>
                <a:lnTo>
                  <a:pt x="55548" y="114"/>
                </a:lnTo>
                <a:lnTo>
                  <a:pt x="52107" y="0"/>
                </a:lnTo>
                <a:lnTo>
                  <a:pt x="48665" y="114"/>
                </a:lnTo>
                <a:lnTo>
                  <a:pt x="45258" y="452"/>
                </a:lnTo>
                <a:lnTo>
                  <a:pt x="41894" y="1010"/>
                </a:lnTo>
                <a:lnTo>
                  <a:pt x="38584" y="1785"/>
                </a:lnTo>
                <a:lnTo>
                  <a:pt x="35338" y="2772"/>
                </a:lnTo>
                <a:lnTo>
                  <a:pt x="32166" y="3966"/>
                </a:lnTo>
                <a:lnTo>
                  <a:pt x="29079" y="5365"/>
                </a:lnTo>
                <a:lnTo>
                  <a:pt x="26086" y="6962"/>
                </a:lnTo>
                <a:lnTo>
                  <a:pt x="23198" y="8755"/>
                </a:lnTo>
                <a:lnTo>
                  <a:pt x="20424" y="10738"/>
                </a:lnTo>
                <a:lnTo>
                  <a:pt x="17775" y="12909"/>
                </a:lnTo>
                <a:lnTo>
                  <a:pt x="15262" y="15262"/>
                </a:lnTo>
                <a:lnTo>
                  <a:pt x="12909" y="17775"/>
                </a:lnTo>
                <a:lnTo>
                  <a:pt x="10738" y="20424"/>
                </a:lnTo>
                <a:lnTo>
                  <a:pt x="8755" y="23198"/>
                </a:lnTo>
                <a:lnTo>
                  <a:pt x="6962" y="26086"/>
                </a:lnTo>
                <a:lnTo>
                  <a:pt x="5365" y="29079"/>
                </a:lnTo>
                <a:lnTo>
                  <a:pt x="3967" y="32166"/>
                </a:lnTo>
                <a:lnTo>
                  <a:pt x="2772" y="35338"/>
                </a:lnTo>
                <a:lnTo>
                  <a:pt x="1785" y="38584"/>
                </a:lnTo>
                <a:lnTo>
                  <a:pt x="1010" y="41894"/>
                </a:lnTo>
                <a:lnTo>
                  <a:pt x="452" y="45258"/>
                </a:lnTo>
                <a:lnTo>
                  <a:pt x="113" y="48665"/>
                </a:lnTo>
                <a:lnTo>
                  <a:pt x="0" y="52107"/>
                </a:lnTo>
                <a:lnTo>
                  <a:pt x="113" y="55548"/>
                </a:lnTo>
                <a:lnTo>
                  <a:pt x="452" y="58955"/>
                </a:lnTo>
                <a:lnTo>
                  <a:pt x="1010" y="62319"/>
                </a:lnTo>
                <a:lnTo>
                  <a:pt x="1785" y="65629"/>
                </a:lnTo>
                <a:lnTo>
                  <a:pt x="2772" y="68875"/>
                </a:lnTo>
                <a:lnTo>
                  <a:pt x="3967" y="72047"/>
                </a:lnTo>
                <a:lnTo>
                  <a:pt x="5365" y="75134"/>
                </a:lnTo>
                <a:lnTo>
                  <a:pt x="6962" y="78127"/>
                </a:lnTo>
                <a:lnTo>
                  <a:pt x="8755" y="81015"/>
                </a:lnTo>
                <a:lnTo>
                  <a:pt x="10738" y="83789"/>
                </a:lnTo>
                <a:lnTo>
                  <a:pt x="12909" y="86438"/>
                </a:lnTo>
                <a:lnTo>
                  <a:pt x="15262" y="88951"/>
                </a:lnTo>
                <a:lnTo>
                  <a:pt x="17775" y="91304"/>
                </a:lnTo>
                <a:lnTo>
                  <a:pt x="20424" y="93475"/>
                </a:lnTo>
                <a:lnTo>
                  <a:pt x="23198" y="95458"/>
                </a:lnTo>
                <a:lnTo>
                  <a:pt x="26086" y="97251"/>
                </a:lnTo>
                <a:lnTo>
                  <a:pt x="29079" y="98849"/>
                </a:lnTo>
                <a:lnTo>
                  <a:pt x="32166" y="100247"/>
                </a:lnTo>
                <a:lnTo>
                  <a:pt x="35338" y="101441"/>
                </a:lnTo>
                <a:lnTo>
                  <a:pt x="38584" y="102428"/>
                </a:lnTo>
                <a:lnTo>
                  <a:pt x="41894" y="103203"/>
                </a:lnTo>
                <a:lnTo>
                  <a:pt x="45258" y="103761"/>
                </a:lnTo>
                <a:lnTo>
                  <a:pt x="48665" y="104099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ditable path 67"/>
          <p:cNvSpPr/>
          <p:nvPr/>
        </p:nvSpPr>
        <p:spPr>
          <a:xfrm>
            <a:off x="10533268" y="2926579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7" y="104213"/>
                </a:moveTo>
                <a:lnTo>
                  <a:pt x="55548" y="104099"/>
                </a:lnTo>
                <a:lnTo>
                  <a:pt x="58956" y="103761"/>
                </a:lnTo>
                <a:lnTo>
                  <a:pt x="62320" y="103202"/>
                </a:lnTo>
                <a:lnTo>
                  <a:pt x="65630" y="102428"/>
                </a:lnTo>
                <a:lnTo>
                  <a:pt x="68876" y="101441"/>
                </a:lnTo>
                <a:lnTo>
                  <a:pt x="72047" y="100246"/>
                </a:lnTo>
                <a:lnTo>
                  <a:pt x="75135" y="98848"/>
                </a:lnTo>
                <a:lnTo>
                  <a:pt x="78128" y="97251"/>
                </a:lnTo>
                <a:lnTo>
                  <a:pt x="81016" y="95458"/>
                </a:lnTo>
                <a:lnTo>
                  <a:pt x="83789" y="93475"/>
                </a:lnTo>
                <a:lnTo>
                  <a:pt x="86438" y="91304"/>
                </a:lnTo>
                <a:lnTo>
                  <a:pt x="88952" y="88951"/>
                </a:lnTo>
                <a:lnTo>
                  <a:pt x="91305" y="86438"/>
                </a:lnTo>
                <a:lnTo>
                  <a:pt x="93475" y="83789"/>
                </a:lnTo>
                <a:lnTo>
                  <a:pt x="95459" y="81015"/>
                </a:lnTo>
                <a:lnTo>
                  <a:pt x="97251" y="78127"/>
                </a:lnTo>
                <a:lnTo>
                  <a:pt x="98849" y="75134"/>
                </a:lnTo>
                <a:lnTo>
                  <a:pt x="100247" y="72047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3" y="62319"/>
                </a:lnTo>
                <a:lnTo>
                  <a:pt x="103761" y="58955"/>
                </a:lnTo>
                <a:lnTo>
                  <a:pt x="104100" y="55548"/>
                </a:lnTo>
                <a:lnTo>
                  <a:pt x="104213" y="52106"/>
                </a:lnTo>
                <a:lnTo>
                  <a:pt x="104100" y="48665"/>
                </a:lnTo>
                <a:lnTo>
                  <a:pt x="103761" y="45257"/>
                </a:lnTo>
                <a:lnTo>
                  <a:pt x="103203" y="41894"/>
                </a:lnTo>
                <a:lnTo>
                  <a:pt x="102428" y="38584"/>
                </a:lnTo>
                <a:lnTo>
                  <a:pt x="101441" y="35338"/>
                </a:lnTo>
                <a:lnTo>
                  <a:pt x="100247" y="32166"/>
                </a:lnTo>
                <a:lnTo>
                  <a:pt x="98849" y="29079"/>
                </a:lnTo>
                <a:lnTo>
                  <a:pt x="97251" y="26086"/>
                </a:lnTo>
                <a:lnTo>
                  <a:pt x="95459" y="23197"/>
                </a:lnTo>
                <a:lnTo>
                  <a:pt x="93475" y="20424"/>
                </a:lnTo>
                <a:lnTo>
                  <a:pt x="91305" y="17775"/>
                </a:lnTo>
                <a:lnTo>
                  <a:pt x="88952" y="15261"/>
                </a:lnTo>
                <a:lnTo>
                  <a:pt x="86438" y="12909"/>
                </a:lnTo>
                <a:lnTo>
                  <a:pt x="83789" y="10738"/>
                </a:lnTo>
                <a:lnTo>
                  <a:pt x="81016" y="8754"/>
                </a:lnTo>
                <a:lnTo>
                  <a:pt x="78128" y="6962"/>
                </a:lnTo>
                <a:lnTo>
                  <a:pt x="75135" y="5364"/>
                </a:lnTo>
                <a:lnTo>
                  <a:pt x="72047" y="3966"/>
                </a:lnTo>
                <a:lnTo>
                  <a:pt x="68876" y="2772"/>
                </a:lnTo>
                <a:lnTo>
                  <a:pt x="65630" y="1785"/>
                </a:lnTo>
                <a:lnTo>
                  <a:pt x="62320" y="1010"/>
                </a:lnTo>
                <a:lnTo>
                  <a:pt x="58956" y="452"/>
                </a:lnTo>
                <a:lnTo>
                  <a:pt x="55548" y="113"/>
                </a:lnTo>
                <a:lnTo>
                  <a:pt x="52107" y="0"/>
                </a:lnTo>
                <a:lnTo>
                  <a:pt x="48666" y="113"/>
                </a:lnTo>
                <a:lnTo>
                  <a:pt x="45258" y="452"/>
                </a:lnTo>
                <a:lnTo>
                  <a:pt x="41894" y="1010"/>
                </a:lnTo>
                <a:lnTo>
                  <a:pt x="38584" y="1785"/>
                </a:lnTo>
                <a:lnTo>
                  <a:pt x="35338" y="2772"/>
                </a:lnTo>
                <a:lnTo>
                  <a:pt x="32167" y="3966"/>
                </a:lnTo>
                <a:lnTo>
                  <a:pt x="29079" y="5364"/>
                </a:lnTo>
                <a:lnTo>
                  <a:pt x="26086" y="6962"/>
                </a:lnTo>
                <a:lnTo>
                  <a:pt x="23198" y="8754"/>
                </a:lnTo>
                <a:lnTo>
                  <a:pt x="20424" y="10738"/>
                </a:lnTo>
                <a:lnTo>
                  <a:pt x="17776" y="12909"/>
                </a:lnTo>
                <a:lnTo>
                  <a:pt x="15262" y="15261"/>
                </a:lnTo>
                <a:lnTo>
                  <a:pt x="12909" y="17775"/>
                </a:lnTo>
                <a:lnTo>
                  <a:pt x="10739" y="20424"/>
                </a:lnTo>
                <a:lnTo>
                  <a:pt x="8755" y="23197"/>
                </a:lnTo>
                <a:lnTo>
                  <a:pt x="6962" y="26086"/>
                </a:lnTo>
                <a:lnTo>
                  <a:pt x="5365" y="29079"/>
                </a:lnTo>
                <a:lnTo>
                  <a:pt x="3967" y="32166"/>
                </a:lnTo>
                <a:lnTo>
                  <a:pt x="2772" y="35338"/>
                </a:lnTo>
                <a:lnTo>
                  <a:pt x="1785" y="38584"/>
                </a:lnTo>
                <a:lnTo>
                  <a:pt x="1011" y="41894"/>
                </a:lnTo>
                <a:lnTo>
                  <a:pt x="452" y="45257"/>
                </a:lnTo>
                <a:lnTo>
                  <a:pt x="114" y="48665"/>
                </a:lnTo>
                <a:lnTo>
                  <a:pt x="0" y="52106"/>
                </a:lnTo>
                <a:lnTo>
                  <a:pt x="114" y="55548"/>
                </a:lnTo>
                <a:lnTo>
                  <a:pt x="452" y="58955"/>
                </a:lnTo>
                <a:lnTo>
                  <a:pt x="1011" y="62319"/>
                </a:lnTo>
                <a:lnTo>
                  <a:pt x="1785" y="65629"/>
                </a:lnTo>
                <a:lnTo>
                  <a:pt x="2772" y="68875"/>
                </a:lnTo>
                <a:lnTo>
                  <a:pt x="3967" y="72047"/>
                </a:lnTo>
                <a:lnTo>
                  <a:pt x="5365" y="75134"/>
                </a:lnTo>
                <a:lnTo>
                  <a:pt x="6962" y="78127"/>
                </a:lnTo>
                <a:lnTo>
                  <a:pt x="8755" y="81015"/>
                </a:lnTo>
                <a:lnTo>
                  <a:pt x="10739" y="83789"/>
                </a:lnTo>
                <a:lnTo>
                  <a:pt x="12909" y="86438"/>
                </a:lnTo>
                <a:lnTo>
                  <a:pt x="15262" y="88951"/>
                </a:lnTo>
                <a:lnTo>
                  <a:pt x="17776" y="91304"/>
                </a:lnTo>
                <a:lnTo>
                  <a:pt x="20424" y="93475"/>
                </a:lnTo>
                <a:lnTo>
                  <a:pt x="23198" y="95458"/>
                </a:lnTo>
                <a:lnTo>
                  <a:pt x="26086" y="97251"/>
                </a:lnTo>
                <a:lnTo>
                  <a:pt x="29079" y="98848"/>
                </a:lnTo>
                <a:lnTo>
                  <a:pt x="32167" y="100246"/>
                </a:lnTo>
                <a:lnTo>
                  <a:pt x="35338" y="101441"/>
                </a:lnTo>
                <a:lnTo>
                  <a:pt x="38584" y="102428"/>
                </a:lnTo>
                <a:lnTo>
                  <a:pt x="41894" y="103202"/>
                </a:lnTo>
                <a:lnTo>
                  <a:pt x="45258" y="103761"/>
                </a:lnTo>
                <a:lnTo>
                  <a:pt x="48666" y="104099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Editable path 68"/>
          <p:cNvSpPr/>
          <p:nvPr/>
        </p:nvSpPr>
        <p:spPr>
          <a:xfrm>
            <a:off x="10573975" y="4041680"/>
            <a:ext cx="104214" cy="104213"/>
          </a:xfrm>
          <a:custGeom>
            <a:avLst/>
            <a:gdLst/>
            <a:ahLst/>
            <a:cxnLst/>
            <a:rect l="l" t="t" r="r" b="b"/>
            <a:pathLst>
              <a:path w="104214" h="104213">
                <a:moveTo>
                  <a:pt x="52107" y="104213"/>
                </a:moveTo>
                <a:lnTo>
                  <a:pt x="55549" y="104100"/>
                </a:lnTo>
                <a:lnTo>
                  <a:pt x="58956" y="103761"/>
                </a:lnTo>
                <a:lnTo>
                  <a:pt x="62320" y="103203"/>
                </a:lnTo>
                <a:lnTo>
                  <a:pt x="65630" y="102428"/>
                </a:lnTo>
                <a:lnTo>
                  <a:pt x="68876" y="101441"/>
                </a:lnTo>
                <a:lnTo>
                  <a:pt x="72047" y="100247"/>
                </a:lnTo>
                <a:lnTo>
                  <a:pt x="75135" y="98849"/>
                </a:lnTo>
                <a:lnTo>
                  <a:pt x="78128" y="97251"/>
                </a:lnTo>
                <a:lnTo>
                  <a:pt x="81016" y="95458"/>
                </a:lnTo>
                <a:lnTo>
                  <a:pt x="83789" y="93475"/>
                </a:lnTo>
                <a:lnTo>
                  <a:pt x="86438" y="91304"/>
                </a:lnTo>
                <a:lnTo>
                  <a:pt x="88952" y="88952"/>
                </a:lnTo>
                <a:lnTo>
                  <a:pt x="91305" y="86438"/>
                </a:lnTo>
                <a:lnTo>
                  <a:pt x="93475" y="83789"/>
                </a:lnTo>
                <a:lnTo>
                  <a:pt x="95459" y="81016"/>
                </a:lnTo>
                <a:lnTo>
                  <a:pt x="97252" y="78127"/>
                </a:lnTo>
                <a:lnTo>
                  <a:pt x="98849" y="75134"/>
                </a:lnTo>
                <a:lnTo>
                  <a:pt x="100247" y="72047"/>
                </a:lnTo>
                <a:lnTo>
                  <a:pt x="101442" y="68875"/>
                </a:lnTo>
                <a:lnTo>
                  <a:pt x="102428" y="65629"/>
                </a:lnTo>
                <a:lnTo>
                  <a:pt x="103203" y="62319"/>
                </a:lnTo>
                <a:lnTo>
                  <a:pt x="103762" y="58956"/>
                </a:lnTo>
                <a:lnTo>
                  <a:pt x="104100" y="55548"/>
                </a:lnTo>
                <a:lnTo>
                  <a:pt x="104214" y="52107"/>
                </a:lnTo>
                <a:lnTo>
                  <a:pt x="104100" y="48665"/>
                </a:lnTo>
                <a:lnTo>
                  <a:pt x="103762" y="45258"/>
                </a:lnTo>
                <a:lnTo>
                  <a:pt x="103203" y="41894"/>
                </a:lnTo>
                <a:lnTo>
                  <a:pt x="102428" y="38584"/>
                </a:lnTo>
                <a:lnTo>
                  <a:pt x="101442" y="35338"/>
                </a:lnTo>
                <a:lnTo>
                  <a:pt x="100247" y="32166"/>
                </a:lnTo>
                <a:lnTo>
                  <a:pt x="98849" y="29079"/>
                </a:lnTo>
                <a:lnTo>
                  <a:pt x="97252" y="26086"/>
                </a:lnTo>
                <a:lnTo>
                  <a:pt x="95459" y="23198"/>
                </a:lnTo>
                <a:lnTo>
                  <a:pt x="93475" y="20424"/>
                </a:lnTo>
                <a:lnTo>
                  <a:pt x="91305" y="17775"/>
                </a:lnTo>
                <a:lnTo>
                  <a:pt x="88952" y="15262"/>
                </a:lnTo>
                <a:lnTo>
                  <a:pt x="86438" y="12909"/>
                </a:lnTo>
                <a:lnTo>
                  <a:pt x="83789" y="10738"/>
                </a:lnTo>
                <a:lnTo>
                  <a:pt x="81016" y="8755"/>
                </a:lnTo>
                <a:lnTo>
                  <a:pt x="78128" y="6962"/>
                </a:lnTo>
                <a:lnTo>
                  <a:pt x="75135" y="5365"/>
                </a:lnTo>
                <a:lnTo>
                  <a:pt x="72047" y="3967"/>
                </a:lnTo>
                <a:lnTo>
                  <a:pt x="68876" y="2772"/>
                </a:lnTo>
                <a:lnTo>
                  <a:pt x="65630" y="1785"/>
                </a:lnTo>
                <a:lnTo>
                  <a:pt x="62320" y="1011"/>
                </a:lnTo>
                <a:lnTo>
                  <a:pt x="58956" y="452"/>
                </a:lnTo>
                <a:lnTo>
                  <a:pt x="55549" y="114"/>
                </a:lnTo>
                <a:lnTo>
                  <a:pt x="52107" y="0"/>
                </a:lnTo>
                <a:lnTo>
                  <a:pt x="48666" y="114"/>
                </a:lnTo>
                <a:lnTo>
                  <a:pt x="45258" y="452"/>
                </a:lnTo>
                <a:lnTo>
                  <a:pt x="41894" y="1011"/>
                </a:lnTo>
                <a:lnTo>
                  <a:pt x="38585" y="1785"/>
                </a:lnTo>
                <a:lnTo>
                  <a:pt x="35339" y="2772"/>
                </a:lnTo>
                <a:lnTo>
                  <a:pt x="32167" y="3967"/>
                </a:lnTo>
                <a:lnTo>
                  <a:pt x="29079" y="5365"/>
                </a:lnTo>
                <a:lnTo>
                  <a:pt x="26087" y="6962"/>
                </a:lnTo>
                <a:lnTo>
                  <a:pt x="23198" y="8755"/>
                </a:lnTo>
                <a:lnTo>
                  <a:pt x="20425" y="10738"/>
                </a:lnTo>
                <a:lnTo>
                  <a:pt x="17776" y="12909"/>
                </a:lnTo>
                <a:lnTo>
                  <a:pt x="15262" y="15262"/>
                </a:lnTo>
                <a:lnTo>
                  <a:pt x="12909" y="17775"/>
                </a:lnTo>
                <a:lnTo>
                  <a:pt x="10739" y="20424"/>
                </a:lnTo>
                <a:lnTo>
                  <a:pt x="8755" y="23198"/>
                </a:lnTo>
                <a:lnTo>
                  <a:pt x="6963" y="26086"/>
                </a:lnTo>
                <a:lnTo>
                  <a:pt x="5365" y="29079"/>
                </a:lnTo>
                <a:lnTo>
                  <a:pt x="3967" y="32166"/>
                </a:lnTo>
                <a:lnTo>
                  <a:pt x="2773" y="35338"/>
                </a:lnTo>
                <a:lnTo>
                  <a:pt x="1786" y="38584"/>
                </a:lnTo>
                <a:lnTo>
                  <a:pt x="1011" y="41894"/>
                </a:lnTo>
                <a:lnTo>
                  <a:pt x="452" y="45258"/>
                </a:lnTo>
                <a:lnTo>
                  <a:pt x="114" y="48665"/>
                </a:lnTo>
                <a:lnTo>
                  <a:pt x="0" y="52107"/>
                </a:lnTo>
                <a:lnTo>
                  <a:pt x="114" y="55548"/>
                </a:lnTo>
                <a:lnTo>
                  <a:pt x="452" y="58956"/>
                </a:lnTo>
                <a:lnTo>
                  <a:pt x="1011" y="62319"/>
                </a:lnTo>
                <a:lnTo>
                  <a:pt x="1786" y="65629"/>
                </a:lnTo>
                <a:lnTo>
                  <a:pt x="2773" y="68875"/>
                </a:lnTo>
                <a:lnTo>
                  <a:pt x="3967" y="72047"/>
                </a:lnTo>
                <a:lnTo>
                  <a:pt x="5365" y="75134"/>
                </a:lnTo>
                <a:lnTo>
                  <a:pt x="6963" y="78127"/>
                </a:lnTo>
                <a:lnTo>
                  <a:pt x="8755" y="81016"/>
                </a:lnTo>
                <a:lnTo>
                  <a:pt x="10739" y="83789"/>
                </a:lnTo>
                <a:lnTo>
                  <a:pt x="12909" y="86438"/>
                </a:lnTo>
                <a:lnTo>
                  <a:pt x="15262" y="88952"/>
                </a:lnTo>
                <a:lnTo>
                  <a:pt x="17776" y="91304"/>
                </a:lnTo>
                <a:lnTo>
                  <a:pt x="20425" y="93475"/>
                </a:lnTo>
                <a:lnTo>
                  <a:pt x="23198" y="95458"/>
                </a:lnTo>
                <a:lnTo>
                  <a:pt x="26087" y="97251"/>
                </a:lnTo>
                <a:lnTo>
                  <a:pt x="29079" y="98849"/>
                </a:lnTo>
                <a:lnTo>
                  <a:pt x="32167" y="100247"/>
                </a:lnTo>
                <a:lnTo>
                  <a:pt x="35339" y="101441"/>
                </a:lnTo>
                <a:lnTo>
                  <a:pt x="38585" y="102428"/>
                </a:lnTo>
                <a:lnTo>
                  <a:pt x="41894" y="103203"/>
                </a:lnTo>
                <a:lnTo>
                  <a:pt x="45258" y="103761"/>
                </a:lnTo>
                <a:lnTo>
                  <a:pt x="48666" y="104100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Editable path 69"/>
          <p:cNvSpPr/>
          <p:nvPr/>
        </p:nvSpPr>
        <p:spPr>
          <a:xfrm>
            <a:off x="10614683" y="3714244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7" y="104213"/>
                </a:moveTo>
                <a:lnTo>
                  <a:pt x="55548" y="104099"/>
                </a:lnTo>
                <a:lnTo>
                  <a:pt x="58955" y="103761"/>
                </a:lnTo>
                <a:lnTo>
                  <a:pt x="62319" y="103202"/>
                </a:lnTo>
                <a:lnTo>
                  <a:pt x="65629" y="102428"/>
                </a:lnTo>
                <a:lnTo>
                  <a:pt x="68875" y="101441"/>
                </a:lnTo>
                <a:lnTo>
                  <a:pt x="72047" y="100246"/>
                </a:lnTo>
                <a:lnTo>
                  <a:pt x="75134" y="98848"/>
                </a:lnTo>
                <a:lnTo>
                  <a:pt x="78127" y="97251"/>
                </a:lnTo>
                <a:lnTo>
                  <a:pt x="81015" y="95458"/>
                </a:lnTo>
                <a:lnTo>
                  <a:pt x="83789" y="93475"/>
                </a:lnTo>
                <a:lnTo>
                  <a:pt x="86437" y="91304"/>
                </a:lnTo>
                <a:lnTo>
                  <a:pt x="88951" y="88951"/>
                </a:lnTo>
                <a:lnTo>
                  <a:pt x="91304" y="86437"/>
                </a:lnTo>
                <a:lnTo>
                  <a:pt x="93475" y="83789"/>
                </a:lnTo>
                <a:lnTo>
                  <a:pt x="95458" y="81015"/>
                </a:lnTo>
                <a:lnTo>
                  <a:pt x="97251" y="78127"/>
                </a:lnTo>
                <a:lnTo>
                  <a:pt x="98848" y="75134"/>
                </a:lnTo>
                <a:lnTo>
                  <a:pt x="100246" y="72047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2" y="62319"/>
                </a:lnTo>
                <a:lnTo>
                  <a:pt x="103761" y="58955"/>
                </a:lnTo>
                <a:lnTo>
                  <a:pt x="104099" y="55548"/>
                </a:lnTo>
                <a:lnTo>
                  <a:pt x="104213" y="52106"/>
                </a:lnTo>
                <a:lnTo>
                  <a:pt x="104099" y="48665"/>
                </a:lnTo>
                <a:lnTo>
                  <a:pt x="103761" y="45257"/>
                </a:lnTo>
                <a:lnTo>
                  <a:pt x="103202" y="41894"/>
                </a:lnTo>
                <a:lnTo>
                  <a:pt x="102428" y="38584"/>
                </a:lnTo>
                <a:lnTo>
                  <a:pt x="101441" y="35338"/>
                </a:lnTo>
                <a:lnTo>
                  <a:pt x="100246" y="32166"/>
                </a:lnTo>
                <a:lnTo>
                  <a:pt x="98848" y="29079"/>
                </a:lnTo>
                <a:lnTo>
                  <a:pt x="97251" y="26086"/>
                </a:lnTo>
                <a:lnTo>
                  <a:pt x="95458" y="23197"/>
                </a:lnTo>
                <a:lnTo>
                  <a:pt x="93475" y="20424"/>
                </a:lnTo>
                <a:lnTo>
                  <a:pt x="91304" y="17775"/>
                </a:lnTo>
                <a:lnTo>
                  <a:pt x="88951" y="15261"/>
                </a:lnTo>
                <a:lnTo>
                  <a:pt x="86437" y="12908"/>
                </a:lnTo>
                <a:lnTo>
                  <a:pt x="83789" y="10738"/>
                </a:lnTo>
                <a:lnTo>
                  <a:pt x="81015" y="8754"/>
                </a:lnTo>
                <a:lnTo>
                  <a:pt x="78127" y="6962"/>
                </a:lnTo>
                <a:lnTo>
                  <a:pt x="75134" y="5364"/>
                </a:lnTo>
                <a:lnTo>
                  <a:pt x="72047" y="3966"/>
                </a:lnTo>
                <a:lnTo>
                  <a:pt x="68875" y="2772"/>
                </a:lnTo>
                <a:lnTo>
                  <a:pt x="65629" y="1785"/>
                </a:lnTo>
                <a:lnTo>
                  <a:pt x="62319" y="1010"/>
                </a:lnTo>
                <a:lnTo>
                  <a:pt x="58955" y="452"/>
                </a:lnTo>
                <a:lnTo>
                  <a:pt x="55548" y="113"/>
                </a:lnTo>
                <a:lnTo>
                  <a:pt x="52107" y="0"/>
                </a:lnTo>
                <a:lnTo>
                  <a:pt x="48665" y="113"/>
                </a:lnTo>
                <a:lnTo>
                  <a:pt x="45258" y="452"/>
                </a:lnTo>
                <a:lnTo>
                  <a:pt x="41894" y="1010"/>
                </a:lnTo>
                <a:lnTo>
                  <a:pt x="38584" y="1785"/>
                </a:lnTo>
                <a:lnTo>
                  <a:pt x="35338" y="2772"/>
                </a:lnTo>
                <a:lnTo>
                  <a:pt x="32166" y="3966"/>
                </a:lnTo>
                <a:lnTo>
                  <a:pt x="29079" y="5364"/>
                </a:lnTo>
                <a:lnTo>
                  <a:pt x="26086" y="6962"/>
                </a:lnTo>
                <a:lnTo>
                  <a:pt x="23198" y="8754"/>
                </a:lnTo>
                <a:lnTo>
                  <a:pt x="20424" y="10738"/>
                </a:lnTo>
                <a:lnTo>
                  <a:pt x="17775" y="12908"/>
                </a:lnTo>
                <a:lnTo>
                  <a:pt x="15262" y="15261"/>
                </a:lnTo>
                <a:lnTo>
                  <a:pt x="12909" y="17775"/>
                </a:lnTo>
                <a:lnTo>
                  <a:pt x="10738" y="20424"/>
                </a:lnTo>
                <a:lnTo>
                  <a:pt x="8754" y="23197"/>
                </a:lnTo>
                <a:lnTo>
                  <a:pt x="6962" y="26086"/>
                </a:lnTo>
                <a:lnTo>
                  <a:pt x="5364" y="29079"/>
                </a:lnTo>
                <a:lnTo>
                  <a:pt x="3966" y="32166"/>
                </a:lnTo>
                <a:lnTo>
                  <a:pt x="2772" y="35338"/>
                </a:lnTo>
                <a:lnTo>
                  <a:pt x="1785" y="38584"/>
                </a:lnTo>
                <a:lnTo>
                  <a:pt x="1010" y="41894"/>
                </a:lnTo>
                <a:lnTo>
                  <a:pt x="452" y="45257"/>
                </a:lnTo>
                <a:lnTo>
                  <a:pt x="113" y="48665"/>
                </a:lnTo>
                <a:lnTo>
                  <a:pt x="0" y="52106"/>
                </a:lnTo>
                <a:lnTo>
                  <a:pt x="113" y="55548"/>
                </a:lnTo>
                <a:lnTo>
                  <a:pt x="452" y="58955"/>
                </a:lnTo>
                <a:lnTo>
                  <a:pt x="1010" y="62319"/>
                </a:lnTo>
                <a:lnTo>
                  <a:pt x="1785" y="65629"/>
                </a:lnTo>
                <a:lnTo>
                  <a:pt x="2772" y="68875"/>
                </a:lnTo>
                <a:lnTo>
                  <a:pt x="3966" y="72047"/>
                </a:lnTo>
                <a:lnTo>
                  <a:pt x="5364" y="75134"/>
                </a:lnTo>
                <a:lnTo>
                  <a:pt x="6962" y="78127"/>
                </a:lnTo>
                <a:lnTo>
                  <a:pt x="8754" y="81015"/>
                </a:lnTo>
                <a:lnTo>
                  <a:pt x="10738" y="83789"/>
                </a:lnTo>
                <a:lnTo>
                  <a:pt x="12909" y="86437"/>
                </a:lnTo>
                <a:lnTo>
                  <a:pt x="15262" y="88951"/>
                </a:lnTo>
                <a:lnTo>
                  <a:pt x="17775" y="91304"/>
                </a:lnTo>
                <a:lnTo>
                  <a:pt x="20424" y="93475"/>
                </a:lnTo>
                <a:lnTo>
                  <a:pt x="23198" y="95458"/>
                </a:lnTo>
                <a:lnTo>
                  <a:pt x="26086" y="97251"/>
                </a:lnTo>
                <a:lnTo>
                  <a:pt x="29079" y="98848"/>
                </a:lnTo>
                <a:lnTo>
                  <a:pt x="32166" y="100246"/>
                </a:lnTo>
                <a:lnTo>
                  <a:pt x="35338" y="101441"/>
                </a:lnTo>
                <a:lnTo>
                  <a:pt x="38584" y="102428"/>
                </a:lnTo>
                <a:lnTo>
                  <a:pt x="41894" y="103202"/>
                </a:lnTo>
                <a:lnTo>
                  <a:pt x="45258" y="103761"/>
                </a:lnTo>
                <a:lnTo>
                  <a:pt x="48665" y="104099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Editable path 70"/>
          <p:cNvSpPr/>
          <p:nvPr/>
        </p:nvSpPr>
        <p:spPr>
          <a:xfrm>
            <a:off x="10655390" y="4289340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6" y="104213"/>
                </a:moveTo>
                <a:lnTo>
                  <a:pt x="55548" y="104100"/>
                </a:lnTo>
                <a:lnTo>
                  <a:pt x="58955" y="103761"/>
                </a:lnTo>
                <a:lnTo>
                  <a:pt x="62319" y="103203"/>
                </a:lnTo>
                <a:lnTo>
                  <a:pt x="65629" y="102428"/>
                </a:lnTo>
                <a:lnTo>
                  <a:pt x="68875" y="101441"/>
                </a:lnTo>
                <a:lnTo>
                  <a:pt x="72047" y="100247"/>
                </a:lnTo>
                <a:lnTo>
                  <a:pt x="75134" y="98849"/>
                </a:lnTo>
                <a:lnTo>
                  <a:pt x="78127" y="97251"/>
                </a:lnTo>
                <a:lnTo>
                  <a:pt x="81015" y="95459"/>
                </a:lnTo>
                <a:lnTo>
                  <a:pt x="83789" y="93475"/>
                </a:lnTo>
                <a:lnTo>
                  <a:pt x="86438" y="91305"/>
                </a:lnTo>
                <a:lnTo>
                  <a:pt x="88951" y="88952"/>
                </a:lnTo>
                <a:lnTo>
                  <a:pt x="91304" y="86438"/>
                </a:lnTo>
                <a:lnTo>
                  <a:pt x="93475" y="83789"/>
                </a:lnTo>
                <a:lnTo>
                  <a:pt x="95458" y="81015"/>
                </a:lnTo>
                <a:lnTo>
                  <a:pt x="97251" y="78127"/>
                </a:lnTo>
                <a:lnTo>
                  <a:pt x="98849" y="75134"/>
                </a:lnTo>
                <a:lnTo>
                  <a:pt x="100247" y="72047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3" y="62319"/>
                </a:lnTo>
                <a:lnTo>
                  <a:pt x="103761" y="58956"/>
                </a:lnTo>
                <a:lnTo>
                  <a:pt x="104100" y="55548"/>
                </a:lnTo>
                <a:lnTo>
                  <a:pt x="104213" y="52107"/>
                </a:lnTo>
                <a:lnTo>
                  <a:pt x="104100" y="48665"/>
                </a:lnTo>
                <a:lnTo>
                  <a:pt x="103761" y="45258"/>
                </a:lnTo>
                <a:lnTo>
                  <a:pt x="103203" y="41894"/>
                </a:lnTo>
                <a:lnTo>
                  <a:pt x="102428" y="38584"/>
                </a:lnTo>
                <a:lnTo>
                  <a:pt x="101441" y="35338"/>
                </a:lnTo>
                <a:lnTo>
                  <a:pt x="100247" y="32166"/>
                </a:lnTo>
                <a:lnTo>
                  <a:pt x="98849" y="29079"/>
                </a:lnTo>
                <a:lnTo>
                  <a:pt x="97251" y="26086"/>
                </a:lnTo>
                <a:lnTo>
                  <a:pt x="95458" y="23198"/>
                </a:lnTo>
                <a:lnTo>
                  <a:pt x="93475" y="20424"/>
                </a:lnTo>
                <a:lnTo>
                  <a:pt x="91304" y="17775"/>
                </a:lnTo>
                <a:lnTo>
                  <a:pt x="88951" y="15262"/>
                </a:lnTo>
                <a:lnTo>
                  <a:pt x="86438" y="12909"/>
                </a:lnTo>
                <a:lnTo>
                  <a:pt x="83789" y="10738"/>
                </a:lnTo>
                <a:lnTo>
                  <a:pt x="81015" y="8755"/>
                </a:lnTo>
                <a:lnTo>
                  <a:pt x="78127" y="6962"/>
                </a:lnTo>
                <a:lnTo>
                  <a:pt x="75134" y="5365"/>
                </a:lnTo>
                <a:lnTo>
                  <a:pt x="72047" y="3967"/>
                </a:lnTo>
                <a:lnTo>
                  <a:pt x="68875" y="2772"/>
                </a:lnTo>
                <a:lnTo>
                  <a:pt x="65629" y="1785"/>
                </a:lnTo>
                <a:lnTo>
                  <a:pt x="62319" y="1011"/>
                </a:lnTo>
                <a:lnTo>
                  <a:pt x="58955" y="452"/>
                </a:lnTo>
                <a:lnTo>
                  <a:pt x="55548" y="114"/>
                </a:lnTo>
                <a:lnTo>
                  <a:pt x="52106" y="0"/>
                </a:lnTo>
                <a:lnTo>
                  <a:pt x="48665" y="114"/>
                </a:lnTo>
                <a:lnTo>
                  <a:pt x="45258" y="452"/>
                </a:lnTo>
                <a:lnTo>
                  <a:pt x="41894" y="1011"/>
                </a:lnTo>
                <a:lnTo>
                  <a:pt x="38584" y="1785"/>
                </a:lnTo>
                <a:lnTo>
                  <a:pt x="35338" y="2772"/>
                </a:lnTo>
                <a:lnTo>
                  <a:pt x="32166" y="3967"/>
                </a:lnTo>
                <a:lnTo>
                  <a:pt x="29079" y="5365"/>
                </a:lnTo>
                <a:lnTo>
                  <a:pt x="26086" y="6962"/>
                </a:lnTo>
                <a:lnTo>
                  <a:pt x="23198" y="8755"/>
                </a:lnTo>
                <a:lnTo>
                  <a:pt x="20424" y="10738"/>
                </a:lnTo>
                <a:lnTo>
                  <a:pt x="17776" y="12909"/>
                </a:lnTo>
                <a:lnTo>
                  <a:pt x="15262" y="15262"/>
                </a:lnTo>
                <a:lnTo>
                  <a:pt x="12909" y="17775"/>
                </a:lnTo>
                <a:lnTo>
                  <a:pt x="10738" y="20424"/>
                </a:lnTo>
                <a:lnTo>
                  <a:pt x="8755" y="23198"/>
                </a:lnTo>
                <a:lnTo>
                  <a:pt x="6962" y="26086"/>
                </a:lnTo>
                <a:lnTo>
                  <a:pt x="5365" y="29079"/>
                </a:lnTo>
                <a:lnTo>
                  <a:pt x="3967" y="32166"/>
                </a:lnTo>
                <a:lnTo>
                  <a:pt x="2772" y="35338"/>
                </a:lnTo>
                <a:lnTo>
                  <a:pt x="1785" y="38584"/>
                </a:lnTo>
                <a:lnTo>
                  <a:pt x="1011" y="41894"/>
                </a:lnTo>
                <a:lnTo>
                  <a:pt x="452" y="45258"/>
                </a:lnTo>
                <a:lnTo>
                  <a:pt x="114" y="48665"/>
                </a:lnTo>
                <a:lnTo>
                  <a:pt x="0" y="52107"/>
                </a:lnTo>
                <a:lnTo>
                  <a:pt x="114" y="55548"/>
                </a:lnTo>
                <a:lnTo>
                  <a:pt x="452" y="58956"/>
                </a:lnTo>
                <a:lnTo>
                  <a:pt x="1011" y="62319"/>
                </a:lnTo>
                <a:lnTo>
                  <a:pt x="1785" y="65629"/>
                </a:lnTo>
                <a:lnTo>
                  <a:pt x="2772" y="68875"/>
                </a:lnTo>
                <a:lnTo>
                  <a:pt x="3967" y="72047"/>
                </a:lnTo>
                <a:lnTo>
                  <a:pt x="5365" y="75134"/>
                </a:lnTo>
                <a:lnTo>
                  <a:pt x="6962" y="78127"/>
                </a:lnTo>
                <a:lnTo>
                  <a:pt x="8755" y="81015"/>
                </a:lnTo>
                <a:lnTo>
                  <a:pt x="10738" y="83789"/>
                </a:lnTo>
                <a:lnTo>
                  <a:pt x="12909" y="86438"/>
                </a:lnTo>
                <a:lnTo>
                  <a:pt x="15262" y="88952"/>
                </a:lnTo>
                <a:lnTo>
                  <a:pt x="17776" y="91305"/>
                </a:lnTo>
                <a:lnTo>
                  <a:pt x="20424" y="93475"/>
                </a:lnTo>
                <a:lnTo>
                  <a:pt x="23198" y="95459"/>
                </a:lnTo>
                <a:lnTo>
                  <a:pt x="26086" y="97251"/>
                </a:lnTo>
                <a:lnTo>
                  <a:pt x="29079" y="98849"/>
                </a:lnTo>
                <a:lnTo>
                  <a:pt x="32166" y="100247"/>
                </a:lnTo>
                <a:lnTo>
                  <a:pt x="35338" y="101441"/>
                </a:lnTo>
                <a:lnTo>
                  <a:pt x="38584" y="102428"/>
                </a:lnTo>
                <a:lnTo>
                  <a:pt x="41894" y="103203"/>
                </a:lnTo>
                <a:lnTo>
                  <a:pt x="45258" y="103761"/>
                </a:lnTo>
                <a:lnTo>
                  <a:pt x="48665" y="104100"/>
                </a:lnTo>
                <a:lnTo>
                  <a:pt x="52106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Editable path 71"/>
          <p:cNvSpPr/>
          <p:nvPr/>
        </p:nvSpPr>
        <p:spPr>
          <a:xfrm>
            <a:off x="10696097" y="4241542"/>
            <a:ext cx="104214" cy="104213"/>
          </a:xfrm>
          <a:custGeom>
            <a:avLst/>
            <a:gdLst/>
            <a:ahLst/>
            <a:cxnLst/>
            <a:rect l="l" t="t" r="r" b="b"/>
            <a:pathLst>
              <a:path w="104214" h="104213">
                <a:moveTo>
                  <a:pt x="52107" y="104213"/>
                </a:moveTo>
                <a:lnTo>
                  <a:pt x="55548" y="104099"/>
                </a:lnTo>
                <a:lnTo>
                  <a:pt x="58956" y="103761"/>
                </a:lnTo>
                <a:lnTo>
                  <a:pt x="62319" y="103202"/>
                </a:lnTo>
                <a:lnTo>
                  <a:pt x="65629" y="102427"/>
                </a:lnTo>
                <a:lnTo>
                  <a:pt x="68875" y="101441"/>
                </a:lnTo>
                <a:lnTo>
                  <a:pt x="72047" y="100246"/>
                </a:lnTo>
                <a:lnTo>
                  <a:pt x="75134" y="98848"/>
                </a:lnTo>
                <a:lnTo>
                  <a:pt x="78127" y="97251"/>
                </a:lnTo>
                <a:lnTo>
                  <a:pt x="81016" y="95458"/>
                </a:lnTo>
                <a:lnTo>
                  <a:pt x="83789" y="93474"/>
                </a:lnTo>
                <a:lnTo>
                  <a:pt x="86438" y="91304"/>
                </a:lnTo>
                <a:lnTo>
                  <a:pt x="88952" y="88951"/>
                </a:lnTo>
                <a:lnTo>
                  <a:pt x="91305" y="86437"/>
                </a:lnTo>
                <a:lnTo>
                  <a:pt x="93475" y="83789"/>
                </a:lnTo>
                <a:lnTo>
                  <a:pt x="95459" y="81015"/>
                </a:lnTo>
                <a:lnTo>
                  <a:pt x="97251" y="78127"/>
                </a:lnTo>
                <a:lnTo>
                  <a:pt x="98849" y="75134"/>
                </a:lnTo>
                <a:lnTo>
                  <a:pt x="100247" y="72046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3" y="62319"/>
                </a:lnTo>
                <a:lnTo>
                  <a:pt x="103762" y="58955"/>
                </a:lnTo>
                <a:lnTo>
                  <a:pt x="104100" y="55547"/>
                </a:lnTo>
                <a:lnTo>
                  <a:pt x="104214" y="52106"/>
                </a:lnTo>
                <a:lnTo>
                  <a:pt x="104100" y="48665"/>
                </a:lnTo>
                <a:lnTo>
                  <a:pt x="103762" y="45257"/>
                </a:lnTo>
                <a:lnTo>
                  <a:pt x="103203" y="41893"/>
                </a:lnTo>
                <a:lnTo>
                  <a:pt x="102428" y="38584"/>
                </a:lnTo>
                <a:lnTo>
                  <a:pt x="101441" y="35338"/>
                </a:lnTo>
                <a:lnTo>
                  <a:pt x="100247" y="32166"/>
                </a:lnTo>
                <a:lnTo>
                  <a:pt x="98849" y="29079"/>
                </a:lnTo>
                <a:lnTo>
                  <a:pt x="97251" y="26086"/>
                </a:lnTo>
                <a:lnTo>
                  <a:pt x="95459" y="23197"/>
                </a:lnTo>
                <a:lnTo>
                  <a:pt x="93475" y="20424"/>
                </a:lnTo>
                <a:lnTo>
                  <a:pt x="91305" y="17775"/>
                </a:lnTo>
                <a:lnTo>
                  <a:pt x="88952" y="15261"/>
                </a:lnTo>
                <a:lnTo>
                  <a:pt x="86438" y="12908"/>
                </a:lnTo>
                <a:lnTo>
                  <a:pt x="83789" y="10738"/>
                </a:lnTo>
                <a:lnTo>
                  <a:pt x="81016" y="8754"/>
                </a:lnTo>
                <a:lnTo>
                  <a:pt x="78127" y="6962"/>
                </a:lnTo>
                <a:lnTo>
                  <a:pt x="75134" y="5364"/>
                </a:lnTo>
                <a:lnTo>
                  <a:pt x="72047" y="3966"/>
                </a:lnTo>
                <a:lnTo>
                  <a:pt x="68875" y="2772"/>
                </a:lnTo>
                <a:lnTo>
                  <a:pt x="65629" y="1785"/>
                </a:lnTo>
                <a:lnTo>
                  <a:pt x="62319" y="1010"/>
                </a:lnTo>
                <a:lnTo>
                  <a:pt x="58956" y="451"/>
                </a:lnTo>
                <a:lnTo>
                  <a:pt x="55548" y="113"/>
                </a:lnTo>
                <a:lnTo>
                  <a:pt x="52107" y="0"/>
                </a:lnTo>
                <a:lnTo>
                  <a:pt x="48665" y="113"/>
                </a:lnTo>
                <a:lnTo>
                  <a:pt x="45258" y="451"/>
                </a:lnTo>
                <a:lnTo>
                  <a:pt x="41894" y="1010"/>
                </a:lnTo>
                <a:lnTo>
                  <a:pt x="38584" y="1785"/>
                </a:lnTo>
                <a:lnTo>
                  <a:pt x="35338" y="2772"/>
                </a:lnTo>
                <a:lnTo>
                  <a:pt x="32167" y="3966"/>
                </a:lnTo>
                <a:lnTo>
                  <a:pt x="29079" y="5364"/>
                </a:lnTo>
                <a:lnTo>
                  <a:pt x="26086" y="6962"/>
                </a:lnTo>
                <a:lnTo>
                  <a:pt x="23198" y="8754"/>
                </a:lnTo>
                <a:lnTo>
                  <a:pt x="20425" y="10738"/>
                </a:lnTo>
                <a:lnTo>
                  <a:pt x="17776" y="12908"/>
                </a:lnTo>
                <a:lnTo>
                  <a:pt x="15262" y="15261"/>
                </a:lnTo>
                <a:lnTo>
                  <a:pt x="12909" y="17775"/>
                </a:lnTo>
                <a:lnTo>
                  <a:pt x="10739" y="20424"/>
                </a:lnTo>
                <a:lnTo>
                  <a:pt x="8755" y="23197"/>
                </a:lnTo>
                <a:lnTo>
                  <a:pt x="6962" y="26086"/>
                </a:lnTo>
                <a:lnTo>
                  <a:pt x="5365" y="29079"/>
                </a:lnTo>
                <a:lnTo>
                  <a:pt x="3967" y="32166"/>
                </a:lnTo>
                <a:lnTo>
                  <a:pt x="2772" y="35338"/>
                </a:lnTo>
                <a:lnTo>
                  <a:pt x="1786" y="38584"/>
                </a:lnTo>
                <a:lnTo>
                  <a:pt x="1011" y="41893"/>
                </a:lnTo>
                <a:lnTo>
                  <a:pt x="452" y="45257"/>
                </a:lnTo>
                <a:lnTo>
                  <a:pt x="114" y="48665"/>
                </a:lnTo>
                <a:lnTo>
                  <a:pt x="0" y="52106"/>
                </a:lnTo>
                <a:lnTo>
                  <a:pt x="114" y="55547"/>
                </a:lnTo>
                <a:lnTo>
                  <a:pt x="452" y="58955"/>
                </a:lnTo>
                <a:lnTo>
                  <a:pt x="1011" y="62319"/>
                </a:lnTo>
                <a:lnTo>
                  <a:pt x="1786" y="65629"/>
                </a:lnTo>
                <a:lnTo>
                  <a:pt x="2772" y="68875"/>
                </a:lnTo>
                <a:lnTo>
                  <a:pt x="3967" y="72046"/>
                </a:lnTo>
                <a:lnTo>
                  <a:pt x="5365" y="75134"/>
                </a:lnTo>
                <a:lnTo>
                  <a:pt x="6962" y="78127"/>
                </a:lnTo>
                <a:lnTo>
                  <a:pt x="8755" y="81015"/>
                </a:lnTo>
                <a:lnTo>
                  <a:pt x="10739" y="83789"/>
                </a:lnTo>
                <a:lnTo>
                  <a:pt x="12909" y="86437"/>
                </a:lnTo>
                <a:lnTo>
                  <a:pt x="15262" y="88951"/>
                </a:lnTo>
                <a:lnTo>
                  <a:pt x="17776" y="91304"/>
                </a:lnTo>
                <a:lnTo>
                  <a:pt x="20425" y="93474"/>
                </a:lnTo>
                <a:lnTo>
                  <a:pt x="23198" y="95458"/>
                </a:lnTo>
                <a:lnTo>
                  <a:pt x="26086" y="97251"/>
                </a:lnTo>
                <a:lnTo>
                  <a:pt x="29079" y="98848"/>
                </a:lnTo>
                <a:lnTo>
                  <a:pt x="32167" y="100246"/>
                </a:lnTo>
                <a:lnTo>
                  <a:pt x="35338" y="101441"/>
                </a:lnTo>
                <a:lnTo>
                  <a:pt x="38584" y="102427"/>
                </a:lnTo>
                <a:lnTo>
                  <a:pt x="41894" y="103202"/>
                </a:lnTo>
                <a:lnTo>
                  <a:pt x="45258" y="103761"/>
                </a:lnTo>
                <a:lnTo>
                  <a:pt x="48665" y="104099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Editable path 72"/>
          <p:cNvSpPr/>
          <p:nvPr/>
        </p:nvSpPr>
        <p:spPr>
          <a:xfrm>
            <a:off x="10736805" y="3542910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6" y="104213"/>
                </a:moveTo>
                <a:lnTo>
                  <a:pt x="55547" y="104099"/>
                </a:lnTo>
                <a:lnTo>
                  <a:pt x="58955" y="103761"/>
                </a:lnTo>
                <a:lnTo>
                  <a:pt x="62319" y="103202"/>
                </a:lnTo>
                <a:lnTo>
                  <a:pt x="65629" y="102428"/>
                </a:lnTo>
                <a:lnTo>
                  <a:pt x="68875" y="101441"/>
                </a:lnTo>
                <a:lnTo>
                  <a:pt x="72046" y="100246"/>
                </a:lnTo>
                <a:lnTo>
                  <a:pt x="75134" y="98848"/>
                </a:lnTo>
                <a:lnTo>
                  <a:pt x="78127" y="97251"/>
                </a:lnTo>
                <a:lnTo>
                  <a:pt x="81015" y="95458"/>
                </a:lnTo>
                <a:lnTo>
                  <a:pt x="83789" y="93475"/>
                </a:lnTo>
                <a:lnTo>
                  <a:pt x="86437" y="91304"/>
                </a:lnTo>
                <a:lnTo>
                  <a:pt x="88951" y="88951"/>
                </a:lnTo>
                <a:lnTo>
                  <a:pt x="91304" y="86437"/>
                </a:lnTo>
                <a:lnTo>
                  <a:pt x="93474" y="83789"/>
                </a:lnTo>
                <a:lnTo>
                  <a:pt x="95458" y="81015"/>
                </a:lnTo>
                <a:lnTo>
                  <a:pt x="97250" y="78127"/>
                </a:lnTo>
                <a:lnTo>
                  <a:pt x="98848" y="75134"/>
                </a:lnTo>
                <a:lnTo>
                  <a:pt x="100246" y="72047"/>
                </a:lnTo>
                <a:lnTo>
                  <a:pt x="101441" y="68875"/>
                </a:lnTo>
                <a:lnTo>
                  <a:pt x="102427" y="65629"/>
                </a:lnTo>
                <a:lnTo>
                  <a:pt x="103202" y="62319"/>
                </a:lnTo>
                <a:lnTo>
                  <a:pt x="103761" y="58955"/>
                </a:lnTo>
                <a:lnTo>
                  <a:pt x="104099" y="55548"/>
                </a:lnTo>
                <a:lnTo>
                  <a:pt x="104213" y="52106"/>
                </a:lnTo>
                <a:lnTo>
                  <a:pt x="104099" y="48665"/>
                </a:lnTo>
                <a:lnTo>
                  <a:pt x="103761" y="45257"/>
                </a:lnTo>
                <a:lnTo>
                  <a:pt x="103202" y="41894"/>
                </a:lnTo>
                <a:lnTo>
                  <a:pt x="102427" y="38584"/>
                </a:lnTo>
                <a:lnTo>
                  <a:pt x="101441" y="35338"/>
                </a:lnTo>
                <a:lnTo>
                  <a:pt x="100246" y="32166"/>
                </a:lnTo>
                <a:lnTo>
                  <a:pt x="98848" y="29079"/>
                </a:lnTo>
                <a:lnTo>
                  <a:pt x="97250" y="26086"/>
                </a:lnTo>
                <a:lnTo>
                  <a:pt x="95458" y="23197"/>
                </a:lnTo>
                <a:lnTo>
                  <a:pt x="93474" y="20424"/>
                </a:lnTo>
                <a:lnTo>
                  <a:pt x="91304" y="17775"/>
                </a:lnTo>
                <a:lnTo>
                  <a:pt x="88951" y="15261"/>
                </a:lnTo>
                <a:lnTo>
                  <a:pt x="86437" y="12908"/>
                </a:lnTo>
                <a:lnTo>
                  <a:pt x="83789" y="10738"/>
                </a:lnTo>
                <a:lnTo>
                  <a:pt x="81015" y="8754"/>
                </a:lnTo>
                <a:lnTo>
                  <a:pt x="78127" y="6962"/>
                </a:lnTo>
                <a:lnTo>
                  <a:pt x="75134" y="5364"/>
                </a:lnTo>
                <a:lnTo>
                  <a:pt x="72046" y="3966"/>
                </a:lnTo>
                <a:lnTo>
                  <a:pt x="68875" y="2772"/>
                </a:lnTo>
                <a:lnTo>
                  <a:pt x="65629" y="1785"/>
                </a:lnTo>
                <a:lnTo>
                  <a:pt x="62319" y="1010"/>
                </a:lnTo>
                <a:lnTo>
                  <a:pt x="58955" y="452"/>
                </a:lnTo>
                <a:lnTo>
                  <a:pt x="55547" y="113"/>
                </a:lnTo>
                <a:lnTo>
                  <a:pt x="52106" y="0"/>
                </a:lnTo>
                <a:lnTo>
                  <a:pt x="48665" y="113"/>
                </a:lnTo>
                <a:lnTo>
                  <a:pt x="45257" y="452"/>
                </a:lnTo>
                <a:lnTo>
                  <a:pt x="41893" y="1010"/>
                </a:lnTo>
                <a:lnTo>
                  <a:pt x="38583" y="1785"/>
                </a:lnTo>
                <a:lnTo>
                  <a:pt x="35337" y="2772"/>
                </a:lnTo>
                <a:lnTo>
                  <a:pt x="32166" y="3966"/>
                </a:lnTo>
                <a:lnTo>
                  <a:pt x="29078" y="5364"/>
                </a:lnTo>
                <a:lnTo>
                  <a:pt x="26085" y="6962"/>
                </a:lnTo>
                <a:lnTo>
                  <a:pt x="23197" y="8754"/>
                </a:lnTo>
                <a:lnTo>
                  <a:pt x="20423" y="10738"/>
                </a:lnTo>
                <a:lnTo>
                  <a:pt x="17775" y="12908"/>
                </a:lnTo>
                <a:lnTo>
                  <a:pt x="15261" y="15261"/>
                </a:lnTo>
                <a:lnTo>
                  <a:pt x="12908" y="17775"/>
                </a:lnTo>
                <a:lnTo>
                  <a:pt x="10738" y="20424"/>
                </a:lnTo>
                <a:lnTo>
                  <a:pt x="8754" y="23197"/>
                </a:lnTo>
                <a:lnTo>
                  <a:pt x="6961" y="26086"/>
                </a:lnTo>
                <a:lnTo>
                  <a:pt x="5364" y="29079"/>
                </a:lnTo>
                <a:lnTo>
                  <a:pt x="3966" y="32166"/>
                </a:lnTo>
                <a:lnTo>
                  <a:pt x="2772" y="35338"/>
                </a:lnTo>
                <a:lnTo>
                  <a:pt x="1785" y="38584"/>
                </a:lnTo>
                <a:lnTo>
                  <a:pt x="1010" y="41894"/>
                </a:lnTo>
                <a:lnTo>
                  <a:pt x="452" y="45257"/>
                </a:lnTo>
                <a:lnTo>
                  <a:pt x="113" y="48665"/>
                </a:lnTo>
                <a:lnTo>
                  <a:pt x="0" y="52106"/>
                </a:lnTo>
                <a:lnTo>
                  <a:pt x="113" y="55548"/>
                </a:lnTo>
                <a:lnTo>
                  <a:pt x="452" y="58955"/>
                </a:lnTo>
                <a:lnTo>
                  <a:pt x="1010" y="62319"/>
                </a:lnTo>
                <a:lnTo>
                  <a:pt x="1785" y="65629"/>
                </a:lnTo>
                <a:lnTo>
                  <a:pt x="2772" y="68875"/>
                </a:lnTo>
                <a:lnTo>
                  <a:pt x="3966" y="72047"/>
                </a:lnTo>
                <a:lnTo>
                  <a:pt x="5364" y="75134"/>
                </a:lnTo>
                <a:lnTo>
                  <a:pt x="6961" y="78127"/>
                </a:lnTo>
                <a:lnTo>
                  <a:pt x="8754" y="81015"/>
                </a:lnTo>
                <a:lnTo>
                  <a:pt x="10738" y="83789"/>
                </a:lnTo>
                <a:lnTo>
                  <a:pt x="12908" y="86437"/>
                </a:lnTo>
                <a:lnTo>
                  <a:pt x="15261" y="88951"/>
                </a:lnTo>
                <a:lnTo>
                  <a:pt x="17775" y="91304"/>
                </a:lnTo>
                <a:lnTo>
                  <a:pt x="20423" y="93475"/>
                </a:lnTo>
                <a:lnTo>
                  <a:pt x="23197" y="95458"/>
                </a:lnTo>
                <a:lnTo>
                  <a:pt x="26085" y="97251"/>
                </a:lnTo>
                <a:lnTo>
                  <a:pt x="29078" y="98848"/>
                </a:lnTo>
                <a:lnTo>
                  <a:pt x="32166" y="100246"/>
                </a:lnTo>
                <a:lnTo>
                  <a:pt x="35337" y="101441"/>
                </a:lnTo>
                <a:lnTo>
                  <a:pt x="38583" y="102428"/>
                </a:lnTo>
                <a:lnTo>
                  <a:pt x="41893" y="103202"/>
                </a:lnTo>
                <a:lnTo>
                  <a:pt x="45257" y="103761"/>
                </a:lnTo>
                <a:lnTo>
                  <a:pt x="48665" y="104099"/>
                </a:lnTo>
                <a:lnTo>
                  <a:pt x="52106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ditable path 73"/>
          <p:cNvSpPr/>
          <p:nvPr/>
        </p:nvSpPr>
        <p:spPr>
          <a:xfrm>
            <a:off x="10777512" y="3093789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6" y="104213"/>
                </a:moveTo>
                <a:lnTo>
                  <a:pt x="55547" y="104100"/>
                </a:lnTo>
                <a:lnTo>
                  <a:pt x="58955" y="103762"/>
                </a:lnTo>
                <a:lnTo>
                  <a:pt x="62319" y="103203"/>
                </a:lnTo>
                <a:lnTo>
                  <a:pt x="65629" y="102428"/>
                </a:lnTo>
                <a:lnTo>
                  <a:pt x="68875" y="101441"/>
                </a:lnTo>
                <a:lnTo>
                  <a:pt x="72046" y="100247"/>
                </a:lnTo>
                <a:lnTo>
                  <a:pt x="75134" y="98849"/>
                </a:lnTo>
                <a:lnTo>
                  <a:pt x="78127" y="97251"/>
                </a:lnTo>
                <a:lnTo>
                  <a:pt x="81015" y="95459"/>
                </a:lnTo>
                <a:lnTo>
                  <a:pt x="83789" y="93475"/>
                </a:lnTo>
                <a:lnTo>
                  <a:pt x="86437" y="91305"/>
                </a:lnTo>
                <a:lnTo>
                  <a:pt x="88951" y="88952"/>
                </a:lnTo>
                <a:lnTo>
                  <a:pt x="91304" y="86438"/>
                </a:lnTo>
                <a:lnTo>
                  <a:pt x="93475" y="83789"/>
                </a:lnTo>
                <a:lnTo>
                  <a:pt x="95458" y="81016"/>
                </a:lnTo>
                <a:lnTo>
                  <a:pt x="97251" y="78127"/>
                </a:lnTo>
                <a:lnTo>
                  <a:pt x="98848" y="75134"/>
                </a:lnTo>
                <a:lnTo>
                  <a:pt x="100246" y="72047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3" y="62320"/>
                </a:lnTo>
                <a:lnTo>
                  <a:pt x="103761" y="58956"/>
                </a:lnTo>
                <a:lnTo>
                  <a:pt x="104099" y="55548"/>
                </a:lnTo>
                <a:lnTo>
                  <a:pt x="104213" y="52107"/>
                </a:lnTo>
                <a:lnTo>
                  <a:pt x="104099" y="48666"/>
                </a:lnTo>
                <a:lnTo>
                  <a:pt x="103761" y="45258"/>
                </a:lnTo>
                <a:lnTo>
                  <a:pt x="103203" y="41894"/>
                </a:lnTo>
                <a:lnTo>
                  <a:pt x="102428" y="38584"/>
                </a:lnTo>
                <a:lnTo>
                  <a:pt x="101441" y="35338"/>
                </a:lnTo>
                <a:lnTo>
                  <a:pt x="100246" y="32167"/>
                </a:lnTo>
                <a:lnTo>
                  <a:pt x="98848" y="29079"/>
                </a:lnTo>
                <a:lnTo>
                  <a:pt x="97251" y="26086"/>
                </a:lnTo>
                <a:lnTo>
                  <a:pt x="95458" y="23198"/>
                </a:lnTo>
                <a:lnTo>
                  <a:pt x="93475" y="20424"/>
                </a:lnTo>
                <a:lnTo>
                  <a:pt x="91304" y="17776"/>
                </a:lnTo>
                <a:lnTo>
                  <a:pt x="88951" y="15262"/>
                </a:lnTo>
                <a:lnTo>
                  <a:pt x="86437" y="12909"/>
                </a:lnTo>
                <a:lnTo>
                  <a:pt x="83789" y="10739"/>
                </a:lnTo>
                <a:lnTo>
                  <a:pt x="81015" y="8755"/>
                </a:lnTo>
                <a:lnTo>
                  <a:pt x="78127" y="6962"/>
                </a:lnTo>
                <a:lnTo>
                  <a:pt x="75134" y="5365"/>
                </a:lnTo>
                <a:lnTo>
                  <a:pt x="72046" y="3967"/>
                </a:lnTo>
                <a:lnTo>
                  <a:pt x="68875" y="2772"/>
                </a:lnTo>
                <a:lnTo>
                  <a:pt x="65629" y="1786"/>
                </a:lnTo>
                <a:lnTo>
                  <a:pt x="62319" y="1011"/>
                </a:lnTo>
                <a:lnTo>
                  <a:pt x="58955" y="452"/>
                </a:lnTo>
                <a:lnTo>
                  <a:pt x="55547" y="114"/>
                </a:lnTo>
                <a:lnTo>
                  <a:pt x="52106" y="0"/>
                </a:lnTo>
                <a:lnTo>
                  <a:pt x="48665" y="114"/>
                </a:lnTo>
                <a:lnTo>
                  <a:pt x="45257" y="452"/>
                </a:lnTo>
                <a:lnTo>
                  <a:pt x="41893" y="1011"/>
                </a:lnTo>
                <a:lnTo>
                  <a:pt x="38584" y="1786"/>
                </a:lnTo>
                <a:lnTo>
                  <a:pt x="35338" y="2772"/>
                </a:lnTo>
                <a:lnTo>
                  <a:pt x="32166" y="3967"/>
                </a:lnTo>
                <a:lnTo>
                  <a:pt x="29079" y="5365"/>
                </a:lnTo>
                <a:lnTo>
                  <a:pt x="26086" y="6962"/>
                </a:lnTo>
                <a:lnTo>
                  <a:pt x="23197" y="8755"/>
                </a:lnTo>
                <a:lnTo>
                  <a:pt x="20424" y="10739"/>
                </a:lnTo>
                <a:lnTo>
                  <a:pt x="17775" y="12909"/>
                </a:lnTo>
                <a:lnTo>
                  <a:pt x="15261" y="15262"/>
                </a:lnTo>
                <a:lnTo>
                  <a:pt x="12908" y="17776"/>
                </a:lnTo>
                <a:lnTo>
                  <a:pt x="10738" y="20424"/>
                </a:lnTo>
                <a:lnTo>
                  <a:pt x="8754" y="23198"/>
                </a:lnTo>
                <a:lnTo>
                  <a:pt x="6962" y="26086"/>
                </a:lnTo>
                <a:lnTo>
                  <a:pt x="5364" y="29079"/>
                </a:lnTo>
                <a:lnTo>
                  <a:pt x="3966" y="32167"/>
                </a:lnTo>
                <a:lnTo>
                  <a:pt x="2772" y="35338"/>
                </a:lnTo>
                <a:lnTo>
                  <a:pt x="1785" y="38584"/>
                </a:lnTo>
                <a:lnTo>
                  <a:pt x="1010" y="41894"/>
                </a:lnTo>
                <a:lnTo>
                  <a:pt x="452" y="45258"/>
                </a:lnTo>
                <a:lnTo>
                  <a:pt x="114" y="48666"/>
                </a:lnTo>
                <a:lnTo>
                  <a:pt x="0" y="52107"/>
                </a:lnTo>
                <a:lnTo>
                  <a:pt x="114" y="55548"/>
                </a:lnTo>
                <a:lnTo>
                  <a:pt x="452" y="58956"/>
                </a:lnTo>
                <a:lnTo>
                  <a:pt x="1010" y="62320"/>
                </a:lnTo>
                <a:lnTo>
                  <a:pt x="1785" y="65629"/>
                </a:lnTo>
                <a:lnTo>
                  <a:pt x="2772" y="68875"/>
                </a:lnTo>
                <a:lnTo>
                  <a:pt x="3966" y="72047"/>
                </a:lnTo>
                <a:lnTo>
                  <a:pt x="5364" y="75134"/>
                </a:lnTo>
                <a:lnTo>
                  <a:pt x="6962" y="78127"/>
                </a:lnTo>
                <a:lnTo>
                  <a:pt x="8754" y="81016"/>
                </a:lnTo>
                <a:lnTo>
                  <a:pt x="10738" y="83789"/>
                </a:lnTo>
                <a:lnTo>
                  <a:pt x="12908" y="86438"/>
                </a:lnTo>
                <a:lnTo>
                  <a:pt x="15261" y="88952"/>
                </a:lnTo>
                <a:lnTo>
                  <a:pt x="17775" y="91305"/>
                </a:lnTo>
                <a:lnTo>
                  <a:pt x="20424" y="93475"/>
                </a:lnTo>
                <a:lnTo>
                  <a:pt x="23197" y="95459"/>
                </a:lnTo>
                <a:lnTo>
                  <a:pt x="26086" y="97251"/>
                </a:lnTo>
                <a:lnTo>
                  <a:pt x="29079" y="98849"/>
                </a:lnTo>
                <a:lnTo>
                  <a:pt x="32166" y="100247"/>
                </a:lnTo>
                <a:lnTo>
                  <a:pt x="35338" y="101441"/>
                </a:lnTo>
                <a:lnTo>
                  <a:pt x="38584" y="102428"/>
                </a:lnTo>
                <a:lnTo>
                  <a:pt x="41893" y="103203"/>
                </a:lnTo>
                <a:lnTo>
                  <a:pt x="45257" y="103762"/>
                </a:lnTo>
                <a:lnTo>
                  <a:pt x="48665" y="104100"/>
                </a:lnTo>
                <a:lnTo>
                  <a:pt x="52106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Editable path 74"/>
          <p:cNvSpPr/>
          <p:nvPr/>
        </p:nvSpPr>
        <p:spPr>
          <a:xfrm>
            <a:off x="10818219" y="4392932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7" y="104213"/>
                </a:moveTo>
                <a:lnTo>
                  <a:pt x="55548" y="104099"/>
                </a:lnTo>
                <a:lnTo>
                  <a:pt x="58955" y="103761"/>
                </a:lnTo>
                <a:lnTo>
                  <a:pt x="62319" y="103202"/>
                </a:lnTo>
                <a:lnTo>
                  <a:pt x="65629" y="102427"/>
                </a:lnTo>
                <a:lnTo>
                  <a:pt x="68875" y="101441"/>
                </a:lnTo>
                <a:lnTo>
                  <a:pt x="72047" y="100246"/>
                </a:lnTo>
                <a:lnTo>
                  <a:pt x="75134" y="98848"/>
                </a:lnTo>
                <a:lnTo>
                  <a:pt x="78127" y="97251"/>
                </a:lnTo>
                <a:lnTo>
                  <a:pt x="81015" y="95458"/>
                </a:lnTo>
                <a:lnTo>
                  <a:pt x="83789" y="93474"/>
                </a:lnTo>
                <a:lnTo>
                  <a:pt x="86438" y="91304"/>
                </a:lnTo>
                <a:lnTo>
                  <a:pt x="88952" y="88951"/>
                </a:lnTo>
                <a:lnTo>
                  <a:pt x="91304" y="86437"/>
                </a:lnTo>
                <a:lnTo>
                  <a:pt x="93475" y="83788"/>
                </a:lnTo>
                <a:lnTo>
                  <a:pt x="95458" y="81015"/>
                </a:lnTo>
                <a:lnTo>
                  <a:pt x="97251" y="78127"/>
                </a:lnTo>
                <a:lnTo>
                  <a:pt x="98848" y="75134"/>
                </a:lnTo>
                <a:lnTo>
                  <a:pt x="100246" y="72046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2" y="62319"/>
                </a:lnTo>
                <a:lnTo>
                  <a:pt x="103761" y="58955"/>
                </a:lnTo>
                <a:lnTo>
                  <a:pt x="104099" y="55547"/>
                </a:lnTo>
                <a:lnTo>
                  <a:pt x="104213" y="52106"/>
                </a:lnTo>
                <a:lnTo>
                  <a:pt x="104099" y="48665"/>
                </a:lnTo>
                <a:lnTo>
                  <a:pt x="103761" y="45257"/>
                </a:lnTo>
                <a:lnTo>
                  <a:pt x="103202" y="41893"/>
                </a:lnTo>
                <a:lnTo>
                  <a:pt x="102428" y="38583"/>
                </a:lnTo>
                <a:lnTo>
                  <a:pt x="101441" y="35337"/>
                </a:lnTo>
                <a:lnTo>
                  <a:pt x="100246" y="32166"/>
                </a:lnTo>
                <a:lnTo>
                  <a:pt x="98848" y="29078"/>
                </a:lnTo>
                <a:lnTo>
                  <a:pt x="97251" y="26085"/>
                </a:lnTo>
                <a:lnTo>
                  <a:pt x="95458" y="23197"/>
                </a:lnTo>
                <a:lnTo>
                  <a:pt x="93475" y="20424"/>
                </a:lnTo>
                <a:lnTo>
                  <a:pt x="91304" y="17775"/>
                </a:lnTo>
                <a:lnTo>
                  <a:pt x="88952" y="15261"/>
                </a:lnTo>
                <a:lnTo>
                  <a:pt x="86438" y="12908"/>
                </a:lnTo>
                <a:lnTo>
                  <a:pt x="83789" y="10738"/>
                </a:lnTo>
                <a:lnTo>
                  <a:pt x="81015" y="8754"/>
                </a:lnTo>
                <a:lnTo>
                  <a:pt x="78127" y="6962"/>
                </a:lnTo>
                <a:lnTo>
                  <a:pt x="75134" y="5364"/>
                </a:lnTo>
                <a:lnTo>
                  <a:pt x="72047" y="3966"/>
                </a:lnTo>
                <a:lnTo>
                  <a:pt x="68875" y="2772"/>
                </a:lnTo>
                <a:lnTo>
                  <a:pt x="65629" y="1785"/>
                </a:lnTo>
                <a:lnTo>
                  <a:pt x="62319" y="1010"/>
                </a:lnTo>
                <a:lnTo>
                  <a:pt x="58955" y="451"/>
                </a:lnTo>
                <a:lnTo>
                  <a:pt x="55548" y="113"/>
                </a:lnTo>
                <a:lnTo>
                  <a:pt x="52107" y="0"/>
                </a:lnTo>
                <a:lnTo>
                  <a:pt x="48665" y="113"/>
                </a:lnTo>
                <a:lnTo>
                  <a:pt x="45258" y="451"/>
                </a:lnTo>
                <a:lnTo>
                  <a:pt x="41894" y="1010"/>
                </a:lnTo>
                <a:lnTo>
                  <a:pt x="38584" y="1785"/>
                </a:lnTo>
                <a:lnTo>
                  <a:pt x="35338" y="2772"/>
                </a:lnTo>
                <a:lnTo>
                  <a:pt x="32166" y="3966"/>
                </a:lnTo>
                <a:lnTo>
                  <a:pt x="29079" y="5364"/>
                </a:lnTo>
                <a:lnTo>
                  <a:pt x="26086" y="6962"/>
                </a:lnTo>
                <a:lnTo>
                  <a:pt x="23198" y="8754"/>
                </a:lnTo>
                <a:lnTo>
                  <a:pt x="20424" y="10738"/>
                </a:lnTo>
                <a:lnTo>
                  <a:pt x="17775" y="12908"/>
                </a:lnTo>
                <a:lnTo>
                  <a:pt x="15261" y="15261"/>
                </a:lnTo>
                <a:lnTo>
                  <a:pt x="12909" y="17775"/>
                </a:lnTo>
                <a:lnTo>
                  <a:pt x="10738" y="20424"/>
                </a:lnTo>
                <a:lnTo>
                  <a:pt x="8755" y="23197"/>
                </a:lnTo>
                <a:lnTo>
                  <a:pt x="6962" y="26085"/>
                </a:lnTo>
                <a:lnTo>
                  <a:pt x="5365" y="29078"/>
                </a:lnTo>
                <a:lnTo>
                  <a:pt x="3967" y="32166"/>
                </a:lnTo>
                <a:lnTo>
                  <a:pt x="2772" y="35337"/>
                </a:lnTo>
                <a:lnTo>
                  <a:pt x="1785" y="38583"/>
                </a:lnTo>
                <a:lnTo>
                  <a:pt x="1011" y="41893"/>
                </a:lnTo>
                <a:lnTo>
                  <a:pt x="452" y="45257"/>
                </a:lnTo>
                <a:lnTo>
                  <a:pt x="114" y="48665"/>
                </a:lnTo>
                <a:lnTo>
                  <a:pt x="0" y="52106"/>
                </a:lnTo>
                <a:lnTo>
                  <a:pt x="114" y="55547"/>
                </a:lnTo>
                <a:lnTo>
                  <a:pt x="452" y="58955"/>
                </a:lnTo>
                <a:lnTo>
                  <a:pt x="1011" y="62319"/>
                </a:lnTo>
                <a:lnTo>
                  <a:pt x="1785" y="65629"/>
                </a:lnTo>
                <a:lnTo>
                  <a:pt x="2772" y="68875"/>
                </a:lnTo>
                <a:lnTo>
                  <a:pt x="3967" y="72046"/>
                </a:lnTo>
                <a:lnTo>
                  <a:pt x="5365" y="75134"/>
                </a:lnTo>
                <a:lnTo>
                  <a:pt x="6962" y="78127"/>
                </a:lnTo>
                <a:lnTo>
                  <a:pt x="8755" y="81015"/>
                </a:lnTo>
                <a:lnTo>
                  <a:pt x="10738" y="83788"/>
                </a:lnTo>
                <a:lnTo>
                  <a:pt x="12909" y="86437"/>
                </a:lnTo>
                <a:lnTo>
                  <a:pt x="15261" y="88951"/>
                </a:lnTo>
                <a:lnTo>
                  <a:pt x="17775" y="91304"/>
                </a:lnTo>
                <a:lnTo>
                  <a:pt x="20424" y="93474"/>
                </a:lnTo>
                <a:lnTo>
                  <a:pt x="23198" y="95458"/>
                </a:lnTo>
                <a:lnTo>
                  <a:pt x="26086" y="97251"/>
                </a:lnTo>
                <a:lnTo>
                  <a:pt x="29079" y="98848"/>
                </a:lnTo>
                <a:lnTo>
                  <a:pt x="32166" y="100246"/>
                </a:lnTo>
                <a:lnTo>
                  <a:pt x="35338" y="101441"/>
                </a:lnTo>
                <a:lnTo>
                  <a:pt x="38584" y="102427"/>
                </a:lnTo>
                <a:lnTo>
                  <a:pt x="41894" y="103202"/>
                </a:lnTo>
                <a:lnTo>
                  <a:pt x="45258" y="103761"/>
                </a:lnTo>
                <a:lnTo>
                  <a:pt x="48665" y="104099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Editable path 75"/>
          <p:cNvSpPr/>
          <p:nvPr/>
        </p:nvSpPr>
        <p:spPr>
          <a:xfrm>
            <a:off x="10858926" y="4202243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7" y="104213"/>
                </a:moveTo>
                <a:lnTo>
                  <a:pt x="55548" y="104099"/>
                </a:lnTo>
                <a:lnTo>
                  <a:pt x="58956" y="103761"/>
                </a:lnTo>
                <a:lnTo>
                  <a:pt x="62320" y="103202"/>
                </a:lnTo>
                <a:lnTo>
                  <a:pt x="65629" y="102427"/>
                </a:lnTo>
                <a:lnTo>
                  <a:pt x="68875" y="101441"/>
                </a:lnTo>
                <a:lnTo>
                  <a:pt x="72047" y="100246"/>
                </a:lnTo>
                <a:lnTo>
                  <a:pt x="75134" y="98848"/>
                </a:lnTo>
                <a:lnTo>
                  <a:pt x="78127" y="97251"/>
                </a:lnTo>
                <a:lnTo>
                  <a:pt x="81016" y="95458"/>
                </a:lnTo>
                <a:lnTo>
                  <a:pt x="83789" y="93474"/>
                </a:lnTo>
                <a:lnTo>
                  <a:pt x="86438" y="91304"/>
                </a:lnTo>
                <a:lnTo>
                  <a:pt x="88952" y="88951"/>
                </a:lnTo>
                <a:lnTo>
                  <a:pt x="91305" y="86437"/>
                </a:lnTo>
                <a:lnTo>
                  <a:pt x="93475" y="83789"/>
                </a:lnTo>
                <a:lnTo>
                  <a:pt x="95459" y="81015"/>
                </a:lnTo>
                <a:lnTo>
                  <a:pt x="97251" y="78127"/>
                </a:lnTo>
                <a:lnTo>
                  <a:pt x="98849" y="75134"/>
                </a:lnTo>
                <a:lnTo>
                  <a:pt x="100247" y="72046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3" y="62319"/>
                </a:lnTo>
                <a:lnTo>
                  <a:pt x="103761" y="58955"/>
                </a:lnTo>
                <a:lnTo>
                  <a:pt x="104099" y="55547"/>
                </a:lnTo>
                <a:lnTo>
                  <a:pt x="104213" y="52106"/>
                </a:lnTo>
                <a:lnTo>
                  <a:pt x="104099" y="48665"/>
                </a:lnTo>
                <a:lnTo>
                  <a:pt x="103761" y="45257"/>
                </a:lnTo>
                <a:lnTo>
                  <a:pt x="103203" y="41893"/>
                </a:lnTo>
                <a:lnTo>
                  <a:pt x="102428" y="38583"/>
                </a:lnTo>
                <a:lnTo>
                  <a:pt x="101441" y="35337"/>
                </a:lnTo>
                <a:lnTo>
                  <a:pt x="100247" y="32166"/>
                </a:lnTo>
                <a:lnTo>
                  <a:pt x="98849" y="29078"/>
                </a:lnTo>
                <a:lnTo>
                  <a:pt x="97251" y="26085"/>
                </a:lnTo>
                <a:lnTo>
                  <a:pt x="95459" y="23197"/>
                </a:lnTo>
                <a:lnTo>
                  <a:pt x="93475" y="20424"/>
                </a:lnTo>
                <a:lnTo>
                  <a:pt x="91305" y="17775"/>
                </a:lnTo>
                <a:lnTo>
                  <a:pt x="88952" y="15261"/>
                </a:lnTo>
                <a:lnTo>
                  <a:pt x="86438" y="12908"/>
                </a:lnTo>
                <a:lnTo>
                  <a:pt x="83789" y="10738"/>
                </a:lnTo>
                <a:lnTo>
                  <a:pt x="81016" y="8754"/>
                </a:lnTo>
                <a:lnTo>
                  <a:pt x="78127" y="6962"/>
                </a:lnTo>
                <a:lnTo>
                  <a:pt x="75134" y="5364"/>
                </a:lnTo>
                <a:lnTo>
                  <a:pt x="72047" y="3966"/>
                </a:lnTo>
                <a:lnTo>
                  <a:pt x="68875" y="2772"/>
                </a:lnTo>
                <a:lnTo>
                  <a:pt x="65629" y="1785"/>
                </a:lnTo>
                <a:lnTo>
                  <a:pt x="62320" y="1010"/>
                </a:lnTo>
                <a:lnTo>
                  <a:pt x="58956" y="451"/>
                </a:lnTo>
                <a:lnTo>
                  <a:pt x="55548" y="113"/>
                </a:lnTo>
                <a:lnTo>
                  <a:pt x="52107" y="0"/>
                </a:lnTo>
                <a:lnTo>
                  <a:pt x="48666" y="113"/>
                </a:lnTo>
                <a:lnTo>
                  <a:pt x="45258" y="451"/>
                </a:lnTo>
                <a:lnTo>
                  <a:pt x="41894" y="1010"/>
                </a:lnTo>
                <a:lnTo>
                  <a:pt x="38584" y="1785"/>
                </a:lnTo>
                <a:lnTo>
                  <a:pt x="35338" y="2772"/>
                </a:lnTo>
                <a:lnTo>
                  <a:pt x="32167" y="3966"/>
                </a:lnTo>
                <a:lnTo>
                  <a:pt x="29079" y="5364"/>
                </a:lnTo>
                <a:lnTo>
                  <a:pt x="26086" y="6962"/>
                </a:lnTo>
                <a:lnTo>
                  <a:pt x="23198" y="8754"/>
                </a:lnTo>
                <a:lnTo>
                  <a:pt x="20424" y="10738"/>
                </a:lnTo>
                <a:lnTo>
                  <a:pt x="17776" y="12908"/>
                </a:lnTo>
                <a:lnTo>
                  <a:pt x="15262" y="15261"/>
                </a:lnTo>
                <a:lnTo>
                  <a:pt x="12909" y="17775"/>
                </a:lnTo>
                <a:lnTo>
                  <a:pt x="10738" y="20424"/>
                </a:lnTo>
                <a:lnTo>
                  <a:pt x="8755" y="23197"/>
                </a:lnTo>
                <a:lnTo>
                  <a:pt x="6962" y="26085"/>
                </a:lnTo>
                <a:lnTo>
                  <a:pt x="5365" y="29078"/>
                </a:lnTo>
                <a:lnTo>
                  <a:pt x="3967" y="32166"/>
                </a:lnTo>
                <a:lnTo>
                  <a:pt x="2772" y="35337"/>
                </a:lnTo>
                <a:lnTo>
                  <a:pt x="1785" y="38583"/>
                </a:lnTo>
                <a:lnTo>
                  <a:pt x="1010" y="41893"/>
                </a:lnTo>
                <a:lnTo>
                  <a:pt x="452" y="45257"/>
                </a:lnTo>
                <a:lnTo>
                  <a:pt x="114" y="48665"/>
                </a:lnTo>
                <a:lnTo>
                  <a:pt x="0" y="52106"/>
                </a:lnTo>
                <a:lnTo>
                  <a:pt x="114" y="55547"/>
                </a:lnTo>
                <a:lnTo>
                  <a:pt x="452" y="58955"/>
                </a:lnTo>
                <a:lnTo>
                  <a:pt x="1010" y="62319"/>
                </a:lnTo>
                <a:lnTo>
                  <a:pt x="1785" y="65629"/>
                </a:lnTo>
                <a:lnTo>
                  <a:pt x="2772" y="68875"/>
                </a:lnTo>
                <a:lnTo>
                  <a:pt x="3967" y="72046"/>
                </a:lnTo>
                <a:lnTo>
                  <a:pt x="5365" y="75134"/>
                </a:lnTo>
                <a:lnTo>
                  <a:pt x="6962" y="78127"/>
                </a:lnTo>
                <a:lnTo>
                  <a:pt x="8755" y="81015"/>
                </a:lnTo>
                <a:lnTo>
                  <a:pt x="10738" y="83789"/>
                </a:lnTo>
                <a:lnTo>
                  <a:pt x="12909" y="86437"/>
                </a:lnTo>
                <a:lnTo>
                  <a:pt x="15262" y="88951"/>
                </a:lnTo>
                <a:lnTo>
                  <a:pt x="17776" y="91304"/>
                </a:lnTo>
                <a:lnTo>
                  <a:pt x="20424" y="93474"/>
                </a:lnTo>
                <a:lnTo>
                  <a:pt x="23198" y="95458"/>
                </a:lnTo>
                <a:lnTo>
                  <a:pt x="26086" y="97251"/>
                </a:lnTo>
                <a:lnTo>
                  <a:pt x="29079" y="98848"/>
                </a:lnTo>
                <a:lnTo>
                  <a:pt x="32167" y="100246"/>
                </a:lnTo>
                <a:lnTo>
                  <a:pt x="35338" y="101441"/>
                </a:lnTo>
                <a:lnTo>
                  <a:pt x="38584" y="102427"/>
                </a:lnTo>
                <a:lnTo>
                  <a:pt x="41894" y="103202"/>
                </a:lnTo>
                <a:lnTo>
                  <a:pt x="45258" y="103761"/>
                </a:lnTo>
                <a:lnTo>
                  <a:pt x="48666" y="104099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Editable path 76"/>
          <p:cNvSpPr/>
          <p:nvPr/>
        </p:nvSpPr>
        <p:spPr>
          <a:xfrm>
            <a:off x="10899633" y="4448219"/>
            <a:ext cx="104213" cy="104214"/>
          </a:xfrm>
          <a:custGeom>
            <a:avLst/>
            <a:gdLst/>
            <a:ahLst/>
            <a:cxnLst/>
            <a:rect l="l" t="t" r="r" b="b"/>
            <a:pathLst>
              <a:path w="104213" h="104214">
                <a:moveTo>
                  <a:pt x="52107" y="104214"/>
                </a:moveTo>
                <a:lnTo>
                  <a:pt x="55548" y="104100"/>
                </a:lnTo>
                <a:lnTo>
                  <a:pt x="58956" y="103762"/>
                </a:lnTo>
                <a:lnTo>
                  <a:pt x="62320" y="103203"/>
                </a:lnTo>
                <a:lnTo>
                  <a:pt x="65630" y="102428"/>
                </a:lnTo>
                <a:lnTo>
                  <a:pt x="68876" y="101442"/>
                </a:lnTo>
                <a:lnTo>
                  <a:pt x="72047" y="100247"/>
                </a:lnTo>
                <a:lnTo>
                  <a:pt x="75135" y="98849"/>
                </a:lnTo>
                <a:lnTo>
                  <a:pt x="78128" y="97252"/>
                </a:lnTo>
                <a:lnTo>
                  <a:pt x="81016" y="95459"/>
                </a:lnTo>
                <a:lnTo>
                  <a:pt x="83790" y="93475"/>
                </a:lnTo>
                <a:lnTo>
                  <a:pt x="86438" y="91305"/>
                </a:lnTo>
                <a:lnTo>
                  <a:pt x="88952" y="88952"/>
                </a:lnTo>
                <a:lnTo>
                  <a:pt x="91305" y="86438"/>
                </a:lnTo>
                <a:lnTo>
                  <a:pt x="93475" y="83790"/>
                </a:lnTo>
                <a:lnTo>
                  <a:pt x="95459" y="81016"/>
                </a:lnTo>
                <a:lnTo>
                  <a:pt x="97252" y="78128"/>
                </a:lnTo>
                <a:lnTo>
                  <a:pt x="98849" y="75135"/>
                </a:lnTo>
                <a:lnTo>
                  <a:pt x="100247" y="72047"/>
                </a:lnTo>
                <a:lnTo>
                  <a:pt x="101441" y="68876"/>
                </a:lnTo>
                <a:lnTo>
                  <a:pt x="102428" y="65630"/>
                </a:lnTo>
                <a:lnTo>
                  <a:pt x="103203" y="62320"/>
                </a:lnTo>
                <a:lnTo>
                  <a:pt x="103761" y="58956"/>
                </a:lnTo>
                <a:lnTo>
                  <a:pt x="104100" y="55548"/>
                </a:lnTo>
                <a:lnTo>
                  <a:pt x="104213" y="52107"/>
                </a:lnTo>
                <a:lnTo>
                  <a:pt x="104100" y="48666"/>
                </a:lnTo>
                <a:lnTo>
                  <a:pt x="103761" y="45258"/>
                </a:lnTo>
                <a:lnTo>
                  <a:pt x="103203" y="41894"/>
                </a:lnTo>
                <a:lnTo>
                  <a:pt x="102428" y="38584"/>
                </a:lnTo>
                <a:lnTo>
                  <a:pt x="101441" y="35338"/>
                </a:lnTo>
                <a:lnTo>
                  <a:pt x="100247" y="32167"/>
                </a:lnTo>
                <a:lnTo>
                  <a:pt x="98849" y="29079"/>
                </a:lnTo>
                <a:lnTo>
                  <a:pt x="97252" y="26086"/>
                </a:lnTo>
                <a:lnTo>
                  <a:pt x="95459" y="23198"/>
                </a:lnTo>
                <a:lnTo>
                  <a:pt x="93475" y="20424"/>
                </a:lnTo>
                <a:lnTo>
                  <a:pt x="91305" y="17776"/>
                </a:lnTo>
                <a:lnTo>
                  <a:pt x="88952" y="15262"/>
                </a:lnTo>
                <a:lnTo>
                  <a:pt x="86438" y="12909"/>
                </a:lnTo>
                <a:lnTo>
                  <a:pt x="83790" y="10739"/>
                </a:lnTo>
                <a:lnTo>
                  <a:pt x="81016" y="8755"/>
                </a:lnTo>
                <a:lnTo>
                  <a:pt x="78128" y="6963"/>
                </a:lnTo>
                <a:lnTo>
                  <a:pt x="75135" y="5365"/>
                </a:lnTo>
                <a:lnTo>
                  <a:pt x="72047" y="3967"/>
                </a:lnTo>
                <a:lnTo>
                  <a:pt x="68876" y="2773"/>
                </a:lnTo>
                <a:lnTo>
                  <a:pt x="65630" y="1786"/>
                </a:lnTo>
                <a:lnTo>
                  <a:pt x="62320" y="1011"/>
                </a:lnTo>
                <a:lnTo>
                  <a:pt x="58956" y="452"/>
                </a:lnTo>
                <a:lnTo>
                  <a:pt x="55548" y="114"/>
                </a:lnTo>
                <a:lnTo>
                  <a:pt x="52107" y="0"/>
                </a:lnTo>
                <a:lnTo>
                  <a:pt x="48666" y="114"/>
                </a:lnTo>
                <a:lnTo>
                  <a:pt x="45258" y="452"/>
                </a:lnTo>
                <a:lnTo>
                  <a:pt x="41894" y="1011"/>
                </a:lnTo>
                <a:lnTo>
                  <a:pt x="38584" y="1786"/>
                </a:lnTo>
                <a:lnTo>
                  <a:pt x="35338" y="2773"/>
                </a:lnTo>
                <a:lnTo>
                  <a:pt x="32167" y="3967"/>
                </a:lnTo>
                <a:lnTo>
                  <a:pt x="29079" y="5365"/>
                </a:lnTo>
                <a:lnTo>
                  <a:pt x="26086" y="6963"/>
                </a:lnTo>
                <a:lnTo>
                  <a:pt x="23198" y="8755"/>
                </a:lnTo>
                <a:lnTo>
                  <a:pt x="20424" y="10739"/>
                </a:lnTo>
                <a:lnTo>
                  <a:pt x="17776" y="12909"/>
                </a:lnTo>
                <a:lnTo>
                  <a:pt x="15262" y="15262"/>
                </a:lnTo>
                <a:lnTo>
                  <a:pt x="12909" y="17776"/>
                </a:lnTo>
                <a:lnTo>
                  <a:pt x="10739" y="20424"/>
                </a:lnTo>
                <a:lnTo>
                  <a:pt x="8755" y="23198"/>
                </a:lnTo>
                <a:lnTo>
                  <a:pt x="6963" y="26086"/>
                </a:lnTo>
                <a:lnTo>
                  <a:pt x="5365" y="29079"/>
                </a:lnTo>
                <a:lnTo>
                  <a:pt x="3967" y="32167"/>
                </a:lnTo>
                <a:lnTo>
                  <a:pt x="2772" y="35338"/>
                </a:lnTo>
                <a:lnTo>
                  <a:pt x="1786" y="38584"/>
                </a:lnTo>
                <a:lnTo>
                  <a:pt x="1011" y="41894"/>
                </a:lnTo>
                <a:lnTo>
                  <a:pt x="452" y="45258"/>
                </a:lnTo>
                <a:lnTo>
                  <a:pt x="114" y="48666"/>
                </a:lnTo>
                <a:lnTo>
                  <a:pt x="0" y="52107"/>
                </a:lnTo>
                <a:lnTo>
                  <a:pt x="114" y="55548"/>
                </a:lnTo>
                <a:lnTo>
                  <a:pt x="452" y="58956"/>
                </a:lnTo>
                <a:lnTo>
                  <a:pt x="1011" y="62320"/>
                </a:lnTo>
                <a:lnTo>
                  <a:pt x="1786" y="65630"/>
                </a:lnTo>
                <a:lnTo>
                  <a:pt x="2772" y="68876"/>
                </a:lnTo>
                <a:lnTo>
                  <a:pt x="3967" y="72047"/>
                </a:lnTo>
                <a:lnTo>
                  <a:pt x="5365" y="75135"/>
                </a:lnTo>
                <a:lnTo>
                  <a:pt x="6963" y="78128"/>
                </a:lnTo>
                <a:lnTo>
                  <a:pt x="8755" y="81016"/>
                </a:lnTo>
                <a:lnTo>
                  <a:pt x="10739" y="83790"/>
                </a:lnTo>
                <a:lnTo>
                  <a:pt x="12909" y="86438"/>
                </a:lnTo>
                <a:lnTo>
                  <a:pt x="15262" y="88952"/>
                </a:lnTo>
                <a:lnTo>
                  <a:pt x="17776" y="91305"/>
                </a:lnTo>
                <a:lnTo>
                  <a:pt x="20424" y="93475"/>
                </a:lnTo>
                <a:lnTo>
                  <a:pt x="23198" y="95459"/>
                </a:lnTo>
                <a:lnTo>
                  <a:pt x="26086" y="97252"/>
                </a:lnTo>
                <a:lnTo>
                  <a:pt x="29079" y="98849"/>
                </a:lnTo>
                <a:lnTo>
                  <a:pt x="32167" y="100247"/>
                </a:lnTo>
                <a:lnTo>
                  <a:pt x="35338" y="101442"/>
                </a:lnTo>
                <a:lnTo>
                  <a:pt x="38584" y="102428"/>
                </a:lnTo>
                <a:lnTo>
                  <a:pt x="41894" y="103203"/>
                </a:lnTo>
                <a:lnTo>
                  <a:pt x="45258" y="103762"/>
                </a:lnTo>
                <a:lnTo>
                  <a:pt x="48666" y="104100"/>
                </a:lnTo>
                <a:lnTo>
                  <a:pt x="52107" y="104214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Editable path 77"/>
          <p:cNvSpPr/>
          <p:nvPr/>
        </p:nvSpPr>
        <p:spPr>
          <a:xfrm>
            <a:off x="10940340" y="4026869"/>
            <a:ext cx="104214" cy="104213"/>
          </a:xfrm>
          <a:custGeom>
            <a:avLst/>
            <a:gdLst/>
            <a:ahLst/>
            <a:cxnLst/>
            <a:rect l="l" t="t" r="r" b="b"/>
            <a:pathLst>
              <a:path w="104214" h="104213">
                <a:moveTo>
                  <a:pt x="52107" y="104213"/>
                </a:moveTo>
                <a:lnTo>
                  <a:pt x="55549" y="104100"/>
                </a:lnTo>
                <a:lnTo>
                  <a:pt x="58956" y="103761"/>
                </a:lnTo>
                <a:lnTo>
                  <a:pt x="62320" y="103203"/>
                </a:lnTo>
                <a:lnTo>
                  <a:pt x="65630" y="102428"/>
                </a:lnTo>
                <a:lnTo>
                  <a:pt x="68876" y="101441"/>
                </a:lnTo>
                <a:lnTo>
                  <a:pt x="72047" y="100247"/>
                </a:lnTo>
                <a:lnTo>
                  <a:pt x="75135" y="98849"/>
                </a:lnTo>
                <a:lnTo>
                  <a:pt x="78128" y="97251"/>
                </a:lnTo>
                <a:lnTo>
                  <a:pt x="81016" y="95459"/>
                </a:lnTo>
                <a:lnTo>
                  <a:pt x="83789" y="93475"/>
                </a:lnTo>
                <a:lnTo>
                  <a:pt x="86438" y="91305"/>
                </a:lnTo>
                <a:lnTo>
                  <a:pt x="88952" y="88952"/>
                </a:lnTo>
                <a:lnTo>
                  <a:pt x="91305" y="86438"/>
                </a:lnTo>
                <a:lnTo>
                  <a:pt x="93475" y="83789"/>
                </a:lnTo>
                <a:lnTo>
                  <a:pt x="95459" y="81016"/>
                </a:lnTo>
                <a:lnTo>
                  <a:pt x="97252" y="78127"/>
                </a:lnTo>
                <a:lnTo>
                  <a:pt x="98849" y="75134"/>
                </a:lnTo>
                <a:lnTo>
                  <a:pt x="100247" y="72047"/>
                </a:lnTo>
                <a:lnTo>
                  <a:pt x="101442" y="68875"/>
                </a:lnTo>
                <a:lnTo>
                  <a:pt x="102428" y="65629"/>
                </a:lnTo>
                <a:lnTo>
                  <a:pt x="103203" y="62319"/>
                </a:lnTo>
                <a:lnTo>
                  <a:pt x="103762" y="58956"/>
                </a:lnTo>
                <a:lnTo>
                  <a:pt x="104100" y="55548"/>
                </a:lnTo>
                <a:lnTo>
                  <a:pt x="104214" y="52107"/>
                </a:lnTo>
                <a:lnTo>
                  <a:pt x="104100" y="48666"/>
                </a:lnTo>
                <a:lnTo>
                  <a:pt x="103762" y="45258"/>
                </a:lnTo>
                <a:lnTo>
                  <a:pt x="103203" y="41894"/>
                </a:lnTo>
                <a:lnTo>
                  <a:pt x="102428" y="38584"/>
                </a:lnTo>
                <a:lnTo>
                  <a:pt x="101442" y="35338"/>
                </a:lnTo>
                <a:lnTo>
                  <a:pt x="100247" y="32167"/>
                </a:lnTo>
                <a:lnTo>
                  <a:pt x="98849" y="29079"/>
                </a:lnTo>
                <a:lnTo>
                  <a:pt x="97252" y="26086"/>
                </a:lnTo>
                <a:lnTo>
                  <a:pt x="95459" y="23198"/>
                </a:lnTo>
                <a:lnTo>
                  <a:pt x="93475" y="20424"/>
                </a:lnTo>
                <a:lnTo>
                  <a:pt x="91305" y="17776"/>
                </a:lnTo>
                <a:lnTo>
                  <a:pt x="88952" y="15262"/>
                </a:lnTo>
                <a:lnTo>
                  <a:pt x="86438" y="12909"/>
                </a:lnTo>
                <a:lnTo>
                  <a:pt x="83789" y="10739"/>
                </a:lnTo>
                <a:lnTo>
                  <a:pt x="81016" y="8755"/>
                </a:lnTo>
                <a:lnTo>
                  <a:pt x="78128" y="6962"/>
                </a:lnTo>
                <a:lnTo>
                  <a:pt x="75135" y="5365"/>
                </a:lnTo>
                <a:lnTo>
                  <a:pt x="72047" y="3967"/>
                </a:lnTo>
                <a:lnTo>
                  <a:pt x="68876" y="2772"/>
                </a:lnTo>
                <a:lnTo>
                  <a:pt x="65630" y="1786"/>
                </a:lnTo>
                <a:lnTo>
                  <a:pt x="62320" y="1011"/>
                </a:lnTo>
                <a:lnTo>
                  <a:pt x="58956" y="452"/>
                </a:lnTo>
                <a:lnTo>
                  <a:pt x="55549" y="114"/>
                </a:lnTo>
                <a:lnTo>
                  <a:pt x="52107" y="0"/>
                </a:lnTo>
                <a:lnTo>
                  <a:pt x="48666" y="114"/>
                </a:lnTo>
                <a:lnTo>
                  <a:pt x="45258" y="452"/>
                </a:lnTo>
                <a:lnTo>
                  <a:pt x="41895" y="1011"/>
                </a:lnTo>
                <a:lnTo>
                  <a:pt x="38585" y="1786"/>
                </a:lnTo>
                <a:lnTo>
                  <a:pt x="35339" y="2772"/>
                </a:lnTo>
                <a:lnTo>
                  <a:pt x="32167" y="3967"/>
                </a:lnTo>
                <a:lnTo>
                  <a:pt x="29080" y="5365"/>
                </a:lnTo>
                <a:lnTo>
                  <a:pt x="26087" y="6962"/>
                </a:lnTo>
                <a:lnTo>
                  <a:pt x="23198" y="8755"/>
                </a:lnTo>
                <a:lnTo>
                  <a:pt x="20425" y="10739"/>
                </a:lnTo>
                <a:lnTo>
                  <a:pt x="17776" y="12909"/>
                </a:lnTo>
                <a:lnTo>
                  <a:pt x="15262" y="15262"/>
                </a:lnTo>
                <a:lnTo>
                  <a:pt x="12909" y="17776"/>
                </a:lnTo>
                <a:lnTo>
                  <a:pt x="10739" y="20424"/>
                </a:lnTo>
                <a:lnTo>
                  <a:pt x="8755" y="23198"/>
                </a:lnTo>
                <a:lnTo>
                  <a:pt x="6963" y="26086"/>
                </a:lnTo>
                <a:lnTo>
                  <a:pt x="5365" y="29079"/>
                </a:lnTo>
                <a:lnTo>
                  <a:pt x="3967" y="32167"/>
                </a:lnTo>
                <a:lnTo>
                  <a:pt x="2773" y="35338"/>
                </a:lnTo>
                <a:lnTo>
                  <a:pt x="1786" y="38584"/>
                </a:lnTo>
                <a:lnTo>
                  <a:pt x="1011" y="41894"/>
                </a:lnTo>
                <a:lnTo>
                  <a:pt x="452" y="45258"/>
                </a:lnTo>
                <a:lnTo>
                  <a:pt x="114" y="48666"/>
                </a:lnTo>
                <a:lnTo>
                  <a:pt x="0" y="52107"/>
                </a:lnTo>
                <a:lnTo>
                  <a:pt x="114" y="55548"/>
                </a:lnTo>
                <a:lnTo>
                  <a:pt x="452" y="58956"/>
                </a:lnTo>
                <a:lnTo>
                  <a:pt x="1011" y="62319"/>
                </a:lnTo>
                <a:lnTo>
                  <a:pt x="1786" y="65629"/>
                </a:lnTo>
                <a:lnTo>
                  <a:pt x="2773" y="68875"/>
                </a:lnTo>
                <a:lnTo>
                  <a:pt x="3967" y="72047"/>
                </a:lnTo>
                <a:lnTo>
                  <a:pt x="5365" y="75134"/>
                </a:lnTo>
                <a:lnTo>
                  <a:pt x="6963" y="78127"/>
                </a:lnTo>
                <a:lnTo>
                  <a:pt x="8755" y="81016"/>
                </a:lnTo>
                <a:lnTo>
                  <a:pt x="10739" y="83789"/>
                </a:lnTo>
                <a:lnTo>
                  <a:pt x="12909" y="86438"/>
                </a:lnTo>
                <a:lnTo>
                  <a:pt x="15262" y="88952"/>
                </a:lnTo>
                <a:lnTo>
                  <a:pt x="17776" y="91305"/>
                </a:lnTo>
                <a:lnTo>
                  <a:pt x="20425" y="93475"/>
                </a:lnTo>
                <a:lnTo>
                  <a:pt x="23198" y="95459"/>
                </a:lnTo>
                <a:lnTo>
                  <a:pt x="26087" y="97251"/>
                </a:lnTo>
                <a:lnTo>
                  <a:pt x="29080" y="98849"/>
                </a:lnTo>
                <a:lnTo>
                  <a:pt x="32167" y="100247"/>
                </a:lnTo>
                <a:lnTo>
                  <a:pt x="35339" y="101441"/>
                </a:lnTo>
                <a:lnTo>
                  <a:pt x="38585" y="102428"/>
                </a:lnTo>
                <a:lnTo>
                  <a:pt x="41895" y="103203"/>
                </a:lnTo>
                <a:lnTo>
                  <a:pt x="45258" y="103761"/>
                </a:lnTo>
                <a:lnTo>
                  <a:pt x="48666" y="104100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Editable path 78"/>
          <p:cNvSpPr/>
          <p:nvPr/>
        </p:nvSpPr>
        <p:spPr>
          <a:xfrm>
            <a:off x="10981048" y="3180214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7" y="104213"/>
                </a:moveTo>
                <a:lnTo>
                  <a:pt x="55548" y="104099"/>
                </a:lnTo>
                <a:lnTo>
                  <a:pt x="58955" y="103761"/>
                </a:lnTo>
                <a:lnTo>
                  <a:pt x="62319" y="103202"/>
                </a:lnTo>
                <a:lnTo>
                  <a:pt x="65629" y="102427"/>
                </a:lnTo>
                <a:lnTo>
                  <a:pt x="68875" y="101441"/>
                </a:lnTo>
                <a:lnTo>
                  <a:pt x="72047" y="100246"/>
                </a:lnTo>
                <a:lnTo>
                  <a:pt x="75134" y="98848"/>
                </a:lnTo>
                <a:lnTo>
                  <a:pt x="78127" y="97251"/>
                </a:lnTo>
                <a:lnTo>
                  <a:pt x="81015" y="95458"/>
                </a:lnTo>
                <a:lnTo>
                  <a:pt x="83789" y="93474"/>
                </a:lnTo>
                <a:lnTo>
                  <a:pt x="86437" y="91304"/>
                </a:lnTo>
                <a:lnTo>
                  <a:pt x="88951" y="88951"/>
                </a:lnTo>
                <a:lnTo>
                  <a:pt x="91304" y="86437"/>
                </a:lnTo>
                <a:lnTo>
                  <a:pt x="93475" y="83789"/>
                </a:lnTo>
                <a:lnTo>
                  <a:pt x="95458" y="81015"/>
                </a:lnTo>
                <a:lnTo>
                  <a:pt x="97251" y="78127"/>
                </a:lnTo>
                <a:lnTo>
                  <a:pt x="98848" y="75134"/>
                </a:lnTo>
                <a:lnTo>
                  <a:pt x="100247" y="72046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2" y="62319"/>
                </a:lnTo>
                <a:lnTo>
                  <a:pt x="103761" y="58955"/>
                </a:lnTo>
                <a:lnTo>
                  <a:pt x="104099" y="55547"/>
                </a:lnTo>
                <a:lnTo>
                  <a:pt x="104213" y="52106"/>
                </a:lnTo>
                <a:lnTo>
                  <a:pt x="104099" y="48665"/>
                </a:lnTo>
                <a:lnTo>
                  <a:pt x="103761" y="45257"/>
                </a:lnTo>
                <a:lnTo>
                  <a:pt x="103202" y="41893"/>
                </a:lnTo>
                <a:lnTo>
                  <a:pt x="102428" y="38583"/>
                </a:lnTo>
                <a:lnTo>
                  <a:pt x="101441" y="35338"/>
                </a:lnTo>
                <a:lnTo>
                  <a:pt x="100247" y="32166"/>
                </a:lnTo>
                <a:lnTo>
                  <a:pt x="98848" y="29079"/>
                </a:lnTo>
                <a:lnTo>
                  <a:pt x="97251" y="26086"/>
                </a:lnTo>
                <a:lnTo>
                  <a:pt x="95458" y="23197"/>
                </a:lnTo>
                <a:lnTo>
                  <a:pt x="93475" y="20424"/>
                </a:lnTo>
                <a:lnTo>
                  <a:pt x="91304" y="17775"/>
                </a:lnTo>
                <a:lnTo>
                  <a:pt x="88951" y="15261"/>
                </a:lnTo>
                <a:lnTo>
                  <a:pt x="86437" y="12908"/>
                </a:lnTo>
                <a:lnTo>
                  <a:pt x="83789" y="10738"/>
                </a:lnTo>
                <a:lnTo>
                  <a:pt x="81015" y="8754"/>
                </a:lnTo>
                <a:lnTo>
                  <a:pt x="78127" y="6962"/>
                </a:lnTo>
                <a:lnTo>
                  <a:pt x="75134" y="5364"/>
                </a:lnTo>
                <a:lnTo>
                  <a:pt x="72047" y="3966"/>
                </a:lnTo>
                <a:lnTo>
                  <a:pt x="68875" y="2772"/>
                </a:lnTo>
                <a:lnTo>
                  <a:pt x="65629" y="1785"/>
                </a:lnTo>
                <a:lnTo>
                  <a:pt x="62319" y="1010"/>
                </a:lnTo>
                <a:lnTo>
                  <a:pt x="58955" y="452"/>
                </a:lnTo>
                <a:lnTo>
                  <a:pt x="55548" y="113"/>
                </a:lnTo>
                <a:lnTo>
                  <a:pt x="52107" y="0"/>
                </a:lnTo>
                <a:lnTo>
                  <a:pt x="48665" y="113"/>
                </a:lnTo>
                <a:lnTo>
                  <a:pt x="45258" y="452"/>
                </a:lnTo>
                <a:lnTo>
                  <a:pt x="41894" y="1010"/>
                </a:lnTo>
                <a:lnTo>
                  <a:pt x="38584" y="1785"/>
                </a:lnTo>
                <a:lnTo>
                  <a:pt x="35338" y="2772"/>
                </a:lnTo>
                <a:lnTo>
                  <a:pt x="32166" y="3966"/>
                </a:lnTo>
                <a:lnTo>
                  <a:pt x="29079" y="5364"/>
                </a:lnTo>
                <a:lnTo>
                  <a:pt x="26086" y="6962"/>
                </a:lnTo>
                <a:lnTo>
                  <a:pt x="23198" y="8754"/>
                </a:lnTo>
                <a:lnTo>
                  <a:pt x="20424" y="10738"/>
                </a:lnTo>
                <a:lnTo>
                  <a:pt x="17775" y="12908"/>
                </a:lnTo>
                <a:lnTo>
                  <a:pt x="15262" y="15261"/>
                </a:lnTo>
                <a:lnTo>
                  <a:pt x="12909" y="17775"/>
                </a:lnTo>
                <a:lnTo>
                  <a:pt x="10738" y="20424"/>
                </a:lnTo>
                <a:lnTo>
                  <a:pt x="8755" y="23197"/>
                </a:lnTo>
                <a:lnTo>
                  <a:pt x="6962" y="26086"/>
                </a:lnTo>
                <a:lnTo>
                  <a:pt x="5364" y="29079"/>
                </a:lnTo>
                <a:lnTo>
                  <a:pt x="3966" y="32166"/>
                </a:lnTo>
                <a:lnTo>
                  <a:pt x="2772" y="35338"/>
                </a:lnTo>
                <a:lnTo>
                  <a:pt x="1785" y="38583"/>
                </a:lnTo>
                <a:lnTo>
                  <a:pt x="1010" y="41893"/>
                </a:lnTo>
                <a:lnTo>
                  <a:pt x="452" y="45257"/>
                </a:lnTo>
                <a:lnTo>
                  <a:pt x="113" y="48665"/>
                </a:lnTo>
                <a:lnTo>
                  <a:pt x="0" y="52106"/>
                </a:lnTo>
                <a:lnTo>
                  <a:pt x="113" y="55547"/>
                </a:lnTo>
                <a:lnTo>
                  <a:pt x="452" y="58955"/>
                </a:lnTo>
                <a:lnTo>
                  <a:pt x="1010" y="62319"/>
                </a:lnTo>
                <a:lnTo>
                  <a:pt x="1785" y="65629"/>
                </a:lnTo>
                <a:lnTo>
                  <a:pt x="2772" y="68875"/>
                </a:lnTo>
                <a:lnTo>
                  <a:pt x="3966" y="72046"/>
                </a:lnTo>
                <a:lnTo>
                  <a:pt x="5364" y="75134"/>
                </a:lnTo>
                <a:lnTo>
                  <a:pt x="6962" y="78127"/>
                </a:lnTo>
                <a:lnTo>
                  <a:pt x="8755" y="81015"/>
                </a:lnTo>
                <a:lnTo>
                  <a:pt x="10738" y="83789"/>
                </a:lnTo>
                <a:lnTo>
                  <a:pt x="12909" y="86437"/>
                </a:lnTo>
                <a:lnTo>
                  <a:pt x="15262" y="88951"/>
                </a:lnTo>
                <a:lnTo>
                  <a:pt x="17775" y="91304"/>
                </a:lnTo>
                <a:lnTo>
                  <a:pt x="20424" y="93474"/>
                </a:lnTo>
                <a:lnTo>
                  <a:pt x="23198" y="95458"/>
                </a:lnTo>
                <a:lnTo>
                  <a:pt x="26086" y="97251"/>
                </a:lnTo>
                <a:lnTo>
                  <a:pt x="29079" y="98848"/>
                </a:lnTo>
                <a:lnTo>
                  <a:pt x="32166" y="100246"/>
                </a:lnTo>
                <a:lnTo>
                  <a:pt x="35338" y="101441"/>
                </a:lnTo>
                <a:lnTo>
                  <a:pt x="38584" y="102427"/>
                </a:lnTo>
                <a:lnTo>
                  <a:pt x="41894" y="103202"/>
                </a:lnTo>
                <a:lnTo>
                  <a:pt x="45258" y="103761"/>
                </a:lnTo>
                <a:lnTo>
                  <a:pt x="48665" y="104099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Editable path 79"/>
          <p:cNvSpPr/>
          <p:nvPr/>
        </p:nvSpPr>
        <p:spPr>
          <a:xfrm>
            <a:off x="11021755" y="4437784"/>
            <a:ext cx="104213" cy="104214"/>
          </a:xfrm>
          <a:custGeom>
            <a:avLst/>
            <a:gdLst/>
            <a:ahLst/>
            <a:cxnLst/>
            <a:rect l="l" t="t" r="r" b="b"/>
            <a:pathLst>
              <a:path w="104213" h="104214">
                <a:moveTo>
                  <a:pt x="52106" y="104214"/>
                </a:moveTo>
                <a:lnTo>
                  <a:pt x="55548" y="104100"/>
                </a:lnTo>
                <a:lnTo>
                  <a:pt x="58955" y="103762"/>
                </a:lnTo>
                <a:lnTo>
                  <a:pt x="62319" y="103203"/>
                </a:lnTo>
                <a:lnTo>
                  <a:pt x="65629" y="102428"/>
                </a:lnTo>
                <a:lnTo>
                  <a:pt x="68875" y="101442"/>
                </a:lnTo>
                <a:lnTo>
                  <a:pt x="72047" y="100247"/>
                </a:lnTo>
                <a:lnTo>
                  <a:pt x="75134" y="98849"/>
                </a:lnTo>
                <a:lnTo>
                  <a:pt x="78127" y="97252"/>
                </a:lnTo>
                <a:lnTo>
                  <a:pt x="81016" y="95459"/>
                </a:lnTo>
                <a:lnTo>
                  <a:pt x="83789" y="93476"/>
                </a:lnTo>
                <a:lnTo>
                  <a:pt x="86438" y="91305"/>
                </a:lnTo>
                <a:lnTo>
                  <a:pt x="88951" y="88952"/>
                </a:lnTo>
                <a:lnTo>
                  <a:pt x="91305" y="86438"/>
                </a:lnTo>
                <a:lnTo>
                  <a:pt x="93475" y="83790"/>
                </a:lnTo>
                <a:lnTo>
                  <a:pt x="95459" y="81016"/>
                </a:lnTo>
                <a:lnTo>
                  <a:pt x="97251" y="78128"/>
                </a:lnTo>
                <a:lnTo>
                  <a:pt x="98849" y="75135"/>
                </a:lnTo>
                <a:lnTo>
                  <a:pt x="100247" y="72047"/>
                </a:lnTo>
                <a:lnTo>
                  <a:pt x="101441" y="68876"/>
                </a:lnTo>
                <a:lnTo>
                  <a:pt x="102428" y="65630"/>
                </a:lnTo>
                <a:lnTo>
                  <a:pt x="103203" y="62320"/>
                </a:lnTo>
                <a:lnTo>
                  <a:pt x="103761" y="58956"/>
                </a:lnTo>
                <a:lnTo>
                  <a:pt x="104100" y="55549"/>
                </a:lnTo>
                <a:lnTo>
                  <a:pt x="104213" y="52107"/>
                </a:lnTo>
                <a:lnTo>
                  <a:pt x="104100" y="48666"/>
                </a:lnTo>
                <a:lnTo>
                  <a:pt x="103761" y="45258"/>
                </a:lnTo>
                <a:lnTo>
                  <a:pt x="103203" y="41895"/>
                </a:lnTo>
                <a:lnTo>
                  <a:pt x="102428" y="38585"/>
                </a:lnTo>
                <a:lnTo>
                  <a:pt x="101441" y="35339"/>
                </a:lnTo>
                <a:lnTo>
                  <a:pt x="100247" y="32167"/>
                </a:lnTo>
                <a:lnTo>
                  <a:pt x="98849" y="29080"/>
                </a:lnTo>
                <a:lnTo>
                  <a:pt x="97251" y="26087"/>
                </a:lnTo>
                <a:lnTo>
                  <a:pt x="95459" y="23198"/>
                </a:lnTo>
                <a:lnTo>
                  <a:pt x="93475" y="20425"/>
                </a:lnTo>
                <a:lnTo>
                  <a:pt x="91305" y="17776"/>
                </a:lnTo>
                <a:lnTo>
                  <a:pt x="88951" y="15262"/>
                </a:lnTo>
                <a:lnTo>
                  <a:pt x="86438" y="12909"/>
                </a:lnTo>
                <a:lnTo>
                  <a:pt x="83789" y="10739"/>
                </a:lnTo>
                <a:lnTo>
                  <a:pt x="81016" y="8755"/>
                </a:lnTo>
                <a:lnTo>
                  <a:pt x="78127" y="6963"/>
                </a:lnTo>
                <a:lnTo>
                  <a:pt x="75134" y="5365"/>
                </a:lnTo>
                <a:lnTo>
                  <a:pt x="72047" y="3967"/>
                </a:lnTo>
                <a:lnTo>
                  <a:pt x="68875" y="2773"/>
                </a:lnTo>
                <a:lnTo>
                  <a:pt x="65629" y="1786"/>
                </a:lnTo>
                <a:lnTo>
                  <a:pt x="62319" y="1011"/>
                </a:lnTo>
                <a:lnTo>
                  <a:pt x="58955" y="452"/>
                </a:lnTo>
                <a:lnTo>
                  <a:pt x="55548" y="114"/>
                </a:lnTo>
                <a:lnTo>
                  <a:pt x="52106" y="0"/>
                </a:lnTo>
                <a:lnTo>
                  <a:pt x="48665" y="114"/>
                </a:lnTo>
                <a:lnTo>
                  <a:pt x="45258" y="452"/>
                </a:lnTo>
                <a:lnTo>
                  <a:pt x="41894" y="1011"/>
                </a:lnTo>
                <a:lnTo>
                  <a:pt x="38584" y="1786"/>
                </a:lnTo>
                <a:lnTo>
                  <a:pt x="35338" y="2773"/>
                </a:lnTo>
                <a:lnTo>
                  <a:pt x="32167" y="3967"/>
                </a:lnTo>
                <a:lnTo>
                  <a:pt x="29079" y="5365"/>
                </a:lnTo>
                <a:lnTo>
                  <a:pt x="26086" y="6963"/>
                </a:lnTo>
                <a:lnTo>
                  <a:pt x="23198" y="8755"/>
                </a:lnTo>
                <a:lnTo>
                  <a:pt x="20424" y="10739"/>
                </a:lnTo>
                <a:lnTo>
                  <a:pt x="17776" y="12909"/>
                </a:lnTo>
                <a:lnTo>
                  <a:pt x="15262" y="15262"/>
                </a:lnTo>
                <a:lnTo>
                  <a:pt x="12909" y="17776"/>
                </a:lnTo>
                <a:lnTo>
                  <a:pt x="10738" y="20425"/>
                </a:lnTo>
                <a:lnTo>
                  <a:pt x="8755" y="23198"/>
                </a:lnTo>
                <a:lnTo>
                  <a:pt x="6962" y="26087"/>
                </a:lnTo>
                <a:lnTo>
                  <a:pt x="5365" y="29080"/>
                </a:lnTo>
                <a:lnTo>
                  <a:pt x="3967" y="32167"/>
                </a:lnTo>
                <a:lnTo>
                  <a:pt x="2772" y="35339"/>
                </a:lnTo>
                <a:lnTo>
                  <a:pt x="1785" y="38585"/>
                </a:lnTo>
                <a:lnTo>
                  <a:pt x="1011" y="41895"/>
                </a:lnTo>
                <a:lnTo>
                  <a:pt x="452" y="45258"/>
                </a:lnTo>
                <a:lnTo>
                  <a:pt x="114" y="48666"/>
                </a:lnTo>
                <a:lnTo>
                  <a:pt x="0" y="52107"/>
                </a:lnTo>
                <a:lnTo>
                  <a:pt x="114" y="55549"/>
                </a:lnTo>
                <a:lnTo>
                  <a:pt x="452" y="58956"/>
                </a:lnTo>
                <a:lnTo>
                  <a:pt x="1011" y="62320"/>
                </a:lnTo>
                <a:lnTo>
                  <a:pt x="1785" y="65630"/>
                </a:lnTo>
                <a:lnTo>
                  <a:pt x="2772" y="68876"/>
                </a:lnTo>
                <a:lnTo>
                  <a:pt x="3967" y="72047"/>
                </a:lnTo>
                <a:lnTo>
                  <a:pt x="5365" y="75135"/>
                </a:lnTo>
                <a:lnTo>
                  <a:pt x="6962" y="78128"/>
                </a:lnTo>
                <a:lnTo>
                  <a:pt x="8755" y="81016"/>
                </a:lnTo>
                <a:lnTo>
                  <a:pt x="10738" y="83790"/>
                </a:lnTo>
                <a:lnTo>
                  <a:pt x="12909" y="86438"/>
                </a:lnTo>
                <a:lnTo>
                  <a:pt x="15262" y="88952"/>
                </a:lnTo>
                <a:lnTo>
                  <a:pt x="17776" y="91305"/>
                </a:lnTo>
                <a:lnTo>
                  <a:pt x="20424" y="93476"/>
                </a:lnTo>
                <a:lnTo>
                  <a:pt x="23198" y="95459"/>
                </a:lnTo>
                <a:lnTo>
                  <a:pt x="26086" y="97252"/>
                </a:lnTo>
                <a:lnTo>
                  <a:pt x="29079" y="98849"/>
                </a:lnTo>
                <a:lnTo>
                  <a:pt x="32167" y="100247"/>
                </a:lnTo>
                <a:lnTo>
                  <a:pt x="35338" y="101442"/>
                </a:lnTo>
                <a:lnTo>
                  <a:pt x="38584" y="102428"/>
                </a:lnTo>
                <a:lnTo>
                  <a:pt x="41894" y="103203"/>
                </a:lnTo>
                <a:lnTo>
                  <a:pt x="45258" y="103762"/>
                </a:lnTo>
                <a:lnTo>
                  <a:pt x="48665" y="104100"/>
                </a:lnTo>
                <a:lnTo>
                  <a:pt x="52106" y="104214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Editable path 80"/>
          <p:cNvSpPr/>
          <p:nvPr/>
        </p:nvSpPr>
        <p:spPr>
          <a:xfrm>
            <a:off x="11062462" y="4219073"/>
            <a:ext cx="104214" cy="104213"/>
          </a:xfrm>
          <a:custGeom>
            <a:avLst/>
            <a:gdLst/>
            <a:ahLst/>
            <a:cxnLst/>
            <a:rect l="l" t="t" r="r" b="b"/>
            <a:pathLst>
              <a:path w="104214" h="104213">
                <a:moveTo>
                  <a:pt x="52107" y="104213"/>
                </a:moveTo>
                <a:lnTo>
                  <a:pt x="55548" y="104099"/>
                </a:lnTo>
                <a:lnTo>
                  <a:pt x="58956" y="103761"/>
                </a:lnTo>
                <a:lnTo>
                  <a:pt x="62320" y="103202"/>
                </a:lnTo>
                <a:lnTo>
                  <a:pt x="65630" y="102428"/>
                </a:lnTo>
                <a:lnTo>
                  <a:pt x="68875" y="101441"/>
                </a:lnTo>
                <a:lnTo>
                  <a:pt x="72047" y="100247"/>
                </a:lnTo>
                <a:lnTo>
                  <a:pt x="75135" y="98848"/>
                </a:lnTo>
                <a:lnTo>
                  <a:pt x="78127" y="97251"/>
                </a:lnTo>
                <a:lnTo>
                  <a:pt x="81016" y="95458"/>
                </a:lnTo>
                <a:lnTo>
                  <a:pt x="83789" y="93475"/>
                </a:lnTo>
                <a:lnTo>
                  <a:pt x="86438" y="91304"/>
                </a:lnTo>
                <a:lnTo>
                  <a:pt x="88952" y="88951"/>
                </a:lnTo>
                <a:lnTo>
                  <a:pt x="91305" y="86438"/>
                </a:lnTo>
                <a:lnTo>
                  <a:pt x="93475" y="83789"/>
                </a:lnTo>
                <a:lnTo>
                  <a:pt x="95459" y="81015"/>
                </a:lnTo>
                <a:lnTo>
                  <a:pt x="97251" y="78127"/>
                </a:lnTo>
                <a:lnTo>
                  <a:pt x="98849" y="75134"/>
                </a:lnTo>
                <a:lnTo>
                  <a:pt x="100247" y="72047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3" y="62319"/>
                </a:lnTo>
                <a:lnTo>
                  <a:pt x="103762" y="58955"/>
                </a:lnTo>
                <a:lnTo>
                  <a:pt x="104100" y="55548"/>
                </a:lnTo>
                <a:lnTo>
                  <a:pt x="104214" y="52107"/>
                </a:lnTo>
                <a:lnTo>
                  <a:pt x="104100" y="48665"/>
                </a:lnTo>
                <a:lnTo>
                  <a:pt x="103762" y="45258"/>
                </a:lnTo>
                <a:lnTo>
                  <a:pt x="103203" y="41894"/>
                </a:lnTo>
                <a:lnTo>
                  <a:pt x="102428" y="38584"/>
                </a:lnTo>
                <a:lnTo>
                  <a:pt x="101441" y="35338"/>
                </a:lnTo>
                <a:lnTo>
                  <a:pt x="100247" y="32166"/>
                </a:lnTo>
                <a:lnTo>
                  <a:pt x="98849" y="29079"/>
                </a:lnTo>
                <a:lnTo>
                  <a:pt x="97251" y="26086"/>
                </a:lnTo>
                <a:lnTo>
                  <a:pt x="95459" y="23198"/>
                </a:lnTo>
                <a:lnTo>
                  <a:pt x="93475" y="20424"/>
                </a:lnTo>
                <a:lnTo>
                  <a:pt x="91305" y="17775"/>
                </a:lnTo>
                <a:lnTo>
                  <a:pt x="88952" y="15262"/>
                </a:lnTo>
                <a:lnTo>
                  <a:pt x="86438" y="12909"/>
                </a:lnTo>
                <a:lnTo>
                  <a:pt x="83789" y="10738"/>
                </a:lnTo>
                <a:lnTo>
                  <a:pt x="81016" y="8755"/>
                </a:lnTo>
                <a:lnTo>
                  <a:pt x="78127" y="6962"/>
                </a:lnTo>
                <a:lnTo>
                  <a:pt x="75135" y="5365"/>
                </a:lnTo>
                <a:lnTo>
                  <a:pt x="72047" y="3967"/>
                </a:lnTo>
                <a:lnTo>
                  <a:pt x="68875" y="2772"/>
                </a:lnTo>
                <a:lnTo>
                  <a:pt x="65630" y="1785"/>
                </a:lnTo>
                <a:lnTo>
                  <a:pt x="62320" y="1010"/>
                </a:lnTo>
                <a:lnTo>
                  <a:pt x="58956" y="452"/>
                </a:lnTo>
                <a:lnTo>
                  <a:pt x="55548" y="114"/>
                </a:lnTo>
                <a:lnTo>
                  <a:pt x="52107" y="0"/>
                </a:lnTo>
                <a:lnTo>
                  <a:pt x="48665" y="114"/>
                </a:lnTo>
                <a:lnTo>
                  <a:pt x="45258" y="452"/>
                </a:lnTo>
                <a:lnTo>
                  <a:pt x="41894" y="1010"/>
                </a:lnTo>
                <a:lnTo>
                  <a:pt x="38584" y="1785"/>
                </a:lnTo>
                <a:lnTo>
                  <a:pt x="35338" y="2772"/>
                </a:lnTo>
                <a:lnTo>
                  <a:pt x="32167" y="3967"/>
                </a:lnTo>
                <a:lnTo>
                  <a:pt x="29079" y="5365"/>
                </a:lnTo>
                <a:lnTo>
                  <a:pt x="26086" y="6962"/>
                </a:lnTo>
                <a:lnTo>
                  <a:pt x="23198" y="8755"/>
                </a:lnTo>
                <a:lnTo>
                  <a:pt x="20425" y="10738"/>
                </a:lnTo>
                <a:lnTo>
                  <a:pt x="17776" y="12909"/>
                </a:lnTo>
                <a:lnTo>
                  <a:pt x="15262" y="15262"/>
                </a:lnTo>
                <a:lnTo>
                  <a:pt x="12909" y="17775"/>
                </a:lnTo>
                <a:lnTo>
                  <a:pt x="10739" y="20424"/>
                </a:lnTo>
                <a:lnTo>
                  <a:pt x="8755" y="23198"/>
                </a:lnTo>
                <a:lnTo>
                  <a:pt x="6962" y="26086"/>
                </a:lnTo>
                <a:lnTo>
                  <a:pt x="5365" y="29079"/>
                </a:lnTo>
                <a:lnTo>
                  <a:pt x="3967" y="32166"/>
                </a:lnTo>
                <a:lnTo>
                  <a:pt x="2772" y="35338"/>
                </a:lnTo>
                <a:lnTo>
                  <a:pt x="1786" y="38584"/>
                </a:lnTo>
                <a:lnTo>
                  <a:pt x="1011" y="41894"/>
                </a:lnTo>
                <a:lnTo>
                  <a:pt x="452" y="45258"/>
                </a:lnTo>
                <a:lnTo>
                  <a:pt x="114" y="48665"/>
                </a:lnTo>
                <a:lnTo>
                  <a:pt x="0" y="52107"/>
                </a:lnTo>
                <a:lnTo>
                  <a:pt x="114" y="55548"/>
                </a:lnTo>
                <a:lnTo>
                  <a:pt x="452" y="58955"/>
                </a:lnTo>
                <a:lnTo>
                  <a:pt x="1011" y="62319"/>
                </a:lnTo>
                <a:lnTo>
                  <a:pt x="1786" y="65629"/>
                </a:lnTo>
                <a:lnTo>
                  <a:pt x="2772" y="68875"/>
                </a:lnTo>
                <a:lnTo>
                  <a:pt x="3967" y="72047"/>
                </a:lnTo>
                <a:lnTo>
                  <a:pt x="5365" y="75134"/>
                </a:lnTo>
                <a:lnTo>
                  <a:pt x="6962" y="78127"/>
                </a:lnTo>
                <a:lnTo>
                  <a:pt x="8755" y="81015"/>
                </a:lnTo>
                <a:lnTo>
                  <a:pt x="10739" y="83789"/>
                </a:lnTo>
                <a:lnTo>
                  <a:pt x="12909" y="86438"/>
                </a:lnTo>
                <a:lnTo>
                  <a:pt x="15262" y="88951"/>
                </a:lnTo>
                <a:lnTo>
                  <a:pt x="17776" y="91304"/>
                </a:lnTo>
                <a:lnTo>
                  <a:pt x="20425" y="93475"/>
                </a:lnTo>
                <a:lnTo>
                  <a:pt x="23198" y="95458"/>
                </a:lnTo>
                <a:lnTo>
                  <a:pt x="26086" y="97251"/>
                </a:lnTo>
                <a:lnTo>
                  <a:pt x="29079" y="98848"/>
                </a:lnTo>
                <a:lnTo>
                  <a:pt x="32167" y="100247"/>
                </a:lnTo>
                <a:lnTo>
                  <a:pt x="35338" y="101441"/>
                </a:lnTo>
                <a:lnTo>
                  <a:pt x="38584" y="102428"/>
                </a:lnTo>
                <a:lnTo>
                  <a:pt x="41894" y="103202"/>
                </a:lnTo>
                <a:lnTo>
                  <a:pt x="45258" y="103761"/>
                </a:lnTo>
                <a:lnTo>
                  <a:pt x="48665" y="104099"/>
                </a:lnTo>
                <a:lnTo>
                  <a:pt x="52107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Editable path 81"/>
          <p:cNvSpPr/>
          <p:nvPr/>
        </p:nvSpPr>
        <p:spPr>
          <a:xfrm>
            <a:off x="11103170" y="3354409"/>
            <a:ext cx="104213" cy="104213"/>
          </a:xfrm>
          <a:custGeom>
            <a:avLst/>
            <a:gdLst/>
            <a:ahLst/>
            <a:cxnLst/>
            <a:rect l="l" t="t" r="r" b="b"/>
            <a:pathLst>
              <a:path w="104213" h="104213">
                <a:moveTo>
                  <a:pt x="52106" y="104213"/>
                </a:moveTo>
                <a:lnTo>
                  <a:pt x="55547" y="104099"/>
                </a:lnTo>
                <a:lnTo>
                  <a:pt x="58955" y="103761"/>
                </a:lnTo>
                <a:lnTo>
                  <a:pt x="62319" y="103202"/>
                </a:lnTo>
                <a:lnTo>
                  <a:pt x="65629" y="102428"/>
                </a:lnTo>
                <a:lnTo>
                  <a:pt x="68875" y="101441"/>
                </a:lnTo>
                <a:lnTo>
                  <a:pt x="72046" y="100246"/>
                </a:lnTo>
                <a:lnTo>
                  <a:pt x="75134" y="98848"/>
                </a:lnTo>
                <a:lnTo>
                  <a:pt x="78127" y="97251"/>
                </a:lnTo>
                <a:lnTo>
                  <a:pt x="81015" y="95458"/>
                </a:lnTo>
                <a:lnTo>
                  <a:pt x="83789" y="93475"/>
                </a:lnTo>
                <a:lnTo>
                  <a:pt x="86437" y="91304"/>
                </a:lnTo>
                <a:lnTo>
                  <a:pt x="88951" y="88951"/>
                </a:lnTo>
                <a:lnTo>
                  <a:pt x="91304" y="86438"/>
                </a:lnTo>
                <a:lnTo>
                  <a:pt x="93474" y="83789"/>
                </a:lnTo>
                <a:lnTo>
                  <a:pt x="95458" y="81015"/>
                </a:lnTo>
                <a:lnTo>
                  <a:pt x="97251" y="78127"/>
                </a:lnTo>
                <a:lnTo>
                  <a:pt x="98848" y="75134"/>
                </a:lnTo>
                <a:lnTo>
                  <a:pt x="100246" y="72047"/>
                </a:lnTo>
                <a:lnTo>
                  <a:pt x="101441" y="68875"/>
                </a:lnTo>
                <a:lnTo>
                  <a:pt x="102428" y="65629"/>
                </a:lnTo>
                <a:lnTo>
                  <a:pt x="103202" y="62319"/>
                </a:lnTo>
                <a:lnTo>
                  <a:pt x="103761" y="58955"/>
                </a:lnTo>
                <a:lnTo>
                  <a:pt x="104099" y="55548"/>
                </a:lnTo>
                <a:lnTo>
                  <a:pt x="104213" y="52106"/>
                </a:lnTo>
                <a:lnTo>
                  <a:pt x="104099" y="48665"/>
                </a:lnTo>
                <a:lnTo>
                  <a:pt x="103761" y="45257"/>
                </a:lnTo>
                <a:lnTo>
                  <a:pt x="103202" y="41894"/>
                </a:lnTo>
                <a:lnTo>
                  <a:pt x="102428" y="38584"/>
                </a:lnTo>
                <a:lnTo>
                  <a:pt x="101441" y="35338"/>
                </a:lnTo>
                <a:lnTo>
                  <a:pt x="100246" y="32166"/>
                </a:lnTo>
                <a:lnTo>
                  <a:pt x="98848" y="29079"/>
                </a:lnTo>
                <a:lnTo>
                  <a:pt x="97251" y="26086"/>
                </a:lnTo>
                <a:lnTo>
                  <a:pt x="95458" y="23197"/>
                </a:lnTo>
                <a:lnTo>
                  <a:pt x="93474" y="20424"/>
                </a:lnTo>
                <a:lnTo>
                  <a:pt x="91304" y="17775"/>
                </a:lnTo>
                <a:lnTo>
                  <a:pt x="88951" y="15261"/>
                </a:lnTo>
                <a:lnTo>
                  <a:pt x="86437" y="12909"/>
                </a:lnTo>
                <a:lnTo>
                  <a:pt x="83789" y="10738"/>
                </a:lnTo>
                <a:lnTo>
                  <a:pt x="81015" y="8755"/>
                </a:lnTo>
                <a:lnTo>
                  <a:pt x="78127" y="6962"/>
                </a:lnTo>
                <a:lnTo>
                  <a:pt x="75134" y="5364"/>
                </a:lnTo>
                <a:lnTo>
                  <a:pt x="72046" y="3966"/>
                </a:lnTo>
                <a:lnTo>
                  <a:pt x="68875" y="2772"/>
                </a:lnTo>
                <a:lnTo>
                  <a:pt x="65629" y="1785"/>
                </a:lnTo>
                <a:lnTo>
                  <a:pt x="62319" y="1010"/>
                </a:lnTo>
                <a:lnTo>
                  <a:pt x="58955" y="452"/>
                </a:lnTo>
                <a:lnTo>
                  <a:pt x="55547" y="113"/>
                </a:lnTo>
                <a:lnTo>
                  <a:pt x="52106" y="0"/>
                </a:lnTo>
                <a:lnTo>
                  <a:pt x="48665" y="113"/>
                </a:lnTo>
                <a:lnTo>
                  <a:pt x="45257" y="452"/>
                </a:lnTo>
                <a:lnTo>
                  <a:pt x="41893" y="1010"/>
                </a:lnTo>
                <a:lnTo>
                  <a:pt x="38583" y="1785"/>
                </a:lnTo>
                <a:lnTo>
                  <a:pt x="35337" y="2772"/>
                </a:lnTo>
                <a:lnTo>
                  <a:pt x="32166" y="3966"/>
                </a:lnTo>
                <a:lnTo>
                  <a:pt x="29078" y="5364"/>
                </a:lnTo>
                <a:lnTo>
                  <a:pt x="26085" y="6962"/>
                </a:lnTo>
                <a:lnTo>
                  <a:pt x="23197" y="8755"/>
                </a:lnTo>
                <a:lnTo>
                  <a:pt x="20424" y="10738"/>
                </a:lnTo>
                <a:lnTo>
                  <a:pt x="17775" y="12909"/>
                </a:lnTo>
                <a:lnTo>
                  <a:pt x="15261" y="15261"/>
                </a:lnTo>
                <a:lnTo>
                  <a:pt x="12908" y="17775"/>
                </a:lnTo>
                <a:lnTo>
                  <a:pt x="10738" y="20424"/>
                </a:lnTo>
                <a:lnTo>
                  <a:pt x="8754" y="23197"/>
                </a:lnTo>
                <a:lnTo>
                  <a:pt x="6962" y="26086"/>
                </a:lnTo>
                <a:lnTo>
                  <a:pt x="5364" y="29079"/>
                </a:lnTo>
                <a:lnTo>
                  <a:pt x="3966" y="32166"/>
                </a:lnTo>
                <a:lnTo>
                  <a:pt x="2772" y="35338"/>
                </a:lnTo>
                <a:lnTo>
                  <a:pt x="1785" y="38584"/>
                </a:lnTo>
                <a:lnTo>
                  <a:pt x="1010" y="41894"/>
                </a:lnTo>
                <a:lnTo>
                  <a:pt x="452" y="45257"/>
                </a:lnTo>
                <a:lnTo>
                  <a:pt x="113" y="48665"/>
                </a:lnTo>
                <a:lnTo>
                  <a:pt x="0" y="52106"/>
                </a:lnTo>
                <a:lnTo>
                  <a:pt x="113" y="55548"/>
                </a:lnTo>
                <a:lnTo>
                  <a:pt x="452" y="58955"/>
                </a:lnTo>
                <a:lnTo>
                  <a:pt x="1010" y="62319"/>
                </a:lnTo>
                <a:lnTo>
                  <a:pt x="1785" y="65629"/>
                </a:lnTo>
                <a:lnTo>
                  <a:pt x="2772" y="68875"/>
                </a:lnTo>
                <a:lnTo>
                  <a:pt x="3966" y="72047"/>
                </a:lnTo>
                <a:lnTo>
                  <a:pt x="5364" y="75134"/>
                </a:lnTo>
                <a:lnTo>
                  <a:pt x="6962" y="78127"/>
                </a:lnTo>
                <a:lnTo>
                  <a:pt x="8754" y="81015"/>
                </a:lnTo>
                <a:lnTo>
                  <a:pt x="10738" y="83789"/>
                </a:lnTo>
                <a:lnTo>
                  <a:pt x="12908" y="86438"/>
                </a:lnTo>
                <a:lnTo>
                  <a:pt x="15261" y="88951"/>
                </a:lnTo>
                <a:lnTo>
                  <a:pt x="17775" y="91304"/>
                </a:lnTo>
                <a:lnTo>
                  <a:pt x="20424" y="93475"/>
                </a:lnTo>
                <a:lnTo>
                  <a:pt x="23197" y="95458"/>
                </a:lnTo>
                <a:lnTo>
                  <a:pt x="26085" y="97251"/>
                </a:lnTo>
                <a:lnTo>
                  <a:pt x="29078" y="98848"/>
                </a:lnTo>
                <a:lnTo>
                  <a:pt x="32166" y="100246"/>
                </a:lnTo>
                <a:lnTo>
                  <a:pt x="35337" y="101441"/>
                </a:lnTo>
                <a:lnTo>
                  <a:pt x="38583" y="102428"/>
                </a:lnTo>
                <a:lnTo>
                  <a:pt x="41893" y="103202"/>
                </a:lnTo>
                <a:lnTo>
                  <a:pt x="45257" y="103761"/>
                </a:lnTo>
                <a:lnTo>
                  <a:pt x="48665" y="104099"/>
                </a:lnTo>
                <a:lnTo>
                  <a:pt x="52106" y="104213"/>
                </a:lnTo>
                <a:close/>
              </a:path>
            </a:pathLst>
          </a:custGeom>
          <a:solidFill>
            <a:srgbClr val="FF9500"/>
          </a:solidFill>
          <a:ln w="2097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389924" y="2173103"/>
            <a:ext cx="960447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16/16 verified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845563" y="1992793"/>
            <a:ext cx="1696745" cy="1817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2" b="0" i="0">
                <a:solidFill>
                  <a:srgbClr val="2B2B2B"/>
                </a:solidFill>
                <a:latin typeface="Times New Roman"/>
              </a:rPr>
              <a:t>○ verified   × unsuccessful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50614" y="1592324"/>
            <a:ext cx="2898807" cy="237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59" b="0" i="0">
                <a:solidFill>
                  <a:srgbClr val="2B2B2B"/>
                </a:solidFill>
                <a:latin typeface="Times New Roman"/>
              </a:rPr>
              <a:t>(b) Matched 20,000-iteration search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590269" y="0"/>
            <a:ext cx="11011461" cy="6858000"/>
          </a:xfrm>
          <a:custGeom>
            <a:avLst/>
            <a:gdLst/>
            <a:ahLst/>
            <a:cxnLst/>
            <a:rect l="l" t="t" r="r" b="b"/>
            <a:pathLst>
              <a:path w="11011461" h="6858000">
                <a:moveTo>
                  <a:pt x="0" y="0"/>
                </a:moveTo>
                <a:lnTo>
                  <a:pt x="11011461" y="0"/>
                </a:lnTo>
                <a:lnTo>
                  <a:pt x="1101146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1558895" y="2629114"/>
            <a:ext cx="2057608" cy="132185"/>
          </a:xfrm>
          <a:custGeom>
            <a:avLst/>
            <a:gdLst/>
            <a:ahLst/>
            <a:cxnLst/>
            <a:rect l="l" t="t" r="r" b="b"/>
            <a:pathLst>
              <a:path w="2057608" h="132185">
                <a:moveTo>
                  <a:pt x="0" y="0"/>
                </a:moveTo>
                <a:lnTo>
                  <a:pt x="2057608" y="0"/>
                </a:lnTo>
                <a:lnTo>
                  <a:pt x="2057608" y="132185"/>
                </a:lnTo>
                <a:lnTo>
                  <a:pt x="0" y="132185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534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1052002" y="2468011"/>
            <a:ext cx="456098" cy="456098"/>
          </a:xfrm>
          <a:custGeom>
            <a:avLst/>
            <a:gdLst/>
            <a:ahLst/>
            <a:cxnLst/>
            <a:rect l="l" t="t" r="r" b="b"/>
            <a:pathLst>
              <a:path w="456098" h="456098">
                <a:moveTo>
                  <a:pt x="228049" y="456098"/>
                </a:moveTo>
                <a:lnTo>
                  <a:pt x="243110" y="455600"/>
                </a:lnTo>
                <a:lnTo>
                  <a:pt x="258024" y="454120"/>
                </a:lnTo>
                <a:lnTo>
                  <a:pt x="272746" y="451675"/>
                </a:lnTo>
                <a:lnTo>
                  <a:pt x="287232" y="448284"/>
                </a:lnTo>
                <a:lnTo>
                  <a:pt x="301438" y="443966"/>
                </a:lnTo>
                <a:lnTo>
                  <a:pt x="315319" y="438738"/>
                </a:lnTo>
                <a:lnTo>
                  <a:pt x="328831" y="432619"/>
                </a:lnTo>
                <a:lnTo>
                  <a:pt x="341930" y="425627"/>
                </a:lnTo>
                <a:lnTo>
                  <a:pt x="354571" y="417782"/>
                </a:lnTo>
                <a:lnTo>
                  <a:pt x="366710" y="409100"/>
                </a:lnTo>
                <a:lnTo>
                  <a:pt x="378302" y="399602"/>
                </a:lnTo>
                <a:lnTo>
                  <a:pt x="389304" y="389304"/>
                </a:lnTo>
                <a:lnTo>
                  <a:pt x="399602" y="378302"/>
                </a:lnTo>
                <a:lnTo>
                  <a:pt x="409100" y="366710"/>
                </a:lnTo>
                <a:lnTo>
                  <a:pt x="417782" y="354571"/>
                </a:lnTo>
                <a:lnTo>
                  <a:pt x="425627" y="341930"/>
                </a:lnTo>
                <a:lnTo>
                  <a:pt x="432619" y="328831"/>
                </a:lnTo>
                <a:lnTo>
                  <a:pt x="438738" y="315319"/>
                </a:lnTo>
                <a:lnTo>
                  <a:pt x="443966" y="301438"/>
                </a:lnTo>
                <a:lnTo>
                  <a:pt x="448284" y="287232"/>
                </a:lnTo>
                <a:lnTo>
                  <a:pt x="451675" y="272746"/>
                </a:lnTo>
                <a:lnTo>
                  <a:pt x="454120" y="258024"/>
                </a:lnTo>
                <a:lnTo>
                  <a:pt x="455600" y="243110"/>
                </a:lnTo>
                <a:lnTo>
                  <a:pt x="456098" y="228049"/>
                </a:lnTo>
                <a:lnTo>
                  <a:pt x="455600" y="212988"/>
                </a:lnTo>
                <a:lnTo>
                  <a:pt x="454120" y="198074"/>
                </a:lnTo>
                <a:lnTo>
                  <a:pt x="451675" y="183352"/>
                </a:lnTo>
                <a:lnTo>
                  <a:pt x="448284" y="168866"/>
                </a:lnTo>
                <a:lnTo>
                  <a:pt x="443966" y="154660"/>
                </a:lnTo>
                <a:lnTo>
                  <a:pt x="438738" y="140779"/>
                </a:lnTo>
                <a:lnTo>
                  <a:pt x="432619" y="127267"/>
                </a:lnTo>
                <a:lnTo>
                  <a:pt x="425627" y="114168"/>
                </a:lnTo>
                <a:lnTo>
                  <a:pt x="417782" y="101527"/>
                </a:lnTo>
                <a:lnTo>
                  <a:pt x="409100" y="89388"/>
                </a:lnTo>
                <a:lnTo>
                  <a:pt x="399602" y="77796"/>
                </a:lnTo>
                <a:lnTo>
                  <a:pt x="389304" y="66794"/>
                </a:lnTo>
                <a:lnTo>
                  <a:pt x="378302" y="56496"/>
                </a:lnTo>
                <a:lnTo>
                  <a:pt x="366710" y="46997"/>
                </a:lnTo>
                <a:lnTo>
                  <a:pt x="354571" y="38316"/>
                </a:lnTo>
                <a:lnTo>
                  <a:pt x="341930" y="30470"/>
                </a:lnTo>
                <a:lnTo>
                  <a:pt x="328831" y="23479"/>
                </a:lnTo>
                <a:lnTo>
                  <a:pt x="315319" y="17360"/>
                </a:lnTo>
                <a:lnTo>
                  <a:pt x="301438" y="12132"/>
                </a:lnTo>
                <a:lnTo>
                  <a:pt x="287232" y="7814"/>
                </a:lnTo>
                <a:lnTo>
                  <a:pt x="272746" y="4423"/>
                </a:lnTo>
                <a:lnTo>
                  <a:pt x="258024" y="1978"/>
                </a:lnTo>
                <a:lnTo>
                  <a:pt x="243110" y="498"/>
                </a:lnTo>
                <a:lnTo>
                  <a:pt x="228049" y="0"/>
                </a:lnTo>
                <a:lnTo>
                  <a:pt x="212988" y="498"/>
                </a:lnTo>
                <a:lnTo>
                  <a:pt x="198074" y="1978"/>
                </a:lnTo>
                <a:lnTo>
                  <a:pt x="183352" y="4423"/>
                </a:lnTo>
                <a:lnTo>
                  <a:pt x="168866" y="7814"/>
                </a:lnTo>
                <a:lnTo>
                  <a:pt x="154660" y="12132"/>
                </a:lnTo>
                <a:lnTo>
                  <a:pt x="140779" y="17360"/>
                </a:lnTo>
                <a:lnTo>
                  <a:pt x="127267" y="23479"/>
                </a:lnTo>
                <a:lnTo>
                  <a:pt x="114168" y="30470"/>
                </a:lnTo>
                <a:lnTo>
                  <a:pt x="101527" y="38316"/>
                </a:lnTo>
                <a:lnTo>
                  <a:pt x="89388" y="46997"/>
                </a:lnTo>
                <a:lnTo>
                  <a:pt x="77796" y="56496"/>
                </a:lnTo>
                <a:lnTo>
                  <a:pt x="66794" y="66794"/>
                </a:lnTo>
                <a:lnTo>
                  <a:pt x="56496" y="77796"/>
                </a:lnTo>
                <a:lnTo>
                  <a:pt x="46997" y="89388"/>
                </a:lnTo>
                <a:lnTo>
                  <a:pt x="38316" y="101527"/>
                </a:lnTo>
                <a:lnTo>
                  <a:pt x="30470" y="114168"/>
                </a:lnTo>
                <a:lnTo>
                  <a:pt x="23479" y="127267"/>
                </a:lnTo>
                <a:lnTo>
                  <a:pt x="17360" y="140779"/>
                </a:lnTo>
                <a:lnTo>
                  <a:pt x="12132" y="154660"/>
                </a:lnTo>
                <a:lnTo>
                  <a:pt x="7814" y="168866"/>
                </a:lnTo>
                <a:lnTo>
                  <a:pt x="4423" y="183352"/>
                </a:lnTo>
                <a:lnTo>
                  <a:pt x="1978" y="198074"/>
                </a:lnTo>
                <a:lnTo>
                  <a:pt x="498" y="212988"/>
                </a:lnTo>
                <a:lnTo>
                  <a:pt x="0" y="228049"/>
                </a:lnTo>
                <a:lnTo>
                  <a:pt x="498" y="243110"/>
                </a:lnTo>
                <a:lnTo>
                  <a:pt x="1978" y="258024"/>
                </a:lnTo>
                <a:lnTo>
                  <a:pt x="4423" y="272746"/>
                </a:lnTo>
                <a:lnTo>
                  <a:pt x="7814" y="287232"/>
                </a:lnTo>
                <a:lnTo>
                  <a:pt x="12132" y="301438"/>
                </a:lnTo>
                <a:lnTo>
                  <a:pt x="17360" y="315319"/>
                </a:lnTo>
                <a:lnTo>
                  <a:pt x="23479" y="328831"/>
                </a:lnTo>
                <a:lnTo>
                  <a:pt x="30470" y="341930"/>
                </a:lnTo>
                <a:lnTo>
                  <a:pt x="38316" y="354571"/>
                </a:lnTo>
                <a:lnTo>
                  <a:pt x="46997" y="366710"/>
                </a:lnTo>
                <a:lnTo>
                  <a:pt x="56496" y="378302"/>
                </a:lnTo>
                <a:lnTo>
                  <a:pt x="66794" y="389304"/>
                </a:lnTo>
                <a:lnTo>
                  <a:pt x="77796" y="399602"/>
                </a:lnTo>
                <a:lnTo>
                  <a:pt x="89388" y="409100"/>
                </a:lnTo>
                <a:lnTo>
                  <a:pt x="101527" y="417782"/>
                </a:lnTo>
                <a:lnTo>
                  <a:pt x="114168" y="425627"/>
                </a:lnTo>
                <a:lnTo>
                  <a:pt x="127267" y="432619"/>
                </a:lnTo>
                <a:lnTo>
                  <a:pt x="140779" y="438738"/>
                </a:lnTo>
                <a:lnTo>
                  <a:pt x="154660" y="443966"/>
                </a:lnTo>
                <a:lnTo>
                  <a:pt x="168866" y="448284"/>
                </a:lnTo>
                <a:lnTo>
                  <a:pt x="183352" y="451675"/>
                </a:lnTo>
                <a:lnTo>
                  <a:pt x="198074" y="454120"/>
                </a:lnTo>
                <a:lnTo>
                  <a:pt x="212988" y="455600"/>
                </a:lnTo>
                <a:lnTo>
                  <a:pt x="228049" y="456098"/>
                </a:lnTo>
                <a:close/>
              </a:path>
            </a:pathLst>
          </a:custGeom>
          <a:solidFill>
            <a:srgbClr val="EAF2FB"/>
          </a:solidFill>
          <a:ln w="48980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4"/>
          <p:cNvSpPr/>
          <p:nvPr/>
        </p:nvSpPr>
        <p:spPr>
          <a:xfrm>
            <a:off x="3672172" y="2460421"/>
            <a:ext cx="456097" cy="456097"/>
          </a:xfrm>
          <a:custGeom>
            <a:avLst/>
            <a:gdLst/>
            <a:ahLst/>
            <a:cxnLst/>
            <a:rect l="l" t="t" r="r" b="b"/>
            <a:pathLst>
              <a:path w="456097" h="456097">
                <a:moveTo>
                  <a:pt x="228048" y="456097"/>
                </a:moveTo>
                <a:lnTo>
                  <a:pt x="243109" y="455600"/>
                </a:lnTo>
                <a:lnTo>
                  <a:pt x="258023" y="454119"/>
                </a:lnTo>
                <a:lnTo>
                  <a:pt x="272745" y="451675"/>
                </a:lnTo>
                <a:lnTo>
                  <a:pt x="287232" y="448284"/>
                </a:lnTo>
                <a:lnTo>
                  <a:pt x="301437" y="443965"/>
                </a:lnTo>
                <a:lnTo>
                  <a:pt x="315319" y="438737"/>
                </a:lnTo>
                <a:lnTo>
                  <a:pt x="328831" y="432619"/>
                </a:lnTo>
                <a:lnTo>
                  <a:pt x="341930" y="425627"/>
                </a:lnTo>
                <a:lnTo>
                  <a:pt x="354571" y="417782"/>
                </a:lnTo>
                <a:lnTo>
                  <a:pt x="366709" y="409100"/>
                </a:lnTo>
                <a:lnTo>
                  <a:pt x="378302" y="399601"/>
                </a:lnTo>
                <a:lnTo>
                  <a:pt x="389303" y="389304"/>
                </a:lnTo>
                <a:lnTo>
                  <a:pt x="399601" y="378302"/>
                </a:lnTo>
                <a:lnTo>
                  <a:pt x="409100" y="366710"/>
                </a:lnTo>
                <a:lnTo>
                  <a:pt x="417781" y="354571"/>
                </a:lnTo>
                <a:lnTo>
                  <a:pt x="425627" y="341930"/>
                </a:lnTo>
                <a:lnTo>
                  <a:pt x="432618" y="328831"/>
                </a:lnTo>
                <a:lnTo>
                  <a:pt x="438737" y="315319"/>
                </a:lnTo>
                <a:lnTo>
                  <a:pt x="443965" y="301438"/>
                </a:lnTo>
                <a:lnTo>
                  <a:pt x="448284" y="287232"/>
                </a:lnTo>
                <a:lnTo>
                  <a:pt x="451675" y="272746"/>
                </a:lnTo>
                <a:lnTo>
                  <a:pt x="454119" y="258023"/>
                </a:lnTo>
                <a:lnTo>
                  <a:pt x="455600" y="243110"/>
                </a:lnTo>
                <a:lnTo>
                  <a:pt x="456097" y="228049"/>
                </a:lnTo>
                <a:lnTo>
                  <a:pt x="455600" y="212988"/>
                </a:lnTo>
                <a:lnTo>
                  <a:pt x="454119" y="198074"/>
                </a:lnTo>
                <a:lnTo>
                  <a:pt x="451675" y="183352"/>
                </a:lnTo>
                <a:lnTo>
                  <a:pt x="448284" y="168866"/>
                </a:lnTo>
                <a:lnTo>
                  <a:pt x="443965" y="154660"/>
                </a:lnTo>
                <a:lnTo>
                  <a:pt x="438737" y="140779"/>
                </a:lnTo>
                <a:lnTo>
                  <a:pt x="432618" y="127266"/>
                </a:lnTo>
                <a:lnTo>
                  <a:pt x="425627" y="114168"/>
                </a:lnTo>
                <a:lnTo>
                  <a:pt x="417781" y="101527"/>
                </a:lnTo>
                <a:lnTo>
                  <a:pt x="409100" y="89388"/>
                </a:lnTo>
                <a:lnTo>
                  <a:pt x="399601" y="77795"/>
                </a:lnTo>
                <a:lnTo>
                  <a:pt x="389303" y="66794"/>
                </a:lnTo>
                <a:lnTo>
                  <a:pt x="378302" y="56496"/>
                </a:lnTo>
                <a:lnTo>
                  <a:pt x="366709" y="46997"/>
                </a:lnTo>
                <a:lnTo>
                  <a:pt x="354571" y="38316"/>
                </a:lnTo>
                <a:lnTo>
                  <a:pt x="341930" y="30470"/>
                </a:lnTo>
                <a:lnTo>
                  <a:pt x="328831" y="23479"/>
                </a:lnTo>
                <a:lnTo>
                  <a:pt x="315319" y="17360"/>
                </a:lnTo>
                <a:lnTo>
                  <a:pt x="301437" y="12132"/>
                </a:lnTo>
                <a:lnTo>
                  <a:pt x="287232" y="7813"/>
                </a:lnTo>
                <a:lnTo>
                  <a:pt x="272745" y="4423"/>
                </a:lnTo>
                <a:lnTo>
                  <a:pt x="258023" y="1978"/>
                </a:lnTo>
                <a:lnTo>
                  <a:pt x="243109" y="497"/>
                </a:lnTo>
                <a:lnTo>
                  <a:pt x="228048" y="0"/>
                </a:lnTo>
                <a:lnTo>
                  <a:pt x="212988" y="497"/>
                </a:lnTo>
                <a:lnTo>
                  <a:pt x="198074" y="1978"/>
                </a:lnTo>
                <a:lnTo>
                  <a:pt x="183352" y="4423"/>
                </a:lnTo>
                <a:lnTo>
                  <a:pt x="168866" y="7813"/>
                </a:lnTo>
                <a:lnTo>
                  <a:pt x="154660" y="12132"/>
                </a:lnTo>
                <a:lnTo>
                  <a:pt x="140778" y="17360"/>
                </a:lnTo>
                <a:lnTo>
                  <a:pt x="127266" y="23479"/>
                </a:lnTo>
                <a:lnTo>
                  <a:pt x="114168" y="30470"/>
                </a:lnTo>
                <a:lnTo>
                  <a:pt x="101526" y="38316"/>
                </a:lnTo>
                <a:lnTo>
                  <a:pt x="89388" y="46997"/>
                </a:lnTo>
                <a:lnTo>
                  <a:pt x="77795" y="56496"/>
                </a:lnTo>
                <a:lnTo>
                  <a:pt x="66794" y="66794"/>
                </a:lnTo>
                <a:lnTo>
                  <a:pt x="56496" y="77795"/>
                </a:lnTo>
                <a:lnTo>
                  <a:pt x="46997" y="89388"/>
                </a:lnTo>
                <a:lnTo>
                  <a:pt x="38316" y="101527"/>
                </a:lnTo>
                <a:lnTo>
                  <a:pt x="30470" y="114168"/>
                </a:lnTo>
                <a:lnTo>
                  <a:pt x="23479" y="127266"/>
                </a:lnTo>
                <a:lnTo>
                  <a:pt x="17360" y="140779"/>
                </a:lnTo>
                <a:lnTo>
                  <a:pt x="12132" y="154660"/>
                </a:lnTo>
                <a:lnTo>
                  <a:pt x="7813" y="168866"/>
                </a:lnTo>
                <a:lnTo>
                  <a:pt x="4423" y="183352"/>
                </a:lnTo>
                <a:lnTo>
                  <a:pt x="1978" y="198074"/>
                </a:lnTo>
                <a:lnTo>
                  <a:pt x="497" y="212988"/>
                </a:lnTo>
                <a:lnTo>
                  <a:pt x="0" y="228049"/>
                </a:lnTo>
                <a:lnTo>
                  <a:pt x="497" y="243110"/>
                </a:lnTo>
                <a:lnTo>
                  <a:pt x="1978" y="258023"/>
                </a:lnTo>
                <a:lnTo>
                  <a:pt x="4423" y="272746"/>
                </a:lnTo>
                <a:lnTo>
                  <a:pt x="7813" y="287232"/>
                </a:lnTo>
                <a:lnTo>
                  <a:pt x="12132" y="301438"/>
                </a:lnTo>
                <a:lnTo>
                  <a:pt x="17360" y="315319"/>
                </a:lnTo>
                <a:lnTo>
                  <a:pt x="23479" y="328831"/>
                </a:lnTo>
                <a:lnTo>
                  <a:pt x="30470" y="341930"/>
                </a:lnTo>
                <a:lnTo>
                  <a:pt x="38316" y="354571"/>
                </a:lnTo>
                <a:lnTo>
                  <a:pt x="46997" y="366710"/>
                </a:lnTo>
                <a:lnTo>
                  <a:pt x="56496" y="378302"/>
                </a:lnTo>
                <a:lnTo>
                  <a:pt x="66794" y="389304"/>
                </a:lnTo>
                <a:lnTo>
                  <a:pt x="77795" y="399601"/>
                </a:lnTo>
                <a:lnTo>
                  <a:pt x="89388" y="409100"/>
                </a:lnTo>
                <a:lnTo>
                  <a:pt x="101526" y="417782"/>
                </a:lnTo>
                <a:lnTo>
                  <a:pt x="114168" y="425627"/>
                </a:lnTo>
                <a:lnTo>
                  <a:pt x="127266" y="432619"/>
                </a:lnTo>
                <a:lnTo>
                  <a:pt x="140778" y="438737"/>
                </a:lnTo>
                <a:lnTo>
                  <a:pt x="154660" y="443965"/>
                </a:lnTo>
                <a:lnTo>
                  <a:pt x="168866" y="448284"/>
                </a:lnTo>
                <a:lnTo>
                  <a:pt x="183352" y="451675"/>
                </a:lnTo>
                <a:lnTo>
                  <a:pt x="198074" y="454119"/>
                </a:lnTo>
                <a:lnTo>
                  <a:pt x="212988" y="455600"/>
                </a:lnTo>
                <a:lnTo>
                  <a:pt x="228048" y="456097"/>
                </a:lnTo>
                <a:close/>
              </a:path>
            </a:pathLst>
          </a:custGeom>
          <a:solidFill>
            <a:srgbClr val="E1F0EF"/>
          </a:solidFill>
          <a:ln w="48980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path 5"/>
          <p:cNvSpPr/>
          <p:nvPr/>
        </p:nvSpPr>
        <p:spPr>
          <a:xfrm>
            <a:off x="1563048" y="4396589"/>
            <a:ext cx="2049301" cy="487477"/>
          </a:xfrm>
          <a:custGeom>
            <a:avLst/>
            <a:gdLst/>
            <a:ahLst/>
            <a:cxnLst/>
            <a:rect l="l" t="t" r="r" b="b"/>
            <a:pathLst>
              <a:path w="2049301" h="487477">
                <a:moveTo>
                  <a:pt x="22954" y="487477"/>
                </a:moveTo>
                <a:lnTo>
                  <a:pt x="2049301" y="130178"/>
                </a:lnTo>
                <a:lnTo>
                  <a:pt x="2026348" y="0"/>
                </a:lnTo>
                <a:lnTo>
                  <a:pt x="0" y="357300"/>
                </a:lnTo>
                <a:lnTo>
                  <a:pt x="22954" y="487477"/>
                </a:lnTo>
                <a:close/>
              </a:path>
            </a:pathLst>
          </a:custGeom>
          <a:solidFill>
            <a:srgbClr val="FFF5C8"/>
          </a:solidFill>
          <a:ln w="534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path 6"/>
          <p:cNvSpPr/>
          <p:nvPr/>
        </p:nvSpPr>
        <p:spPr>
          <a:xfrm>
            <a:off x="1072017" y="4640191"/>
            <a:ext cx="456097" cy="456097"/>
          </a:xfrm>
          <a:custGeom>
            <a:avLst/>
            <a:gdLst/>
            <a:ahLst/>
            <a:cxnLst/>
            <a:rect l="l" t="t" r="r" b="b"/>
            <a:pathLst>
              <a:path w="456097" h="456097">
                <a:moveTo>
                  <a:pt x="228048" y="456097"/>
                </a:moveTo>
                <a:lnTo>
                  <a:pt x="243109" y="455599"/>
                </a:lnTo>
                <a:lnTo>
                  <a:pt x="258023" y="454119"/>
                </a:lnTo>
                <a:lnTo>
                  <a:pt x="272745" y="451674"/>
                </a:lnTo>
                <a:lnTo>
                  <a:pt x="287231" y="448283"/>
                </a:lnTo>
                <a:lnTo>
                  <a:pt x="301437" y="443965"/>
                </a:lnTo>
                <a:lnTo>
                  <a:pt x="315318" y="438737"/>
                </a:lnTo>
                <a:lnTo>
                  <a:pt x="328831" y="432618"/>
                </a:lnTo>
                <a:lnTo>
                  <a:pt x="341929" y="425627"/>
                </a:lnTo>
                <a:lnTo>
                  <a:pt x="354570" y="417781"/>
                </a:lnTo>
                <a:lnTo>
                  <a:pt x="366709" y="409100"/>
                </a:lnTo>
                <a:lnTo>
                  <a:pt x="378302" y="399601"/>
                </a:lnTo>
                <a:lnTo>
                  <a:pt x="389303" y="389303"/>
                </a:lnTo>
                <a:lnTo>
                  <a:pt x="399601" y="378301"/>
                </a:lnTo>
                <a:lnTo>
                  <a:pt x="409100" y="366709"/>
                </a:lnTo>
                <a:lnTo>
                  <a:pt x="417781" y="354570"/>
                </a:lnTo>
                <a:lnTo>
                  <a:pt x="425627" y="341929"/>
                </a:lnTo>
                <a:lnTo>
                  <a:pt x="432618" y="328830"/>
                </a:lnTo>
                <a:lnTo>
                  <a:pt x="438737" y="315318"/>
                </a:lnTo>
                <a:lnTo>
                  <a:pt x="443965" y="301437"/>
                </a:lnTo>
                <a:lnTo>
                  <a:pt x="448283" y="287231"/>
                </a:lnTo>
                <a:lnTo>
                  <a:pt x="451674" y="272745"/>
                </a:lnTo>
                <a:lnTo>
                  <a:pt x="454119" y="258023"/>
                </a:lnTo>
                <a:lnTo>
                  <a:pt x="455599" y="243109"/>
                </a:lnTo>
                <a:lnTo>
                  <a:pt x="456097" y="228048"/>
                </a:lnTo>
                <a:lnTo>
                  <a:pt x="455599" y="212987"/>
                </a:lnTo>
                <a:lnTo>
                  <a:pt x="454119" y="198073"/>
                </a:lnTo>
                <a:lnTo>
                  <a:pt x="451674" y="183351"/>
                </a:lnTo>
                <a:lnTo>
                  <a:pt x="448283" y="168865"/>
                </a:lnTo>
                <a:lnTo>
                  <a:pt x="443965" y="154659"/>
                </a:lnTo>
                <a:lnTo>
                  <a:pt x="438737" y="140778"/>
                </a:lnTo>
                <a:lnTo>
                  <a:pt x="432618" y="127266"/>
                </a:lnTo>
                <a:lnTo>
                  <a:pt x="425627" y="114167"/>
                </a:lnTo>
                <a:lnTo>
                  <a:pt x="417781" y="101526"/>
                </a:lnTo>
                <a:lnTo>
                  <a:pt x="409100" y="89387"/>
                </a:lnTo>
                <a:lnTo>
                  <a:pt x="399601" y="77795"/>
                </a:lnTo>
                <a:lnTo>
                  <a:pt x="389303" y="66793"/>
                </a:lnTo>
                <a:lnTo>
                  <a:pt x="378302" y="56495"/>
                </a:lnTo>
                <a:lnTo>
                  <a:pt x="366709" y="46997"/>
                </a:lnTo>
                <a:lnTo>
                  <a:pt x="354570" y="38315"/>
                </a:lnTo>
                <a:lnTo>
                  <a:pt x="341929" y="30470"/>
                </a:lnTo>
                <a:lnTo>
                  <a:pt x="328831" y="23478"/>
                </a:lnTo>
                <a:lnTo>
                  <a:pt x="315318" y="17360"/>
                </a:lnTo>
                <a:lnTo>
                  <a:pt x="301437" y="12132"/>
                </a:lnTo>
                <a:lnTo>
                  <a:pt x="287231" y="7813"/>
                </a:lnTo>
                <a:lnTo>
                  <a:pt x="272745" y="4422"/>
                </a:lnTo>
                <a:lnTo>
                  <a:pt x="258023" y="1978"/>
                </a:lnTo>
                <a:lnTo>
                  <a:pt x="243109" y="497"/>
                </a:lnTo>
                <a:lnTo>
                  <a:pt x="228048" y="0"/>
                </a:lnTo>
                <a:lnTo>
                  <a:pt x="212987" y="497"/>
                </a:lnTo>
                <a:lnTo>
                  <a:pt x="198074" y="1978"/>
                </a:lnTo>
                <a:lnTo>
                  <a:pt x="183351" y="4422"/>
                </a:lnTo>
                <a:lnTo>
                  <a:pt x="168865" y="7813"/>
                </a:lnTo>
                <a:lnTo>
                  <a:pt x="154659" y="12132"/>
                </a:lnTo>
                <a:lnTo>
                  <a:pt x="140778" y="17360"/>
                </a:lnTo>
                <a:lnTo>
                  <a:pt x="127266" y="23478"/>
                </a:lnTo>
                <a:lnTo>
                  <a:pt x="114167" y="30470"/>
                </a:lnTo>
                <a:lnTo>
                  <a:pt x="101526" y="38315"/>
                </a:lnTo>
                <a:lnTo>
                  <a:pt x="89387" y="46997"/>
                </a:lnTo>
                <a:lnTo>
                  <a:pt x="77795" y="56495"/>
                </a:lnTo>
                <a:lnTo>
                  <a:pt x="66793" y="66793"/>
                </a:lnTo>
                <a:lnTo>
                  <a:pt x="56496" y="77795"/>
                </a:lnTo>
                <a:lnTo>
                  <a:pt x="46997" y="89387"/>
                </a:lnTo>
                <a:lnTo>
                  <a:pt x="38315" y="101526"/>
                </a:lnTo>
                <a:lnTo>
                  <a:pt x="30470" y="114167"/>
                </a:lnTo>
                <a:lnTo>
                  <a:pt x="23478" y="127266"/>
                </a:lnTo>
                <a:lnTo>
                  <a:pt x="17360" y="140778"/>
                </a:lnTo>
                <a:lnTo>
                  <a:pt x="12132" y="154659"/>
                </a:lnTo>
                <a:lnTo>
                  <a:pt x="7813" y="168865"/>
                </a:lnTo>
                <a:lnTo>
                  <a:pt x="4422" y="183351"/>
                </a:lnTo>
                <a:lnTo>
                  <a:pt x="1977" y="198073"/>
                </a:lnTo>
                <a:lnTo>
                  <a:pt x="497" y="212987"/>
                </a:lnTo>
                <a:lnTo>
                  <a:pt x="0" y="228048"/>
                </a:lnTo>
                <a:lnTo>
                  <a:pt x="497" y="243109"/>
                </a:lnTo>
                <a:lnTo>
                  <a:pt x="1977" y="258023"/>
                </a:lnTo>
                <a:lnTo>
                  <a:pt x="4422" y="272745"/>
                </a:lnTo>
                <a:lnTo>
                  <a:pt x="7813" y="287231"/>
                </a:lnTo>
                <a:lnTo>
                  <a:pt x="12132" y="301437"/>
                </a:lnTo>
                <a:lnTo>
                  <a:pt x="17360" y="315318"/>
                </a:lnTo>
                <a:lnTo>
                  <a:pt x="23478" y="328830"/>
                </a:lnTo>
                <a:lnTo>
                  <a:pt x="30470" y="341929"/>
                </a:lnTo>
                <a:lnTo>
                  <a:pt x="38315" y="354570"/>
                </a:lnTo>
                <a:lnTo>
                  <a:pt x="46997" y="366709"/>
                </a:lnTo>
                <a:lnTo>
                  <a:pt x="56496" y="378301"/>
                </a:lnTo>
                <a:lnTo>
                  <a:pt x="66793" y="389303"/>
                </a:lnTo>
                <a:lnTo>
                  <a:pt x="77795" y="399601"/>
                </a:lnTo>
                <a:lnTo>
                  <a:pt x="89387" y="409100"/>
                </a:lnTo>
                <a:lnTo>
                  <a:pt x="101526" y="417781"/>
                </a:lnTo>
                <a:lnTo>
                  <a:pt x="114167" y="425627"/>
                </a:lnTo>
                <a:lnTo>
                  <a:pt x="127266" y="432618"/>
                </a:lnTo>
                <a:lnTo>
                  <a:pt x="140778" y="438737"/>
                </a:lnTo>
                <a:lnTo>
                  <a:pt x="154659" y="443965"/>
                </a:lnTo>
                <a:lnTo>
                  <a:pt x="168865" y="448283"/>
                </a:lnTo>
                <a:lnTo>
                  <a:pt x="183351" y="451674"/>
                </a:lnTo>
                <a:lnTo>
                  <a:pt x="198074" y="454119"/>
                </a:lnTo>
                <a:lnTo>
                  <a:pt x="212987" y="455599"/>
                </a:lnTo>
                <a:lnTo>
                  <a:pt x="228048" y="456097"/>
                </a:lnTo>
                <a:close/>
              </a:path>
            </a:pathLst>
          </a:custGeom>
          <a:solidFill>
            <a:srgbClr val="EAF2FB"/>
          </a:solidFill>
          <a:ln w="48980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7"/>
          <p:cNvSpPr/>
          <p:nvPr/>
        </p:nvSpPr>
        <p:spPr>
          <a:xfrm>
            <a:off x="3651062" y="4177728"/>
            <a:ext cx="456097" cy="456097"/>
          </a:xfrm>
          <a:custGeom>
            <a:avLst/>
            <a:gdLst/>
            <a:ahLst/>
            <a:cxnLst/>
            <a:rect l="l" t="t" r="r" b="b"/>
            <a:pathLst>
              <a:path w="456097" h="456097">
                <a:moveTo>
                  <a:pt x="228048" y="456097"/>
                </a:moveTo>
                <a:lnTo>
                  <a:pt x="243109" y="455599"/>
                </a:lnTo>
                <a:lnTo>
                  <a:pt x="258023" y="454119"/>
                </a:lnTo>
                <a:lnTo>
                  <a:pt x="272745" y="451674"/>
                </a:lnTo>
                <a:lnTo>
                  <a:pt x="287232" y="448283"/>
                </a:lnTo>
                <a:lnTo>
                  <a:pt x="301437" y="443965"/>
                </a:lnTo>
                <a:lnTo>
                  <a:pt x="315319" y="438737"/>
                </a:lnTo>
                <a:lnTo>
                  <a:pt x="328831" y="432618"/>
                </a:lnTo>
                <a:lnTo>
                  <a:pt x="341930" y="425627"/>
                </a:lnTo>
                <a:lnTo>
                  <a:pt x="354571" y="417781"/>
                </a:lnTo>
                <a:lnTo>
                  <a:pt x="366709" y="409100"/>
                </a:lnTo>
                <a:lnTo>
                  <a:pt x="378302" y="399601"/>
                </a:lnTo>
                <a:lnTo>
                  <a:pt x="389303" y="389303"/>
                </a:lnTo>
                <a:lnTo>
                  <a:pt x="399601" y="378302"/>
                </a:lnTo>
                <a:lnTo>
                  <a:pt x="409100" y="366709"/>
                </a:lnTo>
                <a:lnTo>
                  <a:pt x="417782" y="354570"/>
                </a:lnTo>
                <a:lnTo>
                  <a:pt x="425627" y="341930"/>
                </a:lnTo>
                <a:lnTo>
                  <a:pt x="432619" y="328831"/>
                </a:lnTo>
                <a:lnTo>
                  <a:pt x="438737" y="315319"/>
                </a:lnTo>
                <a:lnTo>
                  <a:pt x="443965" y="301437"/>
                </a:lnTo>
                <a:lnTo>
                  <a:pt x="448284" y="287232"/>
                </a:lnTo>
                <a:lnTo>
                  <a:pt x="451675" y="272745"/>
                </a:lnTo>
                <a:lnTo>
                  <a:pt x="454119" y="258023"/>
                </a:lnTo>
                <a:lnTo>
                  <a:pt x="455600" y="243109"/>
                </a:lnTo>
                <a:lnTo>
                  <a:pt x="456097" y="228048"/>
                </a:lnTo>
                <a:lnTo>
                  <a:pt x="455600" y="212987"/>
                </a:lnTo>
                <a:lnTo>
                  <a:pt x="454119" y="198074"/>
                </a:lnTo>
                <a:lnTo>
                  <a:pt x="451675" y="183351"/>
                </a:lnTo>
                <a:lnTo>
                  <a:pt x="448284" y="168865"/>
                </a:lnTo>
                <a:lnTo>
                  <a:pt x="443965" y="154659"/>
                </a:lnTo>
                <a:lnTo>
                  <a:pt x="438737" y="140778"/>
                </a:lnTo>
                <a:lnTo>
                  <a:pt x="432619" y="127266"/>
                </a:lnTo>
                <a:lnTo>
                  <a:pt x="425627" y="114167"/>
                </a:lnTo>
                <a:lnTo>
                  <a:pt x="417782" y="101526"/>
                </a:lnTo>
                <a:lnTo>
                  <a:pt x="409100" y="89388"/>
                </a:lnTo>
                <a:lnTo>
                  <a:pt x="399601" y="77795"/>
                </a:lnTo>
                <a:lnTo>
                  <a:pt x="389303" y="66794"/>
                </a:lnTo>
                <a:lnTo>
                  <a:pt x="378302" y="56496"/>
                </a:lnTo>
                <a:lnTo>
                  <a:pt x="366709" y="46997"/>
                </a:lnTo>
                <a:lnTo>
                  <a:pt x="354571" y="38316"/>
                </a:lnTo>
                <a:lnTo>
                  <a:pt x="341930" y="30470"/>
                </a:lnTo>
                <a:lnTo>
                  <a:pt x="328831" y="23479"/>
                </a:lnTo>
                <a:lnTo>
                  <a:pt x="315319" y="17360"/>
                </a:lnTo>
                <a:lnTo>
                  <a:pt x="301437" y="12132"/>
                </a:lnTo>
                <a:lnTo>
                  <a:pt x="287232" y="7813"/>
                </a:lnTo>
                <a:lnTo>
                  <a:pt x="272745" y="4422"/>
                </a:lnTo>
                <a:lnTo>
                  <a:pt x="258023" y="1978"/>
                </a:lnTo>
                <a:lnTo>
                  <a:pt x="243109" y="497"/>
                </a:lnTo>
                <a:lnTo>
                  <a:pt x="228048" y="0"/>
                </a:lnTo>
                <a:lnTo>
                  <a:pt x="212988" y="497"/>
                </a:lnTo>
                <a:lnTo>
                  <a:pt x="198074" y="1978"/>
                </a:lnTo>
                <a:lnTo>
                  <a:pt x="183352" y="4422"/>
                </a:lnTo>
                <a:lnTo>
                  <a:pt x="168865" y="7813"/>
                </a:lnTo>
                <a:lnTo>
                  <a:pt x="154660" y="12132"/>
                </a:lnTo>
                <a:lnTo>
                  <a:pt x="140778" y="17360"/>
                </a:lnTo>
                <a:lnTo>
                  <a:pt x="127266" y="23479"/>
                </a:lnTo>
                <a:lnTo>
                  <a:pt x="114168" y="30470"/>
                </a:lnTo>
                <a:lnTo>
                  <a:pt x="101527" y="38316"/>
                </a:lnTo>
                <a:lnTo>
                  <a:pt x="89388" y="46997"/>
                </a:lnTo>
                <a:lnTo>
                  <a:pt x="77795" y="56496"/>
                </a:lnTo>
                <a:lnTo>
                  <a:pt x="66794" y="66794"/>
                </a:lnTo>
                <a:lnTo>
                  <a:pt x="56496" y="77795"/>
                </a:lnTo>
                <a:lnTo>
                  <a:pt x="46997" y="89388"/>
                </a:lnTo>
                <a:lnTo>
                  <a:pt x="38316" y="101526"/>
                </a:lnTo>
                <a:lnTo>
                  <a:pt x="30470" y="114167"/>
                </a:lnTo>
                <a:lnTo>
                  <a:pt x="23479" y="127266"/>
                </a:lnTo>
                <a:lnTo>
                  <a:pt x="17360" y="140778"/>
                </a:lnTo>
                <a:lnTo>
                  <a:pt x="12132" y="154659"/>
                </a:lnTo>
                <a:lnTo>
                  <a:pt x="7813" y="168865"/>
                </a:lnTo>
                <a:lnTo>
                  <a:pt x="4422" y="183351"/>
                </a:lnTo>
                <a:lnTo>
                  <a:pt x="1978" y="198074"/>
                </a:lnTo>
                <a:lnTo>
                  <a:pt x="497" y="212987"/>
                </a:lnTo>
                <a:lnTo>
                  <a:pt x="0" y="228048"/>
                </a:lnTo>
                <a:lnTo>
                  <a:pt x="497" y="243109"/>
                </a:lnTo>
                <a:lnTo>
                  <a:pt x="1978" y="258023"/>
                </a:lnTo>
                <a:lnTo>
                  <a:pt x="4422" y="272745"/>
                </a:lnTo>
                <a:lnTo>
                  <a:pt x="7813" y="287232"/>
                </a:lnTo>
                <a:lnTo>
                  <a:pt x="12132" y="301437"/>
                </a:lnTo>
                <a:lnTo>
                  <a:pt x="17360" y="315319"/>
                </a:lnTo>
                <a:lnTo>
                  <a:pt x="23479" y="328831"/>
                </a:lnTo>
                <a:lnTo>
                  <a:pt x="30470" y="341930"/>
                </a:lnTo>
                <a:lnTo>
                  <a:pt x="38316" y="354570"/>
                </a:lnTo>
                <a:lnTo>
                  <a:pt x="46997" y="366709"/>
                </a:lnTo>
                <a:lnTo>
                  <a:pt x="56496" y="378302"/>
                </a:lnTo>
                <a:lnTo>
                  <a:pt x="66794" y="389303"/>
                </a:lnTo>
                <a:lnTo>
                  <a:pt x="77795" y="399601"/>
                </a:lnTo>
                <a:lnTo>
                  <a:pt x="89388" y="409100"/>
                </a:lnTo>
                <a:lnTo>
                  <a:pt x="101527" y="417781"/>
                </a:lnTo>
                <a:lnTo>
                  <a:pt x="114168" y="425627"/>
                </a:lnTo>
                <a:lnTo>
                  <a:pt x="127266" y="432618"/>
                </a:lnTo>
                <a:lnTo>
                  <a:pt x="140778" y="438737"/>
                </a:lnTo>
                <a:lnTo>
                  <a:pt x="154660" y="443965"/>
                </a:lnTo>
                <a:lnTo>
                  <a:pt x="168865" y="448283"/>
                </a:lnTo>
                <a:lnTo>
                  <a:pt x="183352" y="451674"/>
                </a:lnTo>
                <a:lnTo>
                  <a:pt x="198074" y="454119"/>
                </a:lnTo>
                <a:lnTo>
                  <a:pt x="212988" y="455599"/>
                </a:lnTo>
                <a:lnTo>
                  <a:pt x="228048" y="456097"/>
                </a:lnTo>
                <a:close/>
              </a:path>
            </a:pathLst>
          </a:custGeom>
          <a:solidFill>
            <a:srgbClr val="E1F0EF"/>
          </a:solidFill>
          <a:ln w="48980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path 8"/>
          <p:cNvSpPr/>
          <p:nvPr/>
        </p:nvSpPr>
        <p:spPr>
          <a:xfrm>
            <a:off x="977943" y="2988987"/>
            <a:ext cx="3219512" cy="0"/>
          </a:xfrm>
          <a:custGeom>
            <a:avLst/>
            <a:gdLst/>
            <a:ahLst/>
            <a:cxnLst/>
            <a:rect l="l" t="t" r="r" b="b"/>
            <a:pathLst>
              <a:path w="3219512" h="0">
                <a:moveTo>
                  <a:pt x="0" y="0"/>
                </a:moveTo>
                <a:lnTo>
                  <a:pt x="3219512" y="0"/>
                </a:lnTo>
              </a:path>
            </a:pathLst>
          </a:custGeom>
          <a:noFill/>
          <a:ln w="28943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path 9"/>
          <p:cNvSpPr/>
          <p:nvPr/>
        </p:nvSpPr>
        <p:spPr>
          <a:xfrm>
            <a:off x="977943" y="2401426"/>
            <a:ext cx="3219512" cy="0"/>
          </a:xfrm>
          <a:custGeom>
            <a:avLst/>
            <a:gdLst/>
            <a:ahLst/>
            <a:cxnLst/>
            <a:rect l="l" t="t" r="r" b="b"/>
            <a:pathLst>
              <a:path w="3219512" h="0">
                <a:moveTo>
                  <a:pt x="0" y="0"/>
                </a:moveTo>
                <a:lnTo>
                  <a:pt x="3219512" y="0"/>
                </a:lnTo>
              </a:path>
            </a:pathLst>
          </a:custGeom>
          <a:noFill/>
          <a:ln w="28943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10"/>
          <p:cNvSpPr/>
          <p:nvPr/>
        </p:nvSpPr>
        <p:spPr>
          <a:xfrm>
            <a:off x="977943" y="4934108"/>
            <a:ext cx="3219512" cy="0"/>
          </a:xfrm>
          <a:custGeom>
            <a:avLst/>
            <a:gdLst/>
            <a:ahLst/>
            <a:cxnLst/>
            <a:rect l="l" t="t" r="r" b="b"/>
            <a:pathLst>
              <a:path w="3219512" h="0">
                <a:moveTo>
                  <a:pt x="0" y="0"/>
                </a:moveTo>
                <a:lnTo>
                  <a:pt x="3219512" y="0"/>
                </a:lnTo>
              </a:path>
            </a:pathLst>
          </a:custGeom>
          <a:noFill/>
          <a:ln w="28943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path 11"/>
          <p:cNvSpPr/>
          <p:nvPr/>
        </p:nvSpPr>
        <p:spPr>
          <a:xfrm>
            <a:off x="977943" y="4346547"/>
            <a:ext cx="3219512" cy="0"/>
          </a:xfrm>
          <a:custGeom>
            <a:avLst/>
            <a:gdLst/>
            <a:ahLst/>
            <a:cxnLst/>
            <a:rect l="l" t="t" r="r" b="b"/>
            <a:pathLst>
              <a:path w="3219512" h="0">
                <a:moveTo>
                  <a:pt x="0" y="0"/>
                </a:moveTo>
                <a:lnTo>
                  <a:pt x="3219512" y="0"/>
                </a:lnTo>
              </a:path>
            </a:pathLst>
          </a:custGeom>
          <a:noFill/>
          <a:ln w="28943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4080" y="3431560"/>
            <a:ext cx="2097729" cy="363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84" b="0" i="0">
                <a:solidFill>
                  <a:srgbClr val="2B2B2B"/>
                </a:solidFill>
                <a:latin typeface="Times New Roman"/>
              </a:rPr>
              <a:t>0°: assembly fits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6228" y="5376681"/>
            <a:ext cx="2476217" cy="363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84" b="0" i="0">
                <a:solidFill>
                  <a:srgbClr val="2B2B2B"/>
                </a:solidFill>
                <a:latin typeface="Times New Roman"/>
              </a:rPr>
              <a:t>10°: only object fits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4869" y="1197383"/>
            <a:ext cx="3255171" cy="4274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4" b="0" i="0">
                <a:solidFill>
                  <a:srgbClr val="2B2B2B"/>
                </a:solidFill>
                <a:latin typeface="Times New Roman"/>
              </a:rPr>
              <a:t>(a) Projected footprint</a:t>
            </a:r>
          </a:p>
        </p:txBody>
      </p:sp>
      <p:sp>
        <p:nvSpPr>
          <p:cNvPr id="16" name="Editable path 12"/>
          <p:cNvSpPr/>
          <p:nvPr/>
        </p:nvSpPr>
        <p:spPr>
          <a:xfrm>
            <a:off x="6588324" y="1756182"/>
            <a:ext cx="4536957" cy="3823170"/>
          </a:xfrm>
          <a:custGeom>
            <a:avLst/>
            <a:gdLst/>
            <a:ahLst/>
            <a:cxnLst/>
            <a:rect l="l" t="t" r="r" b="b"/>
            <a:pathLst>
              <a:path w="4536957" h="3823170">
                <a:moveTo>
                  <a:pt x="0" y="0"/>
                </a:moveTo>
                <a:lnTo>
                  <a:pt x="4536957" y="0"/>
                </a:lnTo>
                <a:lnTo>
                  <a:pt x="4536957" y="3823170"/>
                </a:lnTo>
                <a:lnTo>
                  <a:pt x="0" y="382317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path 13"/>
          <p:cNvSpPr/>
          <p:nvPr/>
        </p:nvSpPr>
        <p:spPr>
          <a:xfrm>
            <a:off x="8526171" y="1756182"/>
            <a:ext cx="622698" cy="3823170"/>
          </a:xfrm>
          <a:custGeom>
            <a:avLst/>
            <a:gdLst/>
            <a:ahLst/>
            <a:cxnLst/>
            <a:rect l="l" t="t" r="r" b="b"/>
            <a:pathLst>
              <a:path w="622698" h="3823170">
                <a:moveTo>
                  <a:pt x="0" y="0"/>
                </a:moveTo>
                <a:lnTo>
                  <a:pt x="622698" y="0"/>
                </a:lnTo>
                <a:lnTo>
                  <a:pt x="622698" y="3823170"/>
                </a:lnTo>
                <a:lnTo>
                  <a:pt x="0" y="3823170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44527">
            <a:solidFill>
              <a:srgbClr val="FFF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path 14"/>
          <p:cNvSpPr/>
          <p:nvPr/>
        </p:nvSpPr>
        <p:spPr>
          <a:xfrm>
            <a:off x="6588324" y="5579352"/>
            <a:ext cx="0" cy="89056"/>
          </a:xfrm>
          <a:custGeom>
            <a:avLst/>
            <a:gdLst/>
            <a:ahLst/>
            <a:cxnLst/>
            <a:rect l="l" t="t" r="r" b="b"/>
            <a:pathLst>
              <a:path w="0" h="89056">
                <a:moveTo>
                  <a:pt x="0" y="0"/>
                </a:moveTo>
                <a:lnTo>
                  <a:pt x="0" y="89056"/>
                </a:lnTo>
                <a:close/>
              </a:path>
            </a:pathLst>
          </a:custGeom>
          <a:solidFill>
            <a:srgbClr val="2B2B2B"/>
          </a:solidFill>
          <a:ln w="356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5678" y="5715185"/>
            <a:ext cx="603130" cy="374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54" b="0" i="0">
                <a:solidFill>
                  <a:srgbClr val="2B2B2B"/>
                </a:solidFill>
                <a:latin typeface="Times New Roman"/>
              </a:rPr>
              <a:t>−20</a:t>
            </a:r>
          </a:p>
        </p:txBody>
      </p:sp>
      <p:sp>
        <p:nvSpPr>
          <p:cNvPr id="20" name="Editable path 15"/>
          <p:cNvSpPr/>
          <p:nvPr/>
        </p:nvSpPr>
        <p:spPr>
          <a:xfrm>
            <a:off x="8856802" y="5579352"/>
            <a:ext cx="0" cy="89056"/>
          </a:xfrm>
          <a:custGeom>
            <a:avLst/>
            <a:gdLst/>
            <a:ahLst/>
            <a:cxnLst/>
            <a:rect l="l" t="t" r="r" b="b"/>
            <a:pathLst>
              <a:path w="0" h="89056">
                <a:moveTo>
                  <a:pt x="0" y="0"/>
                </a:moveTo>
                <a:lnTo>
                  <a:pt x="0" y="89056"/>
                </a:lnTo>
                <a:close/>
              </a:path>
            </a:pathLst>
          </a:custGeom>
          <a:solidFill>
            <a:srgbClr val="2B2B2B"/>
          </a:solidFill>
          <a:ln w="356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878" y="5715185"/>
            <a:ext cx="233771" cy="374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5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2" name="Editable path 16"/>
          <p:cNvSpPr/>
          <p:nvPr/>
        </p:nvSpPr>
        <p:spPr>
          <a:xfrm>
            <a:off x="11125281" y="5579352"/>
            <a:ext cx="0" cy="89056"/>
          </a:xfrm>
          <a:custGeom>
            <a:avLst/>
            <a:gdLst/>
            <a:ahLst/>
            <a:cxnLst/>
            <a:rect l="l" t="t" r="r" b="b"/>
            <a:pathLst>
              <a:path w="0" h="89056">
                <a:moveTo>
                  <a:pt x="0" y="0"/>
                </a:moveTo>
                <a:lnTo>
                  <a:pt x="0" y="89056"/>
                </a:lnTo>
                <a:close/>
              </a:path>
            </a:pathLst>
          </a:custGeom>
          <a:solidFill>
            <a:srgbClr val="2B2B2B"/>
          </a:solidFill>
          <a:ln w="356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69433" y="5715185"/>
            <a:ext cx="389619" cy="374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5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9827" y="6167843"/>
            <a:ext cx="1602294" cy="4274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4" b="0" i="0">
                <a:solidFill>
                  <a:srgbClr val="2B2B2B"/>
                </a:solidFill>
                <a:latin typeface="Times New Roman"/>
              </a:rPr>
              <a:t>Yaw (deg)</a:t>
            </a:r>
          </a:p>
        </p:txBody>
      </p:sp>
      <p:sp>
        <p:nvSpPr>
          <p:cNvPr id="25" name="Editable path 17"/>
          <p:cNvSpPr/>
          <p:nvPr/>
        </p:nvSpPr>
        <p:spPr>
          <a:xfrm>
            <a:off x="6588324" y="5579352"/>
            <a:ext cx="4536957" cy="0"/>
          </a:xfrm>
          <a:custGeom>
            <a:avLst/>
            <a:gdLst/>
            <a:ahLst/>
            <a:cxnLst/>
            <a:rect l="l" t="t" r="r" b="b"/>
            <a:pathLst>
              <a:path w="4536957" h="0">
                <a:moveTo>
                  <a:pt x="0" y="0"/>
                </a:moveTo>
                <a:lnTo>
                  <a:pt x="4536957" y="0"/>
                </a:lnTo>
              </a:path>
            </a:pathLst>
          </a:custGeom>
          <a:noFill/>
          <a:ln w="26716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18"/>
          <p:cNvSpPr/>
          <p:nvPr/>
        </p:nvSpPr>
        <p:spPr>
          <a:xfrm>
            <a:off x="6499268" y="5579352"/>
            <a:ext cx="89056" cy="0"/>
          </a:xfrm>
          <a:custGeom>
            <a:avLst/>
            <a:gdLst/>
            <a:ahLst/>
            <a:cxnLst/>
            <a:rect l="l" t="t" r="r" b="b"/>
            <a:pathLst>
              <a:path w="89056" h="0">
                <a:moveTo>
                  <a:pt x="8905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56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363" y="5430624"/>
            <a:ext cx="233771" cy="374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5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8" name="Editable path 19"/>
          <p:cNvSpPr/>
          <p:nvPr/>
        </p:nvSpPr>
        <p:spPr>
          <a:xfrm>
            <a:off x="6588324" y="3841548"/>
            <a:ext cx="4536957" cy="0"/>
          </a:xfrm>
          <a:custGeom>
            <a:avLst/>
            <a:gdLst/>
            <a:ahLst/>
            <a:cxnLst/>
            <a:rect l="l" t="t" r="r" b="b"/>
            <a:pathLst>
              <a:path w="4536957" h="0">
                <a:moveTo>
                  <a:pt x="0" y="0"/>
                </a:moveTo>
                <a:lnTo>
                  <a:pt x="4536957" y="0"/>
                </a:lnTo>
              </a:path>
            </a:pathLst>
          </a:custGeom>
          <a:noFill/>
          <a:ln w="26716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20"/>
          <p:cNvSpPr/>
          <p:nvPr/>
        </p:nvSpPr>
        <p:spPr>
          <a:xfrm>
            <a:off x="6499268" y="3841548"/>
            <a:ext cx="89056" cy="0"/>
          </a:xfrm>
          <a:custGeom>
            <a:avLst/>
            <a:gdLst/>
            <a:ahLst/>
            <a:cxnLst/>
            <a:rect l="l" t="t" r="r" b="b"/>
            <a:pathLst>
              <a:path w="89056" h="0">
                <a:moveTo>
                  <a:pt x="8905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56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54363" y="3692819"/>
            <a:ext cx="233771" cy="374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54" b="0" i="0">
                <a:solidFill>
                  <a:srgbClr val="2B2B2B"/>
                </a:solidFill>
                <a:latin typeface="Times New Roman"/>
              </a:rPr>
              <a:t>1</a:t>
            </a:r>
          </a:p>
        </p:txBody>
      </p:sp>
      <p:sp>
        <p:nvSpPr>
          <p:cNvPr id="31" name="Editable path 21"/>
          <p:cNvSpPr/>
          <p:nvPr/>
        </p:nvSpPr>
        <p:spPr>
          <a:xfrm>
            <a:off x="6588324" y="2103743"/>
            <a:ext cx="4536957" cy="0"/>
          </a:xfrm>
          <a:custGeom>
            <a:avLst/>
            <a:gdLst/>
            <a:ahLst/>
            <a:cxnLst/>
            <a:rect l="l" t="t" r="r" b="b"/>
            <a:pathLst>
              <a:path w="4536957" h="0">
                <a:moveTo>
                  <a:pt x="0" y="0"/>
                </a:moveTo>
                <a:lnTo>
                  <a:pt x="4536957" y="0"/>
                </a:lnTo>
              </a:path>
            </a:pathLst>
          </a:custGeom>
          <a:noFill/>
          <a:ln w="26716">
            <a:solidFill>
              <a:srgbClr val="DADCE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22"/>
          <p:cNvSpPr/>
          <p:nvPr/>
        </p:nvSpPr>
        <p:spPr>
          <a:xfrm>
            <a:off x="6499268" y="2103743"/>
            <a:ext cx="89056" cy="0"/>
          </a:xfrm>
          <a:custGeom>
            <a:avLst/>
            <a:gdLst/>
            <a:ahLst/>
            <a:cxnLst/>
            <a:rect l="l" t="t" r="r" b="b"/>
            <a:pathLst>
              <a:path w="89056" h="0">
                <a:moveTo>
                  <a:pt x="89056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3562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363" y="1955015"/>
            <a:ext cx="233771" cy="374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54" b="0" i="0">
                <a:solidFill>
                  <a:srgbClr val="2B2B2B"/>
                </a:solidFill>
                <a:latin typeface="Times New Roman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 rot="16200000">
            <a:off x="5181249" y="3446793"/>
            <a:ext cx="1583057" cy="4274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4" b="0" i="0">
                <a:solidFill>
                  <a:srgbClr val="2B2B2B"/>
                </a:solidFill>
                <a:latin typeface="Times New Roman"/>
              </a:rPr>
              <a:t>Width (m)</a:t>
            </a:r>
          </a:p>
        </p:txBody>
      </p:sp>
      <p:sp>
        <p:nvSpPr>
          <p:cNvPr id="35" name="Editable path 23"/>
          <p:cNvSpPr/>
          <p:nvPr/>
        </p:nvSpPr>
        <p:spPr>
          <a:xfrm>
            <a:off x="6588324" y="3434192"/>
            <a:ext cx="4536957" cy="1798958"/>
          </a:xfrm>
          <a:custGeom>
            <a:avLst/>
            <a:gdLst/>
            <a:ahLst/>
            <a:cxnLst/>
            <a:rect l="l" t="t" r="r" b="b"/>
            <a:pathLst>
              <a:path w="4536957" h="1798958">
                <a:moveTo>
                  <a:pt x="0" y="0"/>
                </a:moveTo>
                <a:lnTo>
                  <a:pt x="509273" y="389588"/>
                </a:lnTo>
                <a:lnTo>
                  <a:pt x="1083198" y="841424"/>
                </a:lnTo>
                <a:lnTo>
                  <a:pt x="1774517" y="1398849"/>
                </a:lnTo>
                <a:lnTo>
                  <a:pt x="2273015" y="1798958"/>
                </a:lnTo>
                <a:lnTo>
                  <a:pt x="3218971" y="1029398"/>
                </a:lnTo>
                <a:lnTo>
                  <a:pt x="3864353" y="516933"/>
                </a:lnTo>
                <a:lnTo>
                  <a:pt x="4411623" y="94748"/>
                </a:lnTo>
                <a:lnTo>
                  <a:pt x="4536957" y="0"/>
                </a:lnTo>
              </a:path>
            </a:pathLst>
          </a:custGeom>
          <a:noFill/>
          <a:ln w="40075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path 24"/>
          <p:cNvSpPr/>
          <p:nvPr/>
        </p:nvSpPr>
        <p:spPr>
          <a:xfrm>
            <a:off x="6588324" y="2038677"/>
            <a:ext cx="4536957" cy="2343645"/>
          </a:xfrm>
          <a:custGeom>
            <a:avLst/>
            <a:gdLst/>
            <a:ahLst/>
            <a:cxnLst/>
            <a:rect l="l" t="t" r="r" b="b"/>
            <a:pathLst>
              <a:path w="4536957" h="2343645">
                <a:moveTo>
                  <a:pt x="0" y="45597"/>
                </a:moveTo>
                <a:lnTo>
                  <a:pt x="522884" y="564965"/>
                </a:lnTo>
                <a:lnTo>
                  <a:pt x="1133671" y="1186102"/>
                </a:lnTo>
                <a:lnTo>
                  <a:pt x="1953727" y="2035333"/>
                </a:lnTo>
                <a:lnTo>
                  <a:pt x="2249763" y="2343645"/>
                </a:lnTo>
                <a:lnTo>
                  <a:pt x="2253166" y="2340084"/>
                </a:lnTo>
                <a:lnTo>
                  <a:pt x="3437312" y="1107960"/>
                </a:lnTo>
                <a:lnTo>
                  <a:pt x="4075889" y="458140"/>
                </a:lnTo>
                <a:lnTo>
                  <a:pt x="4536957" y="0"/>
                </a:lnTo>
              </a:path>
            </a:pathLst>
          </a:custGeom>
          <a:noFill/>
          <a:ln w="6679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path 25"/>
          <p:cNvSpPr/>
          <p:nvPr/>
        </p:nvSpPr>
        <p:spPr>
          <a:xfrm>
            <a:off x="6588324" y="4057035"/>
            <a:ext cx="4536957" cy="0"/>
          </a:xfrm>
          <a:custGeom>
            <a:avLst/>
            <a:gdLst/>
            <a:ahLst/>
            <a:cxnLst/>
            <a:rect l="l" t="t" r="r" b="b"/>
            <a:pathLst>
              <a:path w="4536957" h="0">
                <a:moveTo>
                  <a:pt x="0" y="0"/>
                </a:moveTo>
                <a:lnTo>
                  <a:pt x="4536957" y="0"/>
                </a:lnTo>
              </a:path>
            </a:pathLst>
          </a:custGeom>
          <a:noFill/>
          <a:ln w="31169">
            <a:solidFill>
              <a:srgbClr val="2B2B2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26"/>
          <p:cNvSpPr/>
          <p:nvPr/>
        </p:nvSpPr>
        <p:spPr>
          <a:xfrm>
            <a:off x="6588324" y="1756182"/>
            <a:ext cx="0" cy="3823170"/>
          </a:xfrm>
          <a:custGeom>
            <a:avLst/>
            <a:gdLst/>
            <a:ahLst/>
            <a:cxnLst/>
            <a:rect l="l" t="t" r="r" b="b"/>
            <a:pathLst>
              <a:path w="0" h="3823170">
                <a:moveTo>
                  <a:pt x="0" y="3823170"/>
                </a:moveTo>
                <a:lnTo>
                  <a:pt x="0" y="0"/>
                </a:lnTo>
              </a:path>
            </a:pathLst>
          </a:custGeom>
          <a:noFill/>
          <a:ln w="26716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path 27"/>
          <p:cNvSpPr/>
          <p:nvPr/>
        </p:nvSpPr>
        <p:spPr>
          <a:xfrm>
            <a:off x="6588324" y="5579352"/>
            <a:ext cx="4536957" cy="0"/>
          </a:xfrm>
          <a:custGeom>
            <a:avLst/>
            <a:gdLst/>
            <a:ahLst/>
            <a:cxnLst/>
            <a:rect l="l" t="t" r="r" b="b"/>
            <a:pathLst>
              <a:path w="4536957" h="0">
                <a:moveTo>
                  <a:pt x="0" y="0"/>
                </a:moveTo>
                <a:lnTo>
                  <a:pt x="4536957" y="0"/>
                </a:lnTo>
              </a:path>
            </a:pathLst>
          </a:custGeom>
          <a:noFill/>
          <a:ln w="26716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0003" y="1983256"/>
            <a:ext cx="2829271" cy="363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84" b="0" i="0">
                <a:solidFill>
                  <a:srgbClr val="2B2B2B"/>
                </a:solidFill>
                <a:latin typeface="Times New Roman"/>
              </a:rPr>
              <a:t>5.5° assembly window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2084" y="1197383"/>
            <a:ext cx="2898947" cy="4274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4" b="0" i="0">
                <a:solidFill>
                  <a:srgbClr val="2B2B2B"/>
                </a:solidFill>
                <a:latin typeface="Times New Roman"/>
              </a:rPr>
              <a:t>(b) Admissible yaw</a:t>
            </a:r>
          </a:p>
        </p:txBody>
      </p:sp>
      <p:sp>
        <p:nvSpPr>
          <p:cNvPr id="42" name="Editable path 28"/>
          <p:cNvSpPr/>
          <p:nvPr/>
        </p:nvSpPr>
        <p:spPr>
          <a:xfrm>
            <a:off x="6266224" y="548640"/>
            <a:ext cx="423906" cy="0"/>
          </a:xfrm>
          <a:custGeom>
            <a:avLst/>
            <a:gdLst/>
            <a:ahLst/>
            <a:cxnLst/>
            <a:rect l="l" t="t" r="r" b="b"/>
            <a:pathLst>
              <a:path w="423906" h="0">
                <a:moveTo>
                  <a:pt x="0" y="0"/>
                </a:moveTo>
                <a:lnTo>
                  <a:pt x="211953" y="0"/>
                </a:lnTo>
                <a:lnTo>
                  <a:pt x="423906" y="0"/>
                </a:lnTo>
              </a:path>
            </a:pathLst>
          </a:custGeom>
          <a:noFill/>
          <a:ln w="40075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32362" y="406729"/>
            <a:ext cx="1496993" cy="363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84" b="0" i="0">
                <a:solidFill>
                  <a:srgbClr val="2B2B2B"/>
                </a:solidFill>
                <a:latin typeface="Times New Roman"/>
              </a:rPr>
              <a:t>Object only</a:t>
            </a:r>
          </a:p>
        </p:txBody>
      </p:sp>
      <p:sp>
        <p:nvSpPr>
          <p:cNvPr id="44" name="Editable path 29"/>
          <p:cNvSpPr/>
          <p:nvPr/>
        </p:nvSpPr>
        <p:spPr>
          <a:xfrm>
            <a:off x="8585574" y="548640"/>
            <a:ext cx="423906" cy="0"/>
          </a:xfrm>
          <a:custGeom>
            <a:avLst/>
            <a:gdLst/>
            <a:ahLst/>
            <a:cxnLst/>
            <a:rect l="l" t="t" r="r" b="b"/>
            <a:pathLst>
              <a:path w="423906" h="0">
                <a:moveTo>
                  <a:pt x="0" y="0"/>
                </a:moveTo>
                <a:lnTo>
                  <a:pt x="211952" y="0"/>
                </a:lnTo>
                <a:lnTo>
                  <a:pt x="423906" y="0"/>
                </a:lnTo>
              </a:path>
            </a:pathLst>
          </a:custGeom>
          <a:noFill/>
          <a:ln w="6679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51711" y="406729"/>
            <a:ext cx="1286857" cy="363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84" b="0" i="0">
                <a:solidFill>
                  <a:srgbClr val="2B2B2B"/>
                </a:solidFill>
                <a:latin typeface="Times New Roman"/>
              </a:rPr>
              <a:t>Assembly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1611389"/>
            <a:ext cx="12191999" cy="3635222"/>
          </a:xfrm>
          <a:custGeom>
            <a:avLst/>
            <a:gdLst/>
            <a:ahLst/>
            <a:cxnLst/>
            <a:rect l="l" t="t" r="r" b="b"/>
            <a:pathLst>
              <a:path w="12191999" h="3635222">
                <a:moveTo>
                  <a:pt x="0" y="0"/>
                </a:moveTo>
                <a:lnTo>
                  <a:pt x="12191999" y="0"/>
                </a:lnTo>
                <a:lnTo>
                  <a:pt x="12191999" y="3635222"/>
                </a:lnTo>
                <a:lnTo>
                  <a:pt x="0" y="36352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755083" y="2062080"/>
            <a:ext cx="3230602" cy="2445833"/>
          </a:xfrm>
          <a:custGeom>
            <a:avLst/>
            <a:gdLst/>
            <a:ahLst/>
            <a:cxnLst/>
            <a:rect l="l" t="t" r="r" b="b"/>
            <a:pathLst>
              <a:path w="3230602" h="2445833">
                <a:moveTo>
                  <a:pt x="0" y="0"/>
                </a:moveTo>
                <a:lnTo>
                  <a:pt x="3230602" y="0"/>
                </a:lnTo>
                <a:lnTo>
                  <a:pt x="3230602" y="2445833"/>
                </a:lnTo>
                <a:lnTo>
                  <a:pt x="0" y="24458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1107196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997" y="4648906"/>
            <a:ext cx="348912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Start</a:t>
            </a:r>
          </a:p>
        </p:txBody>
      </p:sp>
      <p:sp>
        <p:nvSpPr>
          <p:cNvPr id="6" name="Editable path 4"/>
          <p:cNvSpPr/>
          <p:nvPr/>
        </p:nvSpPr>
        <p:spPr>
          <a:xfrm>
            <a:off x="1738790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21054" y="4648906"/>
            <a:ext cx="475656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Attach</a:t>
            </a:r>
          </a:p>
        </p:txBody>
      </p:sp>
      <p:sp>
        <p:nvSpPr>
          <p:cNvPr id="8" name="Editable path 5"/>
          <p:cNvSpPr/>
          <p:nvPr/>
        </p:nvSpPr>
        <p:spPr>
          <a:xfrm>
            <a:off x="2370384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7862" y="4648906"/>
            <a:ext cx="285458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Lift</a:t>
            </a:r>
          </a:p>
        </p:txBody>
      </p:sp>
      <p:sp>
        <p:nvSpPr>
          <p:cNvPr id="10" name="Editable path 6"/>
          <p:cNvSpPr/>
          <p:nvPr/>
        </p:nvSpPr>
        <p:spPr>
          <a:xfrm>
            <a:off x="3001978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6999" y="4648906"/>
            <a:ext cx="430472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Route</a:t>
            </a:r>
          </a:p>
        </p:txBody>
      </p:sp>
      <p:sp>
        <p:nvSpPr>
          <p:cNvPr id="12" name="Editable path 7"/>
          <p:cNvSpPr/>
          <p:nvPr/>
        </p:nvSpPr>
        <p:spPr>
          <a:xfrm>
            <a:off x="3633571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821" y="4648906"/>
            <a:ext cx="357884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Goal</a:t>
            </a:r>
          </a:p>
        </p:txBody>
      </p:sp>
      <p:sp>
        <p:nvSpPr>
          <p:cNvPr id="14" name="Editable path 8"/>
          <p:cNvSpPr/>
          <p:nvPr/>
        </p:nvSpPr>
        <p:spPr>
          <a:xfrm>
            <a:off x="755083" y="4507913"/>
            <a:ext cx="3230602" cy="0"/>
          </a:xfrm>
          <a:custGeom>
            <a:avLst/>
            <a:gdLst/>
            <a:ahLst/>
            <a:cxnLst/>
            <a:rect l="l" t="t" r="r" b="b"/>
            <a:pathLst>
              <a:path w="3230602" h="0">
                <a:moveTo>
                  <a:pt x="0" y="0"/>
                </a:moveTo>
                <a:lnTo>
                  <a:pt x="3230602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path 9"/>
          <p:cNvSpPr/>
          <p:nvPr/>
        </p:nvSpPr>
        <p:spPr>
          <a:xfrm>
            <a:off x="673523" y="4507913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0403" y="4430079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7" name="Editable path 10"/>
          <p:cNvSpPr/>
          <p:nvPr/>
        </p:nvSpPr>
        <p:spPr>
          <a:xfrm>
            <a:off x="755083" y="3420876"/>
            <a:ext cx="3230602" cy="0"/>
          </a:xfrm>
          <a:custGeom>
            <a:avLst/>
            <a:gdLst/>
            <a:ahLst/>
            <a:cxnLst/>
            <a:rect l="l" t="t" r="r" b="b"/>
            <a:pathLst>
              <a:path w="3230602" h="0">
                <a:moveTo>
                  <a:pt x="0" y="0"/>
                </a:moveTo>
                <a:lnTo>
                  <a:pt x="3230602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path 11"/>
          <p:cNvSpPr/>
          <p:nvPr/>
        </p:nvSpPr>
        <p:spPr>
          <a:xfrm>
            <a:off x="673523" y="3420876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843" y="3343042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20" name="Editable path 12"/>
          <p:cNvSpPr/>
          <p:nvPr/>
        </p:nvSpPr>
        <p:spPr>
          <a:xfrm>
            <a:off x="755083" y="2333839"/>
            <a:ext cx="3230602" cy="0"/>
          </a:xfrm>
          <a:custGeom>
            <a:avLst/>
            <a:gdLst/>
            <a:ahLst/>
            <a:cxnLst/>
            <a:rect l="l" t="t" r="r" b="b"/>
            <a:pathLst>
              <a:path w="3230602" h="0">
                <a:moveTo>
                  <a:pt x="0" y="0"/>
                </a:moveTo>
                <a:lnTo>
                  <a:pt x="3230602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13"/>
          <p:cNvSpPr/>
          <p:nvPr/>
        </p:nvSpPr>
        <p:spPr>
          <a:xfrm>
            <a:off x="673523" y="2333839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843" y="2256005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 rot="16200000">
            <a:off x="-477162" y="3169201"/>
            <a:ext cx="1517290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Missions (40 starts)</a:t>
            </a:r>
          </a:p>
        </p:txBody>
      </p:sp>
      <p:sp>
        <p:nvSpPr>
          <p:cNvPr id="24" name="Editable path 14"/>
          <p:cNvSpPr/>
          <p:nvPr/>
        </p:nvSpPr>
        <p:spPr>
          <a:xfrm>
            <a:off x="901928" y="2333839"/>
            <a:ext cx="410536" cy="2174074"/>
          </a:xfrm>
          <a:custGeom>
            <a:avLst/>
            <a:gdLst/>
            <a:ahLst/>
            <a:cxnLst/>
            <a:rect l="l" t="t" r="r" b="b"/>
            <a:pathLst>
              <a:path w="410536" h="2174074">
                <a:moveTo>
                  <a:pt x="0" y="0"/>
                </a:moveTo>
                <a:lnTo>
                  <a:pt x="410536" y="0"/>
                </a:lnTo>
                <a:lnTo>
                  <a:pt x="410536" y="2174074"/>
                </a:lnTo>
                <a:lnTo>
                  <a:pt x="0" y="2174074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256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15"/>
          <p:cNvSpPr/>
          <p:nvPr/>
        </p:nvSpPr>
        <p:spPr>
          <a:xfrm>
            <a:off x="1533522" y="2496894"/>
            <a:ext cx="410536" cy="2011019"/>
          </a:xfrm>
          <a:custGeom>
            <a:avLst/>
            <a:gdLst/>
            <a:ahLst/>
            <a:cxnLst/>
            <a:rect l="l" t="t" r="r" b="b"/>
            <a:pathLst>
              <a:path w="410536" h="2011019">
                <a:moveTo>
                  <a:pt x="0" y="0"/>
                </a:moveTo>
                <a:lnTo>
                  <a:pt x="410536" y="0"/>
                </a:lnTo>
                <a:lnTo>
                  <a:pt x="410536" y="2011019"/>
                </a:lnTo>
                <a:lnTo>
                  <a:pt x="0" y="2011019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256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16"/>
          <p:cNvSpPr/>
          <p:nvPr/>
        </p:nvSpPr>
        <p:spPr>
          <a:xfrm>
            <a:off x="2165116" y="2551246"/>
            <a:ext cx="410536" cy="1956667"/>
          </a:xfrm>
          <a:custGeom>
            <a:avLst/>
            <a:gdLst/>
            <a:ahLst/>
            <a:cxnLst/>
            <a:rect l="l" t="t" r="r" b="b"/>
            <a:pathLst>
              <a:path w="410536" h="1956667">
                <a:moveTo>
                  <a:pt x="0" y="0"/>
                </a:moveTo>
                <a:lnTo>
                  <a:pt x="410536" y="0"/>
                </a:lnTo>
                <a:lnTo>
                  <a:pt x="410536" y="1956667"/>
                </a:lnTo>
                <a:lnTo>
                  <a:pt x="0" y="1956667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256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17"/>
          <p:cNvSpPr/>
          <p:nvPr/>
        </p:nvSpPr>
        <p:spPr>
          <a:xfrm>
            <a:off x="2796710" y="2605598"/>
            <a:ext cx="410536" cy="1902315"/>
          </a:xfrm>
          <a:custGeom>
            <a:avLst/>
            <a:gdLst/>
            <a:ahLst/>
            <a:cxnLst/>
            <a:rect l="l" t="t" r="r" b="b"/>
            <a:pathLst>
              <a:path w="410536" h="1902315">
                <a:moveTo>
                  <a:pt x="0" y="0"/>
                </a:moveTo>
                <a:lnTo>
                  <a:pt x="410536" y="0"/>
                </a:lnTo>
                <a:lnTo>
                  <a:pt x="410536" y="1902315"/>
                </a:lnTo>
                <a:lnTo>
                  <a:pt x="0" y="1902315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256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18"/>
          <p:cNvSpPr/>
          <p:nvPr/>
        </p:nvSpPr>
        <p:spPr>
          <a:xfrm>
            <a:off x="3428304" y="2605598"/>
            <a:ext cx="410536" cy="1902315"/>
          </a:xfrm>
          <a:custGeom>
            <a:avLst/>
            <a:gdLst/>
            <a:ahLst/>
            <a:cxnLst/>
            <a:rect l="l" t="t" r="r" b="b"/>
            <a:pathLst>
              <a:path w="410536" h="1902315">
                <a:moveTo>
                  <a:pt x="0" y="0"/>
                </a:moveTo>
                <a:lnTo>
                  <a:pt x="410536" y="0"/>
                </a:lnTo>
                <a:lnTo>
                  <a:pt x="410536" y="1902315"/>
                </a:lnTo>
                <a:lnTo>
                  <a:pt x="0" y="1902315"/>
                </a:lnTo>
                <a:lnTo>
                  <a:pt x="0" y="0"/>
                </a:lnTo>
                <a:close/>
              </a:path>
            </a:pathLst>
          </a:custGeom>
          <a:solidFill>
            <a:srgbClr val="FFF5C8"/>
          </a:solidFill>
          <a:ln w="2563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19"/>
          <p:cNvSpPr/>
          <p:nvPr/>
        </p:nvSpPr>
        <p:spPr>
          <a:xfrm>
            <a:off x="755083" y="2062080"/>
            <a:ext cx="0" cy="2445833"/>
          </a:xfrm>
          <a:custGeom>
            <a:avLst/>
            <a:gdLst/>
            <a:ahLst/>
            <a:cxnLst/>
            <a:rect l="l" t="t" r="r" b="b"/>
            <a:pathLst>
              <a:path w="0" h="2445833">
                <a:moveTo>
                  <a:pt x="0" y="2445833"/>
                </a:moveTo>
                <a:lnTo>
                  <a:pt x="0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20"/>
          <p:cNvSpPr/>
          <p:nvPr/>
        </p:nvSpPr>
        <p:spPr>
          <a:xfrm>
            <a:off x="755083" y="4507913"/>
            <a:ext cx="3230602" cy="0"/>
          </a:xfrm>
          <a:custGeom>
            <a:avLst/>
            <a:gdLst/>
            <a:ahLst/>
            <a:cxnLst/>
            <a:rect l="l" t="t" r="r" b="b"/>
            <a:pathLst>
              <a:path w="3230602" h="0">
                <a:moveTo>
                  <a:pt x="0" y="0"/>
                </a:moveTo>
                <a:lnTo>
                  <a:pt x="3230602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5636" y="2181273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57230" y="2344329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8824" y="2398681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0418" y="2453033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35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52011" y="2453033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7947" y="1760105"/>
            <a:ext cx="1853770" cy="237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59" b="0" i="0">
                <a:solidFill>
                  <a:srgbClr val="2B2B2B"/>
                </a:solidFill>
                <a:latin typeface="Times New Roman"/>
              </a:rPr>
              <a:t>(a) Failure localization</a:t>
            </a:r>
          </a:p>
        </p:txBody>
      </p:sp>
      <p:sp>
        <p:nvSpPr>
          <p:cNvPr id="37" name="Editable path 21"/>
          <p:cNvSpPr/>
          <p:nvPr/>
        </p:nvSpPr>
        <p:spPr>
          <a:xfrm>
            <a:off x="4794375" y="2062080"/>
            <a:ext cx="3230603" cy="2445833"/>
          </a:xfrm>
          <a:custGeom>
            <a:avLst/>
            <a:gdLst/>
            <a:ahLst/>
            <a:cxnLst/>
            <a:rect l="l" t="t" r="r" b="b"/>
            <a:pathLst>
              <a:path w="3230603" h="2445833">
                <a:moveTo>
                  <a:pt x="0" y="0"/>
                </a:moveTo>
                <a:lnTo>
                  <a:pt x="3230603" y="0"/>
                </a:lnTo>
                <a:lnTo>
                  <a:pt x="3230603" y="2445833"/>
                </a:lnTo>
                <a:lnTo>
                  <a:pt x="0" y="24458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22"/>
          <p:cNvSpPr/>
          <p:nvPr/>
        </p:nvSpPr>
        <p:spPr>
          <a:xfrm>
            <a:off x="4794375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3595" y="4648906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40" name="Editable path 23"/>
          <p:cNvSpPr/>
          <p:nvPr/>
        </p:nvSpPr>
        <p:spPr>
          <a:xfrm>
            <a:off x="5826952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45392" y="464890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42" name="Editable path 24"/>
          <p:cNvSpPr/>
          <p:nvPr/>
        </p:nvSpPr>
        <p:spPr>
          <a:xfrm>
            <a:off x="6859529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7189" y="4648906"/>
            <a:ext cx="285458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44" name="Editable path 25"/>
          <p:cNvSpPr/>
          <p:nvPr/>
        </p:nvSpPr>
        <p:spPr>
          <a:xfrm>
            <a:off x="7892106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69766" y="4648906"/>
            <a:ext cx="285458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93404" y="4885795"/>
            <a:ext cx="1880067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Planned minimum (mm)</a:t>
            </a:r>
          </a:p>
        </p:txBody>
      </p:sp>
      <p:sp>
        <p:nvSpPr>
          <p:cNvPr id="47" name="Editable path 26"/>
          <p:cNvSpPr/>
          <p:nvPr/>
        </p:nvSpPr>
        <p:spPr>
          <a:xfrm>
            <a:off x="4794375" y="4507913"/>
            <a:ext cx="3230603" cy="0"/>
          </a:xfrm>
          <a:custGeom>
            <a:avLst/>
            <a:gdLst/>
            <a:ahLst/>
            <a:cxnLst/>
            <a:rect l="l" t="t" r="r" b="b"/>
            <a:pathLst>
              <a:path w="3230603" h="0">
                <a:moveTo>
                  <a:pt x="0" y="0"/>
                </a:moveTo>
                <a:lnTo>
                  <a:pt x="3230603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path 27"/>
          <p:cNvSpPr/>
          <p:nvPr/>
        </p:nvSpPr>
        <p:spPr>
          <a:xfrm>
            <a:off x="4712816" y="4507913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49696" y="4430079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50" name="Editable path 28"/>
          <p:cNvSpPr/>
          <p:nvPr/>
        </p:nvSpPr>
        <p:spPr>
          <a:xfrm>
            <a:off x="4794375" y="4117040"/>
            <a:ext cx="3230603" cy="0"/>
          </a:xfrm>
          <a:custGeom>
            <a:avLst/>
            <a:gdLst/>
            <a:ahLst/>
            <a:cxnLst/>
            <a:rect l="l" t="t" r="r" b="b"/>
            <a:pathLst>
              <a:path w="3230603" h="0">
                <a:moveTo>
                  <a:pt x="0" y="0"/>
                </a:moveTo>
                <a:lnTo>
                  <a:pt x="3230603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29"/>
          <p:cNvSpPr/>
          <p:nvPr/>
        </p:nvSpPr>
        <p:spPr>
          <a:xfrm>
            <a:off x="4712816" y="4117040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68136" y="403920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25</a:t>
            </a:r>
          </a:p>
        </p:txBody>
      </p:sp>
      <p:sp>
        <p:nvSpPr>
          <p:cNvPr id="53" name="Editable path 30"/>
          <p:cNvSpPr/>
          <p:nvPr/>
        </p:nvSpPr>
        <p:spPr>
          <a:xfrm>
            <a:off x="4794375" y="3726167"/>
            <a:ext cx="3230603" cy="0"/>
          </a:xfrm>
          <a:custGeom>
            <a:avLst/>
            <a:gdLst/>
            <a:ahLst/>
            <a:cxnLst/>
            <a:rect l="l" t="t" r="r" b="b"/>
            <a:pathLst>
              <a:path w="3230603" h="0">
                <a:moveTo>
                  <a:pt x="0" y="0"/>
                </a:moveTo>
                <a:lnTo>
                  <a:pt x="3230603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31"/>
          <p:cNvSpPr/>
          <p:nvPr/>
        </p:nvSpPr>
        <p:spPr>
          <a:xfrm>
            <a:off x="4712816" y="3726167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68136" y="3648332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56" name="Editable path 32"/>
          <p:cNvSpPr/>
          <p:nvPr/>
        </p:nvSpPr>
        <p:spPr>
          <a:xfrm>
            <a:off x="4794375" y="3335294"/>
            <a:ext cx="3230603" cy="0"/>
          </a:xfrm>
          <a:custGeom>
            <a:avLst/>
            <a:gdLst/>
            <a:ahLst/>
            <a:cxnLst/>
            <a:rect l="l" t="t" r="r" b="b"/>
            <a:pathLst>
              <a:path w="3230603" h="0">
                <a:moveTo>
                  <a:pt x="0" y="0"/>
                </a:moveTo>
                <a:lnTo>
                  <a:pt x="3230603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33"/>
          <p:cNvSpPr/>
          <p:nvPr/>
        </p:nvSpPr>
        <p:spPr>
          <a:xfrm>
            <a:off x="4712816" y="3335294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8136" y="3257460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75</a:t>
            </a:r>
          </a:p>
        </p:txBody>
      </p:sp>
      <p:sp>
        <p:nvSpPr>
          <p:cNvPr id="59" name="Editable path 34"/>
          <p:cNvSpPr/>
          <p:nvPr/>
        </p:nvSpPr>
        <p:spPr>
          <a:xfrm>
            <a:off x="4794375" y="2944421"/>
            <a:ext cx="3230603" cy="0"/>
          </a:xfrm>
          <a:custGeom>
            <a:avLst/>
            <a:gdLst/>
            <a:ahLst/>
            <a:cxnLst/>
            <a:rect l="l" t="t" r="r" b="b"/>
            <a:pathLst>
              <a:path w="3230603" h="0">
                <a:moveTo>
                  <a:pt x="0" y="0"/>
                </a:moveTo>
                <a:lnTo>
                  <a:pt x="3230603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Editable path 35"/>
          <p:cNvSpPr/>
          <p:nvPr/>
        </p:nvSpPr>
        <p:spPr>
          <a:xfrm>
            <a:off x="4712816" y="2944421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6576" y="2866587"/>
            <a:ext cx="285458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62" name="Editable path 36"/>
          <p:cNvSpPr/>
          <p:nvPr/>
        </p:nvSpPr>
        <p:spPr>
          <a:xfrm>
            <a:off x="4794375" y="2553548"/>
            <a:ext cx="3230603" cy="0"/>
          </a:xfrm>
          <a:custGeom>
            <a:avLst/>
            <a:gdLst/>
            <a:ahLst/>
            <a:cxnLst/>
            <a:rect l="l" t="t" r="r" b="b"/>
            <a:pathLst>
              <a:path w="3230603" h="0">
                <a:moveTo>
                  <a:pt x="0" y="0"/>
                </a:moveTo>
                <a:lnTo>
                  <a:pt x="3230603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path 37"/>
          <p:cNvSpPr/>
          <p:nvPr/>
        </p:nvSpPr>
        <p:spPr>
          <a:xfrm>
            <a:off x="4712816" y="2553548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386576" y="2475714"/>
            <a:ext cx="285458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125</a:t>
            </a:r>
          </a:p>
        </p:txBody>
      </p:sp>
      <p:sp>
        <p:nvSpPr>
          <p:cNvPr id="65" name="Editable path 38"/>
          <p:cNvSpPr/>
          <p:nvPr/>
        </p:nvSpPr>
        <p:spPr>
          <a:xfrm>
            <a:off x="4794375" y="2162675"/>
            <a:ext cx="3230603" cy="0"/>
          </a:xfrm>
          <a:custGeom>
            <a:avLst/>
            <a:gdLst/>
            <a:ahLst/>
            <a:cxnLst/>
            <a:rect l="l" t="t" r="r" b="b"/>
            <a:pathLst>
              <a:path w="3230603" h="0">
                <a:moveTo>
                  <a:pt x="0" y="0"/>
                </a:moveTo>
                <a:lnTo>
                  <a:pt x="3230603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39"/>
          <p:cNvSpPr/>
          <p:nvPr/>
        </p:nvSpPr>
        <p:spPr>
          <a:xfrm>
            <a:off x="4712816" y="2162675"/>
            <a:ext cx="81559" cy="0"/>
          </a:xfrm>
          <a:custGeom>
            <a:avLst/>
            <a:gdLst/>
            <a:ahLst/>
            <a:cxnLst/>
            <a:rect l="l" t="t" r="r" b="b"/>
            <a:pathLst>
              <a:path w="81559" h="0">
                <a:moveTo>
                  <a:pt x="81559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6576" y="2084841"/>
            <a:ext cx="285458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150</a:t>
            </a:r>
          </a:p>
        </p:txBody>
      </p:sp>
      <p:sp>
        <p:nvSpPr>
          <p:cNvPr id="68" name="TextBox 67"/>
          <p:cNvSpPr txBox="1"/>
          <p:nvPr/>
        </p:nvSpPr>
        <p:spPr>
          <a:xfrm rot="16200000">
            <a:off x="3232069" y="3169021"/>
            <a:ext cx="2014291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Measured minimum (mm)</a:t>
            </a:r>
          </a:p>
        </p:txBody>
      </p:sp>
      <p:sp>
        <p:nvSpPr>
          <p:cNvPr id="69" name="Editable path 40"/>
          <p:cNvSpPr/>
          <p:nvPr/>
        </p:nvSpPr>
        <p:spPr>
          <a:xfrm>
            <a:off x="5309957" y="4049629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10" y="84019"/>
                </a:moveTo>
                <a:lnTo>
                  <a:pt x="44784" y="83928"/>
                </a:lnTo>
                <a:lnTo>
                  <a:pt x="47531" y="83655"/>
                </a:lnTo>
                <a:lnTo>
                  <a:pt x="50244" y="83204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7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5" y="55529"/>
                </a:lnTo>
                <a:lnTo>
                  <a:pt x="82580" y="52912"/>
                </a:lnTo>
                <a:lnTo>
                  <a:pt x="83205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19" y="42010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5" y="33776"/>
                </a:lnTo>
                <a:lnTo>
                  <a:pt x="82580" y="31107"/>
                </a:lnTo>
                <a:lnTo>
                  <a:pt x="81785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3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4" y="815"/>
                </a:lnTo>
                <a:lnTo>
                  <a:pt x="47531" y="364"/>
                </a:lnTo>
                <a:lnTo>
                  <a:pt x="44784" y="92"/>
                </a:lnTo>
                <a:lnTo>
                  <a:pt x="42010" y="0"/>
                </a:lnTo>
                <a:lnTo>
                  <a:pt x="39235" y="92"/>
                </a:lnTo>
                <a:lnTo>
                  <a:pt x="36488" y="364"/>
                </a:lnTo>
                <a:lnTo>
                  <a:pt x="33776" y="815"/>
                </a:lnTo>
                <a:lnTo>
                  <a:pt x="31107" y="1439"/>
                </a:lnTo>
                <a:lnTo>
                  <a:pt x="28490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3" y="7058"/>
                </a:lnTo>
                <a:lnTo>
                  <a:pt x="16467" y="8657"/>
                </a:lnTo>
                <a:lnTo>
                  <a:pt x="14331" y="10407"/>
                </a:lnTo>
                <a:lnTo>
                  <a:pt x="12305" y="12304"/>
                </a:lnTo>
                <a:lnTo>
                  <a:pt x="10407" y="14331"/>
                </a:lnTo>
                <a:lnTo>
                  <a:pt x="8658" y="16466"/>
                </a:lnTo>
                <a:lnTo>
                  <a:pt x="7058" y="18703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5" y="33776"/>
                </a:lnTo>
                <a:lnTo>
                  <a:pt x="364" y="36488"/>
                </a:lnTo>
                <a:lnTo>
                  <a:pt x="92" y="39235"/>
                </a:lnTo>
                <a:lnTo>
                  <a:pt x="0" y="42010"/>
                </a:lnTo>
                <a:lnTo>
                  <a:pt x="92" y="44784"/>
                </a:lnTo>
                <a:lnTo>
                  <a:pt x="364" y="47531"/>
                </a:lnTo>
                <a:lnTo>
                  <a:pt x="815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7"/>
                </a:lnTo>
                <a:lnTo>
                  <a:pt x="8658" y="67553"/>
                </a:lnTo>
                <a:lnTo>
                  <a:pt x="10407" y="69688"/>
                </a:lnTo>
                <a:lnTo>
                  <a:pt x="12305" y="71715"/>
                </a:lnTo>
                <a:lnTo>
                  <a:pt x="14331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0" y="81784"/>
                </a:lnTo>
                <a:lnTo>
                  <a:pt x="31107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5" y="83928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41"/>
          <p:cNvSpPr/>
          <p:nvPr/>
        </p:nvSpPr>
        <p:spPr>
          <a:xfrm>
            <a:off x="5252133" y="4085154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10" y="84019"/>
                </a:moveTo>
                <a:lnTo>
                  <a:pt x="44784" y="83928"/>
                </a:lnTo>
                <a:lnTo>
                  <a:pt x="47531" y="83655"/>
                </a:lnTo>
                <a:lnTo>
                  <a:pt x="50243" y="83205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7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5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19" y="42010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5" y="33776"/>
                </a:lnTo>
                <a:lnTo>
                  <a:pt x="82580" y="31107"/>
                </a:lnTo>
                <a:lnTo>
                  <a:pt x="81784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3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3" y="815"/>
                </a:lnTo>
                <a:lnTo>
                  <a:pt x="47531" y="364"/>
                </a:lnTo>
                <a:lnTo>
                  <a:pt x="44784" y="92"/>
                </a:lnTo>
                <a:lnTo>
                  <a:pt x="42010" y="0"/>
                </a:lnTo>
                <a:lnTo>
                  <a:pt x="39235" y="92"/>
                </a:lnTo>
                <a:lnTo>
                  <a:pt x="36488" y="364"/>
                </a:lnTo>
                <a:lnTo>
                  <a:pt x="33776" y="815"/>
                </a:lnTo>
                <a:lnTo>
                  <a:pt x="31107" y="1439"/>
                </a:lnTo>
                <a:lnTo>
                  <a:pt x="28490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2" y="7058"/>
                </a:lnTo>
                <a:lnTo>
                  <a:pt x="16466" y="8657"/>
                </a:lnTo>
                <a:lnTo>
                  <a:pt x="14331" y="10407"/>
                </a:lnTo>
                <a:lnTo>
                  <a:pt x="12304" y="12304"/>
                </a:lnTo>
                <a:lnTo>
                  <a:pt x="10407" y="14331"/>
                </a:lnTo>
                <a:lnTo>
                  <a:pt x="8657" y="16466"/>
                </a:lnTo>
                <a:lnTo>
                  <a:pt x="7058" y="18703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4" y="33776"/>
                </a:lnTo>
                <a:lnTo>
                  <a:pt x="364" y="36488"/>
                </a:lnTo>
                <a:lnTo>
                  <a:pt x="91" y="39235"/>
                </a:lnTo>
                <a:lnTo>
                  <a:pt x="0" y="42010"/>
                </a:lnTo>
                <a:lnTo>
                  <a:pt x="91" y="44784"/>
                </a:lnTo>
                <a:lnTo>
                  <a:pt x="364" y="47531"/>
                </a:lnTo>
                <a:lnTo>
                  <a:pt x="814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7"/>
                </a:lnTo>
                <a:lnTo>
                  <a:pt x="8657" y="67553"/>
                </a:lnTo>
                <a:lnTo>
                  <a:pt x="10407" y="69688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6" y="75362"/>
                </a:lnTo>
                <a:lnTo>
                  <a:pt x="18702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0" y="81784"/>
                </a:lnTo>
                <a:lnTo>
                  <a:pt x="31107" y="82580"/>
                </a:lnTo>
                <a:lnTo>
                  <a:pt x="33776" y="83205"/>
                </a:lnTo>
                <a:lnTo>
                  <a:pt x="36488" y="83655"/>
                </a:lnTo>
                <a:lnTo>
                  <a:pt x="39235" y="83928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42"/>
          <p:cNvSpPr/>
          <p:nvPr/>
        </p:nvSpPr>
        <p:spPr>
          <a:xfrm>
            <a:off x="5384302" y="3992660"/>
            <a:ext cx="84020" cy="84019"/>
          </a:xfrm>
          <a:custGeom>
            <a:avLst/>
            <a:gdLst/>
            <a:ahLst/>
            <a:cxnLst/>
            <a:rect l="l" t="t" r="r" b="b"/>
            <a:pathLst>
              <a:path w="84020" h="84019">
                <a:moveTo>
                  <a:pt x="42010" y="84019"/>
                </a:moveTo>
                <a:lnTo>
                  <a:pt x="44785" y="83928"/>
                </a:lnTo>
                <a:lnTo>
                  <a:pt x="47532" y="83655"/>
                </a:lnTo>
                <a:lnTo>
                  <a:pt x="50244" y="83204"/>
                </a:lnTo>
                <a:lnTo>
                  <a:pt x="52913" y="82580"/>
                </a:lnTo>
                <a:lnTo>
                  <a:pt x="55529" y="81784"/>
                </a:lnTo>
                <a:lnTo>
                  <a:pt x="58087" y="80821"/>
                </a:lnTo>
                <a:lnTo>
                  <a:pt x="60576" y="79694"/>
                </a:lnTo>
                <a:lnTo>
                  <a:pt x="62989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9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2" y="65317"/>
                </a:lnTo>
                <a:lnTo>
                  <a:pt x="78407" y="62988"/>
                </a:lnTo>
                <a:lnTo>
                  <a:pt x="79695" y="60575"/>
                </a:lnTo>
                <a:lnTo>
                  <a:pt x="80822" y="58086"/>
                </a:lnTo>
                <a:lnTo>
                  <a:pt x="81785" y="55529"/>
                </a:lnTo>
                <a:lnTo>
                  <a:pt x="82581" y="52912"/>
                </a:lnTo>
                <a:lnTo>
                  <a:pt x="83205" y="50243"/>
                </a:lnTo>
                <a:lnTo>
                  <a:pt x="83656" y="47531"/>
                </a:lnTo>
                <a:lnTo>
                  <a:pt x="83928" y="44784"/>
                </a:lnTo>
                <a:lnTo>
                  <a:pt x="84020" y="42010"/>
                </a:lnTo>
                <a:lnTo>
                  <a:pt x="83928" y="39235"/>
                </a:lnTo>
                <a:lnTo>
                  <a:pt x="83656" y="36488"/>
                </a:lnTo>
                <a:lnTo>
                  <a:pt x="83205" y="33776"/>
                </a:lnTo>
                <a:lnTo>
                  <a:pt x="82581" y="31107"/>
                </a:lnTo>
                <a:lnTo>
                  <a:pt x="81785" y="28490"/>
                </a:lnTo>
                <a:lnTo>
                  <a:pt x="80822" y="25933"/>
                </a:lnTo>
                <a:lnTo>
                  <a:pt x="79695" y="23444"/>
                </a:lnTo>
                <a:lnTo>
                  <a:pt x="78407" y="21031"/>
                </a:lnTo>
                <a:lnTo>
                  <a:pt x="76962" y="18702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9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9" y="5613"/>
                </a:lnTo>
                <a:lnTo>
                  <a:pt x="60576" y="4325"/>
                </a:lnTo>
                <a:lnTo>
                  <a:pt x="58087" y="3198"/>
                </a:lnTo>
                <a:lnTo>
                  <a:pt x="55529" y="2235"/>
                </a:lnTo>
                <a:lnTo>
                  <a:pt x="52913" y="1439"/>
                </a:lnTo>
                <a:lnTo>
                  <a:pt x="50244" y="815"/>
                </a:lnTo>
                <a:lnTo>
                  <a:pt x="47532" y="364"/>
                </a:lnTo>
                <a:lnTo>
                  <a:pt x="44785" y="92"/>
                </a:lnTo>
                <a:lnTo>
                  <a:pt x="42010" y="0"/>
                </a:lnTo>
                <a:lnTo>
                  <a:pt x="39236" y="92"/>
                </a:lnTo>
                <a:lnTo>
                  <a:pt x="36488" y="364"/>
                </a:lnTo>
                <a:lnTo>
                  <a:pt x="33776" y="815"/>
                </a:lnTo>
                <a:lnTo>
                  <a:pt x="31108" y="1439"/>
                </a:lnTo>
                <a:lnTo>
                  <a:pt x="28491" y="2235"/>
                </a:lnTo>
                <a:lnTo>
                  <a:pt x="25934" y="3198"/>
                </a:lnTo>
                <a:lnTo>
                  <a:pt x="23445" y="4325"/>
                </a:lnTo>
                <a:lnTo>
                  <a:pt x="21032" y="5613"/>
                </a:lnTo>
                <a:lnTo>
                  <a:pt x="18703" y="7058"/>
                </a:lnTo>
                <a:lnTo>
                  <a:pt x="16467" y="8657"/>
                </a:lnTo>
                <a:lnTo>
                  <a:pt x="14332" y="10407"/>
                </a:lnTo>
                <a:lnTo>
                  <a:pt x="12305" y="12304"/>
                </a:lnTo>
                <a:lnTo>
                  <a:pt x="10408" y="14331"/>
                </a:lnTo>
                <a:lnTo>
                  <a:pt x="8658" y="16466"/>
                </a:lnTo>
                <a:lnTo>
                  <a:pt x="7059" y="18702"/>
                </a:lnTo>
                <a:lnTo>
                  <a:pt x="5614" y="21031"/>
                </a:lnTo>
                <a:lnTo>
                  <a:pt x="4326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40" y="31107"/>
                </a:lnTo>
                <a:lnTo>
                  <a:pt x="815" y="33776"/>
                </a:lnTo>
                <a:lnTo>
                  <a:pt x="365" y="36488"/>
                </a:lnTo>
                <a:lnTo>
                  <a:pt x="92" y="39235"/>
                </a:lnTo>
                <a:lnTo>
                  <a:pt x="0" y="42010"/>
                </a:lnTo>
                <a:lnTo>
                  <a:pt x="92" y="44784"/>
                </a:lnTo>
                <a:lnTo>
                  <a:pt x="365" y="47531"/>
                </a:lnTo>
                <a:lnTo>
                  <a:pt x="815" y="50243"/>
                </a:lnTo>
                <a:lnTo>
                  <a:pt x="1440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6" y="60575"/>
                </a:lnTo>
                <a:lnTo>
                  <a:pt x="5614" y="62988"/>
                </a:lnTo>
                <a:lnTo>
                  <a:pt x="7059" y="65317"/>
                </a:lnTo>
                <a:lnTo>
                  <a:pt x="8658" y="67553"/>
                </a:lnTo>
                <a:lnTo>
                  <a:pt x="10408" y="69688"/>
                </a:lnTo>
                <a:lnTo>
                  <a:pt x="12305" y="71715"/>
                </a:lnTo>
                <a:lnTo>
                  <a:pt x="14332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2" y="78406"/>
                </a:lnTo>
                <a:lnTo>
                  <a:pt x="23445" y="79694"/>
                </a:lnTo>
                <a:lnTo>
                  <a:pt x="25934" y="80821"/>
                </a:lnTo>
                <a:lnTo>
                  <a:pt x="28491" y="81784"/>
                </a:lnTo>
                <a:lnTo>
                  <a:pt x="31108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6" y="83928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path 43"/>
          <p:cNvSpPr/>
          <p:nvPr/>
        </p:nvSpPr>
        <p:spPr>
          <a:xfrm>
            <a:off x="5902656" y="3686942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10" y="84019"/>
                </a:moveTo>
                <a:lnTo>
                  <a:pt x="44784" y="83927"/>
                </a:lnTo>
                <a:lnTo>
                  <a:pt x="47532" y="83655"/>
                </a:lnTo>
                <a:lnTo>
                  <a:pt x="50244" y="83204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6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5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19" y="42009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5" y="33776"/>
                </a:lnTo>
                <a:lnTo>
                  <a:pt x="82580" y="31107"/>
                </a:lnTo>
                <a:lnTo>
                  <a:pt x="81784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2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4" y="814"/>
                </a:lnTo>
                <a:lnTo>
                  <a:pt x="47532" y="364"/>
                </a:lnTo>
                <a:lnTo>
                  <a:pt x="44784" y="91"/>
                </a:lnTo>
                <a:lnTo>
                  <a:pt x="42010" y="0"/>
                </a:lnTo>
                <a:lnTo>
                  <a:pt x="39235" y="91"/>
                </a:lnTo>
                <a:lnTo>
                  <a:pt x="36488" y="364"/>
                </a:lnTo>
                <a:lnTo>
                  <a:pt x="33776" y="814"/>
                </a:lnTo>
                <a:lnTo>
                  <a:pt x="31108" y="1439"/>
                </a:lnTo>
                <a:lnTo>
                  <a:pt x="28491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3" y="7058"/>
                </a:lnTo>
                <a:lnTo>
                  <a:pt x="16467" y="8657"/>
                </a:lnTo>
                <a:lnTo>
                  <a:pt x="14331" y="10407"/>
                </a:lnTo>
                <a:lnTo>
                  <a:pt x="12305" y="12304"/>
                </a:lnTo>
                <a:lnTo>
                  <a:pt x="10408" y="14331"/>
                </a:lnTo>
                <a:lnTo>
                  <a:pt x="8658" y="16466"/>
                </a:lnTo>
                <a:lnTo>
                  <a:pt x="7059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40" y="31107"/>
                </a:lnTo>
                <a:lnTo>
                  <a:pt x="815" y="33776"/>
                </a:lnTo>
                <a:lnTo>
                  <a:pt x="364" y="36488"/>
                </a:lnTo>
                <a:lnTo>
                  <a:pt x="92" y="39235"/>
                </a:lnTo>
                <a:lnTo>
                  <a:pt x="0" y="42009"/>
                </a:lnTo>
                <a:lnTo>
                  <a:pt x="92" y="44784"/>
                </a:lnTo>
                <a:lnTo>
                  <a:pt x="364" y="47531"/>
                </a:lnTo>
                <a:lnTo>
                  <a:pt x="815" y="50243"/>
                </a:lnTo>
                <a:lnTo>
                  <a:pt x="1440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9" y="65316"/>
                </a:lnTo>
                <a:lnTo>
                  <a:pt x="8658" y="67553"/>
                </a:lnTo>
                <a:lnTo>
                  <a:pt x="10408" y="69688"/>
                </a:lnTo>
                <a:lnTo>
                  <a:pt x="12305" y="71715"/>
                </a:lnTo>
                <a:lnTo>
                  <a:pt x="14331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1" y="81784"/>
                </a:lnTo>
                <a:lnTo>
                  <a:pt x="31108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5" y="83927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path 44"/>
          <p:cNvSpPr/>
          <p:nvPr/>
        </p:nvSpPr>
        <p:spPr>
          <a:xfrm>
            <a:off x="5210829" y="4147943"/>
            <a:ext cx="84020" cy="84019"/>
          </a:xfrm>
          <a:custGeom>
            <a:avLst/>
            <a:gdLst/>
            <a:ahLst/>
            <a:cxnLst/>
            <a:rect l="l" t="t" r="r" b="b"/>
            <a:pathLst>
              <a:path w="84020" h="84019">
                <a:moveTo>
                  <a:pt x="42010" y="84019"/>
                </a:moveTo>
                <a:lnTo>
                  <a:pt x="44785" y="83927"/>
                </a:lnTo>
                <a:lnTo>
                  <a:pt x="47532" y="83655"/>
                </a:lnTo>
                <a:lnTo>
                  <a:pt x="50244" y="83204"/>
                </a:lnTo>
                <a:lnTo>
                  <a:pt x="52913" y="82580"/>
                </a:lnTo>
                <a:lnTo>
                  <a:pt x="55530" y="81784"/>
                </a:lnTo>
                <a:lnTo>
                  <a:pt x="58087" y="80821"/>
                </a:lnTo>
                <a:lnTo>
                  <a:pt x="60576" y="79694"/>
                </a:lnTo>
                <a:lnTo>
                  <a:pt x="62989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9" y="73612"/>
                </a:lnTo>
                <a:lnTo>
                  <a:pt x="71715" y="71715"/>
                </a:lnTo>
                <a:lnTo>
                  <a:pt x="73613" y="69688"/>
                </a:lnTo>
                <a:lnTo>
                  <a:pt x="75362" y="67553"/>
                </a:lnTo>
                <a:lnTo>
                  <a:pt x="76962" y="65316"/>
                </a:lnTo>
                <a:lnTo>
                  <a:pt x="78407" y="62988"/>
                </a:lnTo>
                <a:lnTo>
                  <a:pt x="79695" y="60575"/>
                </a:lnTo>
                <a:lnTo>
                  <a:pt x="80822" y="58086"/>
                </a:lnTo>
                <a:lnTo>
                  <a:pt x="81785" y="55529"/>
                </a:lnTo>
                <a:lnTo>
                  <a:pt x="82581" y="52912"/>
                </a:lnTo>
                <a:lnTo>
                  <a:pt x="83205" y="50243"/>
                </a:lnTo>
                <a:lnTo>
                  <a:pt x="83656" y="47531"/>
                </a:lnTo>
                <a:lnTo>
                  <a:pt x="83928" y="44784"/>
                </a:lnTo>
                <a:lnTo>
                  <a:pt x="84020" y="42009"/>
                </a:lnTo>
                <a:lnTo>
                  <a:pt x="83928" y="39235"/>
                </a:lnTo>
                <a:lnTo>
                  <a:pt x="83656" y="36488"/>
                </a:lnTo>
                <a:lnTo>
                  <a:pt x="83205" y="33776"/>
                </a:lnTo>
                <a:lnTo>
                  <a:pt x="82581" y="31107"/>
                </a:lnTo>
                <a:lnTo>
                  <a:pt x="81785" y="28490"/>
                </a:lnTo>
                <a:lnTo>
                  <a:pt x="80822" y="25933"/>
                </a:lnTo>
                <a:lnTo>
                  <a:pt x="79695" y="23444"/>
                </a:lnTo>
                <a:lnTo>
                  <a:pt x="78407" y="21031"/>
                </a:lnTo>
                <a:lnTo>
                  <a:pt x="76962" y="18702"/>
                </a:lnTo>
                <a:lnTo>
                  <a:pt x="75362" y="16466"/>
                </a:lnTo>
                <a:lnTo>
                  <a:pt x="73613" y="14331"/>
                </a:lnTo>
                <a:lnTo>
                  <a:pt x="71715" y="12304"/>
                </a:lnTo>
                <a:lnTo>
                  <a:pt x="69689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9" y="5613"/>
                </a:lnTo>
                <a:lnTo>
                  <a:pt x="60576" y="4325"/>
                </a:lnTo>
                <a:lnTo>
                  <a:pt x="58087" y="3198"/>
                </a:lnTo>
                <a:lnTo>
                  <a:pt x="55530" y="2235"/>
                </a:lnTo>
                <a:lnTo>
                  <a:pt x="52913" y="1439"/>
                </a:lnTo>
                <a:lnTo>
                  <a:pt x="50244" y="814"/>
                </a:lnTo>
                <a:lnTo>
                  <a:pt x="47532" y="364"/>
                </a:lnTo>
                <a:lnTo>
                  <a:pt x="44785" y="91"/>
                </a:lnTo>
                <a:lnTo>
                  <a:pt x="42010" y="0"/>
                </a:lnTo>
                <a:lnTo>
                  <a:pt x="39236" y="91"/>
                </a:lnTo>
                <a:lnTo>
                  <a:pt x="36488" y="364"/>
                </a:lnTo>
                <a:lnTo>
                  <a:pt x="33776" y="814"/>
                </a:lnTo>
                <a:lnTo>
                  <a:pt x="31108" y="1439"/>
                </a:lnTo>
                <a:lnTo>
                  <a:pt x="28491" y="2235"/>
                </a:lnTo>
                <a:lnTo>
                  <a:pt x="25934" y="3198"/>
                </a:lnTo>
                <a:lnTo>
                  <a:pt x="23445" y="4325"/>
                </a:lnTo>
                <a:lnTo>
                  <a:pt x="21032" y="5613"/>
                </a:lnTo>
                <a:lnTo>
                  <a:pt x="18703" y="7058"/>
                </a:lnTo>
                <a:lnTo>
                  <a:pt x="16467" y="8657"/>
                </a:lnTo>
                <a:lnTo>
                  <a:pt x="14332" y="10407"/>
                </a:lnTo>
                <a:lnTo>
                  <a:pt x="12305" y="12304"/>
                </a:lnTo>
                <a:lnTo>
                  <a:pt x="10408" y="14331"/>
                </a:lnTo>
                <a:lnTo>
                  <a:pt x="8658" y="16466"/>
                </a:lnTo>
                <a:lnTo>
                  <a:pt x="7059" y="18702"/>
                </a:lnTo>
                <a:lnTo>
                  <a:pt x="5614" y="21031"/>
                </a:lnTo>
                <a:lnTo>
                  <a:pt x="4326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40" y="31107"/>
                </a:lnTo>
                <a:lnTo>
                  <a:pt x="815" y="33776"/>
                </a:lnTo>
                <a:lnTo>
                  <a:pt x="365" y="36488"/>
                </a:lnTo>
                <a:lnTo>
                  <a:pt x="92" y="39235"/>
                </a:lnTo>
                <a:lnTo>
                  <a:pt x="0" y="42009"/>
                </a:lnTo>
                <a:lnTo>
                  <a:pt x="92" y="44784"/>
                </a:lnTo>
                <a:lnTo>
                  <a:pt x="365" y="47531"/>
                </a:lnTo>
                <a:lnTo>
                  <a:pt x="815" y="50243"/>
                </a:lnTo>
                <a:lnTo>
                  <a:pt x="1440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6" y="60575"/>
                </a:lnTo>
                <a:lnTo>
                  <a:pt x="5614" y="62988"/>
                </a:lnTo>
                <a:lnTo>
                  <a:pt x="7059" y="65316"/>
                </a:lnTo>
                <a:lnTo>
                  <a:pt x="8658" y="67553"/>
                </a:lnTo>
                <a:lnTo>
                  <a:pt x="10408" y="69688"/>
                </a:lnTo>
                <a:lnTo>
                  <a:pt x="12305" y="71715"/>
                </a:lnTo>
                <a:lnTo>
                  <a:pt x="14332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2" y="78406"/>
                </a:lnTo>
                <a:lnTo>
                  <a:pt x="23445" y="79694"/>
                </a:lnTo>
                <a:lnTo>
                  <a:pt x="25934" y="80821"/>
                </a:lnTo>
                <a:lnTo>
                  <a:pt x="28491" y="81784"/>
                </a:lnTo>
                <a:lnTo>
                  <a:pt x="31108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6" y="83927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45"/>
          <p:cNvSpPr/>
          <p:nvPr/>
        </p:nvSpPr>
        <p:spPr>
          <a:xfrm>
            <a:off x="5318218" y="4153963"/>
            <a:ext cx="84019" cy="84020"/>
          </a:xfrm>
          <a:custGeom>
            <a:avLst/>
            <a:gdLst/>
            <a:ahLst/>
            <a:cxnLst/>
            <a:rect l="l" t="t" r="r" b="b"/>
            <a:pathLst>
              <a:path w="84019" h="84020">
                <a:moveTo>
                  <a:pt x="42009" y="84020"/>
                </a:moveTo>
                <a:lnTo>
                  <a:pt x="44784" y="83928"/>
                </a:lnTo>
                <a:lnTo>
                  <a:pt x="47531" y="83655"/>
                </a:lnTo>
                <a:lnTo>
                  <a:pt x="50243" y="83205"/>
                </a:lnTo>
                <a:lnTo>
                  <a:pt x="52912" y="82580"/>
                </a:lnTo>
                <a:lnTo>
                  <a:pt x="55529" y="81785"/>
                </a:lnTo>
                <a:lnTo>
                  <a:pt x="58086" y="80822"/>
                </a:lnTo>
                <a:lnTo>
                  <a:pt x="60575" y="79695"/>
                </a:lnTo>
                <a:lnTo>
                  <a:pt x="62988" y="78407"/>
                </a:lnTo>
                <a:lnTo>
                  <a:pt x="65316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9"/>
                </a:lnTo>
                <a:lnTo>
                  <a:pt x="75361" y="67553"/>
                </a:lnTo>
                <a:lnTo>
                  <a:pt x="76961" y="65317"/>
                </a:lnTo>
                <a:lnTo>
                  <a:pt x="78406" y="62988"/>
                </a:lnTo>
                <a:lnTo>
                  <a:pt x="79694" y="60576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4" y="50244"/>
                </a:lnTo>
                <a:lnTo>
                  <a:pt x="83655" y="47532"/>
                </a:lnTo>
                <a:lnTo>
                  <a:pt x="83927" y="44785"/>
                </a:lnTo>
                <a:lnTo>
                  <a:pt x="84019" y="42010"/>
                </a:lnTo>
                <a:lnTo>
                  <a:pt x="83927" y="39236"/>
                </a:lnTo>
                <a:lnTo>
                  <a:pt x="83655" y="36488"/>
                </a:lnTo>
                <a:lnTo>
                  <a:pt x="83204" y="33776"/>
                </a:lnTo>
                <a:lnTo>
                  <a:pt x="82580" y="31108"/>
                </a:lnTo>
                <a:lnTo>
                  <a:pt x="81784" y="28491"/>
                </a:lnTo>
                <a:lnTo>
                  <a:pt x="80821" y="25934"/>
                </a:lnTo>
                <a:lnTo>
                  <a:pt x="79694" y="23445"/>
                </a:lnTo>
                <a:lnTo>
                  <a:pt x="78406" y="21032"/>
                </a:lnTo>
                <a:lnTo>
                  <a:pt x="76961" y="18703"/>
                </a:lnTo>
                <a:lnTo>
                  <a:pt x="75361" y="16467"/>
                </a:lnTo>
                <a:lnTo>
                  <a:pt x="73612" y="14331"/>
                </a:lnTo>
                <a:lnTo>
                  <a:pt x="71715" y="12305"/>
                </a:lnTo>
                <a:lnTo>
                  <a:pt x="69688" y="10408"/>
                </a:lnTo>
                <a:lnTo>
                  <a:pt x="67553" y="8658"/>
                </a:lnTo>
                <a:lnTo>
                  <a:pt x="65316" y="7059"/>
                </a:lnTo>
                <a:lnTo>
                  <a:pt x="62988" y="5613"/>
                </a:lnTo>
                <a:lnTo>
                  <a:pt x="60575" y="4326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40"/>
                </a:lnTo>
                <a:lnTo>
                  <a:pt x="50243" y="815"/>
                </a:lnTo>
                <a:lnTo>
                  <a:pt x="47531" y="365"/>
                </a:lnTo>
                <a:lnTo>
                  <a:pt x="44784" y="92"/>
                </a:lnTo>
                <a:lnTo>
                  <a:pt x="42009" y="0"/>
                </a:lnTo>
                <a:lnTo>
                  <a:pt x="39235" y="92"/>
                </a:lnTo>
                <a:lnTo>
                  <a:pt x="36488" y="365"/>
                </a:lnTo>
                <a:lnTo>
                  <a:pt x="33776" y="815"/>
                </a:lnTo>
                <a:lnTo>
                  <a:pt x="31107" y="1440"/>
                </a:lnTo>
                <a:lnTo>
                  <a:pt x="28490" y="2235"/>
                </a:lnTo>
                <a:lnTo>
                  <a:pt x="25933" y="3198"/>
                </a:lnTo>
                <a:lnTo>
                  <a:pt x="23444" y="4326"/>
                </a:lnTo>
                <a:lnTo>
                  <a:pt x="21031" y="5613"/>
                </a:lnTo>
                <a:lnTo>
                  <a:pt x="18702" y="7059"/>
                </a:lnTo>
                <a:lnTo>
                  <a:pt x="16466" y="8658"/>
                </a:lnTo>
                <a:lnTo>
                  <a:pt x="14331" y="10408"/>
                </a:lnTo>
                <a:lnTo>
                  <a:pt x="12304" y="12305"/>
                </a:lnTo>
                <a:lnTo>
                  <a:pt x="10407" y="14331"/>
                </a:lnTo>
                <a:lnTo>
                  <a:pt x="8657" y="16467"/>
                </a:lnTo>
                <a:lnTo>
                  <a:pt x="7058" y="18703"/>
                </a:lnTo>
                <a:lnTo>
                  <a:pt x="5613" y="21032"/>
                </a:lnTo>
                <a:lnTo>
                  <a:pt x="4325" y="23445"/>
                </a:lnTo>
                <a:lnTo>
                  <a:pt x="3198" y="25934"/>
                </a:lnTo>
                <a:lnTo>
                  <a:pt x="2235" y="28491"/>
                </a:lnTo>
                <a:lnTo>
                  <a:pt x="1439" y="31108"/>
                </a:lnTo>
                <a:lnTo>
                  <a:pt x="814" y="33776"/>
                </a:lnTo>
                <a:lnTo>
                  <a:pt x="364" y="36488"/>
                </a:lnTo>
                <a:lnTo>
                  <a:pt x="91" y="39236"/>
                </a:lnTo>
                <a:lnTo>
                  <a:pt x="0" y="42010"/>
                </a:lnTo>
                <a:lnTo>
                  <a:pt x="91" y="44785"/>
                </a:lnTo>
                <a:lnTo>
                  <a:pt x="364" y="47532"/>
                </a:lnTo>
                <a:lnTo>
                  <a:pt x="814" y="50244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6"/>
                </a:lnTo>
                <a:lnTo>
                  <a:pt x="5613" y="62988"/>
                </a:lnTo>
                <a:lnTo>
                  <a:pt x="7058" y="65317"/>
                </a:lnTo>
                <a:lnTo>
                  <a:pt x="8657" y="67553"/>
                </a:lnTo>
                <a:lnTo>
                  <a:pt x="10407" y="69689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6" y="75362"/>
                </a:lnTo>
                <a:lnTo>
                  <a:pt x="18702" y="76961"/>
                </a:lnTo>
                <a:lnTo>
                  <a:pt x="21031" y="78407"/>
                </a:lnTo>
                <a:lnTo>
                  <a:pt x="23444" y="79695"/>
                </a:lnTo>
                <a:lnTo>
                  <a:pt x="25933" y="80822"/>
                </a:lnTo>
                <a:lnTo>
                  <a:pt x="28490" y="81785"/>
                </a:lnTo>
                <a:lnTo>
                  <a:pt x="31107" y="82580"/>
                </a:lnTo>
                <a:lnTo>
                  <a:pt x="33776" y="83205"/>
                </a:lnTo>
                <a:lnTo>
                  <a:pt x="36488" y="83655"/>
                </a:lnTo>
                <a:lnTo>
                  <a:pt x="39235" y="83928"/>
                </a:lnTo>
                <a:lnTo>
                  <a:pt x="42009" y="84020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path 46"/>
          <p:cNvSpPr/>
          <p:nvPr/>
        </p:nvSpPr>
        <p:spPr>
          <a:xfrm>
            <a:off x="5677554" y="3775621"/>
            <a:ext cx="84020" cy="84019"/>
          </a:xfrm>
          <a:custGeom>
            <a:avLst/>
            <a:gdLst/>
            <a:ahLst/>
            <a:cxnLst/>
            <a:rect l="l" t="t" r="r" b="b"/>
            <a:pathLst>
              <a:path w="84020" h="84019">
                <a:moveTo>
                  <a:pt x="42010" y="84019"/>
                </a:moveTo>
                <a:lnTo>
                  <a:pt x="44785" y="83927"/>
                </a:lnTo>
                <a:lnTo>
                  <a:pt x="47532" y="83655"/>
                </a:lnTo>
                <a:lnTo>
                  <a:pt x="50244" y="83204"/>
                </a:lnTo>
                <a:lnTo>
                  <a:pt x="52913" y="82580"/>
                </a:lnTo>
                <a:lnTo>
                  <a:pt x="55530" y="81784"/>
                </a:lnTo>
                <a:lnTo>
                  <a:pt x="58087" y="80821"/>
                </a:lnTo>
                <a:lnTo>
                  <a:pt x="60576" y="79694"/>
                </a:lnTo>
                <a:lnTo>
                  <a:pt x="62989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9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2" y="65317"/>
                </a:lnTo>
                <a:lnTo>
                  <a:pt x="78407" y="62988"/>
                </a:lnTo>
                <a:lnTo>
                  <a:pt x="79695" y="60575"/>
                </a:lnTo>
                <a:lnTo>
                  <a:pt x="80822" y="58086"/>
                </a:lnTo>
                <a:lnTo>
                  <a:pt x="81785" y="55529"/>
                </a:lnTo>
                <a:lnTo>
                  <a:pt x="82581" y="52912"/>
                </a:lnTo>
                <a:lnTo>
                  <a:pt x="83205" y="50243"/>
                </a:lnTo>
                <a:lnTo>
                  <a:pt x="83656" y="47531"/>
                </a:lnTo>
                <a:lnTo>
                  <a:pt x="83928" y="44784"/>
                </a:lnTo>
                <a:lnTo>
                  <a:pt x="84020" y="42010"/>
                </a:lnTo>
                <a:lnTo>
                  <a:pt x="83928" y="39235"/>
                </a:lnTo>
                <a:lnTo>
                  <a:pt x="83656" y="36488"/>
                </a:lnTo>
                <a:lnTo>
                  <a:pt x="83205" y="33776"/>
                </a:lnTo>
                <a:lnTo>
                  <a:pt x="82581" y="31107"/>
                </a:lnTo>
                <a:lnTo>
                  <a:pt x="81785" y="28490"/>
                </a:lnTo>
                <a:lnTo>
                  <a:pt x="80822" y="25933"/>
                </a:lnTo>
                <a:lnTo>
                  <a:pt x="79695" y="23444"/>
                </a:lnTo>
                <a:lnTo>
                  <a:pt x="78407" y="21031"/>
                </a:lnTo>
                <a:lnTo>
                  <a:pt x="76962" y="18702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9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9" y="5613"/>
                </a:lnTo>
                <a:lnTo>
                  <a:pt x="60576" y="4325"/>
                </a:lnTo>
                <a:lnTo>
                  <a:pt x="58087" y="3198"/>
                </a:lnTo>
                <a:lnTo>
                  <a:pt x="55530" y="2235"/>
                </a:lnTo>
                <a:lnTo>
                  <a:pt x="52913" y="1439"/>
                </a:lnTo>
                <a:lnTo>
                  <a:pt x="50244" y="815"/>
                </a:lnTo>
                <a:lnTo>
                  <a:pt x="47532" y="364"/>
                </a:lnTo>
                <a:lnTo>
                  <a:pt x="44785" y="92"/>
                </a:lnTo>
                <a:lnTo>
                  <a:pt x="42010" y="0"/>
                </a:lnTo>
                <a:lnTo>
                  <a:pt x="39236" y="92"/>
                </a:lnTo>
                <a:lnTo>
                  <a:pt x="36488" y="364"/>
                </a:lnTo>
                <a:lnTo>
                  <a:pt x="33776" y="815"/>
                </a:lnTo>
                <a:lnTo>
                  <a:pt x="31108" y="1439"/>
                </a:lnTo>
                <a:lnTo>
                  <a:pt x="28491" y="2235"/>
                </a:lnTo>
                <a:lnTo>
                  <a:pt x="25934" y="3198"/>
                </a:lnTo>
                <a:lnTo>
                  <a:pt x="23445" y="4325"/>
                </a:lnTo>
                <a:lnTo>
                  <a:pt x="21032" y="5613"/>
                </a:lnTo>
                <a:lnTo>
                  <a:pt x="18703" y="7058"/>
                </a:lnTo>
                <a:lnTo>
                  <a:pt x="16467" y="8657"/>
                </a:lnTo>
                <a:lnTo>
                  <a:pt x="14332" y="10407"/>
                </a:lnTo>
                <a:lnTo>
                  <a:pt x="12305" y="12304"/>
                </a:lnTo>
                <a:lnTo>
                  <a:pt x="10408" y="14331"/>
                </a:lnTo>
                <a:lnTo>
                  <a:pt x="8658" y="16466"/>
                </a:lnTo>
                <a:lnTo>
                  <a:pt x="7059" y="18702"/>
                </a:lnTo>
                <a:lnTo>
                  <a:pt x="5614" y="21031"/>
                </a:lnTo>
                <a:lnTo>
                  <a:pt x="4326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40" y="31107"/>
                </a:lnTo>
                <a:lnTo>
                  <a:pt x="815" y="33776"/>
                </a:lnTo>
                <a:lnTo>
                  <a:pt x="365" y="36488"/>
                </a:lnTo>
                <a:lnTo>
                  <a:pt x="92" y="39235"/>
                </a:lnTo>
                <a:lnTo>
                  <a:pt x="0" y="42010"/>
                </a:lnTo>
                <a:lnTo>
                  <a:pt x="92" y="44784"/>
                </a:lnTo>
                <a:lnTo>
                  <a:pt x="365" y="47531"/>
                </a:lnTo>
                <a:lnTo>
                  <a:pt x="815" y="50243"/>
                </a:lnTo>
                <a:lnTo>
                  <a:pt x="1440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6" y="60575"/>
                </a:lnTo>
                <a:lnTo>
                  <a:pt x="5614" y="62988"/>
                </a:lnTo>
                <a:lnTo>
                  <a:pt x="7059" y="65317"/>
                </a:lnTo>
                <a:lnTo>
                  <a:pt x="8658" y="67553"/>
                </a:lnTo>
                <a:lnTo>
                  <a:pt x="10408" y="69688"/>
                </a:lnTo>
                <a:lnTo>
                  <a:pt x="12305" y="71715"/>
                </a:lnTo>
                <a:lnTo>
                  <a:pt x="14332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2" y="78406"/>
                </a:lnTo>
                <a:lnTo>
                  <a:pt x="23445" y="79694"/>
                </a:lnTo>
                <a:lnTo>
                  <a:pt x="25934" y="80821"/>
                </a:lnTo>
                <a:lnTo>
                  <a:pt x="28491" y="81784"/>
                </a:lnTo>
                <a:lnTo>
                  <a:pt x="31108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6" y="83927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path 47"/>
          <p:cNvSpPr/>
          <p:nvPr/>
        </p:nvSpPr>
        <p:spPr>
          <a:xfrm>
            <a:off x="5208765" y="4106193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09" y="84019"/>
                </a:moveTo>
                <a:lnTo>
                  <a:pt x="44784" y="83928"/>
                </a:lnTo>
                <a:lnTo>
                  <a:pt x="47531" y="83655"/>
                </a:lnTo>
                <a:lnTo>
                  <a:pt x="50243" y="83205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7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4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19" y="42010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4" y="33776"/>
                </a:lnTo>
                <a:lnTo>
                  <a:pt x="82580" y="31107"/>
                </a:lnTo>
                <a:lnTo>
                  <a:pt x="81784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3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3" y="815"/>
                </a:lnTo>
                <a:lnTo>
                  <a:pt x="47531" y="364"/>
                </a:lnTo>
                <a:lnTo>
                  <a:pt x="44784" y="92"/>
                </a:lnTo>
                <a:lnTo>
                  <a:pt x="42009" y="0"/>
                </a:lnTo>
                <a:lnTo>
                  <a:pt x="39235" y="92"/>
                </a:lnTo>
                <a:lnTo>
                  <a:pt x="36488" y="364"/>
                </a:lnTo>
                <a:lnTo>
                  <a:pt x="33776" y="815"/>
                </a:lnTo>
                <a:lnTo>
                  <a:pt x="31107" y="1439"/>
                </a:lnTo>
                <a:lnTo>
                  <a:pt x="28490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2" y="7058"/>
                </a:lnTo>
                <a:lnTo>
                  <a:pt x="16466" y="8657"/>
                </a:lnTo>
                <a:lnTo>
                  <a:pt x="14331" y="10407"/>
                </a:lnTo>
                <a:lnTo>
                  <a:pt x="12304" y="12304"/>
                </a:lnTo>
                <a:lnTo>
                  <a:pt x="10407" y="14331"/>
                </a:lnTo>
                <a:lnTo>
                  <a:pt x="8657" y="16466"/>
                </a:lnTo>
                <a:lnTo>
                  <a:pt x="7058" y="18703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4" y="33776"/>
                </a:lnTo>
                <a:lnTo>
                  <a:pt x="364" y="36488"/>
                </a:lnTo>
                <a:lnTo>
                  <a:pt x="91" y="39235"/>
                </a:lnTo>
                <a:lnTo>
                  <a:pt x="0" y="42010"/>
                </a:lnTo>
                <a:lnTo>
                  <a:pt x="91" y="44784"/>
                </a:lnTo>
                <a:lnTo>
                  <a:pt x="364" y="47531"/>
                </a:lnTo>
                <a:lnTo>
                  <a:pt x="814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7"/>
                </a:lnTo>
                <a:lnTo>
                  <a:pt x="8657" y="67553"/>
                </a:lnTo>
                <a:lnTo>
                  <a:pt x="10407" y="69688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6" y="75362"/>
                </a:lnTo>
                <a:lnTo>
                  <a:pt x="18702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0" y="81784"/>
                </a:lnTo>
                <a:lnTo>
                  <a:pt x="31107" y="82580"/>
                </a:lnTo>
                <a:lnTo>
                  <a:pt x="33776" y="83205"/>
                </a:lnTo>
                <a:lnTo>
                  <a:pt x="36488" y="83655"/>
                </a:lnTo>
                <a:lnTo>
                  <a:pt x="39235" y="83928"/>
                </a:lnTo>
                <a:lnTo>
                  <a:pt x="42009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path 48"/>
          <p:cNvSpPr/>
          <p:nvPr/>
        </p:nvSpPr>
        <p:spPr>
          <a:xfrm>
            <a:off x="5729184" y="3582400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09" y="84019"/>
                </a:moveTo>
                <a:lnTo>
                  <a:pt x="44784" y="83928"/>
                </a:lnTo>
                <a:lnTo>
                  <a:pt x="47531" y="83655"/>
                </a:lnTo>
                <a:lnTo>
                  <a:pt x="50243" y="83205"/>
                </a:lnTo>
                <a:lnTo>
                  <a:pt x="52912" y="82580"/>
                </a:lnTo>
                <a:lnTo>
                  <a:pt x="55529" y="81785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6" y="76961"/>
                </a:lnTo>
                <a:lnTo>
                  <a:pt x="67552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9"/>
                </a:lnTo>
                <a:lnTo>
                  <a:pt x="75361" y="67553"/>
                </a:lnTo>
                <a:lnTo>
                  <a:pt x="76961" y="65317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4" y="50244"/>
                </a:lnTo>
                <a:lnTo>
                  <a:pt x="83655" y="47532"/>
                </a:lnTo>
                <a:lnTo>
                  <a:pt x="83927" y="44784"/>
                </a:lnTo>
                <a:lnTo>
                  <a:pt x="84019" y="42010"/>
                </a:lnTo>
                <a:lnTo>
                  <a:pt x="83927" y="39235"/>
                </a:lnTo>
                <a:lnTo>
                  <a:pt x="83655" y="36488"/>
                </a:lnTo>
                <a:lnTo>
                  <a:pt x="83204" y="33776"/>
                </a:lnTo>
                <a:lnTo>
                  <a:pt x="82580" y="31107"/>
                </a:lnTo>
                <a:lnTo>
                  <a:pt x="81784" y="28491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3"/>
                </a:lnTo>
                <a:lnTo>
                  <a:pt x="75361" y="16467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2" y="8658"/>
                </a:lnTo>
                <a:lnTo>
                  <a:pt x="65316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40"/>
                </a:lnTo>
                <a:lnTo>
                  <a:pt x="50243" y="815"/>
                </a:lnTo>
                <a:lnTo>
                  <a:pt x="47531" y="365"/>
                </a:lnTo>
                <a:lnTo>
                  <a:pt x="44784" y="92"/>
                </a:lnTo>
                <a:lnTo>
                  <a:pt x="42009" y="0"/>
                </a:lnTo>
                <a:lnTo>
                  <a:pt x="39235" y="92"/>
                </a:lnTo>
                <a:lnTo>
                  <a:pt x="36488" y="365"/>
                </a:lnTo>
                <a:lnTo>
                  <a:pt x="33775" y="815"/>
                </a:lnTo>
                <a:lnTo>
                  <a:pt x="31107" y="1440"/>
                </a:lnTo>
                <a:lnTo>
                  <a:pt x="28490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2" y="7058"/>
                </a:lnTo>
                <a:lnTo>
                  <a:pt x="16466" y="8658"/>
                </a:lnTo>
                <a:lnTo>
                  <a:pt x="14331" y="10407"/>
                </a:lnTo>
                <a:lnTo>
                  <a:pt x="12304" y="12304"/>
                </a:lnTo>
                <a:lnTo>
                  <a:pt x="10407" y="14331"/>
                </a:lnTo>
                <a:lnTo>
                  <a:pt x="8657" y="16467"/>
                </a:lnTo>
                <a:lnTo>
                  <a:pt x="7058" y="18703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4" y="28491"/>
                </a:lnTo>
                <a:lnTo>
                  <a:pt x="1439" y="31107"/>
                </a:lnTo>
                <a:lnTo>
                  <a:pt x="814" y="33776"/>
                </a:lnTo>
                <a:lnTo>
                  <a:pt x="364" y="36488"/>
                </a:lnTo>
                <a:lnTo>
                  <a:pt x="91" y="39235"/>
                </a:lnTo>
                <a:lnTo>
                  <a:pt x="0" y="42010"/>
                </a:lnTo>
                <a:lnTo>
                  <a:pt x="91" y="44784"/>
                </a:lnTo>
                <a:lnTo>
                  <a:pt x="364" y="47532"/>
                </a:lnTo>
                <a:lnTo>
                  <a:pt x="814" y="50244"/>
                </a:lnTo>
                <a:lnTo>
                  <a:pt x="1439" y="52912"/>
                </a:lnTo>
                <a:lnTo>
                  <a:pt x="2234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7"/>
                </a:lnTo>
                <a:lnTo>
                  <a:pt x="8657" y="67553"/>
                </a:lnTo>
                <a:lnTo>
                  <a:pt x="10407" y="69689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6" y="75362"/>
                </a:lnTo>
                <a:lnTo>
                  <a:pt x="18702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0" y="81785"/>
                </a:lnTo>
                <a:lnTo>
                  <a:pt x="31107" y="82580"/>
                </a:lnTo>
                <a:lnTo>
                  <a:pt x="33775" y="83205"/>
                </a:lnTo>
                <a:lnTo>
                  <a:pt x="36488" y="83655"/>
                </a:lnTo>
                <a:lnTo>
                  <a:pt x="39235" y="83928"/>
                </a:lnTo>
                <a:lnTo>
                  <a:pt x="42009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path 49"/>
          <p:cNvSpPr/>
          <p:nvPr/>
        </p:nvSpPr>
        <p:spPr>
          <a:xfrm>
            <a:off x="5394629" y="4146675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09" y="84019"/>
                </a:moveTo>
                <a:lnTo>
                  <a:pt x="44784" y="83927"/>
                </a:lnTo>
                <a:lnTo>
                  <a:pt x="47531" y="83655"/>
                </a:lnTo>
                <a:lnTo>
                  <a:pt x="50243" y="83204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6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1" y="67553"/>
                </a:lnTo>
                <a:lnTo>
                  <a:pt x="76961" y="65316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4" y="50243"/>
                </a:lnTo>
                <a:lnTo>
                  <a:pt x="83655" y="47531"/>
                </a:lnTo>
                <a:lnTo>
                  <a:pt x="83927" y="44784"/>
                </a:lnTo>
                <a:lnTo>
                  <a:pt x="84019" y="42009"/>
                </a:lnTo>
                <a:lnTo>
                  <a:pt x="83927" y="39235"/>
                </a:lnTo>
                <a:lnTo>
                  <a:pt x="83655" y="36488"/>
                </a:lnTo>
                <a:lnTo>
                  <a:pt x="83204" y="33776"/>
                </a:lnTo>
                <a:lnTo>
                  <a:pt x="82580" y="31107"/>
                </a:lnTo>
                <a:lnTo>
                  <a:pt x="81784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2"/>
                </a:lnTo>
                <a:lnTo>
                  <a:pt x="75361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6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3" y="814"/>
                </a:lnTo>
                <a:lnTo>
                  <a:pt x="47531" y="364"/>
                </a:lnTo>
                <a:lnTo>
                  <a:pt x="44784" y="91"/>
                </a:lnTo>
                <a:lnTo>
                  <a:pt x="42009" y="0"/>
                </a:lnTo>
                <a:lnTo>
                  <a:pt x="39235" y="91"/>
                </a:lnTo>
                <a:lnTo>
                  <a:pt x="36488" y="364"/>
                </a:lnTo>
                <a:lnTo>
                  <a:pt x="33776" y="814"/>
                </a:lnTo>
                <a:lnTo>
                  <a:pt x="31107" y="1439"/>
                </a:lnTo>
                <a:lnTo>
                  <a:pt x="28490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2" y="7058"/>
                </a:lnTo>
                <a:lnTo>
                  <a:pt x="16466" y="8657"/>
                </a:lnTo>
                <a:lnTo>
                  <a:pt x="14331" y="10407"/>
                </a:lnTo>
                <a:lnTo>
                  <a:pt x="12304" y="12304"/>
                </a:lnTo>
                <a:lnTo>
                  <a:pt x="10407" y="14331"/>
                </a:lnTo>
                <a:lnTo>
                  <a:pt x="8657" y="16466"/>
                </a:lnTo>
                <a:lnTo>
                  <a:pt x="7058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4" y="33776"/>
                </a:lnTo>
                <a:lnTo>
                  <a:pt x="364" y="36488"/>
                </a:lnTo>
                <a:lnTo>
                  <a:pt x="91" y="39235"/>
                </a:lnTo>
                <a:lnTo>
                  <a:pt x="0" y="42009"/>
                </a:lnTo>
                <a:lnTo>
                  <a:pt x="91" y="44784"/>
                </a:lnTo>
                <a:lnTo>
                  <a:pt x="364" y="47531"/>
                </a:lnTo>
                <a:lnTo>
                  <a:pt x="814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6"/>
                </a:lnTo>
                <a:lnTo>
                  <a:pt x="8657" y="67553"/>
                </a:lnTo>
                <a:lnTo>
                  <a:pt x="10407" y="69688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6" y="75362"/>
                </a:lnTo>
                <a:lnTo>
                  <a:pt x="18702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0" y="81784"/>
                </a:lnTo>
                <a:lnTo>
                  <a:pt x="31107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5" y="83927"/>
                </a:lnTo>
                <a:lnTo>
                  <a:pt x="42009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path 50"/>
          <p:cNvSpPr/>
          <p:nvPr/>
        </p:nvSpPr>
        <p:spPr>
          <a:xfrm>
            <a:off x="5528863" y="4001100"/>
            <a:ext cx="84020" cy="84019"/>
          </a:xfrm>
          <a:custGeom>
            <a:avLst/>
            <a:gdLst/>
            <a:ahLst/>
            <a:cxnLst/>
            <a:rect l="l" t="t" r="r" b="b"/>
            <a:pathLst>
              <a:path w="84020" h="84019">
                <a:moveTo>
                  <a:pt x="42010" y="84019"/>
                </a:moveTo>
                <a:lnTo>
                  <a:pt x="44785" y="83928"/>
                </a:lnTo>
                <a:lnTo>
                  <a:pt x="47532" y="83655"/>
                </a:lnTo>
                <a:lnTo>
                  <a:pt x="50244" y="83204"/>
                </a:lnTo>
                <a:lnTo>
                  <a:pt x="52913" y="82580"/>
                </a:lnTo>
                <a:lnTo>
                  <a:pt x="55530" y="81784"/>
                </a:lnTo>
                <a:lnTo>
                  <a:pt x="58087" y="80821"/>
                </a:lnTo>
                <a:lnTo>
                  <a:pt x="60576" y="79694"/>
                </a:lnTo>
                <a:lnTo>
                  <a:pt x="62989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9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2" y="65317"/>
                </a:lnTo>
                <a:lnTo>
                  <a:pt x="78407" y="62988"/>
                </a:lnTo>
                <a:lnTo>
                  <a:pt x="79695" y="60575"/>
                </a:lnTo>
                <a:lnTo>
                  <a:pt x="80822" y="58086"/>
                </a:lnTo>
                <a:lnTo>
                  <a:pt x="81785" y="55529"/>
                </a:lnTo>
                <a:lnTo>
                  <a:pt x="82581" y="52912"/>
                </a:lnTo>
                <a:lnTo>
                  <a:pt x="83205" y="50243"/>
                </a:lnTo>
                <a:lnTo>
                  <a:pt x="83656" y="47531"/>
                </a:lnTo>
                <a:lnTo>
                  <a:pt x="83928" y="44784"/>
                </a:lnTo>
                <a:lnTo>
                  <a:pt x="84020" y="42010"/>
                </a:lnTo>
                <a:lnTo>
                  <a:pt x="83928" y="39235"/>
                </a:lnTo>
                <a:lnTo>
                  <a:pt x="83656" y="36488"/>
                </a:lnTo>
                <a:lnTo>
                  <a:pt x="83205" y="33776"/>
                </a:lnTo>
                <a:lnTo>
                  <a:pt x="82581" y="31107"/>
                </a:lnTo>
                <a:lnTo>
                  <a:pt x="81785" y="28490"/>
                </a:lnTo>
                <a:lnTo>
                  <a:pt x="80822" y="25933"/>
                </a:lnTo>
                <a:lnTo>
                  <a:pt x="79695" y="23444"/>
                </a:lnTo>
                <a:lnTo>
                  <a:pt x="78407" y="21031"/>
                </a:lnTo>
                <a:lnTo>
                  <a:pt x="76962" y="18703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9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9" y="5613"/>
                </a:lnTo>
                <a:lnTo>
                  <a:pt x="60576" y="4325"/>
                </a:lnTo>
                <a:lnTo>
                  <a:pt x="58087" y="3198"/>
                </a:lnTo>
                <a:lnTo>
                  <a:pt x="55530" y="2235"/>
                </a:lnTo>
                <a:lnTo>
                  <a:pt x="52913" y="1439"/>
                </a:lnTo>
                <a:lnTo>
                  <a:pt x="50244" y="815"/>
                </a:lnTo>
                <a:lnTo>
                  <a:pt x="47532" y="364"/>
                </a:lnTo>
                <a:lnTo>
                  <a:pt x="44785" y="92"/>
                </a:lnTo>
                <a:lnTo>
                  <a:pt x="42010" y="0"/>
                </a:lnTo>
                <a:lnTo>
                  <a:pt x="39236" y="92"/>
                </a:lnTo>
                <a:lnTo>
                  <a:pt x="36488" y="364"/>
                </a:lnTo>
                <a:lnTo>
                  <a:pt x="33776" y="815"/>
                </a:lnTo>
                <a:lnTo>
                  <a:pt x="31108" y="1439"/>
                </a:lnTo>
                <a:lnTo>
                  <a:pt x="28491" y="2235"/>
                </a:lnTo>
                <a:lnTo>
                  <a:pt x="25934" y="3198"/>
                </a:lnTo>
                <a:lnTo>
                  <a:pt x="23445" y="4325"/>
                </a:lnTo>
                <a:lnTo>
                  <a:pt x="21032" y="5613"/>
                </a:lnTo>
                <a:lnTo>
                  <a:pt x="18703" y="7058"/>
                </a:lnTo>
                <a:lnTo>
                  <a:pt x="16467" y="8657"/>
                </a:lnTo>
                <a:lnTo>
                  <a:pt x="14332" y="10407"/>
                </a:lnTo>
                <a:lnTo>
                  <a:pt x="12305" y="12304"/>
                </a:lnTo>
                <a:lnTo>
                  <a:pt x="10408" y="14331"/>
                </a:lnTo>
                <a:lnTo>
                  <a:pt x="8658" y="16466"/>
                </a:lnTo>
                <a:lnTo>
                  <a:pt x="7059" y="18703"/>
                </a:lnTo>
                <a:lnTo>
                  <a:pt x="5614" y="21031"/>
                </a:lnTo>
                <a:lnTo>
                  <a:pt x="4326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40" y="31107"/>
                </a:lnTo>
                <a:lnTo>
                  <a:pt x="815" y="33776"/>
                </a:lnTo>
                <a:lnTo>
                  <a:pt x="365" y="36488"/>
                </a:lnTo>
                <a:lnTo>
                  <a:pt x="92" y="39235"/>
                </a:lnTo>
                <a:lnTo>
                  <a:pt x="0" y="42010"/>
                </a:lnTo>
                <a:lnTo>
                  <a:pt x="92" y="44784"/>
                </a:lnTo>
                <a:lnTo>
                  <a:pt x="365" y="47531"/>
                </a:lnTo>
                <a:lnTo>
                  <a:pt x="815" y="50243"/>
                </a:lnTo>
                <a:lnTo>
                  <a:pt x="1440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6" y="60575"/>
                </a:lnTo>
                <a:lnTo>
                  <a:pt x="5614" y="62988"/>
                </a:lnTo>
                <a:lnTo>
                  <a:pt x="7059" y="65317"/>
                </a:lnTo>
                <a:lnTo>
                  <a:pt x="8658" y="67553"/>
                </a:lnTo>
                <a:lnTo>
                  <a:pt x="10408" y="69688"/>
                </a:lnTo>
                <a:lnTo>
                  <a:pt x="12305" y="71715"/>
                </a:lnTo>
                <a:lnTo>
                  <a:pt x="14332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2" y="78406"/>
                </a:lnTo>
                <a:lnTo>
                  <a:pt x="23445" y="79694"/>
                </a:lnTo>
                <a:lnTo>
                  <a:pt x="25934" y="80821"/>
                </a:lnTo>
                <a:lnTo>
                  <a:pt x="28491" y="81784"/>
                </a:lnTo>
                <a:lnTo>
                  <a:pt x="31108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6" y="83928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path 51"/>
          <p:cNvSpPr/>
          <p:nvPr/>
        </p:nvSpPr>
        <p:spPr>
          <a:xfrm>
            <a:off x="5431801" y="4087138"/>
            <a:ext cx="84020" cy="84019"/>
          </a:xfrm>
          <a:custGeom>
            <a:avLst/>
            <a:gdLst/>
            <a:ahLst/>
            <a:cxnLst/>
            <a:rect l="l" t="t" r="r" b="b"/>
            <a:pathLst>
              <a:path w="84020" h="84019">
                <a:moveTo>
                  <a:pt x="42010" y="84019"/>
                </a:moveTo>
                <a:lnTo>
                  <a:pt x="44784" y="83927"/>
                </a:lnTo>
                <a:lnTo>
                  <a:pt x="47532" y="83655"/>
                </a:lnTo>
                <a:lnTo>
                  <a:pt x="50244" y="83204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9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7"/>
                </a:lnTo>
                <a:lnTo>
                  <a:pt x="78407" y="62988"/>
                </a:lnTo>
                <a:lnTo>
                  <a:pt x="79695" y="60575"/>
                </a:lnTo>
                <a:lnTo>
                  <a:pt x="80822" y="58086"/>
                </a:lnTo>
                <a:lnTo>
                  <a:pt x="81785" y="55529"/>
                </a:lnTo>
                <a:lnTo>
                  <a:pt x="82580" y="52912"/>
                </a:lnTo>
                <a:lnTo>
                  <a:pt x="83205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20" y="42010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5" y="33776"/>
                </a:lnTo>
                <a:lnTo>
                  <a:pt x="82580" y="31107"/>
                </a:lnTo>
                <a:lnTo>
                  <a:pt x="81785" y="28490"/>
                </a:lnTo>
                <a:lnTo>
                  <a:pt x="80822" y="25933"/>
                </a:lnTo>
                <a:lnTo>
                  <a:pt x="79695" y="23444"/>
                </a:lnTo>
                <a:lnTo>
                  <a:pt x="78407" y="21031"/>
                </a:lnTo>
                <a:lnTo>
                  <a:pt x="76961" y="18702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9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4" y="815"/>
                </a:lnTo>
                <a:lnTo>
                  <a:pt x="47532" y="364"/>
                </a:lnTo>
                <a:lnTo>
                  <a:pt x="44784" y="92"/>
                </a:lnTo>
                <a:lnTo>
                  <a:pt x="42010" y="0"/>
                </a:lnTo>
                <a:lnTo>
                  <a:pt x="39235" y="92"/>
                </a:lnTo>
                <a:lnTo>
                  <a:pt x="36488" y="364"/>
                </a:lnTo>
                <a:lnTo>
                  <a:pt x="33776" y="815"/>
                </a:lnTo>
                <a:lnTo>
                  <a:pt x="31108" y="1439"/>
                </a:lnTo>
                <a:lnTo>
                  <a:pt x="28491" y="2235"/>
                </a:lnTo>
                <a:lnTo>
                  <a:pt x="25934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3" y="7058"/>
                </a:lnTo>
                <a:lnTo>
                  <a:pt x="16467" y="8657"/>
                </a:lnTo>
                <a:lnTo>
                  <a:pt x="14331" y="10407"/>
                </a:lnTo>
                <a:lnTo>
                  <a:pt x="12305" y="12304"/>
                </a:lnTo>
                <a:lnTo>
                  <a:pt x="10408" y="14331"/>
                </a:lnTo>
                <a:lnTo>
                  <a:pt x="8658" y="16466"/>
                </a:lnTo>
                <a:lnTo>
                  <a:pt x="7059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40" y="31107"/>
                </a:lnTo>
                <a:lnTo>
                  <a:pt x="815" y="33776"/>
                </a:lnTo>
                <a:lnTo>
                  <a:pt x="365" y="36488"/>
                </a:lnTo>
                <a:lnTo>
                  <a:pt x="92" y="39235"/>
                </a:lnTo>
                <a:lnTo>
                  <a:pt x="0" y="42010"/>
                </a:lnTo>
                <a:lnTo>
                  <a:pt x="92" y="44784"/>
                </a:lnTo>
                <a:lnTo>
                  <a:pt x="365" y="47531"/>
                </a:lnTo>
                <a:lnTo>
                  <a:pt x="815" y="50243"/>
                </a:lnTo>
                <a:lnTo>
                  <a:pt x="1440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9" y="65317"/>
                </a:lnTo>
                <a:lnTo>
                  <a:pt x="8658" y="67553"/>
                </a:lnTo>
                <a:lnTo>
                  <a:pt x="10408" y="69688"/>
                </a:lnTo>
                <a:lnTo>
                  <a:pt x="12305" y="71715"/>
                </a:lnTo>
                <a:lnTo>
                  <a:pt x="14331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4" y="80821"/>
                </a:lnTo>
                <a:lnTo>
                  <a:pt x="28491" y="81784"/>
                </a:lnTo>
                <a:lnTo>
                  <a:pt x="31108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5" y="83927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path 52"/>
          <p:cNvSpPr/>
          <p:nvPr/>
        </p:nvSpPr>
        <p:spPr>
          <a:xfrm>
            <a:off x="7771621" y="2395723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09" y="84019"/>
                </a:moveTo>
                <a:lnTo>
                  <a:pt x="44784" y="83927"/>
                </a:lnTo>
                <a:lnTo>
                  <a:pt x="47531" y="83655"/>
                </a:lnTo>
                <a:lnTo>
                  <a:pt x="50243" y="83204"/>
                </a:lnTo>
                <a:lnTo>
                  <a:pt x="52911" y="82580"/>
                </a:lnTo>
                <a:lnTo>
                  <a:pt x="55528" y="81784"/>
                </a:lnTo>
                <a:lnTo>
                  <a:pt x="58085" y="80821"/>
                </a:lnTo>
                <a:lnTo>
                  <a:pt x="60574" y="79694"/>
                </a:lnTo>
                <a:lnTo>
                  <a:pt x="62987" y="78406"/>
                </a:lnTo>
                <a:lnTo>
                  <a:pt x="65316" y="76961"/>
                </a:lnTo>
                <a:lnTo>
                  <a:pt x="67552" y="75362"/>
                </a:lnTo>
                <a:lnTo>
                  <a:pt x="69688" y="73612"/>
                </a:lnTo>
                <a:lnTo>
                  <a:pt x="71714" y="71715"/>
                </a:lnTo>
                <a:lnTo>
                  <a:pt x="73611" y="69688"/>
                </a:lnTo>
                <a:lnTo>
                  <a:pt x="75361" y="67553"/>
                </a:lnTo>
                <a:lnTo>
                  <a:pt x="76961" y="65317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79" y="52912"/>
                </a:lnTo>
                <a:lnTo>
                  <a:pt x="83204" y="50243"/>
                </a:lnTo>
                <a:lnTo>
                  <a:pt x="83654" y="47531"/>
                </a:lnTo>
                <a:lnTo>
                  <a:pt x="83927" y="44784"/>
                </a:lnTo>
                <a:lnTo>
                  <a:pt x="84019" y="42009"/>
                </a:lnTo>
                <a:lnTo>
                  <a:pt x="83927" y="39235"/>
                </a:lnTo>
                <a:lnTo>
                  <a:pt x="83654" y="36488"/>
                </a:lnTo>
                <a:lnTo>
                  <a:pt x="83204" y="33776"/>
                </a:lnTo>
                <a:lnTo>
                  <a:pt x="82579" y="31107"/>
                </a:lnTo>
                <a:lnTo>
                  <a:pt x="81784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2"/>
                </a:lnTo>
                <a:lnTo>
                  <a:pt x="75361" y="16466"/>
                </a:lnTo>
                <a:lnTo>
                  <a:pt x="73611" y="14331"/>
                </a:lnTo>
                <a:lnTo>
                  <a:pt x="71714" y="12304"/>
                </a:lnTo>
                <a:lnTo>
                  <a:pt x="69688" y="10407"/>
                </a:lnTo>
                <a:lnTo>
                  <a:pt x="67552" y="8657"/>
                </a:lnTo>
                <a:lnTo>
                  <a:pt x="65316" y="7058"/>
                </a:lnTo>
                <a:lnTo>
                  <a:pt x="62987" y="5613"/>
                </a:lnTo>
                <a:lnTo>
                  <a:pt x="60574" y="4325"/>
                </a:lnTo>
                <a:lnTo>
                  <a:pt x="58085" y="3198"/>
                </a:lnTo>
                <a:lnTo>
                  <a:pt x="55528" y="2235"/>
                </a:lnTo>
                <a:lnTo>
                  <a:pt x="52911" y="1439"/>
                </a:lnTo>
                <a:lnTo>
                  <a:pt x="50243" y="814"/>
                </a:lnTo>
                <a:lnTo>
                  <a:pt x="47531" y="364"/>
                </a:lnTo>
                <a:lnTo>
                  <a:pt x="44784" y="91"/>
                </a:lnTo>
                <a:lnTo>
                  <a:pt x="42009" y="0"/>
                </a:lnTo>
                <a:lnTo>
                  <a:pt x="39235" y="91"/>
                </a:lnTo>
                <a:lnTo>
                  <a:pt x="36488" y="364"/>
                </a:lnTo>
                <a:lnTo>
                  <a:pt x="33776" y="814"/>
                </a:lnTo>
                <a:lnTo>
                  <a:pt x="31107" y="1439"/>
                </a:lnTo>
                <a:lnTo>
                  <a:pt x="28490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2" y="7058"/>
                </a:lnTo>
                <a:lnTo>
                  <a:pt x="16466" y="8657"/>
                </a:lnTo>
                <a:lnTo>
                  <a:pt x="14331" y="10407"/>
                </a:lnTo>
                <a:lnTo>
                  <a:pt x="12304" y="12304"/>
                </a:lnTo>
                <a:lnTo>
                  <a:pt x="10407" y="14331"/>
                </a:lnTo>
                <a:lnTo>
                  <a:pt x="8657" y="16466"/>
                </a:lnTo>
                <a:lnTo>
                  <a:pt x="7058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5" y="33776"/>
                </a:lnTo>
                <a:lnTo>
                  <a:pt x="364" y="36488"/>
                </a:lnTo>
                <a:lnTo>
                  <a:pt x="91" y="39235"/>
                </a:lnTo>
                <a:lnTo>
                  <a:pt x="0" y="42009"/>
                </a:lnTo>
                <a:lnTo>
                  <a:pt x="91" y="44784"/>
                </a:lnTo>
                <a:lnTo>
                  <a:pt x="364" y="47531"/>
                </a:lnTo>
                <a:lnTo>
                  <a:pt x="815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7"/>
                </a:lnTo>
                <a:lnTo>
                  <a:pt x="8657" y="67553"/>
                </a:lnTo>
                <a:lnTo>
                  <a:pt x="10407" y="69688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6" y="75362"/>
                </a:lnTo>
                <a:lnTo>
                  <a:pt x="18702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0" y="81784"/>
                </a:lnTo>
                <a:lnTo>
                  <a:pt x="31107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5" y="83927"/>
                </a:lnTo>
                <a:lnTo>
                  <a:pt x="42009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path 53"/>
          <p:cNvSpPr/>
          <p:nvPr/>
        </p:nvSpPr>
        <p:spPr>
          <a:xfrm>
            <a:off x="7550649" y="2345838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10" y="84019"/>
                </a:moveTo>
                <a:lnTo>
                  <a:pt x="44784" y="83927"/>
                </a:lnTo>
                <a:lnTo>
                  <a:pt x="47531" y="83655"/>
                </a:lnTo>
                <a:lnTo>
                  <a:pt x="50243" y="83204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6" y="76961"/>
                </a:lnTo>
                <a:lnTo>
                  <a:pt x="67553" y="75361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6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4" y="50243"/>
                </a:lnTo>
                <a:lnTo>
                  <a:pt x="83655" y="47531"/>
                </a:lnTo>
                <a:lnTo>
                  <a:pt x="83927" y="44784"/>
                </a:lnTo>
                <a:lnTo>
                  <a:pt x="84019" y="42009"/>
                </a:lnTo>
                <a:lnTo>
                  <a:pt x="83927" y="39235"/>
                </a:lnTo>
                <a:lnTo>
                  <a:pt x="83655" y="36488"/>
                </a:lnTo>
                <a:lnTo>
                  <a:pt x="83204" y="33776"/>
                </a:lnTo>
                <a:lnTo>
                  <a:pt x="82580" y="31107"/>
                </a:lnTo>
                <a:lnTo>
                  <a:pt x="81784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2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6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3" y="814"/>
                </a:lnTo>
                <a:lnTo>
                  <a:pt x="47531" y="364"/>
                </a:lnTo>
                <a:lnTo>
                  <a:pt x="44784" y="91"/>
                </a:lnTo>
                <a:lnTo>
                  <a:pt x="42010" y="0"/>
                </a:lnTo>
                <a:lnTo>
                  <a:pt x="39235" y="91"/>
                </a:lnTo>
                <a:lnTo>
                  <a:pt x="36488" y="364"/>
                </a:lnTo>
                <a:lnTo>
                  <a:pt x="33776" y="814"/>
                </a:lnTo>
                <a:lnTo>
                  <a:pt x="31107" y="1439"/>
                </a:lnTo>
                <a:lnTo>
                  <a:pt x="28491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3" y="7058"/>
                </a:lnTo>
                <a:lnTo>
                  <a:pt x="16467" y="8657"/>
                </a:lnTo>
                <a:lnTo>
                  <a:pt x="14331" y="10407"/>
                </a:lnTo>
                <a:lnTo>
                  <a:pt x="12304" y="12304"/>
                </a:lnTo>
                <a:lnTo>
                  <a:pt x="10407" y="14331"/>
                </a:lnTo>
                <a:lnTo>
                  <a:pt x="8657" y="16466"/>
                </a:lnTo>
                <a:lnTo>
                  <a:pt x="7058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5" y="33776"/>
                </a:lnTo>
                <a:lnTo>
                  <a:pt x="364" y="36488"/>
                </a:lnTo>
                <a:lnTo>
                  <a:pt x="92" y="39235"/>
                </a:lnTo>
                <a:lnTo>
                  <a:pt x="0" y="42009"/>
                </a:lnTo>
                <a:lnTo>
                  <a:pt x="92" y="44784"/>
                </a:lnTo>
                <a:lnTo>
                  <a:pt x="364" y="47531"/>
                </a:lnTo>
                <a:lnTo>
                  <a:pt x="815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6"/>
                </a:lnTo>
                <a:lnTo>
                  <a:pt x="8657" y="67553"/>
                </a:lnTo>
                <a:lnTo>
                  <a:pt x="10407" y="69688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7" y="75361"/>
                </a:lnTo>
                <a:lnTo>
                  <a:pt x="18703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1" y="81784"/>
                </a:lnTo>
                <a:lnTo>
                  <a:pt x="31107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5" y="83927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54"/>
          <p:cNvSpPr/>
          <p:nvPr/>
        </p:nvSpPr>
        <p:spPr>
          <a:xfrm>
            <a:off x="5848962" y="3752098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10" y="84019"/>
                </a:moveTo>
                <a:lnTo>
                  <a:pt x="44784" y="83927"/>
                </a:lnTo>
                <a:lnTo>
                  <a:pt x="47531" y="83654"/>
                </a:lnTo>
                <a:lnTo>
                  <a:pt x="50243" y="83204"/>
                </a:lnTo>
                <a:lnTo>
                  <a:pt x="52912" y="82579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0"/>
                </a:lnTo>
                <a:lnTo>
                  <a:pt x="67553" y="75361"/>
                </a:lnTo>
                <a:lnTo>
                  <a:pt x="69688" y="73611"/>
                </a:lnTo>
                <a:lnTo>
                  <a:pt x="71715" y="71714"/>
                </a:lnTo>
                <a:lnTo>
                  <a:pt x="73612" y="69688"/>
                </a:lnTo>
                <a:lnTo>
                  <a:pt x="75362" y="67552"/>
                </a:lnTo>
                <a:lnTo>
                  <a:pt x="76961" y="65316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5"/>
                </a:lnTo>
                <a:lnTo>
                  <a:pt x="81784" y="55528"/>
                </a:lnTo>
                <a:lnTo>
                  <a:pt x="82580" y="52911"/>
                </a:lnTo>
                <a:lnTo>
                  <a:pt x="83205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19" y="42009"/>
                </a:lnTo>
                <a:lnTo>
                  <a:pt x="83928" y="39235"/>
                </a:lnTo>
                <a:lnTo>
                  <a:pt x="83655" y="36487"/>
                </a:lnTo>
                <a:lnTo>
                  <a:pt x="83205" y="33775"/>
                </a:lnTo>
                <a:lnTo>
                  <a:pt x="82580" y="31107"/>
                </a:lnTo>
                <a:lnTo>
                  <a:pt x="81784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2"/>
                </a:lnTo>
                <a:lnTo>
                  <a:pt x="75362" y="16466"/>
                </a:lnTo>
                <a:lnTo>
                  <a:pt x="73612" y="14330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8" y="5612"/>
                </a:lnTo>
                <a:lnTo>
                  <a:pt x="60575" y="4325"/>
                </a:lnTo>
                <a:lnTo>
                  <a:pt x="58086" y="3197"/>
                </a:lnTo>
                <a:lnTo>
                  <a:pt x="55529" y="2234"/>
                </a:lnTo>
                <a:lnTo>
                  <a:pt x="52912" y="1439"/>
                </a:lnTo>
                <a:lnTo>
                  <a:pt x="50243" y="814"/>
                </a:lnTo>
                <a:lnTo>
                  <a:pt x="47531" y="364"/>
                </a:lnTo>
                <a:lnTo>
                  <a:pt x="44784" y="91"/>
                </a:lnTo>
                <a:lnTo>
                  <a:pt x="42010" y="0"/>
                </a:lnTo>
                <a:lnTo>
                  <a:pt x="39235" y="91"/>
                </a:lnTo>
                <a:lnTo>
                  <a:pt x="36488" y="364"/>
                </a:lnTo>
                <a:lnTo>
                  <a:pt x="33776" y="814"/>
                </a:lnTo>
                <a:lnTo>
                  <a:pt x="31107" y="1439"/>
                </a:lnTo>
                <a:lnTo>
                  <a:pt x="28490" y="2234"/>
                </a:lnTo>
                <a:lnTo>
                  <a:pt x="25933" y="3197"/>
                </a:lnTo>
                <a:lnTo>
                  <a:pt x="23444" y="4325"/>
                </a:lnTo>
                <a:lnTo>
                  <a:pt x="21031" y="5612"/>
                </a:lnTo>
                <a:lnTo>
                  <a:pt x="18703" y="7058"/>
                </a:lnTo>
                <a:lnTo>
                  <a:pt x="16466" y="8657"/>
                </a:lnTo>
                <a:lnTo>
                  <a:pt x="14331" y="10407"/>
                </a:lnTo>
                <a:lnTo>
                  <a:pt x="12304" y="12304"/>
                </a:lnTo>
                <a:lnTo>
                  <a:pt x="10407" y="14330"/>
                </a:lnTo>
                <a:lnTo>
                  <a:pt x="8658" y="16466"/>
                </a:lnTo>
                <a:lnTo>
                  <a:pt x="7058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5" y="33775"/>
                </a:lnTo>
                <a:lnTo>
                  <a:pt x="364" y="36487"/>
                </a:lnTo>
                <a:lnTo>
                  <a:pt x="92" y="39235"/>
                </a:lnTo>
                <a:lnTo>
                  <a:pt x="0" y="42009"/>
                </a:lnTo>
                <a:lnTo>
                  <a:pt x="92" y="44784"/>
                </a:lnTo>
                <a:lnTo>
                  <a:pt x="364" y="47531"/>
                </a:lnTo>
                <a:lnTo>
                  <a:pt x="815" y="50243"/>
                </a:lnTo>
                <a:lnTo>
                  <a:pt x="1439" y="52911"/>
                </a:lnTo>
                <a:lnTo>
                  <a:pt x="2235" y="55528"/>
                </a:lnTo>
                <a:lnTo>
                  <a:pt x="3198" y="58085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6"/>
                </a:lnTo>
                <a:lnTo>
                  <a:pt x="8658" y="67552"/>
                </a:lnTo>
                <a:lnTo>
                  <a:pt x="10407" y="69688"/>
                </a:lnTo>
                <a:lnTo>
                  <a:pt x="12304" y="71714"/>
                </a:lnTo>
                <a:lnTo>
                  <a:pt x="14331" y="73611"/>
                </a:lnTo>
                <a:lnTo>
                  <a:pt x="16466" y="75361"/>
                </a:lnTo>
                <a:lnTo>
                  <a:pt x="18703" y="76960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0" y="81784"/>
                </a:lnTo>
                <a:lnTo>
                  <a:pt x="31107" y="82579"/>
                </a:lnTo>
                <a:lnTo>
                  <a:pt x="33776" y="83204"/>
                </a:lnTo>
                <a:lnTo>
                  <a:pt x="36488" y="83654"/>
                </a:lnTo>
                <a:lnTo>
                  <a:pt x="39235" y="83927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55"/>
          <p:cNvSpPr/>
          <p:nvPr/>
        </p:nvSpPr>
        <p:spPr>
          <a:xfrm>
            <a:off x="5423540" y="4065838"/>
            <a:ext cx="84020" cy="84019"/>
          </a:xfrm>
          <a:custGeom>
            <a:avLst/>
            <a:gdLst/>
            <a:ahLst/>
            <a:cxnLst/>
            <a:rect l="l" t="t" r="r" b="b"/>
            <a:pathLst>
              <a:path w="84020" h="84019">
                <a:moveTo>
                  <a:pt x="42010" y="84019"/>
                </a:moveTo>
                <a:lnTo>
                  <a:pt x="44784" y="83928"/>
                </a:lnTo>
                <a:lnTo>
                  <a:pt x="47532" y="83655"/>
                </a:lnTo>
                <a:lnTo>
                  <a:pt x="50244" y="83205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9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7"/>
                </a:lnTo>
                <a:lnTo>
                  <a:pt x="78407" y="62988"/>
                </a:lnTo>
                <a:lnTo>
                  <a:pt x="79695" y="60575"/>
                </a:lnTo>
                <a:lnTo>
                  <a:pt x="80822" y="58086"/>
                </a:lnTo>
                <a:lnTo>
                  <a:pt x="81785" y="55529"/>
                </a:lnTo>
                <a:lnTo>
                  <a:pt x="82580" y="52912"/>
                </a:lnTo>
                <a:lnTo>
                  <a:pt x="83205" y="50244"/>
                </a:lnTo>
                <a:lnTo>
                  <a:pt x="83655" y="47531"/>
                </a:lnTo>
                <a:lnTo>
                  <a:pt x="83928" y="44784"/>
                </a:lnTo>
                <a:lnTo>
                  <a:pt x="84020" y="42010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5" y="33776"/>
                </a:lnTo>
                <a:lnTo>
                  <a:pt x="82580" y="31107"/>
                </a:lnTo>
                <a:lnTo>
                  <a:pt x="81785" y="28490"/>
                </a:lnTo>
                <a:lnTo>
                  <a:pt x="80822" y="25933"/>
                </a:lnTo>
                <a:lnTo>
                  <a:pt x="79695" y="23444"/>
                </a:lnTo>
                <a:lnTo>
                  <a:pt x="78407" y="21031"/>
                </a:lnTo>
                <a:lnTo>
                  <a:pt x="76961" y="18703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9" y="10407"/>
                </a:lnTo>
                <a:lnTo>
                  <a:pt x="67553" y="8658"/>
                </a:lnTo>
                <a:lnTo>
                  <a:pt x="65317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4" y="815"/>
                </a:lnTo>
                <a:lnTo>
                  <a:pt x="47532" y="364"/>
                </a:lnTo>
                <a:lnTo>
                  <a:pt x="44784" y="92"/>
                </a:lnTo>
                <a:lnTo>
                  <a:pt x="42010" y="0"/>
                </a:lnTo>
                <a:lnTo>
                  <a:pt x="39235" y="92"/>
                </a:lnTo>
                <a:lnTo>
                  <a:pt x="36488" y="364"/>
                </a:lnTo>
                <a:lnTo>
                  <a:pt x="33776" y="815"/>
                </a:lnTo>
                <a:lnTo>
                  <a:pt x="31108" y="1439"/>
                </a:lnTo>
                <a:lnTo>
                  <a:pt x="28491" y="2235"/>
                </a:lnTo>
                <a:lnTo>
                  <a:pt x="25934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3" y="7058"/>
                </a:lnTo>
                <a:lnTo>
                  <a:pt x="16467" y="8658"/>
                </a:lnTo>
                <a:lnTo>
                  <a:pt x="14331" y="10407"/>
                </a:lnTo>
                <a:lnTo>
                  <a:pt x="12305" y="12304"/>
                </a:lnTo>
                <a:lnTo>
                  <a:pt x="10408" y="14331"/>
                </a:lnTo>
                <a:lnTo>
                  <a:pt x="8658" y="16466"/>
                </a:lnTo>
                <a:lnTo>
                  <a:pt x="7059" y="18703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40" y="31107"/>
                </a:lnTo>
                <a:lnTo>
                  <a:pt x="815" y="33776"/>
                </a:lnTo>
                <a:lnTo>
                  <a:pt x="365" y="36488"/>
                </a:lnTo>
                <a:lnTo>
                  <a:pt x="92" y="39235"/>
                </a:lnTo>
                <a:lnTo>
                  <a:pt x="0" y="42010"/>
                </a:lnTo>
                <a:lnTo>
                  <a:pt x="92" y="44784"/>
                </a:lnTo>
                <a:lnTo>
                  <a:pt x="365" y="47531"/>
                </a:lnTo>
                <a:lnTo>
                  <a:pt x="815" y="50244"/>
                </a:lnTo>
                <a:lnTo>
                  <a:pt x="1440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9" y="65317"/>
                </a:lnTo>
                <a:lnTo>
                  <a:pt x="8658" y="67553"/>
                </a:lnTo>
                <a:lnTo>
                  <a:pt x="10408" y="69688"/>
                </a:lnTo>
                <a:lnTo>
                  <a:pt x="12305" y="71715"/>
                </a:lnTo>
                <a:lnTo>
                  <a:pt x="14331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4" y="80821"/>
                </a:lnTo>
                <a:lnTo>
                  <a:pt x="28491" y="81784"/>
                </a:lnTo>
                <a:lnTo>
                  <a:pt x="31108" y="82580"/>
                </a:lnTo>
                <a:lnTo>
                  <a:pt x="33776" y="83205"/>
                </a:lnTo>
                <a:lnTo>
                  <a:pt x="36488" y="83655"/>
                </a:lnTo>
                <a:lnTo>
                  <a:pt x="39235" y="83928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Editable path 56"/>
          <p:cNvSpPr/>
          <p:nvPr/>
        </p:nvSpPr>
        <p:spPr>
          <a:xfrm>
            <a:off x="6080259" y="3462735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09" y="84019"/>
                </a:moveTo>
                <a:lnTo>
                  <a:pt x="44784" y="83927"/>
                </a:lnTo>
                <a:lnTo>
                  <a:pt x="47531" y="83655"/>
                </a:lnTo>
                <a:lnTo>
                  <a:pt x="50243" y="83204"/>
                </a:lnTo>
                <a:lnTo>
                  <a:pt x="52912" y="82580"/>
                </a:lnTo>
                <a:lnTo>
                  <a:pt x="55528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6" y="76961"/>
                </a:lnTo>
                <a:lnTo>
                  <a:pt x="67553" y="75361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6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4" y="50243"/>
                </a:lnTo>
                <a:lnTo>
                  <a:pt x="83655" y="47531"/>
                </a:lnTo>
                <a:lnTo>
                  <a:pt x="83927" y="44784"/>
                </a:lnTo>
                <a:lnTo>
                  <a:pt x="84019" y="42009"/>
                </a:lnTo>
                <a:lnTo>
                  <a:pt x="83927" y="39235"/>
                </a:lnTo>
                <a:lnTo>
                  <a:pt x="83655" y="36488"/>
                </a:lnTo>
                <a:lnTo>
                  <a:pt x="83204" y="33776"/>
                </a:lnTo>
                <a:lnTo>
                  <a:pt x="82580" y="31107"/>
                </a:lnTo>
                <a:lnTo>
                  <a:pt x="81784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2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6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8" y="2235"/>
                </a:lnTo>
                <a:lnTo>
                  <a:pt x="52912" y="1439"/>
                </a:lnTo>
                <a:lnTo>
                  <a:pt x="50243" y="814"/>
                </a:lnTo>
                <a:lnTo>
                  <a:pt x="47531" y="364"/>
                </a:lnTo>
                <a:lnTo>
                  <a:pt x="44784" y="91"/>
                </a:lnTo>
                <a:lnTo>
                  <a:pt x="42009" y="0"/>
                </a:lnTo>
                <a:lnTo>
                  <a:pt x="39235" y="91"/>
                </a:lnTo>
                <a:lnTo>
                  <a:pt x="36488" y="364"/>
                </a:lnTo>
                <a:lnTo>
                  <a:pt x="33776" y="814"/>
                </a:lnTo>
                <a:lnTo>
                  <a:pt x="31107" y="1439"/>
                </a:lnTo>
                <a:lnTo>
                  <a:pt x="28490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3" y="7058"/>
                </a:lnTo>
                <a:lnTo>
                  <a:pt x="16466" y="8657"/>
                </a:lnTo>
                <a:lnTo>
                  <a:pt x="14331" y="10407"/>
                </a:lnTo>
                <a:lnTo>
                  <a:pt x="12304" y="12304"/>
                </a:lnTo>
                <a:lnTo>
                  <a:pt x="10407" y="14331"/>
                </a:lnTo>
                <a:lnTo>
                  <a:pt x="8657" y="16466"/>
                </a:lnTo>
                <a:lnTo>
                  <a:pt x="7058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5" y="33776"/>
                </a:lnTo>
                <a:lnTo>
                  <a:pt x="364" y="36488"/>
                </a:lnTo>
                <a:lnTo>
                  <a:pt x="92" y="39235"/>
                </a:lnTo>
                <a:lnTo>
                  <a:pt x="0" y="42009"/>
                </a:lnTo>
                <a:lnTo>
                  <a:pt x="92" y="44784"/>
                </a:lnTo>
                <a:lnTo>
                  <a:pt x="364" y="47531"/>
                </a:lnTo>
                <a:lnTo>
                  <a:pt x="815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6"/>
                </a:lnTo>
                <a:lnTo>
                  <a:pt x="8657" y="67553"/>
                </a:lnTo>
                <a:lnTo>
                  <a:pt x="10407" y="69688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6" y="75361"/>
                </a:lnTo>
                <a:lnTo>
                  <a:pt x="18703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0" y="81784"/>
                </a:lnTo>
                <a:lnTo>
                  <a:pt x="31107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5" y="83927"/>
                </a:lnTo>
                <a:lnTo>
                  <a:pt x="42009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Editable path 57"/>
          <p:cNvSpPr/>
          <p:nvPr/>
        </p:nvSpPr>
        <p:spPr>
          <a:xfrm>
            <a:off x="7645645" y="2311081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10" y="84019"/>
                </a:moveTo>
                <a:lnTo>
                  <a:pt x="44784" y="83927"/>
                </a:lnTo>
                <a:lnTo>
                  <a:pt x="47531" y="83655"/>
                </a:lnTo>
                <a:lnTo>
                  <a:pt x="50243" y="83204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6" y="76961"/>
                </a:lnTo>
                <a:lnTo>
                  <a:pt x="67553" y="75361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2"/>
                </a:lnTo>
                <a:lnTo>
                  <a:pt x="76961" y="65316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4" y="50243"/>
                </a:lnTo>
                <a:lnTo>
                  <a:pt x="83655" y="47531"/>
                </a:lnTo>
                <a:lnTo>
                  <a:pt x="83927" y="44784"/>
                </a:lnTo>
                <a:lnTo>
                  <a:pt x="84019" y="42009"/>
                </a:lnTo>
                <a:lnTo>
                  <a:pt x="83927" y="39235"/>
                </a:lnTo>
                <a:lnTo>
                  <a:pt x="83655" y="36488"/>
                </a:lnTo>
                <a:lnTo>
                  <a:pt x="83204" y="33776"/>
                </a:lnTo>
                <a:lnTo>
                  <a:pt x="82580" y="31107"/>
                </a:lnTo>
                <a:lnTo>
                  <a:pt x="81784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2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6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4"/>
                </a:lnTo>
                <a:lnTo>
                  <a:pt x="52912" y="1439"/>
                </a:lnTo>
                <a:lnTo>
                  <a:pt x="50243" y="814"/>
                </a:lnTo>
                <a:lnTo>
                  <a:pt x="47531" y="364"/>
                </a:lnTo>
                <a:lnTo>
                  <a:pt x="44784" y="91"/>
                </a:lnTo>
                <a:lnTo>
                  <a:pt x="42010" y="0"/>
                </a:lnTo>
                <a:lnTo>
                  <a:pt x="39235" y="91"/>
                </a:lnTo>
                <a:lnTo>
                  <a:pt x="36488" y="364"/>
                </a:lnTo>
                <a:lnTo>
                  <a:pt x="33776" y="814"/>
                </a:lnTo>
                <a:lnTo>
                  <a:pt x="31107" y="1439"/>
                </a:lnTo>
                <a:lnTo>
                  <a:pt x="28491" y="2234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3" y="7058"/>
                </a:lnTo>
                <a:lnTo>
                  <a:pt x="16467" y="8657"/>
                </a:lnTo>
                <a:lnTo>
                  <a:pt x="14331" y="10407"/>
                </a:lnTo>
                <a:lnTo>
                  <a:pt x="12304" y="12304"/>
                </a:lnTo>
                <a:lnTo>
                  <a:pt x="10407" y="14331"/>
                </a:lnTo>
                <a:lnTo>
                  <a:pt x="8658" y="16466"/>
                </a:lnTo>
                <a:lnTo>
                  <a:pt x="7058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5" y="33776"/>
                </a:lnTo>
                <a:lnTo>
                  <a:pt x="365" y="36488"/>
                </a:lnTo>
                <a:lnTo>
                  <a:pt x="92" y="39235"/>
                </a:lnTo>
                <a:lnTo>
                  <a:pt x="0" y="42009"/>
                </a:lnTo>
                <a:lnTo>
                  <a:pt x="92" y="44784"/>
                </a:lnTo>
                <a:lnTo>
                  <a:pt x="365" y="47531"/>
                </a:lnTo>
                <a:lnTo>
                  <a:pt x="815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6"/>
                </a:lnTo>
                <a:lnTo>
                  <a:pt x="8658" y="67552"/>
                </a:lnTo>
                <a:lnTo>
                  <a:pt x="10407" y="69688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7" y="75361"/>
                </a:lnTo>
                <a:lnTo>
                  <a:pt x="18703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1" y="81784"/>
                </a:lnTo>
                <a:lnTo>
                  <a:pt x="31107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5" y="83927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58"/>
          <p:cNvSpPr/>
          <p:nvPr/>
        </p:nvSpPr>
        <p:spPr>
          <a:xfrm>
            <a:off x="5892330" y="3604143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09" y="84019"/>
                </a:moveTo>
                <a:lnTo>
                  <a:pt x="44784" y="83928"/>
                </a:lnTo>
                <a:lnTo>
                  <a:pt x="47531" y="83655"/>
                </a:lnTo>
                <a:lnTo>
                  <a:pt x="50243" y="83205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6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1" y="67553"/>
                </a:lnTo>
                <a:lnTo>
                  <a:pt x="76961" y="65317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79" y="52912"/>
                </a:lnTo>
                <a:lnTo>
                  <a:pt x="83204" y="50243"/>
                </a:lnTo>
                <a:lnTo>
                  <a:pt x="83654" y="47531"/>
                </a:lnTo>
                <a:lnTo>
                  <a:pt x="83927" y="44784"/>
                </a:lnTo>
                <a:lnTo>
                  <a:pt x="84019" y="42010"/>
                </a:lnTo>
                <a:lnTo>
                  <a:pt x="83927" y="39235"/>
                </a:lnTo>
                <a:lnTo>
                  <a:pt x="83654" y="36488"/>
                </a:lnTo>
                <a:lnTo>
                  <a:pt x="83204" y="33776"/>
                </a:lnTo>
                <a:lnTo>
                  <a:pt x="82579" y="31107"/>
                </a:lnTo>
                <a:lnTo>
                  <a:pt x="81784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3"/>
                </a:lnTo>
                <a:lnTo>
                  <a:pt x="75361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6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3" y="815"/>
                </a:lnTo>
                <a:lnTo>
                  <a:pt x="47531" y="364"/>
                </a:lnTo>
                <a:lnTo>
                  <a:pt x="44784" y="92"/>
                </a:lnTo>
                <a:lnTo>
                  <a:pt x="42009" y="0"/>
                </a:lnTo>
                <a:lnTo>
                  <a:pt x="39235" y="92"/>
                </a:lnTo>
                <a:lnTo>
                  <a:pt x="36488" y="364"/>
                </a:lnTo>
                <a:lnTo>
                  <a:pt x="33776" y="815"/>
                </a:lnTo>
                <a:lnTo>
                  <a:pt x="31107" y="1439"/>
                </a:lnTo>
                <a:lnTo>
                  <a:pt x="28490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2" y="7058"/>
                </a:lnTo>
                <a:lnTo>
                  <a:pt x="16466" y="8657"/>
                </a:lnTo>
                <a:lnTo>
                  <a:pt x="14331" y="10407"/>
                </a:lnTo>
                <a:lnTo>
                  <a:pt x="12304" y="12304"/>
                </a:lnTo>
                <a:lnTo>
                  <a:pt x="10407" y="14331"/>
                </a:lnTo>
                <a:lnTo>
                  <a:pt x="8657" y="16466"/>
                </a:lnTo>
                <a:lnTo>
                  <a:pt x="7058" y="18703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4" y="33776"/>
                </a:lnTo>
                <a:lnTo>
                  <a:pt x="364" y="36488"/>
                </a:lnTo>
                <a:lnTo>
                  <a:pt x="91" y="39235"/>
                </a:lnTo>
                <a:lnTo>
                  <a:pt x="0" y="42010"/>
                </a:lnTo>
                <a:lnTo>
                  <a:pt x="91" y="44784"/>
                </a:lnTo>
                <a:lnTo>
                  <a:pt x="364" y="47531"/>
                </a:lnTo>
                <a:lnTo>
                  <a:pt x="814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7"/>
                </a:lnTo>
                <a:lnTo>
                  <a:pt x="8657" y="67553"/>
                </a:lnTo>
                <a:lnTo>
                  <a:pt x="10407" y="69688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6" y="75362"/>
                </a:lnTo>
                <a:lnTo>
                  <a:pt x="18702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0" y="81784"/>
                </a:lnTo>
                <a:lnTo>
                  <a:pt x="31107" y="82580"/>
                </a:lnTo>
                <a:lnTo>
                  <a:pt x="33776" y="83205"/>
                </a:lnTo>
                <a:lnTo>
                  <a:pt x="36488" y="83655"/>
                </a:lnTo>
                <a:lnTo>
                  <a:pt x="39235" y="83928"/>
                </a:lnTo>
                <a:lnTo>
                  <a:pt x="42009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59"/>
          <p:cNvSpPr/>
          <p:nvPr/>
        </p:nvSpPr>
        <p:spPr>
          <a:xfrm>
            <a:off x="6111236" y="3435684"/>
            <a:ext cx="84019" cy="84020"/>
          </a:xfrm>
          <a:custGeom>
            <a:avLst/>
            <a:gdLst/>
            <a:ahLst/>
            <a:cxnLst/>
            <a:rect l="l" t="t" r="r" b="b"/>
            <a:pathLst>
              <a:path w="84019" h="84020">
                <a:moveTo>
                  <a:pt x="42010" y="84020"/>
                </a:moveTo>
                <a:lnTo>
                  <a:pt x="44784" y="83928"/>
                </a:lnTo>
                <a:lnTo>
                  <a:pt x="47532" y="83655"/>
                </a:lnTo>
                <a:lnTo>
                  <a:pt x="50243" y="83205"/>
                </a:lnTo>
                <a:lnTo>
                  <a:pt x="52912" y="82580"/>
                </a:lnTo>
                <a:lnTo>
                  <a:pt x="55529" y="81785"/>
                </a:lnTo>
                <a:lnTo>
                  <a:pt x="58086" y="80822"/>
                </a:lnTo>
                <a:lnTo>
                  <a:pt x="60575" y="79695"/>
                </a:lnTo>
                <a:lnTo>
                  <a:pt x="62988" y="78407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9"/>
                </a:lnTo>
                <a:lnTo>
                  <a:pt x="75362" y="67553"/>
                </a:lnTo>
                <a:lnTo>
                  <a:pt x="76961" y="65317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5" y="50244"/>
                </a:lnTo>
                <a:lnTo>
                  <a:pt x="83655" y="47532"/>
                </a:lnTo>
                <a:lnTo>
                  <a:pt x="83928" y="44784"/>
                </a:lnTo>
                <a:lnTo>
                  <a:pt x="84019" y="42010"/>
                </a:lnTo>
                <a:lnTo>
                  <a:pt x="83928" y="39236"/>
                </a:lnTo>
                <a:lnTo>
                  <a:pt x="83655" y="36488"/>
                </a:lnTo>
                <a:lnTo>
                  <a:pt x="83205" y="33776"/>
                </a:lnTo>
                <a:lnTo>
                  <a:pt x="82580" y="31108"/>
                </a:lnTo>
                <a:lnTo>
                  <a:pt x="81784" y="28491"/>
                </a:lnTo>
                <a:lnTo>
                  <a:pt x="80821" y="25934"/>
                </a:lnTo>
                <a:lnTo>
                  <a:pt x="79694" y="23445"/>
                </a:lnTo>
                <a:lnTo>
                  <a:pt x="78406" y="21032"/>
                </a:lnTo>
                <a:lnTo>
                  <a:pt x="76961" y="18703"/>
                </a:lnTo>
                <a:lnTo>
                  <a:pt x="75362" y="16467"/>
                </a:lnTo>
                <a:lnTo>
                  <a:pt x="73612" y="14331"/>
                </a:lnTo>
                <a:lnTo>
                  <a:pt x="71715" y="12305"/>
                </a:lnTo>
                <a:lnTo>
                  <a:pt x="69688" y="10408"/>
                </a:lnTo>
                <a:lnTo>
                  <a:pt x="67553" y="8658"/>
                </a:lnTo>
                <a:lnTo>
                  <a:pt x="65317" y="7059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40"/>
                </a:lnTo>
                <a:lnTo>
                  <a:pt x="50243" y="815"/>
                </a:lnTo>
                <a:lnTo>
                  <a:pt x="47532" y="365"/>
                </a:lnTo>
                <a:lnTo>
                  <a:pt x="44784" y="92"/>
                </a:lnTo>
                <a:lnTo>
                  <a:pt x="42010" y="0"/>
                </a:lnTo>
                <a:lnTo>
                  <a:pt x="39236" y="92"/>
                </a:lnTo>
                <a:lnTo>
                  <a:pt x="36488" y="365"/>
                </a:lnTo>
                <a:lnTo>
                  <a:pt x="33776" y="815"/>
                </a:lnTo>
                <a:lnTo>
                  <a:pt x="31108" y="1440"/>
                </a:lnTo>
                <a:lnTo>
                  <a:pt x="28491" y="2235"/>
                </a:lnTo>
                <a:lnTo>
                  <a:pt x="25934" y="3198"/>
                </a:lnTo>
                <a:lnTo>
                  <a:pt x="23445" y="4325"/>
                </a:lnTo>
                <a:lnTo>
                  <a:pt x="21032" y="5613"/>
                </a:lnTo>
                <a:lnTo>
                  <a:pt x="18703" y="7059"/>
                </a:lnTo>
                <a:lnTo>
                  <a:pt x="16467" y="8658"/>
                </a:lnTo>
                <a:lnTo>
                  <a:pt x="14331" y="10408"/>
                </a:lnTo>
                <a:lnTo>
                  <a:pt x="12305" y="12305"/>
                </a:lnTo>
                <a:lnTo>
                  <a:pt x="10408" y="14331"/>
                </a:lnTo>
                <a:lnTo>
                  <a:pt x="8658" y="16467"/>
                </a:lnTo>
                <a:lnTo>
                  <a:pt x="7059" y="18703"/>
                </a:lnTo>
                <a:lnTo>
                  <a:pt x="5613" y="21032"/>
                </a:lnTo>
                <a:lnTo>
                  <a:pt x="4325" y="23445"/>
                </a:lnTo>
                <a:lnTo>
                  <a:pt x="3198" y="25934"/>
                </a:lnTo>
                <a:lnTo>
                  <a:pt x="2235" y="28491"/>
                </a:lnTo>
                <a:lnTo>
                  <a:pt x="1440" y="31108"/>
                </a:lnTo>
                <a:lnTo>
                  <a:pt x="815" y="33776"/>
                </a:lnTo>
                <a:lnTo>
                  <a:pt x="365" y="36488"/>
                </a:lnTo>
                <a:lnTo>
                  <a:pt x="92" y="39236"/>
                </a:lnTo>
                <a:lnTo>
                  <a:pt x="0" y="42010"/>
                </a:lnTo>
                <a:lnTo>
                  <a:pt x="92" y="44784"/>
                </a:lnTo>
                <a:lnTo>
                  <a:pt x="365" y="47532"/>
                </a:lnTo>
                <a:lnTo>
                  <a:pt x="815" y="50244"/>
                </a:lnTo>
                <a:lnTo>
                  <a:pt x="1440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9" y="65317"/>
                </a:lnTo>
                <a:lnTo>
                  <a:pt x="8658" y="67553"/>
                </a:lnTo>
                <a:lnTo>
                  <a:pt x="10408" y="69689"/>
                </a:lnTo>
                <a:lnTo>
                  <a:pt x="12305" y="71715"/>
                </a:lnTo>
                <a:lnTo>
                  <a:pt x="14331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2" y="78407"/>
                </a:lnTo>
                <a:lnTo>
                  <a:pt x="23445" y="79695"/>
                </a:lnTo>
                <a:lnTo>
                  <a:pt x="25934" y="80822"/>
                </a:lnTo>
                <a:lnTo>
                  <a:pt x="28491" y="81785"/>
                </a:lnTo>
                <a:lnTo>
                  <a:pt x="31108" y="82580"/>
                </a:lnTo>
                <a:lnTo>
                  <a:pt x="33776" y="83205"/>
                </a:lnTo>
                <a:lnTo>
                  <a:pt x="36488" y="83655"/>
                </a:lnTo>
                <a:lnTo>
                  <a:pt x="39236" y="83928"/>
                </a:lnTo>
                <a:lnTo>
                  <a:pt x="42010" y="84020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path 60"/>
          <p:cNvSpPr/>
          <p:nvPr/>
        </p:nvSpPr>
        <p:spPr>
          <a:xfrm>
            <a:off x="5762225" y="3736008"/>
            <a:ext cx="84020" cy="84019"/>
          </a:xfrm>
          <a:custGeom>
            <a:avLst/>
            <a:gdLst/>
            <a:ahLst/>
            <a:cxnLst/>
            <a:rect l="l" t="t" r="r" b="b"/>
            <a:pathLst>
              <a:path w="84020" h="84019">
                <a:moveTo>
                  <a:pt x="42010" y="84019"/>
                </a:moveTo>
                <a:lnTo>
                  <a:pt x="44784" y="83927"/>
                </a:lnTo>
                <a:lnTo>
                  <a:pt x="47532" y="83655"/>
                </a:lnTo>
                <a:lnTo>
                  <a:pt x="50244" y="83204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7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2" y="58086"/>
                </a:lnTo>
                <a:lnTo>
                  <a:pt x="81785" y="55529"/>
                </a:lnTo>
                <a:lnTo>
                  <a:pt x="82580" y="52912"/>
                </a:lnTo>
                <a:lnTo>
                  <a:pt x="83205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20" y="42009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5" y="33776"/>
                </a:lnTo>
                <a:lnTo>
                  <a:pt x="82580" y="31107"/>
                </a:lnTo>
                <a:lnTo>
                  <a:pt x="81785" y="28490"/>
                </a:lnTo>
                <a:lnTo>
                  <a:pt x="80822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2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4" y="815"/>
                </a:lnTo>
                <a:lnTo>
                  <a:pt x="47532" y="364"/>
                </a:lnTo>
                <a:lnTo>
                  <a:pt x="44784" y="92"/>
                </a:lnTo>
                <a:lnTo>
                  <a:pt x="42010" y="0"/>
                </a:lnTo>
                <a:lnTo>
                  <a:pt x="39235" y="92"/>
                </a:lnTo>
                <a:lnTo>
                  <a:pt x="36488" y="364"/>
                </a:lnTo>
                <a:lnTo>
                  <a:pt x="33776" y="815"/>
                </a:lnTo>
                <a:lnTo>
                  <a:pt x="31107" y="1439"/>
                </a:lnTo>
                <a:lnTo>
                  <a:pt x="28491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3" y="7058"/>
                </a:lnTo>
                <a:lnTo>
                  <a:pt x="16467" y="8657"/>
                </a:lnTo>
                <a:lnTo>
                  <a:pt x="14331" y="10407"/>
                </a:lnTo>
                <a:lnTo>
                  <a:pt x="12305" y="12304"/>
                </a:lnTo>
                <a:lnTo>
                  <a:pt x="10408" y="14331"/>
                </a:lnTo>
                <a:lnTo>
                  <a:pt x="8658" y="16466"/>
                </a:lnTo>
                <a:lnTo>
                  <a:pt x="7058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5" y="33776"/>
                </a:lnTo>
                <a:lnTo>
                  <a:pt x="364" y="36488"/>
                </a:lnTo>
                <a:lnTo>
                  <a:pt x="92" y="39235"/>
                </a:lnTo>
                <a:lnTo>
                  <a:pt x="0" y="42009"/>
                </a:lnTo>
                <a:lnTo>
                  <a:pt x="92" y="44784"/>
                </a:lnTo>
                <a:lnTo>
                  <a:pt x="364" y="47531"/>
                </a:lnTo>
                <a:lnTo>
                  <a:pt x="815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7"/>
                </a:lnTo>
                <a:lnTo>
                  <a:pt x="8658" y="67553"/>
                </a:lnTo>
                <a:lnTo>
                  <a:pt x="10408" y="69688"/>
                </a:lnTo>
                <a:lnTo>
                  <a:pt x="12305" y="71715"/>
                </a:lnTo>
                <a:lnTo>
                  <a:pt x="14331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1" y="81784"/>
                </a:lnTo>
                <a:lnTo>
                  <a:pt x="31107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5" y="83927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path 61"/>
          <p:cNvSpPr/>
          <p:nvPr/>
        </p:nvSpPr>
        <p:spPr>
          <a:xfrm>
            <a:off x="5293435" y="4069376"/>
            <a:ext cx="84020" cy="84019"/>
          </a:xfrm>
          <a:custGeom>
            <a:avLst/>
            <a:gdLst/>
            <a:ahLst/>
            <a:cxnLst/>
            <a:rect l="l" t="t" r="r" b="b"/>
            <a:pathLst>
              <a:path w="84020" h="84019">
                <a:moveTo>
                  <a:pt x="42010" y="84019"/>
                </a:moveTo>
                <a:lnTo>
                  <a:pt x="44785" y="83927"/>
                </a:lnTo>
                <a:lnTo>
                  <a:pt x="47532" y="83654"/>
                </a:lnTo>
                <a:lnTo>
                  <a:pt x="50244" y="83204"/>
                </a:lnTo>
                <a:lnTo>
                  <a:pt x="52912" y="82579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6" y="79694"/>
                </a:lnTo>
                <a:lnTo>
                  <a:pt x="62989" y="78406"/>
                </a:lnTo>
                <a:lnTo>
                  <a:pt x="65317" y="76961"/>
                </a:lnTo>
                <a:lnTo>
                  <a:pt x="67553" y="75361"/>
                </a:lnTo>
                <a:lnTo>
                  <a:pt x="69689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2"/>
                </a:lnTo>
                <a:lnTo>
                  <a:pt x="76961" y="65316"/>
                </a:lnTo>
                <a:lnTo>
                  <a:pt x="78407" y="62988"/>
                </a:lnTo>
                <a:lnTo>
                  <a:pt x="79695" y="60575"/>
                </a:lnTo>
                <a:lnTo>
                  <a:pt x="80822" y="58085"/>
                </a:lnTo>
                <a:lnTo>
                  <a:pt x="81785" y="55528"/>
                </a:lnTo>
                <a:lnTo>
                  <a:pt x="82580" y="52911"/>
                </a:lnTo>
                <a:lnTo>
                  <a:pt x="83205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20" y="42009"/>
                </a:lnTo>
                <a:lnTo>
                  <a:pt x="83928" y="39235"/>
                </a:lnTo>
                <a:lnTo>
                  <a:pt x="83655" y="36487"/>
                </a:lnTo>
                <a:lnTo>
                  <a:pt x="83205" y="33775"/>
                </a:lnTo>
                <a:lnTo>
                  <a:pt x="82580" y="31107"/>
                </a:lnTo>
                <a:lnTo>
                  <a:pt x="81785" y="28490"/>
                </a:lnTo>
                <a:lnTo>
                  <a:pt x="80822" y="25933"/>
                </a:lnTo>
                <a:lnTo>
                  <a:pt x="79695" y="23444"/>
                </a:lnTo>
                <a:lnTo>
                  <a:pt x="78407" y="21031"/>
                </a:lnTo>
                <a:lnTo>
                  <a:pt x="76961" y="18702"/>
                </a:lnTo>
                <a:lnTo>
                  <a:pt x="75362" y="16466"/>
                </a:lnTo>
                <a:lnTo>
                  <a:pt x="73612" y="14330"/>
                </a:lnTo>
                <a:lnTo>
                  <a:pt x="71715" y="12304"/>
                </a:lnTo>
                <a:lnTo>
                  <a:pt x="69689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9" y="5612"/>
                </a:lnTo>
                <a:lnTo>
                  <a:pt x="60576" y="4325"/>
                </a:lnTo>
                <a:lnTo>
                  <a:pt x="58086" y="3197"/>
                </a:lnTo>
                <a:lnTo>
                  <a:pt x="55529" y="2234"/>
                </a:lnTo>
                <a:lnTo>
                  <a:pt x="52912" y="1439"/>
                </a:lnTo>
                <a:lnTo>
                  <a:pt x="50244" y="814"/>
                </a:lnTo>
                <a:lnTo>
                  <a:pt x="47532" y="364"/>
                </a:lnTo>
                <a:lnTo>
                  <a:pt x="44785" y="91"/>
                </a:lnTo>
                <a:lnTo>
                  <a:pt x="42010" y="0"/>
                </a:lnTo>
                <a:lnTo>
                  <a:pt x="39236" y="91"/>
                </a:lnTo>
                <a:lnTo>
                  <a:pt x="36488" y="364"/>
                </a:lnTo>
                <a:lnTo>
                  <a:pt x="33776" y="814"/>
                </a:lnTo>
                <a:lnTo>
                  <a:pt x="31108" y="1439"/>
                </a:lnTo>
                <a:lnTo>
                  <a:pt x="28491" y="2234"/>
                </a:lnTo>
                <a:lnTo>
                  <a:pt x="25934" y="3197"/>
                </a:lnTo>
                <a:lnTo>
                  <a:pt x="23445" y="4325"/>
                </a:lnTo>
                <a:lnTo>
                  <a:pt x="21032" y="5612"/>
                </a:lnTo>
                <a:lnTo>
                  <a:pt x="18703" y="7058"/>
                </a:lnTo>
                <a:lnTo>
                  <a:pt x="16467" y="8657"/>
                </a:lnTo>
                <a:lnTo>
                  <a:pt x="14331" y="10407"/>
                </a:lnTo>
                <a:lnTo>
                  <a:pt x="12305" y="12304"/>
                </a:lnTo>
                <a:lnTo>
                  <a:pt x="10408" y="14330"/>
                </a:lnTo>
                <a:lnTo>
                  <a:pt x="8658" y="16466"/>
                </a:lnTo>
                <a:lnTo>
                  <a:pt x="7059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40" y="31107"/>
                </a:lnTo>
                <a:lnTo>
                  <a:pt x="815" y="33775"/>
                </a:lnTo>
                <a:lnTo>
                  <a:pt x="365" y="36487"/>
                </a:lnTo>
                <a:lnTo>
                  <a:pt x="92" y="39235"/>
                </a:lnTo>
                <a:lnTo>
                  <a:pt x="0" y="42009"/>
                </a:lnTo>
                <a:lnTo>
                  <a:pt x="92" y="44784"/>
                </a:lnTo>
                <a:lnTo>
                  <a:pt x="365" y="47531"/>
                </a:lnTo>
                <a:lnTo>
                  <a:pt x="815" y="50243"/>
                </a:lnTo>
                <a:lnTo>
                  <a:pt x="1440" y="52911"/>
                </a:lnTo>
                <a:lnTo>
                  <a:pt x="2235" y="55528"/>
                </a:lnTo>
                <a:lnTo>
                  <a:pt x="3198" y="58085"/>
                </a:lnTo>
                <a:lnTo>
                  <a:pt x="4325" y="60575"/>
                </a:lnTo>
                <a:lnTo>
                  <a:pt x="5613" y="62988"/>
                </a:lnTo>
                <a:lnTo>
                  <a:pt x="7059" y="65316"/>
                </a:lnTo>
                <a:lnTo>
                  <a:pt x="8658" y="67552"/>
                </a:lnTo>
                <a:lnTo>
                  <a:pt x="10408" y="69688"/>
                </a:lnTo>
                <a:lnTo>
                  <a:pt x="12305" y="71715"/>
                </a:lnTo>
                <a:lnTo>
                  <a:pt x="14331" y="73612"/>
                </a:lnTo>
                <a:lnTo>
                  <a:pt x="16467" y="75361"/>
                </a:lnTo>
                <a:lnTo>
                  <a:pt x="18703" y="76961"/>
                </a:lnTo>
                <a:lnTo>
                  <a:pt x="21032" y="78406"/>
                </a:lnTo>
                <a:lnTo>
                  <a:pt x="23445" y="79694"/>
                </a:lnTo>
                <a:lnTo>
                  <a:pt x="25934" y="80821"/>
                </a:lnTo>
                <a:lnTo>
                  <a:pt x="28491" y="81784"/>
                </a:lnTo>
                <a:lnTo>
                  <a:pt x="31108" y="82579"/>
                </a:lnTo>
                <a:lnTo>
                  <a:pt x="33776" y="83204"/>
                </a:lnTo>
                <a:lnTo>
                  <a:pt x="36488" y="83654"/>
                </a:lnTo>
                <a:lnTo>
                  <a:pt x="39236" y="83927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62"/>
          <p:cNvSpPr/>
          <p:nvPr/>
        </p:nvSpPr>
        <p:spPr>
          <a:xfrm>
            <a:off x="5299631" y="4051342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10" y="84019"/>
                </a:moveTo>
                <a:lnTo>
                  <a:pt x="44784" y="83927"/>
                </a:lnTo>
                <a:lnTo>
                  <a:pt x="47531" y="83655"/>
                </a:lnTo>
                <a:lnTo>
                  <a:pt x="50243" y="83204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6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5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19" y="42009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5" y="33776"/>
                </a:lnTo>
                <a:lnTo>
                  <a:pt x="82580" y="31107"/>
                </a:lnTo>
                <a:lnTo>
                  <a:pt x="81784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2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3" y="815"/>
                </a:lnTo>
                <a:lnTo>
                  <a:pt x="47531" y="364"/>
                </a:lnTo>
                <a:lnTo>
                  <a:pt x="44784" y="91"/>
                </a:lnTo>
                <a:lnTo>
                  <a:pt x="42010" y="0"/>
                </a:lnTo>
                <a:lnTo>
                  <a:pt x="39235" y="91"/>
                </a:lnTo>
                <a:lnTo>
                  <a:pt x="36488" y="364"/>
                </a:lnTo>
                <a:lnTo>
                  <a:pt x="33776" y="815"/>
                </a:lnTo>
                <a:lnTo>
                  <a:pt x="31107" y="1439"/>
                </a:lnTo>
                <a:lnTo>
                  <a:pt x="28490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2" y="7058"/>
                </a:lnTo>
                <a:lnTo>
                  <a:pt x="16466" y="8657"/>
                </a:lnTo>
                <a:lnTo>
                  <a:pt x="14331" y="10407"/>
                </a:lnTo>
                <a:lnTo>
                  <a:pt x="12304" y="12304"/>
                </a:lnTo>
                <a:lnTo>
                  <a:pt x="10407" y="14331"/>
                </a:lnTo>
                <a:lnTo>
                  <a:pt x="8657" y="16466"/>
                </a:lnTo>
                <a:lnTo>
                  <a:pt x="7058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5" y="33776"/>
                </a:lnTo>
                <a:lnTo>
                  <a:pt x="364" y="36488"/>
                </a:lnTo>
                <a:lnTo>
                  <a:pt x="91" y="39235"/>
                </a:lnTo>
                <a:lnTo>
                  <a:pt x="0" y="42009"/>
                </a:lnTo>
                <a:lnTo>
                  <a:pt x="91" y="44784"/>
                </a:lnTo>
                <a:lnTo>
                  <a:pt x="364" y="47531"/>
                </a:lnTo>
                <a:lnTo>
                  <a:pt x="815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6"/>
                </a:lnTo>
                <a:lnTo>
                  <a:pt x="8657" y="67553"/>
                </a:lnTo>
                <a:lnTo>
                  <a:pt x="10407" y="69688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6" y="75362"/>
                </a:lnTo>
                <a:lnTo>
                  <a:pt x="18702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0" y="81784"/>
                </a:lnTo>
                <a:lnTo>
                  <a:pt x="31107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5" y="83927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63"/>
          <p:cNvSpPr/>
          <p:nvPr/>
        </p:nvSpPr>
        <p:spPr>
          <a:xfrm>
            <a:off x="5355390" y="4098176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10" y="84019"/>
                </a:moveTo>
                <a:lnTo>
                  <a:pt x="44784" y="83927"/>
                </a:lnTo>
                <a:lnTo>
                  <a:pt x="47531" y="83654"/>
                </a:lnTo>
                <a:lnTo>
                  <a:pt x="50243" y="83204"/>
                </a:lnTo>
                <a:lnTo>
                  <a:pt x="52912" y="82579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1"/>
                </a:lnTo>
                <a:lnTo>
                  <a:pt x="67553" y="75361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2"/>
                </a:lnTo>
                <a:lnTo>
                  <a:pt x="76961" y="65316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8"/>
                </a:lnTo>
                <a:lnTo>
                  <a:pt x="82580" y="52912"/>
                </a:lnTo>
                <a:lnTo>
                  <a:pt x="83205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19" y="42009"/>
                </a:lnTo>
                <a:lnTo>
                  <a:pt x="83928" y="39235"/>
                </a:lnTo>
                <a:lnTo>
                  <a:pt x="83655" y="36487"/>
                </a:lnTo>
                <a:lnTo>
                  <a:pt x="83205" y="33775"/>
                </a:lnTo>
                <a:lnTo>
                  <a:pt x="82580" y="31107"/>
                </a:lnTo>
                <a:lnTo>
                  <a:pt x="81784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2"/>
                </a:lnTo>
                <a:lnTo>
                  <a:pt x="75362" y="16466"/>
                </a:lnTo>
                <a:lnTo>
                  <a:pt x="73612" y="14330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4"/>
                </a:lnTo>
                <a:lnTo>
                  <a:pt x="52912" y="1439"/>
                </a:lnTo>
                <a:lnTo>
                  <a:pt x="50243" y="814"/>
                </a:lnTo>
                <a:lnTo>
                  <a:pt x="47531" y="364"/>
                </a:lnTo>
                <a:lnTo>
                  <a:pt x="44784" y="91"/>
                </a:lnTo>
                <a:lnTo>
                  <a:pt x="42010" y="0"/>
                </a:lnTo>
                <a:lnTo>
                  <a:pt x="39235" y="91"/>
                </a:lnTo>
                <a:lnTo>
                  <a:pt x="36488" y="364"/>
                </a:lnTo>
                <a:lnTo>
                  <a:pt x="33776" y="814"/>
                </a:lnTo>
                <a:lnTo>
                  <a:pt x="31107" y="1439"/>
                </a:lnTo>
                <a:lnTo>
                  <a:pt x="28490" y="2234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2" y="7058"/>
                </a:lnTo>
                <a:lnTo>
                  <a:pt x="16466" y="8657"/>
                </a:lnTo>
                <a:lnTo>
                  <a:pt x="14331" y="10407"/>
                </a:lnTo>
                <a:lnTo>
                  <a:pt x="12304" y="12304"/>
                </a:lnTo>
                <a:lnTo>
                  <a:pt x="10407" y="14330"/>
                </a:lnTo>
                <a:lnTo>
                  <a:pt x="8657" y="16466"/>
                </a:lnTo>
                <a:lnTo>
                  <a:pt x="7058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5" y="33775"/>
                </a:lnTo>
                <a:lnTo>
                  <a:pt x="364" y="36487"/>
                </a:lnTo>
                <a:lnTo>
                  <a:pt x="91" y="39235"/>
                </a:lnTo>
                <a:lnTo>
                  <a:pt x="0" y="42009"/>
                </a:lnTo>
                <a:lnTo>
                  <a:pt x="91" y="44784"/>
                </a:lnTo>
                <a:lnTo>
                  <a:pt x="364" y="47531"/>
                </a:lnTo>
                <a:lnTo>
                  <a:pt x="815" y="50243"/>
                </a:lnTo>
                <a:lnTo>
                  <a:pt x="1439" y="52912"/>
                </a:lnTo>
                <a:lnTo>
                  <a:pt x="2235" y="55528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6"/>
                </a:lnTo>
                <a:lnTo>
                  <a:pt x="8657" y="67552"/>
                </a:lnTo>
                <a:lnTo>
                  <a:pt x="10407" y="69688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6" y="75361"/>
                </a:lnTo>
                <a:lnTo>
                  <a:pt x="18702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0" y="81784"/>
                </a:lnTo>
                <a:lnTo>
                  <a:pt x="31107" y="82579"/>
                </a:lnTo>
                <a:lnTo>
                  <a:pt x="33776" y="83204"/>
                </a:lnTo>
                <a:lnTo>
                  <a:pt x="36488" y="83654"/>
                </a:lnTo>
                <a:lnTo>
                  <a:pt x="39235" y="83927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Editable path 64"/>
          <p:cNvSpPr/>
          <p:nvPr/>
        </p:nvSpPr>
        <p:spPr>
          <a:xfrm>
            <a:off x="5638316" y="3942671"/>
            <a:ext cx="84020" cy="84019"/>
          </a:xfrm>
          <a:custGeom>
            <a:avLst/>
            <a:gdLst/>
            <a:ahLst/>
            <a:cxnLst/>
            <a:rect l="l" t="t" r="r" b="b"/>
            <a:pathLst>
              <a:path w="84020" h="84019">
                <a:moveTo>
                  <a:pt x="42010" y="84019"/>
                </a:moveTo>
                <a:lnTo>
                  <a:pt x="44784" y="83927"/>
                </a:lnTo>
                <a:lnTo>
                  <a:pt x="47532" y="83655"/>
                </a:lnTo>
                <a:lnTo>
                  <a:pt x="50244" y="83204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6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2" y="58086"/>
                </a:lnTo>
                <a:lnTo>
                  <a:pt x="81785" y="55529"/>
                </a:lnTo>
                <a:lnTo>
                  <a:pt x="82580" y="52912"/>
                </a:lnTo>
                <a:lnTo>
                  <a:pt x="83205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20" y="42009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5" y="33776"/>
                </a:lnTo>
                <a:lnTo>
                  <a:pt x="82580" y="31107"/>
                </a:lnTo>
                <a:lnTo>
                  <a:pt x="81785" y="28490"/>
                </a:lnTo>
                <a:lnTo>
                  <a:pt x="80822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2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4" y="815"/>
                </a:lnTo>
                <a:lnTo>
                  <a:pt x="47532" y="364"/>
                </a:lnTo>
                <a:lnTo>
                  <a:pt x="44784" y="91"/>
                </a:lnTo>
                <a:lnTo>
                  <a:pt x="42010" y="0"/>
                </a:lnTo>
                <a:lnTo>
                  <a:pt x="39235" y="91"/>
                </a:lnTo>
                <a:lnTo>
                  <a:pt x="36488" y="364"/>
                </a:lnTo>
                <a:lnTo>
                  <a:pt x="33776" y="815"/>
                </a:lnTo>
                <a:lnTo>
                  <a:pt x="31107" y="1439"/>
                </a:lnTo>
                <a:lnTo>
                  <a:pt x="28491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3" y="7058"/>
                </a:lnTo>
                <a:lnTo>
                  <a:pt x="16467" y="8657"/>
                </a:lnTo>
                <a:lnTo>
                  <a:pt x="14331" y="10407"/>
                </a:lnTo>
                <a:lnTo>
                  <a:pt x="12305" y="12304"/>
                </a:lnTo>
                <a:lnTo>
                  <a:pt x="10408" y="14331"/>
                </a:lnTo>
                <a:lnTo>
                  <a:pt x="8658" y="16466"/>
                </a:lnTo>
                <a:lnTo>
                  <a:pt x="7058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5" y="33776"/>
                </a:lnTo>
                <a:lnTo>
                  <a:pt x="364" y="36488"/>
                </a:lnTo>
                <a:lnTo>
                  <a:pt x="92" y="39235"/>
                </a:lnTo>
                <a:lnTo>
                  <a:pt x="0" y="42009"/>
                </a:lnTo>
                <a:lnTo>
                  <a:pt x="92" y="44784"/>
                </a:lnTo>
                <a:lnTo>
                  <a:pt x="364" y="47531"/>
                </a:lnTo>
                <a:lnTo>
                  <a:pt x="815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6"/>
                </a:lnTo>
                <a:lnTo>
                  <a:pt x="8658" y="67553"/>
                </a:lnTo>
                <a:lnTo>
                  <a:pt x="10408" y="69688"/>
                </a:lnTo>
                <a:lnTo>
                  <a:pt x="12305" y="71715"/>
                </a:lnTo>
                <a:lnTo>
                  <a:pt x="14331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1" y="81784"/>
                </a:lnTo>
                <a:lnTo>
                  <a:pt x="31107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5" y="83927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ditable path 65"/>
          <p:cNvSpPr/>
          <p:nvPr/>
        </p:nvSpPr>
        <p:spPr>
          <a:xfrm>
            <a:off x="5260393" y="4097887"/>
            <a:ext cx="84020" cy="84019"/>
          </a:xfrm>
          <a:custGeom>
            <a:avLst/>
            <a:gdLst/>
            <a:ahLst/>
            <a:cxnLst/>
            <a:rect l="l" t="t" r="r" b="b"/>
            <a:pathLst>
              <a:path w="84020" h="84019">
                <a:moveTo>
                  <a:pt x="42010" y="84019"/>
                </a:moveTo>
                <a:lnTo>
                  <a:pt x="44784" y="83927"/>
                </a:lnTo>
                <a:lnTo>
                  <a:pt x="47532" y="83655"/>
                </a:lnTo>
                <a:lnTo>
                  <a:pt x="50244" y="83204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7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2" y="58086"/>
                </a:lnTo>
                <a:lnTo>
                  <a:pt x="81785" y="55529"/>
                </a:lnTo>
                <a:lnTo>
                  <a:pt x="82580" y="52912"/>
                </a:lnTo>
                <a:lnTo>
                  <a:pt x="83205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20" y="42009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5" y="33776"/>
                </a:lnTo>
                <a:lnTo>
                  <a:pt x="82580" y="31107"/>
                </a:lnTo>
                <a:lnTo>
                  <a:pt x="81785" y="28490"/>
                </a:lnTo>
                <a:lnTo>
                  <a:pt x="80822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2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4" y="815"/>
                </a:lnTo>
                <a:lnTo>
                  <a:pt x="47532" y="364"/>
                </a:lnTo>
                <a:lnTo>
                  <a:pt x="44784" y="92"/>
                </a:lnTo>
                <a:lnTo>
                  <a:pt x="42010" y="0"/>
                </a:lnTo>
                <a:lnTo>
                  <a:pt x="39235" y="92"/>
                </a:lnTo>
                <a:lnTo>
                  <a:pt x="36488" y="364"/>
                </a:lnTo>
                <a:lnTo>
                  <a:pt x="33776" y="815"/>
                </a:lnTo>
                <a:lnTo>
                  <a:pt x="31107" y="1439"/>
                </a:lnTo>
                <a:lnTo>
                  <a:pt x="28491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3" y="7058"/>
                </a:lnTo>
                <a:lnTo>
                  <a:pt x="16467" y="8657"/>
                </a:lnTo>
                <a:lnTo>
                  <a:pt x="14331" y="10407"/>
                </a:lnTo>
                <a:lnTo>
                  <a:pt x="12305" y="12304"/>
                </a:lnTo>
                <a:lnTo>
                  <a:pt x="10408" y="14331"/>
                </a:lnTo>
                <a:lnTo>
                  <a:pt x="8658" y="16466"/>
                </a:lnTo>
                <a:lnTo>
                  <a:pt x="7058" y="18702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5" y="33776"/>
                </a:lnTo>
                <a:lnTo>
                  <a:pt x="364" y="36488"/>
                </a:lnTo>
                <a:lnTo>
                  <a:pt x="92" y="39235"/>
                </a:lnTo>
                <a:lnTo>
                  <a:pt x="0" y="42009"/>
                </a:lnTo>
                <a:lnTo>
                  <a:pt x="92" y="44784"/>
                </a:lnTo>
                <a:lnTo>
                  <a:pt x="364" y="47531"/>
                </a:lnTo>
                <a:lnTo>
                  <a:pt x="815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7"/>
                </a:lnTo>
                <a:lnTo>
                  <a:pt x="8658" y="67553"/>
                </a:lnTo>
                <a:lnTo>
                  <a:pt x="10408" y="69688"/>
                </a:lnTo>
                <a:lnTo>
                  <a:pt x="12305" y="71715"/>
                </a:lnTo>
                <a:lnTo>
                  <a:pt x="14331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1" y="81784"/>
                </a:lnTo>
                <a:lnTo>
                  <a:pt x="31107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5" y="83927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path 66"/>
          <p:cNvSpPr/>
          <p:nvPr/>
        </p:nvSpPr>
        <p:spPr>
          <a:xfrm>
            <a:off x="5349195" y="4012525"/>
            <a:ext cx="84019" cy="84019"/>
          </a:xfrm>
          <a:custGeom>
            <a:avLst/>
            <a:gdLst/>
            <a:ahLst/>
            <a:cxnLst/>
            <a:rect l="l" t="t" r="r" b="b"/>
            <a:pathLst>
              <a:path w="84019" h="84019">
                <a:moveTo>
                  <a:pt x="42009" y="84019"/>
                </a:moveTo>
                <a:lnTo>
                  <a:pt x="44784" y="83928"/>
                </a:lnTo>
                <a:lnTo>
                  <a:pt x="47531" y="83655"/>
                </a:lnTo>
                <a:lnTo>
                  <a:pt x="50243" y="83205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7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4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19" y="42010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4" y="33776"/>
                </a:lnTo>
                <a:lnTo>
                  <a:pt x="82580" y="31107"/>
                </a:lnTo>
                <a:lnTo>
                  <a:pt x="81784" y="28490"/>
                </a:lnTo>
                <a:lnTo>
                  <a:pt x="80821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3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3" y="815"/>
                </a:lnTo>
                <a:lnTo>
                  <a:pt x="47531" y="364"/>
                </a:lnTo>
                <a:lnTo>
                  <a:pt x="44784" y="92"/>
                </a:lnTo>
                <a:lnTo>
                  <a:pt x="42009" y="0"/>
                </a:lnTo>
                <a:lnTo>
                  <a:pt x="39235" y="92"/>
                </a:lnTo>
                <a:lnTo>
                  <a:pt x="36488" y="364"/>
                </a:lnTo>
                <a:lnTo>
                  <a:pt x="33776" y="815"/>
                </a:lnTo>
                <a:lnTo>
                  <a:pt x="31107" y="1439"/>
                </a:lnTo>
                <a:lnTo>
                  <a:pt x="28490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2" y="7058"/>
                </a:lnTo>
                <a:lnTo>
                  <a:pt x="16466" y="8657"/>
                </a:lnTo>
                <a:lnTo>
                  <a:pt x="14331" y="10407"/>
                </a:lnTo>
                <a:lnTo>
                  <a:pt x="12304" y="12304"/>
                </a:lnTo>
                <a:lnTo>
                  <a:pt x="10407" y="14331"/>
                </a:lnTo>
                <a:lnTo>
                  <a:pt x="8657" y="16466"/>
                </a:lnTo>
                <a:lnTo>
                  <a:pt x="7058" y="18703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4" y="33776"/>
                </a:lnTo>
                <a:lnTo>
                  <a:pt x="364" y="36488"/>
                </a:lnTo>
                <a:lnTo>
                  <a:pt x="91" y="39235"/>
                </a:lnTo>
                <a:lnTo>
                  <a:pt x="0" y="42010"/>
                </a:lnTo>
                <a:lnTo>
                  <a:pt x="91" y="44784"/>
                </a:lnTo>
                <a:lnTo>
                  <a:pt x="364" y="47531"/>
                </a:lnTo>
                <a:lnTo>
                  <a:pt x="814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7"/>
                </a:lnTo>
                <a:lnTo>
                  <a:pt x="8657" y="67553"/>
                </a:lnTo>
                <a:lnTo>
                  <a:pt x="10407" y="69688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6" y="75362"/>
                </a:lnTo>
                <a:lnTo>
                  <a:pt x="18702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0" y="81784"/>
                </a:lnTo>
                <a:lnTo>
                  <a:pt x="31107" y="82580"/>
                </a:lnTo>
                <a:lnTo>
                  <a:pt x="33776" y="83205"/>
                </a:lnTo>
                <a:lnTo>
                  <a:pt x="36488" y="83655"/>
                </a:lnTo>
                <a:lnTo>
                  <a:pt x="39235" y="83928"/>
                </a:lnTo>
                <a:lnTo>
                  <a:pt x="42009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ditable path 67"/>
          <p:cNvSpPr/>
          <p:nvPr/>
        </p:nvSpPr>
        <p:spPr>
          <a:xfrm>
            <a:off x="5369846" y="4110101"/>
            <a:ext cx="84020" cy="84019"/>
          </a:xfrm>
          <a:custGeom>
            <a:avLst/>
            <a:gdLst/>
            <a:ahLst/>
            <a:cxnLst/>
            <a:rect l="l" t="t" r="r" b="b"/>
            <a:pathLst>
              <a:path w="84020" h="84019">
                <a:moveTo>
                  <a:pt x="42010" y="84019"/>
                </a:moveTo>
                <a:lnTo>
                  <a:pt x="44785" y="83928"/>
                </a:lnTo>
                <a:lnTo>
                  <a:pt x="47532" y="83655"/>
                </a:lnTo>
                <a:lnTo>
                  <a:pt x="50244" y="83205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6" y="79694"/>
                </a:lnTo>
                <a:lnTo>
                  <a:pt x="62989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9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7"/>
                </a:lnTo>
                <a:lnTo>
                  <a:pt x="78407" y="62988"/>
                </a:lnTo>
                <a:lnTo>
                  <a:pt x="79695" y="60575"/>
                </a:lnTo>
                <a:lnTo>
                  <a:pt x="80822" y="58086"/>
                </a:lnTo>
                <a:lnTo>
                  <a:pt x="81785" y="55529"/>
                </a:lnTo>
                <a:lnTo>
                  <a:pt x="82580" y="52912"/>
                </a:lnTo>
                <a:lnTo>
                  <a:pt x="83205" y="50244"/>
                </a:lnTo>
                <a:lnTo>
                  <a:pt x="83655" y="47532"/>
                </a:lnTo>
                <a:lnTo>
                  <a:pt x="83928" y="44784"/>
                </a:lnTo>
                <a:lnTo>
                  <a:pt x="84020" y="42010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5" y="33776"/>
                </a:lnTo>
                <a:lnTo>
                  <a:pt x="82580" y="31107"/>
                </a:lnTo>
                <a:lnTo>
                  <a:pt x="81785" y="28491"/>
                </a:lnTo>
                <a:lnTo>
                  <a:pt x="80822" y="25933"/>
                </a:lnTo>
                <a:lnTo>
                  <a:pt x="79695" y="23444"/>
                </a:lnTo>
                <a:lnTo>
                  <a:pt x="78407" y="21031"/>
                </a:lnTo>
                <a:lnTo>
                  <a:pt x="76961" y="18703"/>
                </a:lnTo>
                <a:lnTo>
                  <a:pt x="75362" y="16467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9" y="10407"/>
                </a:lnTo>
                <a:lnTo>
                  <a:pt x="67553" y="8658"/>
                </a:lnTo>
                <a:lnTo>
                  <a:pt x="65317" y="7058"/>
                </a:lnTo>
                <a:lnTo>
                  <a:pt x="62989" y="5613"/>
                </a:lnTo>
                <a:lnTo>
                  <a:pt x="60576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4" y="815"/>
                </a:lnTo>
                <a:lnTo>
                  <a:pt x="47532" y="365"/>
                </a:lnTo>
                <a:lnTo>
                  <a:pt x="44785" y="92"/>
                </a:lnTo>
                <a:lnTo>
                  <a:pt x="42010" y="0"/>
                </a:lnTo>
                <a:lnTo>
                  <a:pt x="39236" y="92"/>
                </a:lnTo>
                <a:lnTo>
                  <a:pt x="36488" y="365"/>
                </a:lnTo>
                <a:lnTo>
                  <a:pt x="33776" y="815"/>
                </a:lnTo>
                <a:lnTo>
                  <a:pt x="31108" y="1439"/>
                </a:lnTo>
                <a:lnTo>
                  <a:pt x="28491" y="2235"/>
                </a:lnTo>
                <a:lnTo>
                  <a:pt x="25934" y="3198"/>
                </a:lnTo>
                <a:lnTo>
                  <a:pt x="23445" y="4325"/>
                </a:lnTo>
                <a:lnTo>
                  <a:pt x="21032" y="5613"/>
                </a:lnTo>
                <a:lnTo>
                  <a:pt x="18703" y="7058"/>
                </a:lnTo>
                <a:lnTo>
                  <a:pt x="16467" y="8658"/>
                </a:lnTo>
                <a:lnTo>
                  <a:pt x="14331" y="10407"/>
                </a:lnTo>
                <a:lnTo>
                  <a:pt x="12305" y="12304"/>
                </a:lnTo>
                <a:lnTo>
                  <a:pt x="10408" y="14331"/>
                </a:lnTo>
                <a:lnTo>
                  <a:pt x="8658" y="16467"/>
                </a:lnTo>
                <a:lnTo>
                  <a:pt x="7059" y="18703"/>
                </a:lnTo>
                <a:lnTo>
                  <a:pt x="5613" y="21031"/>
                </a:lnTo>
                <a:lnTo>
                  <a:pt x="4326" y="23444"/>
                </a:lnTo>
                <a:lnTo>
                  <a:pt x="3198" y="25933"/>
                </a:lnTo>
                <a:lnTo>
                  <a:pt x="2235" y="28491"/>
                </a:lnTo>
                <a:lnTo>
                  <a:pt x="1440" y="31107"/>
                </a:lnTo>
                <a:lnTo>
                  <a:pt x="815" y="33776"/>
                </a:lnTo>
                <a:lnTo>
                  <a:pt x="365" y="36488"/>
                </a:lnTo>
                <a:lnTo>
                  <a:pt x="92" y="39235"/>
                </a:lnTo>
                <a:lnTo>
                  <a:pt x="0" y="42010"/>
                </a:lnTo>
                <a:lnTo>
                  <a:pt x="92" y="44784"/>
                </a:lnTo>
                <a:lnTo>
                  <a:pt x="365" y="47532"/>
                </a:lnTo>
                <a:lnTo>
                  <a:pt x="815" y="50244"/>
                </a:lnTo>
                <a:lnTo>
                  <a:pt x="1440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6" y="60575"/>
                </a:lnTo>
                <a:lnTo>
                  <a:pt x="5613" y="62988"/>
                </a:lnTo>
                <a:lnTo>
                  <a:pt x="7059" y="65317"/>
                </a:lnTo>
                <a:lnTo>
                  <a:pt x="8658" y="67553"/>
                </a:lnTo>
                <a:lnTo>
                  <a:pt x="10408" y="69688"/>
                </a:lnTo>
                <a:lnTo>
                  <a:pt x="12305" y="71715"/>
                </a:lnTo>
                <a:lnTo>
                  <a:pt x="14331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2" y="78406"/>
                </a:lnTo>
                <a:lnTo>
                  <a:pt x="23445" y="79694"/>
                </a:lnTo>
                <a:lnTo>
                  <a:pt x="25934" y="80821"/>
                </a:lnTo>
                <a:lnTo>
                  <a:pt x="28491" y="81784"/>
                </a:lnTo>
                <a:lnTo>
                  <a:pt x="31108" y="82580"/>
                </a:lnTo>
                <a:lnTo>
                  <a:pt x="33776" y="83205"/>
                </a:lnTo>
                <a:lnTo>
                  <a:pt x="36488" y="83655"/>
                </a:lnTo>
                <a:lnTo>
                  <a:pt x="39236" y="83928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ditable path 68"/>
          <p:cNvSpPr/>
          <p:nvPr/>
        </p:nvSpPr>
        <p:spPr>
          <a:xfrm>
            <a:off x="5260393" y="4149975"/>
            <a:ext cx="84020" cy="84019"/>
          </a:xfrm>
          <a:custGeom>
            <a:avLst/>
            <a:gdLst/>
            <a:ahLst/>
            <a:cxnLst/>
            <a:rect l="l" t="t" r="r" b="b"/>
            <a:pathLst>
              <a:path w="84020" h="84019">
                <a:moveTo>
                  <a:pt x="42010" y="84019"/>
                </a:moveTo>
                <a:lnTo>
                  <a:pt x="44784" y="83928"/>
                </a:lnTo>
                <a:lnTo>
                  <a:pt x="47532" y="83655"/>
                </a:lnTo>
                <a:lnTo>
                  <a:pt x="50244" y="83204"/>
                </a:lnTo>
                <a:lnTo>
                  <a:pt x="52912" y="82580"/>
                </a:lnTo>
                <a:lnTo>
                  <a:pt x="55529" y="81784"/>
                </a:lnTo>
                <a:lnTo>
                  <a:pt x="58086" y="80821"/>
                </a:lnTo>
                <a:lnTo>
                  <a:pt x="60575" y="79694"/>
                </a:lnTo>
                <a:lnTo>
                  <a:pt x="62988" y="78406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8"/>
                </a:lnTo>
                <a:lnTo>
                  <a:pt x="75362" y="67553"/>
                </a:lnTo>
                <a:lnTo>
                  <a:pt x="76961" y="65317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2" y="58086"/>
                </a:lnTo>
                <a:lnTo>
                  <a:pt x="81785" y="55529"/>
                </a:lnTo>
                <a:lnTo>
                  <a:pt x="82580" y="52912"/>
                </a:lnTo>
                <a:lnTo>
                  <a:pt x="83205" y="50243"/>
                </a:lnTo>
                <a:lnTo>
                  <a:pt x="83655" y="47531"/>
                </a:lnTo>
                <a:lnTo>
                  <a:pt x="83928" y="44784"/>
                </a:lnTo>
                <a:lnTo>
                  <a:pt x="84020" y="42010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5" y="33776"/>
                </a:lnTo>
                <a:lnTo>
                  <a:pt x="82580" y="31107"/>
                </a:lnTo>
                <a:lnTo>
                  <a:pt x="81785" y="28490"/>
                </a:lnTo>
                <a:lnTo>
                  <a:pt x="80822" y="25933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3"/>
                </a:lnTo>
                <a:lnTo>
                  <a:pt x="75362" y="16466"/>
                </a:lnTo>
                <a:lnTo>
                  <a:pt x="73612" y="14331"/>
                </a:lnTo>
                <a:lnTo>
                  <a:pt x="71715" y="12304"/>
                </a:lnTo>
                <a:lnTo>
                  <a:pt x="69688" y="10407"/>
                </a:lnTo>
                <a:lnTo>
                  <a:pt x="67553" y="8657"/>
                </a:lnTo>
                <a:lnTo>
                  <a:pt x="65317" y="7058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39"/>
                </a:lnTo>
                <a:lnTo>
                  <a:pt x="50244" y="815"/>
                </a:lnTo>
                <a:lnTo>
                  <a:pt x="47532" y="364"/>
                </a:lnTo>
                <a:lnTo>
                  <a:pt x="44784" y="92"/>
                </a:lnTo>
                <a:lnTo>
                  <a:pt x="42010" y="0"/>
                </a:lnTo>
                <a:lnTo>
                  <a:pt x="39235" y="92"/>
                </a:lnTo>
                <a:lnTo>
                  <a:pt x="36488" y="364"/>
                </a:lnTo>
                <a:lnTo>
                  <a:pt x="33776" y="815"/>
                </a:lnTo>
                <a:lnTo>
                  <a:pt x="31107" y="1439"/>
                </a:lnTo>
                <a:lnTo>
                  <a:pt x="28491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3" y="7058"/>
                </a:lnTo>
                <a:lnTo>
                  <a:pt x="16467" y="8657"/>
                </a:lnTo>
                <a:lnTo>
                  <a:pt x="14331" y="10407"/>
                </a:lnTo>
                <a:lnTo>
                  <a:pt x="12305" y="12304"/>
                </a:lnTo>
                <a:lnTo>
                  <a:pt x="10408" y="14331"/>
                </a:lnTo>
                <a:lnTo>
                  <a:pt x="8658" y="16466"/>
                </a:lnTo>
                <a:lnTo>
                  <a:pt x="7058" y="18703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3"/>
                </a:lnTo>
                <a:lnTo>
                  <a:pt x="2235" y="28490"/>
                </a:lnTo>
                <a:lnTo>
                  <a:pt x="1439" y="31107"/>
                </a:lnTo>
                <a:lnTo>
                  <a:pt x="815" y="33776"/>
                </a:lnTo>
                <a:lnTo>
                  <a:pt x="364" y="36488"/>
                </a:lnTo>
                <a:lnTo>
                  <a:pt x="92" y="39235"/>
                </a:lnTo>
                <a:lnTo>
                  <a:pt x="0" y="42010"/>
                </a:lnTo>
                <a:lnTo>
                  <a:pt x="92" y="44784"/>
                </a:lnTo>
                <a:lnTo>
                  <a:pt x="364" y="47531"/>
                </a:lnTo>
                <a:lnTo>
                  <a:pt x="815" y="50243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7"/>
                </a:lnTo>
                <a:lnTo>
                  <a:pt x="8658" y="67553"/>
                </a:lnTo>
                <a:lnTo>
                  <a:pt x="10408" y="69688"/>
                </a:lnTo>
                <a:lnTo>
                  <a:pt x="12305" y="71715"/>
                </a:lnTo>
                <a:lnTo>
                  <a:pt x="14331" y="73612"/>
                </a:lnTo>
                <a:lnTo>
                  <a:pt x="16467" y="75362"/>
                </a:lnTo>
                <a:lnTo>
                  <a:pt x="18703" y="76961"/>
                </a:lnTo>
                <a:lnTo>
                  <a:pt x="21031" y="78406"/>
                </a:lnTo>
                <a:lnTo>
                  <a:pt x="23444" y="79694"/>
                </a:lnTo>
                <a:lnTo>
                  <a:pt x="25933" y="80821"/>
                </a:lnTo>
                <a:lnTo>
                  <a:pt x="28491" y="81784"/>
                </a:lnTo>
                <a:lnTo>
                  <a:pt x="31107" y="82580"/>
                </a:lnTo>
                <a:lnTo>
                  <a:pt x="33776" y="83204"/>
                </a:lnTo>
                <a:lnTo>
                  <a:pt x="36488" y="83655"/>
                </a:lnTo>
                <a:lnTo>
                  <a:pt x="39235" y="83928"/>
                </a:lnTo>
                <a:lnTo>
                  <a:pt x="42010" y="84019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ditable path 69"/>
          <p:cNvSpPr/>
          <p:nvPr/>
        </p:nvSpPr>
        <p:spPr>
          <a:xfrm>
            <a:off x="5270719" y="4119137"/>
            <a:ext cx="84019" cy="84020"/>
          </a:xfrm>
          <a:custGeom>
            <a:avLst/>
            <a:gdLst/>
            <a:ahLst/>
            <a:cxnLst/>
            <a:rect l="l" t="t" r="r" b="b"/>
            <a:pathLst>
              <a:path w="84019" h="84020">
                <a:moveTo>
                  <a:pt x="42010" y="84020"/>
                </a:moveTo>
                <a:lnTo>
                  <a:pt x="44784" y="83928"/>
                </a:lnTo>
                <a:lnTo>
                  <a:pt x="47531" y="83655"/>
                </a:lnTo>
                <a:lnTo>
                  <a:pt x="50243" y="83205"/>
                </a:lnTo>
                <a:lnTo>
                  <a:pt x="52912" y="82580"/>
                </a:lnTo>
                <a:lnTo>
                  <a:pt x="55529" y="81785"/>
                </a:lnTo>
                <a:lnTo>
                  <a:pt x="58086" y="80822"/>
                </a:lnTo>
                <a:lnTo>
                  <a:pt x="60575" y="79694"/>
                </a:lnTo>
                <a:lnTo>
                  <a:pt x="62988" y="78407"/>
                </a:lnTo>
                <a:lnTo>
                  <a:pt x="65317" y="76961"/>
                </a:lnTo>
                <a:lnTo>
                  <a:pt x="67553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9"/>
                </a:lnTo>
                <a:lnTo>
                  <a:pt x="75362" y="67553"/>
                </a:lnTo>
                <a:lnTo>
                  <a:pt x="76961" y="65317"/>
                </a:lnTo>
                <a:lnTo>
                  <a:pt x="78406" y="62988"/>
                </a:lnTo>
                <a:lnTo>
                  <a:pt x="79694" y="60575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5" y="50244"/>
                </a:lnTo>
                <a:lnTo>
                  <a:pt x="83655" y="47532"/>
                </a:lnTo>
                <a:lnTo>
                  <a:pt x="83928" y="44784"/>
                </a:lnTo>
                <a:lnTo>
                  <a:pt x="84019" y="42010"/>
                </a:lnTo>
                <a:lnTo>
                  <a:pt x="83928" y="39235"/>
                </a:lnTo>
                <a:lnTo>
                  <a:pt x="83655" y="36488"/>
                </a:lnTo>
                <a:lnTo>
                  <a:pt x="83205" y="33776"/>
                </a:lnTo>
                <a:lnTo>
                  <a:pt x="82580" y="31108"/>
                </a:lnTo>
                <a:lnTo>
                  <a:pt x="81784" y="28491"/>
                </a:lnTo>
                <a:lnTo>
                  <a:pt x="80821" y="25934"/>
                </a:lnTo>
                <a:lnTo>
                  <a:pt x="79694" y="23444"/>
                </a:lnTo>
                <a:lnTo>
                  <a:pt x="78406" y="21031"/>
                </a:lnTo>
                <a:lnTo>
                  <a:pt x="76961" y="18703"/>
                </a:lnTo>
                <a:lnTo>
                  <a:pt x="75362" y="16467"/>
                </a:lnTo>
                <a:lnTo>
                  <a:pt x="73612" y="14331"/>
                </a:lnTo>
                <a:lnTo>
                  <a:pt x="71715" y="12305"/>
                </a:lnTo>
                <a:lnTo>
                  <a:pt x="69688" y="10408"/>
                </a:lnTo>
                <a:lnTo>
                  <a:pt x="67553" y="8658"/>
                </a:lnTo>
                <a:lnTo>
                  <a:pt x="65317" y="7059"/>
                </a:lnTo>
                <a:lnTo>
                  <a:pt x="62988" y="5613"/>
                </a:lnTo>
                <a:lnTo>
                  <a:pt x="60575" y="4325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40"/>
                </a:lnTo>
                <a:lnTo>
                  <a:pt x="50243" y="815"/>
                </a:lnTo>
                <a:lnTo>
                  <a:pt x="47531" y="365"/>
                </a:lnTo>
                <a:lnTo>
                  <a:pt x="44784" y="92"/>
                </a:lnTo>
                <a:lnTo>
                  <a:pt x="42010" y="0"/>
                </a:lnTo>
                <a:lnTo>
                  <a:pt x="39235" y="92"/>
                </a:lnTo>
                <a:lnTo>
                  <a:pt x="36488" y="365"/>
                </a:lnTo>
                <a:lnTo>
                  <a:pt x="33776" y="815"/>
                </a:lnTo>
                <a:lnTo>
                  <a:pt x="31107" y="1440"/>
                </a:lnTo>
                <a:lnTo>
                  <a:pt x="28490" y="2235"/>
                </a:lnTo>
                <a:lnTo>
                  <a:pt x="25933" y="3198"/>
                </a:lnTo>
                <a:lnTo>
                  <a:pt x="23444" y="4325"/>
                </a:lnTo>
                <a:lnTo>
                  <a:pt x="21031" y="5613"/>
                </a:lnTo>
                <a:lnTo>
                  <a:pt x="18703" y="7059"/>
                </a:lnTo>
                <a:lnTo>
                  <a:pt x="16466" y="8658"/>
                </a:lnTo>
                <a:lnTo>
                  <a:pt x="14331" y="10408"/>
                </a:lnTo>
                <a:lnTo>
                  <a:pt x="12304" y="12305"/>
                </a:lnTo>
                <a:lnTo>
                  <a:pt x="10407" y="14331"/>
                </a:lnTo>
                <a:lnTo>
                  <a:pt x="8658" y="16467"/>
                </a:lnTo>
                <a:lnTo>
                  <a:pt x="7058" y="18703"/>
                </a:lnTo>
                <a:lnTo>
                  <a:pt x="5613" y="21031"/>
                </a:lnTo>
                <a:lnTo>
                  <a:pt x="4325" y="23444"/>
                </a:lnTo>
                <a:lnTo>
                  <a:pt x="3198" y="25934"/>
                </a:lnTo>
                <a:lnTo>
                  <a:pt x="2235" y="28491"/>
                </a:lnTo>
                <a:lnTo>
                  <a:pt x="1439" y="31108"/>
                </a:lnTo>
                <a:lnTo>
                  <a:pt x="815" y="33776"/>
                </a:lnTo>
                <a:lnTo>
                  <a:pt x="364" y="36488"/>
                </a:lnTo>
                <a:lnTo>
                  <a:pt x="91" y="39235"/>
                </a:lnTo>
                <a:lnTo>
                  <a:pt x="0" y="42010"/>
                </a:lnTo>
                <a:lnTo>
                  <a:pt x="91" y="44784"/>
                </a:lnTo>
                <a:lnTo>
                  <a:pt x="364" y="47532"/>
                </a:lnTo>
                <a:lnTo>
                  <a:pt x="815" y="50244"/>
                </a:lnTo>
                <a:lnTo>
                  <a:pt x="1439" y="52912"/>
                </a:lnTo>
                <a:lnTo>
                  <a:pt x="2235" y="55529"/>
                </a:lnTo>
                <a:lnTo>
                  <a:pt x="3198" y="58086"/>
                </a:lnTo>
                <a:lnTo>
                  <a:pt x="4325" y="60575"/>
                </a:lnTo>
                <a:lnTo>
                  <a:pt x="5613" y="62988"/>
                </a:lnTo>
                <a:lnTo>
                  <a:pt x="7058" y="65317"/>
                </a:lnTo>
                <a:lnTo>
                  <a:pt x="8658" y="67553"/>
                </a:lnTo>
                <a:lnTo>
                  <a:pt x="10407" y="69689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6" y="75362"/>
                </a:lnTo>
                <a:lnTo>
                  <a:pt x="18703" y="76961"/>
                </a:lnTo>
                <a:lnTo>
                  <a:pt x="21031" y="78407"/>
                </a:lnTo>
                <a:lnTo>
                  <a:pt x="23444" y="79694"/>
                </a:lnTo>
                <a:lnTo>
                  <a:pt x="25933" y="80822"/>
                </a:lnTo>
                <a:lnTo>
                  <a:pt x="28490" y="81785"/>
                </a:lnTo>
                <a:lnTo>
                  <a:pt x="31107" y="82580"/>
                </a:lnTo>
                <a:lnTo>
                  <a:pt x="33776" y="83205"/>
                </a:lnTo>
                <a:lnTo>
                  <a:pt x="36488" y="83655"/>
                </a:lnTo>
                <a:lnTo>
                  <a:pt x="39235" y="83928"/>
                </a:lnTo>
                <a:lnTo>
                  <a:pt x="42010" y="84020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path 70"/>
          <p:cNvSpPr/>
          <p:nvPr/>
        </p:nvSpPr>
        <p:spPr>
          <a:xfrm>
            <a:off x="5483430" y="4009248"/>
            <a:ext cx="84019" cy="84020"/>
          </a:xfrm>
          <a:custGeom>
            <a:avLst/>
            <a:gdLst/>
            <a:ahLst/>
            <a:cxnLst/>
            <a:rect l="l" t="t" r="r" b="b"/>
            <a:pathLst>
              <a:path w="84019" h="84020">
                <a:moveTo>
                  <a:pt x="42009" y="84020"/>
                </a:moveTo>
                <a:lnTo>
                  <a:pt x="44784" y="83928"/>
                </a:lnTo>
                <a:lnTo>
                  <a:pt x="47531" y="83655"/>
                </a:lnTo>
                <a:lnTo>
                  <a:pt x="50243" y="83205"/>
                </a:lnTo>
                <a:lnTo>
                  <a:pt x="52912" y="82580"/>
                </a:lnTo>
                <a:lnTo>
                  <a:pt x="55529" y="81785"/>
                </a:lnTo>
                <a:lnTo>
                  <a:pt x="58086" y="80822"/>
                </a:lnTo>
                <a:lnTo>
                  <a:pt x="60575" y="79695"/>
                </a:lnTo>
                <a:lnTo>
                  <a:pt x="62988" y="78407"/>
                </a:lnTo>
                <a:lnTo>
                  <a:pt x="65316" y="76961"/>
                </a:lnTo>
                <a:lnTo>
                  <a:pt x="67552" y="75362"/>
                </a:lnTo>
                <a:lnTo>
                  <a:pt x="69688" y="73612"/>
                </a:lnTo>
                <a:lnTo>
                  <a:pt x="71715" y="71715"/>
                </a:lnTo>
                <a:lnTo>
                  <a:pt x="73612" y="69689"/>
                </a:lnTo>
                <a:lnTo>
                  <a:pt x="75361" y="67553"/>
                </a:lnTo>
                <a:lnTo>
                  <a:pt x="76961" y="65317"/>
                </a:lnTo>
                <a:lnTo>
                  <a:pt x="78406" y="62989"/>
                </a:lnTo>
                <a:lnTo>
                  <a:pt x="79694" y="60576"/>
                </a:lnTo>
                <a:lnTo>
                  <a:pt x="80821" y="58086"/>
                </a:lnTo>
                <a:lnTo>
                  <a:pt x="81784" y="55529"/>
                </a:lnTo>
                <a:lnTo>
                  <a:pt x="82580" y="52912"/>
                </a:lnTo>
                <a:lnTo>
                  <a:pt x="83204" y="50244"/>
                </a:lnTo>
                <a:lnTo>
                  <a:pt x="83655" y="47532"/>
                </a:lnTo>
                <a:lnTo>
                  <a:pt x="83927" y="44785"/>
                </a:lnTo>
                <a:lnTo>
                  <a:pt x="84019" y="42010"/>
                </a:lnTo>
                <a:lnTo>
                  <a:pt x="83927" y="39236"/>
                </a:lnTo>
                <a:lnTo>
                  <a:pt x="83655" y="36488"/>
                </a:lnTo>
                <a:lnTo>
                  <a:pt x="83204" y="33776"/>
                </a:lnTo>
                <a:lnTo>
                  <a:pt x="82580" y="31108"/>
                </a:lnTo>
                <a:lnTo>
                  <a:pt x="81784" y="28491"/>
                </a:lnTo>
                <a:lnTo>
                  <a:pt x="80821" y="25934"/>
                </a:lnTo>
                <a:lnTo>
                  <a:pt x="79694" y="23445"/>
                </a:lnTo>
                <a:lnTo>
                  <a:pt x="78406" y="21032"/>
                </a:lnTo>
                <a:lnTo>
                  <a:pt x="76961" y="18703"/>
                </a:lnTo>
                <a:lnTo>
                  <a:pt x="75361" y="16467"/>
                </a:lnTo>
                <a:lnTo>
                  <a:pt x="73612" y="14331"/>
                </a:lnTo>
                <a:lnTo>
                  <a:pt x="71715" y="12305"/>
                </a:lnTo>
                <a:lnTo>
                  <a:pt x="69688" y="10408"/>
                </a:lnTo>
                <a:lnTo>
                  <a:pt x="67552" y="8658"/>
                </a:lnTo>
                <a:lnTo>
                  <a:pt x="65316" y="7059"/>
                </a:lnTo>
                <a:lnTo>
                  <a:pt x="62988" y="5613"/>
                </a:lnTo>
                <a:lnTo>
                  <a:pt x="60575" y="4326"/>
                </a:lnTo>
                <a:lnTo>
                  <a:pt x="58086" y="3198"/>
                </a:lnTo>
                <a:lnTo>
                  <a:pt x="55529" y="2235"/>
                </a:lnTo>
                <a:lnTo>
                  <a:pt x="52912" y="1440"/>
                </a:lnTo>
                <a:lnTo>
                  <a:pt x="50243" y="815"/>
                </a:lnTo>
                <a:lnTo>
                  <a:pt x="47531" y="365"/>
                </a:lnTo>
                <a:lnTo>
                  <a:pt x="44784" y="92"/>
                </a:lnTo>
                <a:lnTo>
                  <a:pt x="42009" y="0"/>
                </a:lnTo>
                <a:lnTo>
                  <a:pt x="39235" y="92"/>
                </a:lnTo>
                <a:lnTo>
                  <a:pt x="36488" y="365"/>
                </a:lnTo>
                <a:lnTo>
                  <a:pt x="33775" y="815"/>
                </a:lnTo>
                <a:lnTo>
                  <a:pt x="31107" y="1440"/>
                </a:lnTo>
                <a:lnTo>
                  <a:pt x="28490" y="2235"/>
                </a:lnTo>
                <a:lnTo>
                  <a:pt x="25933" y="3198"/>
                </a:lnTo>
                <a:lnTo>
                  <a:pt x="23444" y="4326"/>
                </a:lnTo>
                <a:lnTo>
                  <a:pt x="21031" y="5613"/>
                </a:lnTo>
                <a:lnTo>
                  <a:pt x="18702" y="7059"/>
                </a:lnTo>
                <a:lnTo>
                  <a:pt x="16466" y="8658"/>
                </a:lnTo>
                <a:lnTo>
                  <a:pt x="14331" y="10408"/>
                </a:lnTo>
                <a:lnTo>
                  <a:pt x="12304" y="12305"/>
                </a:lnTo>
                <a:lnTo>
                  <a:pt x="10407" y="14331"/>
                </a:lnTo>
                <a:lnTo>
                  <a:pt x="8657" y="16467"/>
                </a:lnTo>
                <a:lnTo>
                  <a:pt x="7058" y="18703"/>
                </a:lnTo>
                <a:lnTo>
                  <a:pt x="5613" y="21032"/>
                </a:lnTo>
                <a:lnTo>
                  <a:pt x="4325" y="23445"/>
                </a:lnTo>
                <a:lnTo>
                  <a:pt x="3198" y="25934"/>
                </a:lnTo>
                <a:lnTo>
                  <a:pt x="2234" y="28491"/>
                </a:lnTo>
                <a:lnTo>
                  <a:pt x="1439" y="31108"/>
                </a:lnTo>
                <a:lnTo>
                  <a:pt x="814" y="33776"/>
                </a:lnTo>
                <a:lnTo>
                  <a:pt x="364" y="36488"/>
                </a:lnTo>
                <a:lnTo>
                  <a:pt x="91" y="39236"/>
                </a:lnTo>
                <a:lnTo>
                  <a:pt x="0" y="42010"/>
                </a:lnTo>
                <a:lnTo>
                  <a:pt x="91" y="44785"/>
                </a:lnTo>
                <a:lnTo>
                  <a:pt x="364" y="47532"/>
                </a:lnTo>
                <a:lnTo>
                  <a:pt x="814" y="50244"/>
                </a:lnTo>
                <a:lnTo>
                  <a:pt x="1439" y="52912"/>
                </a:lnTo>
                <a:lnTo>
                  <a:pt x="2234" y="55529"/>
                </a:lnTo>
                <a:lnTo>
                  <a:pt x="3198" y="58086"/>
                </a:lnTo>
                <a:lnTo>
                  <a:pt x="4325" y="60576"/>
                </a:lnTo>
                <a:lnTo>
                  <a:pt x="5613" y="62989"/>
                </a:lnTo>
                <a:lnTo>
                  <a:pt x="7058" y="65317"/>
                </a:lnTo>
                <a:lnTo>
                  <a:pt x="8657" y="67553"/>
                </a:lnTo>
                <a:lnTo>
                  <a:pt x="10407" y="69689"/>
                </a:lnTo>
                <a:lnTo>
                  <a:pt x="12304" y="71715"/>
                </a:lnTo>
                <a:lnTo>
                  <a:pt x="14331" y="73612"/>
                </a:lnTo>
                <a:lnTo>
                  <a:pt x="16466" y="75362"/>
                </a:lnTo>
                <a:lnTo>
                  <a:pt x="18702" y="76961"/>
                </a:lnTo>
                <a:lnTo>
                  <a:pt x="21031" y="78407"/>
                </a:lnTo>
                <a:lnTo>
                  <a:pt x="23444" y="79695"/>
                </a:lnTo>
                <a:lnTo>
                  <a:pt x="25933" y="80822"/>
                </a:lnTo>
                <a:lnTo>
                  <a:pt x="28490" y="81785"/>
                </a:lnTo>
                <a:lnTo>
                  <a:pt x="31107" y="82580"/>
                </a:lnTo>
                <a:lnTo>
                  <a:pt x="33775" y="83205"/>
                </a:lnTo>
                <a:lnTo>
                  <a:pt x="36488" y="83655"/>
                </a:lnTo>
                <a:lnTo>
                  <a:pt x="39235" y="83928"/>
                </a:lnTo>
                <a:lnTo>
                  <a:pt x="42009" y="84020"/>
                </a:lnTo>
                <a:close/>
              </a:path>
            </a:pathLst>
          </a:custGeom>
          <a:solidFill>
            <a:srgbClr val="7C5AA6">
              <a:alpha val="80000"/>
            </a:srgbClr>
          </a:solidFill>
          <a:ln w="23302">
            <a:solidFill>
              <a:srgbClr val="7C5AA6">
                <a:alpha val="8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path 71"/>
          <p:cNvSpPr/>
          <p:nvPr/>
        </p:nvSpPr>
        <p:spPr>
          <a:xfrm>
            <a:off x="4794375" y="2062080"/>
            <a:ext cx="3230603" cy="2445833"/>
          </a:xfrm>
          <a:custGeom>
            <a:avLst/>
            <a:gdLst/>
            <a:ahLst/>
            <a:cxnLst/>
            <a:rect l="l" t="t" r="r" b="b"/>
            <a:pathLst>
              <a:path w="3230603" h="2445833">
                <a:moveTo>
                  <a:pt x="0" y="2445833"/>
                </a:moveTo>
                <a:lnTo>
                  <a:pt x="3230603" y="0"/>
                </a:lnTo>
              </a:path>
            </a:pathLst>
          </a:custGeom>
          <a:noFill/>
          <a:ln w="18642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Editable path 72"/>
          <p:cNvSpPr/>
          <p:nvPr/>
        </p:nvSpPr>
        <p:spPr>
          <a:xfrm>
            <a:off x="4794375" y="4195214"/>
            <a:ext cx="3230603" cy="0"/>
          </a:xfrm>
          <a:custGeom>
            <a:avLst/>
            <a:gdLst/>
            <a:ahLst/>
            <a:cxnLst/>
            <a:rect l="l" t="t" r="r" b="b"/>
            <a:pathLst>
              <a:path w="3230603" h="0">
                <a:moveTo>
                  <a:pt x="0" y="0"/>
                </a:moveTo>
                <a:lnTo>
                  <a:pt x="3230603" y="0"/>
                </a:lnTo>
              </a:path>
            </a:pathLst>
          </a:custGeom>
          <a:noFill/>
          <a:ln w="16311">
            <a:solidFill>
              <a:srgbClr val="B45B5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path 73"/>
          <p:cNvSpPr/>
          <p:nvPr/>
        </p:nvSpPr>
        <p:spPr>
          <a:xfrm>
            <a:off x="4794375" y="2062080"/>
            <a:ext cx="0" cy="2445833"/>
          </a:xfrm>
          <a:custGeom>
            <a:avLst/>
            <a:gdLst/>
            <a:ahLst/>
            <a:cxnLst/>
            <a:rect l="l" t="t" r="r" b="b"/>
            <a:pathLst>
              <a:path w="0" h="2445833">
                <a:moveTo>
                  <a:pt x="0" y="2445833"/>
                </a:moveTo>
                <a:lnTo>
                  <a:pt x="0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ditable path 74"/>
          <p:cNvSpPr/>
          <p:nvPr/>
        </p:nvSpPr>
        <p:spPr>
          <a:xfrm>
            <a:off x="4794375" y="4507913"/>
            <a:ext cx="3230603" cy="0"/>
          </a:xfrm>
          <a:custGeom>
            <a:avLst/>
            <a:gdLst/>
            <a:ahLst/>
            <a:cxnLst/>
            <a:rect l="l" t="t" r="r" b="b"/>
            <a:pathLst>
              <a:path w="3230603" h="0">
                <a:moveTo>
                  <a:pt x="0" y="0"/>
                </a:moveTo>
                <a:lnTo>
                  <a:pt x="3230603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520894" y="1760105"/>
            <a:ext cx="1826238" cy="237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59" b="0" i="0">
                <a:solidFill>
                  <a:srgbClr val="2B2B2B"/>
                </a:solidFill>
                <a:latin typeface="Times New Roman"/>
              </a:rPr>
              <a:t>(b) 31 doorway passes</a:t>
            </a:r>
          </a:p>
        </p:txBody>
      </p:sp>
      <p:sp>
        <p:nvSpPr>
          <p:cNvPr id="105" name="Editable path 75"/>
          <p:cNvSpPr/>
          <p:nvPr/>
        </p:nvSpPr>
        <p:spPr>
          <a:xfrm>
            <a:off x="8793617" y="2062080"/>
            <a:ext cx="3230602" cy="2445833"/>
          </a:xfrm>
          <a:custGeom>
            <a:avLst/>
            <a:gdLst/>
            <a:ahLst/>
            <a:cxnLst/>
            <a:rect l="l" t="t" r="r" b="b"/>
            <a:pathLst>
              <a:path w="3230602" h="2445833">
                <a:moveTo>
                  <a:pt x="0" y="0"/>
                </a:moveTo>
                <a:lnTo>
                  <a:pt x="3230602" y="0"/>
                </a:lnTo>
                <a:lnTo>
                  <a:pt x="3230602" y="2445833"/>
                </a:lnTo>
                <a:lnTo>
                  <a:pt x="0" y="24458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Editable path 76"/>
          <p:cNvSpPr/>
          <p:nvPr/>
        </p:nvSpPr>
        <p:spPr>
          <a:xfrm>
            <a:off x="8793617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752836" y="4648906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08" name="Editable path 77"/>
          <p:cNvSpPr/>
          <p:nvPr/>
        </p:nvSpPr>
        <p:spPr>
          <a:xfrm>
            <a:off x="9511528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429968" y="464890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10</a:t>
            </a:r>
          </a:p>
        </p:txBody>
      </p:sp>
      <p:sp>
        <p:nvSpPr>
          <p:cNvPr id="110" name="Editable path 78"/>
          <p:cNvSpPr/>
          <p:nvPr/>
        </p:nvSpPr>
        <p:spPr>
          <a:xfrm>
            <a:off x="10229440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147879" y="464890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12" name="Editable path 79"/>
          <p:cNvSpPr/>
          <p:nvPr/>
        </p:nvSpPr>
        <p:spPr>
          <a:xfrm>
            <a:off x="10947352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865791" y="464890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30</a:t>
            </a:r>
          </a:p>
        </p:txBody>
      </p:sp>
      <p:sp>
        <p:nvSpPr>
          <p:cNvPr id="114" name="Editable path 80"/>
          <p:cNvSpPr/>
          <p:nvPr/>
        </p:nvSpPr>
        <p:spPr>
          <a:xfrm>
            <a:off x="11665263" y="4507913"/>
            <a:ext cx="0" cy="81560"/>
          </a:xfrm>
          <a:custGeom>
            <a:avLst/>
            <a:gdLst/>
            <a:ahLst/>
            <a:cxnLst/>
            <a:rect l="l" t="t" r="r" b="b"/>
            <a:pathLst>
              <a:path w="0" h="81560">
                <a:moveTo>
                  <a:pt x="0" y="0"/>
                </a:moveTo>
                <a:lnTo>
                  <a:pt x="0" y="8156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583703" y="464890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39902" y="4885795"/>
            <a:ext cx="2184868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Maximum carrier drift (mm)</a:t>
            </a:r>
          </a:p>
        </p:txBody>
      </p:sp>
      <p:sp>
        <p:nvSpPr>
          <p:cNvPr id="117" name="Editable path 81"/>
          <p:cNvSpPr/>
          <p:nvPr/>
        </p:nvSpPr>
        <p:spPr>
          <a:xfrm>
            <a:off x="8793617" y="4507913"/>
            <a:ext cx="3230602" cy="0"/>
          </a:xfrm>
          <a:custGeom>
            <a:avLst/>
            <a:gdLst/>
            <a:ahLst/>
            <a:cxnLst/>
            <a:rect l="l" t="t" r="r" b="b"/>
            <a:pathLst>
              <a:path w="3230602" h="0">
                <a:moveTo>
                  <a:pt x="0" y="0"/>
                </a:moveTo>
                <a:lnTo>
                  <a:pt x="3230602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Editable path 82"/>
          <p:cNvSpPr/>
          <p:nvPr/>
        </p:nvSpPr>
        <p:spPr>
          <a:xfrm>
            <a:off x="8712057" y="4507913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26598" y="4430079"/>
            <a:ext cx="24467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0.0</a:t>
            </a:r>
          </a:p>
        </p:txBody>
      </p:sp>
      <p:sp>
        <p:nvSpPr>
          <p:cNvPr id="120" name="Editable path 83"/>
          <p:cNvSpPr/>
          <p:nvPr/>
        </p:nvSpPr>
        <p:spPr>
          <a:xfrm>
            <a:off x="8793617" y="4042040"/>
            <a:ext cx="3230602" cy="0"/>
          </a:xfrm>
          <a:custGeom>
            <a:avLst/>
            <a:gdLst/>
            <a:ahLst/>
            <a:cxnLst/>
            <a:rect l="l" t="t" r="r" b="b"/>
            <a:pathLst>
              <a:path w="3230602" h="0">
                <a:moveTo>
                  <a:pt x="0" y="0"/>
                </a:moveTo>
                <a:lnTo>
                  <a:pt x="3230602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Editable path 84"/>
          <p:cNvSpPr/>
          <p:nvPr/>
        </p:nvSpPr>
        <p:spPr>
          <a:xfrm>
            <a:off x="8712057" y="4042040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26598" y="3964206"/>
            <a:ext cx="24467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0.2</a:t>
            </a:r>
          </a:p>
        </p:txBody>
      </p:sp>
      <p:sp>
        <p:nvSpPr>
          <p:cNvPr id="123" name="Editable path 85"/>
          <p:cNvSpPr/>
          <p:nvPr/>
        </p:nvSpPr>
        <p:spPr>
          <a:xfrm>
            <a:off x="8793617" y="3576167"/>
            <a:ext cx="3230602" cy="0"/>
          </a:xfrm>
          <a:custGeom>
            <a:avLst/>
            <a:gdLst/>
            <a:ahLst/>
            <a:cxnLst/>
            <a:rect l="l" t="t" r="r" b="b"/>
            <a:pathLst>
              <a:path w="3230602" h="0">
                <a:moveTo>
                  <a:pt x="0" y="0"/>
                </a:moveTo>
                <a:lnTo>
                  <a:pt x="3230602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Editable path 86"/>
          <p:cNvSpPr/>
          <p:nvPr/>
        </p:nvSpPr>
        <p:spPr>
          <a:xfrm>
            <a:off x="8712057" y="3576167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26598" y="3498333"/>
            <a:ext cx="24467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0.4</a:t>
            </a:r>
          </a:p>
        </p:txBody>
      </p:sp>
      <p:sp>
        <p:nvSpPr>
          <p:cNvPr id="126" name="Editable path 87"/>
          <p:cNvSpPr/>
          <p:nvPr/>
        </p:nvSpPr>
        <p:spPr>
          <a:xfrm>
            <a:off x="8793617" y="3110294"/>
            <a:ext cx="3230602" cy="0"/>
          </a:xfrm>
          <a:custGeom>
            <a:avLst/>
            <a:gdLst/>
            <a:ahLst/>
            <a:cxnLst/>
            <a:rect l="l" t="t" r="r" b="b"/>
            <a:pathLst>
              <a:path w="3230602" h="0">
                <a:moveTo>
                  <a:pt x="0" y="0"/>
                </a:moveTo>
                <a:lnTo>
                  <a:pt x="3230602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Editable path 88"/>
          <p:cNvSpPr/>
          <p:nvPr/>
        </p:nvSpPr>
        <p:spPr>
          <a:xfrm>
            <a:off x="8712057" y="3110294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26598" y="3032460"/>
            <a:ext cx="24467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0.6</a:t>
            </a:r>
          </a:p>
        </p:txBody>
      </p:sp>
      <p:sp>
        <p:nvSpPr>
          <p:cNvPr id="129" name="Editable path 89"/>
          <p:cNvSpPr/>
          <p:nvPr/>
        </p:nvSpPr>
        <p:spPr>
          <a:xfrm>
            <a:off x="8793617" y="2644421"/>
            <a:ext cx="3230602" cy="0"/>
          </a:xfrm>
          <a:custGeom>
            <a:avLst/>
            <a:gdLst/>
            <a:ahLst/>
            <a:cxnLst/>
            <a:rect l="l" t="t" r="r" b="b"/>
            <a:pathLst>
              <a:path w="3230602" h="0">
                <a:moveTo>
                  <a:pt x="0" y="0"/>
                </a:moveTo>
                <a:lnTo>
                  <a:pt x="3230602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Editable path 90"/>
          <p:cNvSpPr/>
          <p:nvPr/>
        </p:nvSpPr>
        <p:spPr>
          <a:xfrm>
            <a:off x="8712057" y="2644421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26598" y="2566587"/>
            <a:ext cx="24467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0.8</a:t>
            </a:r>
          </a:p>
        </p:txBody>
      </p:sp>
      <p:sp>
        <p:nvSpPr>
          <p:cNvPr id="132" name="Editable path 91"/>
          <p:cNvSpPr/>
          <p:nvPr/>
        </p:nvSpPr>
        <p:spPr>
          <a:xfrm>
            <a:off x="8793617" y="2178548"/>
            <a:ext cx="3230602" cy="0"/>
          </a:xfrm>
          <a:custGeom>
            <a:avLst/>
            <a:gdLst/>
            <a:ahLst/>
            <a:cxnLst/>
            <a:rect l="l" t="t" r="r" b="b"/>
            <a:pathLst>
              <a:path w="3230602" h="0">
                <a:moveTo>
                  <a:pt x="0" y="0"/>
                </a:moveTo>
                <a:lnTo>
                  <a:pt x="3230602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Editable path 92"/>
          <p:cNvSpPr/>
          <p:nvPr/>
        </p:nvSpPr>
        <p:spPr>
          <a:xfrm>
            <a:off x="8712057" y="2178548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26598" y="2100714"/>
            <a:ext cx="24467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1.0</a:t>
            </a:r>
          </a:p>
        </p:txBody>
      </p:sp>
      <p:sp>
        <p:nvSpPr>
          <p:cNvPr id="135" name="TextBox 134"/>
          <p:cNvSpPr txBox="1"/>
          <p:nvPr/>
        </p:nvSpPr>
        <p:spPr>
          <a:xfrm rot="16200000">
            <a:off x="7466342" y="3169204"/>
            <a:ext cx="1625787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Fraction of 35 passes</a:t>
            </a:r>
          </a:p>
        </p:txBody>
      </p:sp>
      <p:sp>
        <p:nvSpPr>
          <p:cNvPr id="136" name="Editable path 93"/>
          <p:cNvSpPr/>
          <p:nvPr/>
        </p:nvSpPr>
        <p:spPr>
          <a:xfrm>
            <a:off x="9183674" y="2178548"/>
            <a:ext cx="2540043" cy="2262812"/>
          </a:xfrm>
          <a:custGeom>
            <a:avLst/>
            <a:gdLst/>
            <a:ahLst/>
            <a:cxnLst/>
            <a:rect l="l" t="t" r="r" b="b"/>
            <a:pathLst>
              <a:path w="2540043" h="2262812">
                <a:moveTo>
                  <a:pt x="0" y="2262812"/>
                </a:moveTo>
                <a:lnTo>
                  <a:pt x="209739" y="2262812"/>
                </a:lnTo>
                <a:lnTo>
                  <a:pt x="209739" y="2196258"/>
                </a:lnTo>
                <a:lnTo>
                  <a:pt x="287278" y="2196258"/>
                </a:lnTo>
                <a:lnTo>
                  <a:pt x="287278" y="2129705"/>
                </a:lnTo>
                <a:lnTo>
                  <a:pt x="289435" y="2129705"/>
                </a:lnTo>
                <a:lnTo>
                  <a:pt x="289435" y="2063152"/>
                </a:lnTo>
                <a:lnTo>
                  <a:pt x="309917" y="2063152"/>
                </a:lnTo>
                <a:lnTo>
                  <a:pt x="309917" y="1996598"/>
                </a:lnTo>
                <a:lnTo>
                  <a:pt x="366133" y="1996598"/>
                </a:lnTo>
                <a:lnTo>
                  <a:pt x="366133" y="1930045"/>
                </a:lnTo>
                <a:lnTo>
                  <a:pt x="397270" y="1930045"/>
                </a:lnTo>
                <a:lnTo>
                  <a:pt x="397270" y="1863492"/>
                </a:lnTo>
                <a:lnTo>
                  <a:pt x="428493" y="1863492"/>
                </a:lnTo>
                <a:lnTo>
                  <a:pt x="428493" y="1796939"/>
                </a:lnTo>
                <a:lnTo>
                  <a:pt x="434869" y="1796939"/>
                </a:lnTo>
                <a:lnTo>
                  <a:pt x="434869" y="1730385"/>
                </a:lnTo>
                <a:lnTo>
                  <a:pt x="442726" y="1730385"/>
                </a:lnTo>
                <a:lnTo>
                  <a:pt x="442726" y="1663832"/>
                </a:lnTo>
                <a:lnTo>
                  <a:pt x="499117" y="1663832"/>
                </a:lnTo>
                <a:lnTo>
                  <a:pt x="499117" y="1597279"/>
                </a:lnTo>
                <a:lnTo>
                  <a:pt x="513685" y="1597279"/>
                </a:lnTo>
                <a:lnTo>
                  <a:pt x="513685" y="1530725"/>
                </a:lnTo>
                <a:lnTo>
                  <a:pt x="537648" y="1530725"/>
                </a:lnTo>
                <a:lnTo>
                  <a:pt x="537648" y="1464172"/>
                </a:lnTo>
                <a:lnTo>
                  <a:pt x="538535" y="1464172"/>
                </a:lnTo>
                <a:lnTo>
                  <a:pt x="538535" y="1397619"/>
                </a:lnTo>
                <a:lnTo>
                  <a:pt x="549314" y="1397619"/>
                </a:lnTo>
                <a:lnTo>
                  <a:pt x="549314" y="1331066"/>
                </a:lnTo>
                <a:lnTo>
                  <a:pt x="633129" y="1331066"/>
                </a:lnTo>
                <a:lnTo>
                  <a:pt x="633129" y="1264512"/>
                </a:lnTo>
                <a:lnTo>
                  <a:pt x="690448" y="1264512"/>
                </a:lnTo>
                <a:lnTo>
                  <a:pt x="690448" y="1197959"/>
                </a:lnTo>
                <a:lnTo>
                  <a:pt x="773973" y="1197959"/>
                </a:lnTo>
                <a:lnTo>
                  <a:pt x="773973" y="1131406"/>
                </a:lnTo>
                <a:lnTo>
                  <a:pt x="807736" y="1131406"/>
                </a:lnTo>
                <a:lnTo>
                  <a:pt x="807736" y="1064852"/>
                </a:lnTo>
                <a:lnTo>
                  <a:pt x="824026" y="1064852"/>
                </a:lnTo>
                <a:lnTo>
                  <a:pt x="824026" y="998299"/>
                </a:lnTo>
                <a:lnTo>
                  <a:pt x="828687" y="998299"/>
                </a:lnTo>
                <a:lnTo>
                  <a:pt x="828687" y="931746"/>
                </a:lnTo>
                <a:lnTo>
                  <a:pt x="1097537" y="931746"/>
                </a:lnTo>
                <a:lnTo>
                  <a:pt x="1097537" y="865193"/>
                </a:lnTo>
                <a:lnTo>
                  <a:pt x="1140532" y="865193"/>
                </a:lnTo>
                <a:lnTo>
                  <a:pt x="1140532" y="798639"/>
                </a:lnTo>
                <a:lnTo>
                  <a:pt x="1163641" y="798639"/>
                </a:lnTo>
                <a:lnTo>
                  <a:pt x="1163641" y="732086"/>
                </a:lnTo>
                <a:lnTo>
                  <a:pt x="1445763" y="732086"/>
                </a:lnTo>
                <a:lnTo>
                  <a:pt x="1445763" y="665533"/>
                </a:lnTo>
                <a:lnTo>
                  <a:pt x="1585452" y="665533"/>
                </a:lnTo>
                <a:lnTo>
                  <a:pt x="1585452" y="598979"/>
                </a:lnTo>
                <a:lnTo>
                  <a:pt x="1631766" y="598979"/>
                </a:lnTo>
                <a:lnTo>
                  <a:pt x="1631766" y="532426"/>
                </a:lnTo>
                <a:lnTo>
                  <a:pt x="1647458" y="532426"/>
                </a:lnTo>
                <a:lnTo>
                  <a:pt x="1647458" y="465873"/>
                </a:lnTo>
                <a:lnTo>
                  <a:pt x="1725579" y="465873"/>
                </a:lnTo>
                <a:lnTo>
                  <a:pt x="1725579" y="399320"/>
                </a:lnTo>
                <a:lnTo>
                  <a:pt x="1743235" y="399320"/>
                </a:lnTo>
                <a:lnTo>
                  <a:pt x="1743235" y="332766"/>
                </a:lnTo>
                <a:lnTo>
                  <a:pt x="1752070" y="332766"/>
                </a:lnTo>
                <a:lnTo>
                  <a:pt x="1752070" y="266213"/>
                </a:lnTo>
                <a:lnTo>
                  <a:pt x="1773138" y="266213"/>
                </a:lnTo>
                <a:lnTo>
                  <a:pt x="1773138" y="199660"/>
                </a:lnTo>
                <a:lnTo>
                  <a:pt x="2033129" y="199660"/>
                </a:lnTo>
                <a:lnTo>
                  <a:pt x="2033129" y="133106"/>
                </a:lnTo>
                <a:lnTo>
                  <a:pt x="2228120" y="133106"/>
                </a:lnTo>
                <a:lnTo>
                  <a:pt x="2228120" y="66553"/>
                </a:lnTo>
                <a:lnTo>
                  <a:pt x="2540043" y="66553"/>
                </a:lnTo>
                <a:lnTo>
                  <a:pt x="2540043" y="0"/>
                </a:lnTo>
              </a:path>
            </a:pathLst>
          </a:custGeom>
          <a:noFill/>
          <a:ln w="34954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Editable path 94"/>
          <p:cNvSpPr/>
          <p:nvPr/>
        </p:nvSpPr>
        <p:spPr>
          <a:xfrm>
            <a:off x="10229440" y="2062080"/>
            <a:ext cx="0" cy="2445833"/>
          </a:xfrm>
          <a:custGeom>
            <a:avLst/>
            <a:gdLst/>
            <a:ahLst/>
            <a:cxnLst/>
            <a:rect l="l" t="t" r="r" b="b"/>
            <a:pathLst>
              <a:path w="0" h="2445833">
                <a:moveTo>
                  <a:pt x="0" y="2445833"/>
                </a:moveTo>
                <a:lnTo>
                  <a:pt x="0" y="0"/>
                </a:lnTo>
              </a:path>
            </a:pathLst>
          </a:custGeom>
          <a:noFill/>
          <a:ln w="18642">
            <a:solidFill>
              <a:srgbClr val="B45B5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Editable path 95"/>
          <p:cNvSpPr/>
          <p:nvPr/>
        </p:nvSpPr>
        <p:spPr>
          <a:xfrm>
            <a:off x="8793617" y="2062080"/>
            <a:ext cx="0" cy="2445833"/>
          </a:xfrm>
          <a:custGeom>
            <a:avLst/>
            <a:gdLst/>
            <a:ahLst/>
            <a:cxnLst/>
            <a:rect l="l" t="t" r="r" b="b"/>
            <a:pathLst>
              <a:path w="0" h="2445833">
                <a:moveTo>
                  <a:pt x="0" y="2445833"/>
                </a:moveTo>
                <a:lnTo>
                  <a:pt x="0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Editable path 96"/>
          <p:cNvSpPr/>
          <p:nvPr/>
        </p:nvSpPr>
        <p:spPr>
          <a:xfrm>
            <a:off x="8793617" y="4507913"/>
            <a:ext cx="3230602" cy="0"/>
          </a:xfrm>
          <a:custGeom>
            <a:avLst/>
            <a:gdLst/>
            <a:ahLst/>
            <a:cxnLst/>
            <a:rect l="l" t="t" r="r" b="b"/>
            <a:pathLst>
              <a:path w="3230602" h="0">
                <a:moveTo>
                  <a:pt x="0" y="0"/>
                </a:moveTo>
                <a:lnTo>
                  <a:pt x="3230602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301230" y="3749018"/>
            <a:ext cx="462886" cy="1817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2" b="0" i="0">
                <a:solidFill>
                  <a:srgbClr val="B45B52"/>
                </a:solidFill>
                <a:latin typeface="Times New Roman"/>
              </a:rPr>
              <a:t>20 mm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01230" y="3918036"/>
            <a:ext cx="466975" cy="1817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2" b="0" i="0">
                <a:solidFill>
                  <a:srgbClr val="B45B52"/>
                </a:solidFill>
                <a:latin typeface="Times New Roman"/>
              </a:rPr>
              <a:t>margin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484634" y="1760105"/>
            <a:ext cx="1897940" cy="237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59" b="0" i="0">
                <a:solidFill>
                  <a:srgbClr val="2B2B2B"/>
                </a:solidFill>
                <a:latin typeface="Times New Roman"/>
              </a:rPr>
              <a:t>(c) Formation variation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2667000" y="0"/>
            <a:ext cx="6858000" cy="6858000"/>
          </a:xfrm>
          <a:custGeom>
            <a:avLst/>
            <a:gdLst/>
            <a:ahLst/>
            <a:cxnLst/>
            <a:rect l="l" t="t" r="r" b="b"/>
            <a:pathLst>
              <a:path w="6858000" h="6858000">
                <a:moveTo>
                  <a:pt x="0" y="0"/>
                </a:moveTo>
                <a:lnTo>
                  <a:pt x="6858000" y="0"/>
                </a:lnTo>
                <a:lnTo>
                  <a:pt x="6858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3627120" y="205740"/>
            <a:ext cx="5795010" cy="1018076"/>
          </a:xfrm>
          <a:custGeom>
            <a:avLst/>
            <a:gdLst/>
            <a:ahLst/>
            <a:cxnLst/>
            <a:rect l="l" t="t" r="r" b="b"/>
            <a:pathLst>
              <a:path w="5795010" h="1018076">
                <a:moveTo>
                  <a:pt x="0" y="0"/>
                </a:moveTo>
                <a:lnTo>
                  <a:pt x="5795010" y="0"/>
                </a:lnTo>
                <a:lnTo>
                  <a:pt x="5795010" y="1018076"/>
                </a:lnTo>
                <a:lnTo>
                  <a:pt x="0" y="10180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3890529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4"/>
          <p:cNvSpPr/>
          <p:nvPr/>
        </p:nvSpPr>
        <p:spPr>
          <a:xfrm>
            <a:off x="3890529" y="1223816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9116" y="1325462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7" name="Editable path 5"/>
          <p:cNvSpPr/>
          <p:nvPr/>
        </p:nvSpPr>
        <p:spPr>
          <a:xfrm>
            <a:off x="4830942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6"/>
          <p:cNvSpPr/>
          <p:nvPr/>
        </p:nvSpPr>
        <p:spPr>
          <a:xfrm>
            <a:off x="4830942" y="1223816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48115" y="1325462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10</a:t>
            </a:r>
          </a:p>
        </p:txBody>
      </p:sp>
      <p:sp>
        <p:nvSpPr>
          <p:cNvPr id="10" name="Editable path 7"/>
          <p:cNvSpPr/>
          <p:nvPr/>
        </p:nvSpPr>
        <p:spPr>
          <a:xfrm>
            <a:off x="5771354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8"/>
          <p:cNvSpPr/>
          <p:nvPr/>
        </p:nvSpPr>
        <p:spPr>
          <a:xfrm>
            <a:off x="5771354" y="1223816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88528" y="1325462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3" name="Editable path 9"/>
          <p:cNvSpPr/>
          <p:nvPr/>
        </p:nvSpPr>
        <p:spPr>
          <a:xfrm>
            <a:off x="6711767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path 10"/>
          <p:cNvSpPr/>
          <p:nvPr/>
        </p:nvSpPr>
        <p:spPr>
          <a:xfrm>
            <a:off x="6711767" y="1223816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8940" y="1325462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30</a:t>
            </a:r>
          </a:p>
        </p:txBody>
      </p:sp>
      <p:sp>
        <p:nvSpPr>
          <p:cNvPr id="16" name="Editable path 11"/>
          <p:cNvSpPr/>
          <p:nvPr/>
        </p:nvSpPr>
        <p:spPr>
          <a:xfrm>
            <a:off x="7652179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path 12"/>
          <p:cNvSpPr/>
          <p:nvPr/>
        </p:nvSpPr>
        <p:spPr>
          <a:xfrm>
            <a:off x="7652179" y="1223816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9353" y="1325462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9" name="Editable path 13"/>
          <p:cNvSpPr/>
          <p:nvPr/>
        </p:nvSpPr>
        <p:spPr>
          <a:xfrm>
            <a:off x="8592592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14"/>
          <p:cNvSpPr/>
          <p:nvPr/>
        </p:nvSpPr>
        <p:spPr>
          <a:xfrm>
            <a:off x="8592592" y="1223816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9765" y="1325462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22" name="Editable path 15"/>
          <p:cNvSpPr/>
          <p:nvPr/>
        </p:nvSpPr>
        <p:spPr>
          <a:xfrm>
            <a:off x="3627120" y="1174644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16"/>
          <p:cNvSpPr/>
          <p:nvPr/>
        </p:nvSpPr>
        <p:spPr>
          <a:xfrm>
            <a:off x="3530489" y="1174644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0054" y="1095540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5" name="Editable path 17"/>
          <p:cNvSpPr/>
          <p:nvPr/>
        </p:nvSpPr>
        <p:spPr>
          <a:xfrm>
            <a:off x="3627120" y="662073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18"/>
          <p:cNvSpPr/>
          <p:nvPr/>
        </p:nvSpPr>
        <p:spPr>
          <a:xfrm>
            <a:off x="3530489" y="662073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7228" y="582969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28" name="TextBox 27"/>
          <p:cNvSpPr txBox="1"/>
          <p:nvPr/>
        </p:nvSpPr>
        <p:spPr>
          <a:xfrm rot="16200000">
            <a:off x="2852892" y="595069"/>
            <a:ext cx="635634" cy="2319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21" b="0" i="0">
                <a:solidFill>
                  <a:srgbClr val="2B2B2B"/>
                </a:solidFill>
                <a:latin typeface="Times New Roman"/>
              </a:rPr>
              <a:t>Roll (°)</a:t>
            </a:r>
          </a:p>
        </p:txBody>
      </p:sp>
      <p:sp>
        <p:nvSpPr>
          <p:cNvPr id="29" name="Editable path 19"/>
          <p:cNvSpPr/>
          <p:nvPr/>
        </p:nvSpPr>
        <p:spPr>
          <a:xfrm>
            <a:off x="3890529" y="252016"/>
            <a:ext cx="5268191" cy="922628"/>
          </a:xfrm>
          <a:custGeom>
            <a:avLst/>
            <a:gdLst/>
            <a:ahLst/>
            <a:cxnLst/>
            <a:rect l="l" t="t" r="r" b="b"/>
            <a:pathLst>
              <a:path w="5268191" h="922628">
                <a:moveTo>
                  <a:pt x="0" y="922628"/>
                </a:moveTo>
                <a:lnTo>
                  <a:pt x="1057024" y="919600"/>
                </a:lnTo>
                <a:lnTo>
                  <a:pt x="1231940" y="911501"/>
                </a:lnTo>
                <a:lnTo>
                  <a:pt x="1388049" y="898175"/>
                </a:lnTo>
                <a:lnTo>
                  <a:pt x="1536634" y="879292"/>
                </a:lnTo>
                <a:lnTo>
                  <a:pt x="1681458" y="854676"/>
                </a:lnTo>
                <a:lnTo>
                  <a:pt x="1826281" y="823849"/>
                </a:lnTo>
                <a:lnTo>
                  <a:pt x="1974866" y="785957"/>
                </a:lnTo>
                <a:lnTo>
                  <a:pt x="2130975" y="739792"/>
                </a:lnTo>
                <a:lnTo>
                  <a:pt x="2300249" y="683257"/>
                </a:lnTo>
                <a:lnTo>
                  <a:pt x="2493974" y="611876"/>
                </a:lnTo>
                <a:lnTo>
                  <a:pt x="2746005" y="511942"/>
                </a:lnTo>
                <a:lnTo>
                  <a:pt x="3297087" y="291463"/>
                </a:lnTo>
                <a:lnTo>
                  <a:pt x="3492692" y="221128"/>
                </a:lnTo>
                <a:lnTo>
                  <a:pt x="3663847" y="166008"/>
                </a:lnTo>
                <a:lnTo>
                  <a:pt x="3821837" y="121557"/>
                </a:lnTo>
                <a:lnTo>
                  <a:pt x="3970422" y="86036"/>
                </a:lnTo>
                <a:lnTo>
                  <a:pt x="4115245" y="57621"/>
                </a:lnTo>
                <a:lnTo>
                  <a:pt x="4260069" y="35419"/>
                </a:lnTo>
                <a:lnTo>
                  <a:pt x="4408654" y="18901"/>
                </a:lnTo>
                <a:lnTo>
                  <a:pt x="4564762" y="7798"/>
                </a:lnTo>
                <a:lnTo>
                  <a:pt x="4739679" y="1665"/>
                </a:lnTo>
                <a:lnTo>
                  <a:pt x="4980425" y="0"/>
                </a:lnTo>
                <a:lnTo>
                  <a:pt x="5268191" y="0"/>
                </a:lnTo>
              </a:path>
            </a:pathLst>
          </a:custGeom>
          <a:noFill/>
          <a:ln w="30369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20"/>
          <p:cNvSpPr/>
          <p:nvPr/>
        </p:nvSpPr>
        <p:spPr>
          <a:xfrm>
            <a:off x="3890529" y="267854"/>
            <a:ext cx="5268191" cy="908844"/>
          </a:xfrm>
          <a:custGeom>
            <a:avLst/>
            <a:gdLst/>
            <a:ahLst/>
            <a:cxnLst/>
            <a:rect l="l" t="t" r="r" b="b"/>
            <a:pathLst>
              <a:path w="5268191" h="908844">
                <a:moveTo>
                  <a:pt x="0" y="907759"/>
                </a:moveTo>
                <a:lnTo>
                  <a:pt x="101565" y="906391"/>
                </a:lnTo>
                <a:lnTo>
                  <a:pt x="238865" y="907791"/>
                </a:lnTo>
                <a:lnTo>
                  <a:pt x="285885" y="908590"/>
                </a:lnTo>
                <a:lnTo>
                  <a:pt x="440113" y="908844"/>
                </a:lnTo>
                <a:lnTo>
                  <a:pt x="622553" y="904829"/>
                </a:lnTo>
                <a:lnTo>
                  <a:pt x="639481" y="904141"/>
                </a:lnTo>
                <a:lnTo>
                  <a:pt x="1104044" y="903353"/>
                </a:lnTo>
                <a:lnTo>
                  <a:pt x="1233821" y="899406"/>
                </a:lnTo>
                <a:lnTo>
                  <a:pt x="1282723" y="897021"/>
                </a:lnTo>
                <a:lnTo>
                  <a:pt x="1408738" y="887333"/>
                </a:lnTo>
                <a:lnTo>
                  <a:pt x="1474567" y="880361"/>
                </a:lnTo>
                <a:lnTo>
                  <a:pt x="1594940" y="867422"/>
                </a:lnTo>
                <a:lnTo>
                  <a:pt x="1625033" y="862183"/>
                </a:lnTo>
                <a:lnTo>
                  <a:pt x="1688981" y="855166"/>
                </a:lnTo>
                <a:lnTo>
                  <a:pt x="1732240" y="851030"/>
                </a:lnTo>
                <a:lnTo>
                  <a:pt x="1822519" y="828423"/>
                </a:lnTo>
                <a:lnTo>
                  <a:pt x="1873302" y="802667"/>
                </a:lnTo>
                <a:lnTo>
                  <a:pt x="1995556" y="765921"/>
                </a:lnTo>
                <a:lnTo>
                  <a:pt x="2059503" y="746275"/>
                </a:lnTo>
                <a:lnTo>
                  <a:pt x="2091478" y="740627"/>
                </a:lnTo>
                <a:lnTo>
                  <a:pt x="2125332" y="734485"/>
                </a:lnTo>
                <a:lnTo>
                  <a:pt x="2377363" y="667889"/>
                </a:lnTo>
                <a:lnTo>
                  <a:pt x="2422503" y="652592"/>
                </a:lnTo>
                <a:lnTo>
                  <a:pt x="2467643" y="644839"/>
                </a:lnTo>
                <a:lnTo>
                  <a:pt x="2561684" y="628037"/>
                </a:lnTo>
                <a:lnTo>
                  <a:pt x="2606824" y="606242"/>
                </a:lnTo>
                <a:lnTo>
                  <a:pt x="2687699" y="576456"/>
                </a:lnTo>
                <a:lnTo>
                  <a:pt x="2723435" y="557391"/>
                </a:lnTo>
                <a:lnTo>
                  <a:pt x="2766694" y="523290"/>
                </a:lnTo>
                <a:lnTo>
                  <a:pt x="2806191" y="490425"/>
                </a:lnTo>
                <a:lnTo>
                  <a:pt x="2858854" y="457004"/>
                </a:lnTo>
                <a:lnTo>
                  <a:pt x="3060102" y="380397"/>
                </a:lnTo>
                <a:lnTo>
                  <a:pt x="3071388" y="376216"/>
                </a:lnTo>
                <a:lnTo>
                  <a:pt x="3129693" y="354324"/>
                </a:lnTo>
                <a:lnTo>
                  <a:pt x="3637516" y="180135"/>
                </a:lnTo>
                <a:lnTo>
                  <a:pt x="3889546" y="109767"/>
                </a:lnTo>
                <a:lnTo>
                  <a:pt x="3904593" y="105521"/>
                </a:lnTo>
                <a:lnTo>
                  <a:pt x="3936567" y="97081"/>
                </a:lnTo>
                <a:lnTo>
                  <a:pt x="4036251" y="62553"/>
                </a:lnTo>
                <a:lnTo>
                  <a:pt x="4055059" y="53382"/>
                </a:lnTo>
                <a:lnTo>
                  <a:pt x="4070106" y="51808"/>
                </a:lnTo>
                <a:lnTo>
                  <a:pt x="4103961" y="51776"/>
                </a:lnTo>
                <a:lnTo>
                  <a:pt x="4109603" y="52755"/>
                </a:lnTo>
                <a:lnTo>
                  <a:pt x="4122769" y="52902"/>
                </a:lnTo>
                <a:lnTo>
                  <a:pt x="4139696" y="53519"/>
                </a:lnTo>
                <a:lnTo>
                  <a:pt x="4175432" y="47832"/>
                </a:lnTo>
                <a:lnTo>
                  <a:pt x="4192359" y="41518"/>
                </a:lnTo>
                <a:lnTo>
                  <a:pt x="4231856" y="30283"/>
                </a:lnTo>
                <a:lnTo>
                  <a:pt x="4271354" y="25036"/>
                </a:lnTo>
                <a:lnTo>
                  <a:pt x="4399250" y="15847"/>
                </a:lnTo>
                <a:lnTo>
                  <a:pt x="4451913" y="10580"/>
                </a:lnTo>
                <a:lnTo>
                  <a:pt x="4589213" y="3754"/>
                </a:lnTo>
                <a:lnTo>
                  <a:pt x="4634353" y="973"/>
                </a:lnTo>
                <a:lnTo>
                  <a:pt x="4664446" y="16"/>
                </a:lnTo>
                <a:lnTo>
                  <a:pt x="4730275" y="0"/>
                </a:lnTo>
                <a:lnTo>
                  <a:pt x="4867576" y="5035"/>
                </a:lnTo>
                <a:lnTo>
                  <a:pt x="5268191" y="1641"/>
                </a:lnTo>
              </a:path>
            </a:pathLst>
          </a:custGeom>
          <a:noFill/>
          <a:ln w="33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21"/>
          <p:cNvSpPr/>
          <p:nvPr/>
        </p:nvSpPr>
        <p:spPr>
          <a:xfrm>
            <a:off x="3627120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22"/>
          <p:cNvSpPr/>
          <p:nvPr/>
        </p:nvSpPr>
        <p:spPr>
          <a:xfrm>
            <a:off x="9422130" y="205740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23"/>
          <p:cNvSpPr/>
          <p:nvPr/>
        </p:nvSpPr>
        <p:spPr>
          <a:xfrm>
            <a:off x="3627120" y="1223816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24"/>
          <p:cNvSpPr/>
          <p:nvPr/>
        </p:nvSpPr>
        <p:spPr>
          <a:xfrm>
            <a:off x="3627120" y="205740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25"/>
          <p:cNvSpPr/>
          <p:nvPr/>
        </p:nvSpPr>
        <p:spPr>
          <a:xfrm>
            <a:off x="3776206" y="412805"/>
            <a:ext cx="165653" cy="0"/>
          </a:xfrm>
          <a:custGeom>
            <a:avLst/>
            <a:gdLst/>
            <a:ahLst/>
            <a:cxnLst/>
            <a:rect l="l" t="t" r="r" b="b"/>
            <a:pathLst>
              <a:path w="165653" h="0">
                <a:moveTo>
                  <a:pt x="0" y="0"/>
                </a:moveTo>
                <a:lnTo>
                  <a:pt x="82827" y="0"/>
                </a:lnTo>
                <a:lnTo>
                  <a:pt x="165653" y="0"/>
                </a:lnTo>
              </a:path>
            </a:pathLst>
          </a:custGeom>
          <a:noFill/>
          <a:ln w="30369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74380" y="335167"/>
            <a:ext cx="547646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Planner</a:t>
            </a:r>
          </a:p>
        </p:txBody>
      </p:sp>
      <p:sp>
        <p:nvSpPr>
          <p:cNvPr id="37" name="Editable path 26"/>
          <p:cNvSpPr/>
          <p:nvPr/>
        </p:nvSpPr>
        <p:spPr>
          <a:xfrm>
            <a:off x="4713781" y="412805"/>
            <a:ext cx="165652" cy="0"/>
          </a:xfrm>
          <a:custGeom>
            <a:avLst/>
            <a:gdLst/>
            <a:ahLst/>
            <a:cxnLst/>
            <a:rect l="l" t="t" r="r" b="b"/>
            <a:pathLst>
              <a:path w="165652" h="0">
                <a:moveTo>
                  <a:pt x="0" y="0"/>
                </a:moveTo>
                <a:lnTo>
                  <a:pt x="82826" y="0"/>
                </a:lnTo>
                <a:lnTo>
                  <a:pt x="165652" y="0"/>
                </a:lnTo>
              </a:path>
            </a:pathLst>
          </a:custGeom>
          <a:noFill/>
          <a:ln w="33130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11954" y="335167"/>
            <a:ext cx="483041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Object</a:t>
            </a:r>
          </a:p>
        </p:txBody>
      </p:sp>
      <p:sp>
        <p:nvSpPr>
          <p:cNvPr id="39" name="Editable path 27"/>
          <p:cNvSpPr/>
          <p:nvPr/>
        </p:nvSpPr>
        <p:spPr>
          <a:xfrm>
            <a:off x="3743020" y="1671233"/>
            <a:ext cx="695401" cy="0"/>
          </a:xfrm>
          <a:custGeom>
            <a:avLst/>
            <a:gdLst/>
            <a:ahLst/>
            <a:cxnLst/>
            <a:rect l="l" t="t" r="r" b="b"/>
            <a:pathLst>
              <a:path w="695401" h="0">
                <a:moveTo>
                  <a:pt x="0" y="0"/>
                </a:moveTo>
                <a:lnTo>
                  <a:pt x="695401" y="0"/>
                </a:lnTo>
              </a:path>
            </a:pathLst>
          </a:custGeom>
          <a:noFill/>
          <a:ln w="55217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path 28"/>
          <p:cNvSpPr/>
          <p:nvPr/>
        </p:nvSpPr>
        <p:spPr>
          <a:xfrm>
            <a:off x="5713323" y="1671233"/>
            <a:ext cx="695401" cy="0"/>
          </a:xfrm>
          <a:custGeom>
            <a:avLst/>
            <a:gdLst/>
            <a:ahLst/>
            <a:cxnLst/>
            <a:rect l="l" t="t" r="r" b="b"/>
            <a:pathLst>
              <a:path w="695401" h="0">
                <a:moveTo>
                  <a:pt x="0" y="0"/>
                </a:moveTo>
                <a:lnTo>
                  <a:pt x="695401" y="0"/>
                </a:lnTo>
              </a:path>
            </a:pathLst>
          </a:custGeom>
          <a:noFill/>
          <a:ln w="55217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path 29"/>
          <p:cNvSpPr/>
          <p:nvPr/>
        </p:nvSpPr>
        <p:spPr>
          <a:xfrm>
            <a:off x="7625677" y="1671233"/>
            <a:ext cx="695401" cy="0"/>
          </a:xfrm>
          <a:custGeom>
            <a:avLst/>
            <a:gdLst/>
            <a:ahLst/>
            <a:cxnLst/>
            <a:rect l="l" t="t" r="r" b="b"/>
            <a:pathLst>
              <a:path w="695401" h="0">
                <a:moveTo>
                  <a:pt x="0" y="0"/>
                </a:moveTo>
                <a:lnTo>
                  <a:pt x="695401" y="0"/>
                </a:lnTo>
              </a:path>
            </a:pathLst>
          </a:custGeom>
          <a:noFill/>
          <a:ln w="55217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12271" y="1524060"/>
            <a:ext cx="190168" cy="265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1">
                <a:solidFill>
                  <a:srgbClr val="FF9500"/>
                </a:solidFill>
                <a:latin typeface="Times New Roman"/>
              </a:rPr>
              <a:t>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47222" y="1607554"/>
            <a:ext cx="107298" cy="1855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7" b="0" i="1">
                <a:solidFill>
                  <a:srgbClr val="FF9500"/>
                </a:solidFill>
                <a:latin typeface="Times New Roman"/>
              </a:rPr>
              <a:t>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2574" y="1510256"/>
            <a:ext cx="190168" cy="265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1">
                <a:solidFill>
                  <a:srgbClr val="7C5AA6"/>
                </a:solidFill>
                <a:latin typeface="Times New Roman"/>
              </a:rPr>
              <a:t>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17525" y="1593750"/>
            <a:ext cx="107298" cy="1855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7" b="0" i="1">
                <a:solidFill>
                  <a:srgbClr val="7C5AA6"/>
                </a:solidFill>
                <a:latin typeface="Times New Roman"/>
              </a:rPr>
              <a:t>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94927" y="1524060"/>
            <a:ext cx="190168" cy="265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39" b="0" i="1">
                <a:solidFill>
                  <a:srgbClr val="6B7280"/>
                </a:solidFill>
                <a:latin typeface="Times New Roman"/>
              </a:rPr>
              <a:t>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29878" y="1607554"/>
            <a:ext cx="98795" cy="1855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7" b="0" i="1">
                <a:solidFill>
                  <a:srgbClr val="6B7280"/>
                </a:solidFill>
                <a:latin typeface="Times New Roman"/>
              </a:rPr>
              <a:t>z</a:t>
            </a:r>
          </a:p>
        </p:txBody>
      </p:sp>
      <p:sp>
        <p:nvSpPr>
          <p:cNvPr id="48" name="Editable path 30"/>
          <p:cNvSpPr/>
          <p:nvPr/>
        </p:nvSpPr>
        <p:spPr>
          <a:xfrm>
            <a:off x="3627120" y="2118651"/>
            <a:ext cx="2519569" cy="910910"/>
          </a:xfrm>
          <a:custGeom>
            <a:avLst/>
            <a:gdLst/>
            <a:ahLst/>
            <a:cxnLst/>
            <a:rect l="l" t="t" r="r" b="b"/>
            <a:pathLst>
              <a:path w="2519569" h="910910">
                <a:moveTo>
                  <a:pt x="0" y="0"/>
                </a:moveTo>
                <a:lnTo>
                  <a:pt x="2519569" y="0"/>
                </a:lnTo>
                <a:lnTo>
                  <a:pt x="2519569" y="910910"/>
                </a:lnTo>
                <a:lnTo>
                  <a:pt x="0" y="9109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path 31"/>
          <p:cNvSpPr/>
          <p:nvPr/>
        </p:nvSpPr>
        <p:spPr>
          <a:xfrm>
            <a:off x="3741645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path 32"/>
          <p:cNvSpPr/>
          <p:nvPr/>
        </p:nvSpPr>
        <p:spPr>
          <a:xfrm>
            <a:off x="3741645" y="3029561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33"/>
          <p:cNvSpPr/>
          <p:nvPr/>
        </p:nvSpPr>
        <p:spPr>
          <a:xfrm>
            <a:off x="4559395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path 34"/>
          <p:cNvSpPr/>
          <p:nvPr/>
        </p:nvSpPr>
        <p:spPr>
          <a:xfrm>
            <a:off x="4559395" y="3029561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path 35"/>
          <p:cNvSpPr/>
          <p:nvPr/>
        </p:nvSpPr>
        <p:spPr>
          <a:xfrm>
            <a:off x="5377145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36"/>
          <p:cNvSpPr/>
          <p:nvPr/>
        </p:nvSpPr>
        <p:spPr>
          <a:xfrm>
            <a:off x="5377145" y="3029561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path 37"/>
          <p:cNvSpPr/>
          <p:nvPr/>
        </p:nvSpPr>
        <p:spPr>
          <a:xfrm>
            <a:off x="3627120" y="2929377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path 38"/>
          <p:cNvSpPr/>
          <p:nvPr/>
        </p:nvSpPr>
        <p:spPr>
          <a:xfrm>
            <a:off x="3530489" y="2929377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40947" y="2850272"/>
            <a:ext cx="403363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−100</a:t>
            </a:r>
          </a:p>
        </p:txBody>
      </p:sp>
      <p:sp>
        <p:nvSpPr>
          <p:cNvPr id="58" name="Editable path 39"/>
          <p:cNvSpPr/>
          <p:nvPr/>
        </p:nvSpPr>
        <p:spPr>
          <a:xfrm>
            <a:off x="3627120" y="2547916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Editable path 40"/>
          <p:cNvSpPr/>
          <p:nvPr/>
        </p:nvSpPr>
        <p:spPr>
          <a:xfrm>
            <a:off x="3530489" y="2547916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20054" y="2468812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61" name="Editable path 41"/>
          <p:cNvSpPr/>
          <p:nvPr/>
        </p:nvSpPr>
        <p:spPr>
          <a:xfrm>
            <a:off x="3627120" y="2166456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42"/>
          <p:cNvSpPr/>
          <p:nvPr/>
        </p:nvSpPr>
        <p:spPr>
          <a:xfrm>
            <a:off x="3530489" y="2166456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54402" y="2087351"/>
            <a:ext cx="289891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64" name="TextBox 63"/>
          <p:cNvSpPr txBox="1"/>
          <p:nvPr/>
        </p:nvSpPr>
        <p:spPr>
          <a:xfrm rot="16200000">
            <a:off x="2601728" y="2463135"/>
            <a:ext cx="747436" cy="2153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13" b="0" i="0">
                <a:solidFill>
                  <a:srgbClr val="2B2B2B"/>
                </a:solidFill>
                <a:latin typeface="Times New Roman"/>
              </a:rPr>
              <a:t>Force (N)</a:t>
            </a:r>
          </a:p>
        </p:txBody>
      </p:sp>
      <p:sp>
        <p:nvSpPr>
          <p:cNvPr id="65" name="Editable path 43"/>
          <p:cNvSpPr/>
          <p:nvPr/>
        </p:nvSpPr>
        <p:spPr>
          <a:xfrm>
            <a:off x="3741645" y="2197329"/>
            <a:ext cx="2290518" cy="494917"/>
          </a:xfrm>
          <a:custGeom>
            <a:avLst/>
            <a:gdLst/>
            <a:ahLst/>
            <a:cxnLst/>
            <a:rect l="l" t="t" r="r" b="b"/>
            <a:pathLst>
              <a:path w="2290518" h="494917">
                <a:moveTo>
                  <a:pt x="0" y="292195"/>
                </a:moveTo>
                <a:lnTo>
                  <a:pt x="818" y="293339"/>
                </a:lnTo>
                <a:lnTo>
                  <a:pt x="1636" y="290617"/>
                </a:lnTo>
                <a:lnTo>
                  <a:pt x="3271" y="295235"/>
                </a:lnTo>
                <a:lnTo>
                  <a:pt x="4089" y="286398"/>
                </a:lnTo>
                <a:lnTo>
                  <a:pt x="4907" y="293170"/>
                </a:lnTo>
                <a:lnTo>
                  <a:pt x="5725" y="285715"/>
                </a:lnTo>
                <a:lnTo>
                  <a:pt x="8178" y="261338"/>
                </a:lnTo>
                <a:lnTo>
                  <a:pt x="7360" y="300857"/>
                </a:lnTo>
                <a:lnTo>
                  <a:pt x="8996" y="276509"/>
                </a:lnTo>
                <a:lnTo>
                  <a:pt x="9813" y="297321"/>
                </a:lnTo>
                <a:lnTo>
                  <a:pt x="11449" y="272709"/>
                </a:lnTo>
                <a:lnTo>
                  <a:pt x="12267" y="286708"/>
                </a:lnTo>
                <a:lnTo>
                  <a:pt x="13902" y="287951"/>
                </a:lnTo>
                <a:lnTo>
                  <a:pt x="14720" y="282048"/>
                </a:lnTo>
                <a:lnTo>
                  <a:pt x="15538" y="289347"/>
                </a:lnTo>
                <a:lnTo>
                  <a:pt x="17173" y="304916"/>
                </a:lnTo>
                <a:lnTo>
                  <a:pt x="17991" y="289999"/>
                </a:lnTo>
                <a:lnTo>
                  <a:pt x="18809" y="278954"/>
                </a:lnTo>
                <a:lnTo>
                  <a:pt x="19626" y="295998"/>
                </a:lnTo>
                <a:lnTo>
                  <a:pt x="21262" y="324250"/>
                </a:lnTo>
                <a:lnTo>
                  <a:pt x="22897" y="311533"/>
                </a:lnTo>
                <a:lnTo>
                  <a:pt x="26168" y="265206"/>
                </a:lnTo>
                <a:lnTo>
                  <a:pt x="27804" y="303951"/>
                </a:lnTo>
                <a:lnTo>
                  <a:pt x="29439" y="294913"/>
                </a:lnTo>
                <a:lnTo>
                  <a:pt x="31075" y="284472"/>
                </a:lnTo>
                <a:lnTo>
                  <a:pt x="31893" y="305955"/>
                </a:lnTo>
                <a:lnTo>
                  <a:pt x="32710" y="278578"/>
                </a:lnTo>
                <a:lnTo>
                  <a:pt x="33528" y="298534"/>
                </a:lnTo>
                <a:lnTo>
                  <a:pt x="35981" y="303159"/>
                </a:lnTo>
                <a:lnTo>
                  <a:pt x="38435" y="264702"/>
                </a:lnTo>
                <a:lnTo>
                  <a:pt x="40070" y="295558"/>
                </a:lnTo>
                <a:lnTo>
                  <a:pt x="41706" y="285978"/>
                </a:lnTo>
                <a:lnTo>
                  <a:pt x="42523" y="284177"/>
                </a:lnTo>
                <a:lnTo>
                  <a:pt x="43341" y="284570"/>
                </a:lnTo>
                <a:lnTo>
                  <a:pt x="44159" y="306612"/>
                </a:lnTo>
                <a:lnTo>
                  <a:pt x="46612" y="304637"/>
                </a:lnTo>
                <a:lnTo>
                  <a:pt x="47430" y="310299"/>
                </a:lnTo>
                <a:lnTo>
                  <a:pt x="48248" y="300494"/>
                </a:lnTo>
                <a:lnTo>
                  <a:pt x="49883" y="305828"/>
                </a:lnTo>
                <a:lnTo>
                  <a:pt x="52336" y="280080"/>
                </a:lnTo>
                <a:lnTo>
                  <a:pt x="53972" y="292309"/>
                </a:lnTo>
                <a:lnTo>
                  <a:pt x="54790" y="275955"/>
                </a:lnTo>
                <a:lnTo>
                  <a:pt x="55607" y="273916"/>
                </a:lnTo>
                <a:lnTo>
                  <a:pt x="56425" y="301612"/>
                </a:lnTo>
                <a:lnTo>
                  <a:pt x="58878" y="295806"/>
                </a:lnTo>
                <a:lnTo>
                  <a:pt x="62149" y="302045"/>
                </a:lnTo>
                <a:lnTo>
                  <a:pt x="66238" y="262336"/>
                </a:lnTo>
                <a:lnTo>
                  <a:pt x="67056" y="267126"/>
                </a:lnTo>
                <a:lnTo>
                  <a:pt x="68691" y="267071"/>
                </a:lnTo>
                <a:lnTo>
                  <a:pt x="70327" y="280618"/>
                </a:lnTo>
                <a:lnTo>
                  <a:pt x="71962" y="278058"/>
                </a:lnTo>
                <a:lnTo>
                  <a:pt x="73598" y="276014"/>
                </a:lnTo>
                <a:lnTo>
                  <a:pt x="76869" y="287486"/>
                </a:lnTo>
                <a:lnTo>
                  <a:pt x="79322" y="294745"/>
                </a:lnTo>
                <a:lnTo>
                  <a:pt x="80140" y="268286"/>
                </a:lnTo>
                <a:lnTo>
                  <a:pt x="81775" y="306593"/>
                </a:lnTo>
                <a:lnTo>
                  <a:pt x="82593" y="265814"/>
                </a:lnTo>
                <a:lnTo>
                  <a:pt x="84229" y="296591"/>
                </a:lnTo>
                <a:lnTo>
                  <a:pt x="89953" y="257754"/>
                </a:lnTo>
                <a:lnTo>
                  <a:pt x="95677" y="291253"/>
                </a:lnTo>
                <a:lnTo>
                  <a:pt x="98948" y="248008"/>
                </a:lnTo>
                <a:lnTo>
                  <a:pt x="100584" y="261732"/>
                </a:lnTo>
                <a:lnTo>
                  <a:pt x="103855" y="282901"/>
                </a:lnTo>
                <a:lnTo>
                  <a:pt x="105490" y="236848"/>
                </a:lnTo>
                <a:lnTo>
                  <a:pt x="107943" y="258727"/>
                </a:lnTo>
                <a:lnTo>
                  <a:pt x="109579" y="253976"/>
                </a:lnTo>
                <a:lnTo>
                  <a:pt x="110397" y="267171"/>
                </a:lnTo>
                <a:lnTo>
                  <a:pt x="111214" y="253809"/>
                </a:lnTo>
                <a:lnTo>
                  <a:pt x="112032" y="240455"/>
                </a:lnTo>
                <a:lnTo>
                  <a:pt x="112850" y="270869"/>
                </a:lnTo>
                <a:lnTo>
                  <a:pt x="114485" y="256061"/>
                </a:lnTo>
                <a:lnTo>
                  <a:pt x="116121" y="262208"/>
                </a:lnTo>
                <a:lnTo>
                  <a:pt x="119392" y="284821"/>
                </a:lnTo>
                <a:lnTo>
                  <a:pt x="121027" y="259195"/>
                </a:lnTo>
                <a:lnTo>
                  <a:pt x="122663" y="259583"/>
                </a:lnTo>
                <a:lnTo>
                  <a:pt x="124298" y="258752"/>
                </a:lnTo>
                <a:lnTo>
                  <a:pt x="125116" y="277184"/>
                </a:lnTo>
                <a:lnTo>
                  <a:pt x="126752" y="269834"/>
                </a:lnTo>
                <a:lnTo>
                  <a:pt x="127569" y="258508"/>
                </a:lnTo>
                <a:lnTo>
                  <a:pt x="129205" y="266146"/>
                </a:lnTo>
                <a:lnTo>
                  <a:pt x="130023" y="268649"/>
                </a:lnTo>
                <a:lnTo>
                  <a:pt x="131658" y="254295"/>
                </a:lnTo>
                <a:lnTo>
                  <a:pt x="133294" y="263377"/>
                </a:lnTo>
                <a:lnTo>
                  <a:pt x="135747" y="279387"/>
                </a:lnTo>
                <a:lnTo>
                  <a:pt x="139018" y="255558"/>
                </a:lnTo>
                <a:lnTo>
                  <a:pt x="139836" y="269191"/>
                </a:lnTo>
                <a:lnTo>
                  <a:pt x="142289" y="264460"/>
                </a:lnTo>
                <a:lnTo>
                  <a:pt x="146378" y="247736"/>
                </a:lnTo>
                <a:lnTo>
                  <a:pt x="149649" y="221982"/>
                </a:lnTo>
                <a:lnTo>
                  <a:pt x="148013" y="250429"/>
                </a:lnTo>
                <a:lnTo>
                  <a:pt x="151284" y="231777"/>
                </a:lnTo>
                <a:lnTo>
                  <a:pt x="153737" y="255283"/>
                </a:lnTo>
                <a:lnTo>
                  <a:pt x="154555" y="246296"/>
                </a:lnTo>
                <a:lnTo>
                  <a:pt x="155373" y="239933"/>
                </a:lnTo>
                <a:lnTo>
                  <a:pt x="156191" y="241412"/>
                </a:lnTo>
                <a:lnTo>
                  <a:pt x="157826" y="268160"/>
                </a:lnTo>
                <a:lnTo>
                  <a:pt x="159462" y="255486"/>
                </a:lnTo>
                <a:lnTo>
                  <a:pt x="162733" y="221620"/>
                </a:lnTo>
                <a:lnTo>
                  <a:pt x="163550" y="238099"/>
                </a:lnTo>
                <a:lnTo>
                  <a:pt x="166821" y="247019"/>
                </a:lnTo>
                <a:lnTo>
                  <a:pt x="165186" y="232947"/>
                </a:lnTo>
                <a:lnTo>
                  <a:pt x="167639" y="244833"/>
                </a:lnTo>
                <a:lnTo>
                  <a:pt x="170092" y="245937"/>
                </a:lnTo>
                <a:lnTo>
                  <a:pt x="172546" y="237075"/>
                </a:lnTo>
                <a:lnTo>
                  <a:pt x="176634" y="263639"/>
                </a:lnTo>
                <a:lnTo>
                  <a:pt x="179905" y="230018"/>
                </a:lnTo>
                <a:lnTo>
                  <a:pt x="180723" y="240841"/>
                </a:lnTo>
                <a:lnTo>
                  <a:pt x="181541" y="259388"/>
                </a:lnTo>
                <a:lnTo>
                  <a:pt x="183176" y="232782"/>
                </a:lnTo>
                <a:lnTo>
                  <a:pt x="186447" y="185067"/>
                </a:lnTo>
                <a:lnTo>
                  <a:pt x="188901" y="252845"/>
                </a:lnTo>
                <a:lnTo>
                  <a:pt x="190536" y="250423"/>
                </a:lnTo>
                <a:lnTo>
                  <a:pt x="191354" y="254665"/>
                </a:lnTo>
                <a:lnTo>
                  <a:pt x="192172" y="254020"/>
                </a:lnTo>
                <a:lnTo>
                  <a:pt x="192989" y="241787"/>
                </a:lnTo>
                <a:lnTo>
                  <a:pt x="193807" y="248274"/>
                </a:lnTo>
                <a:lnTo>
                  <a:pt x="195443" y="272990"/>
                </a:lnTo>
                <a:lnTo>
                  <a:pt x="196260" y="245447"/>
                </a:lnTo>
                <a:lnTo>
                  <a:pt x="197078" y="246764"/>
                </a:lnTo>
                <a:lnTo>
                  <a:pt x="198714" y="208947"/>
                </a:lnTo>
                <a:lnTo>
                  <a:pt x="200349" y="228016"/>
                </a:lnTo>
                <a:lnTo>
                  <a:pt x="201167" y="233867"/>
                </a:lnTo>
                <a:lnTo>
                  <a:pt x="202802" y="204570"/>
                </a:lnTo>
                <a:lnTo>
                  <a:pt x="204438" y="213197"/>
                </a:lnTo>
                <a:lnTo>
                  <a:pt x="207709" y="234314"/>
                </a:lnTo>
                <a:lnTo>
                  <a:pt x="209344" y="249662"/>
                </a:lnTo>
                <a:lnTo>
                  <a:pt x="210162" y="242863"/>
                </a:lnTo>
                <a:lnTo>
                  <a:pt x="213433" y="214298"/>
                </a:lnTo>
                <a:lnTo>
                  <a:pt x="214251" y="214782"/>
                </a:lnTo>
                <a:lnTo>
                  <a:pt x="216704" y="229337"/>
                </a:lnTo>
                <a:lnTo>
                  <a:pt x="217522" y="224459"/>
                </a:lnTo>
                <a:lnTo>
                  <a:pt x="219157" y="205786"/>
                </a:lnTo>
                <a:lnTo>
                  <a:pt x="219975" y="219865"/>
                </a:lnTo>
                <a:lnTo>
                  <a:pt x="220793" y="221758"/>
                </a:lnTo>
                <a:lnTo>
                  <a:pt x="221611" y="233785"/>
                </a:lnTo>
                <a:lnTo>
                  <a:pt x="223246" y="215760"/>
                </a:lnTo>
                <a:lnTo>
                  <a:pt x="224064" y="217898"/>
                </a:lnTo>
                <a:lnTo>
                  <a:pt x="228153" y="246354"/>
                </a:lnTo>
                <a:lnTo>
                  <a:pt x="229788" y="206124"/>
                </a:lnTo>
                <a:lnTo>
                  <a:pt x="232241" y="218107"/>
                </a:lnTo>
                <a:lnTo>
                  <a:pt x="235512" y="244295"/>
                </a:lnTo>
                <a:lnTo>
                  <a:pt x="237966" y="214387"/>
                </a:lnTo>
                <a:lnTo>
                  <a:pt x="240419" y="215397"/>
                </a:lnTo>
                <a:lnTo>
                  <a:pt x="242054" y="238233"/>
                </a:lnTo>
                <a:lnTo>
                  <a:pt x="242872" y="230314"/>
                </a:lnTo>
                <a:lnTo>
                  <a:pt x="243690" y="210967"/>
                </a:lnTo>
                <a:lnTo>
                  <a:pt x="245325" y="231188"/>
                </a:lnTo>
                <a:lnTo>
                  <a:pt x="246143" y="216131"/>
                </a:lnTo>
                <a:lnTo>
                  <a:pt x="246961" y="208184"/>
                </a:lnTo>
                <a:lnTo>
                  <a:pt x="248596" y="212854"/>
                </a:lnTo>
                <a:lnTo>
                  <a:pt x="249414" y="223638"/>
                </a:lnTo>
                <a:lnTo>
                  <a:pt x="251867" y="216782"/>
                </a:lnTo>
                <a:lnTo>
                  <a:pt x="255956" y="196950"/>
                </a:lnTo>
                <a:lnTo>
                  <a:pt x="256774" y="232924"/>
                </a:lnTo>
                <a:lnTo>
                  <a:pt x="258409" y="190126"/>
                </a:lnTo>
                <a:lnTo>
                  <a:pt x="260863" y="224290"/>
                </a:lnTo>
                <a:lnTo>
                  <a:pt x="262498" y="208226"/>
                </a:lnTo>
                <a:lnTo>
                  <a:pt x="264951" y="245462"/>
                </a:lnTo>
                <a:lnTo>
                  <a:pt x="266587" y="185053"/>
                </a:lnTo>
                <a:lnTo>
                  <a:pt x="268222" y="204740"/>
                </a:lnTo>
                <a:lnTo>
                  <a:pt x="272311" y="243240"/>
                </a:lnTo>
                <a:lnTo>
                  <a:pt x="274764" y="201975"/>
                </a:lnTo>
                <a:lnTo>
                  <a:pt x="275582" y="226759"/>
                </a:lnTo>
                <a:lnTo>
                  <a:pt x="276400" y="230539"/>
                </a:lnTo>
                <a:lnTo>
                  <a:pt x="278035" y="207562"/>
                </a:lnTo>
                <a:lnTo>
                  <a:pt x="278853" y="217376"/>
                </a:lnTo>
                <a:lnTo>
                  <a:pt x="281306" y="215694"/>
                </a:lnTo>
                <a:lnTo>
                  <a:pt x="282942" y="230276"/>
                </a:lnTo>
                <a:lnTo>
                  <a:pt x="283760" y="236189"/>
                </a:lnTo>
                <a:lnTo>
                  <a:pt x="284577" y="225741"/>
                </a:lnTo>
                <a:lnTo>
                  <a:pt x="286213" y="232465"/>
                </a:lnTo>
                <a:lnTo>
                  <a:pt x="287848" y="213220"/>
                </a:lnTo>
                <a:lnTo>
                  <a:pt x="289484" y="226466"/>
                </a:lnTo>
                <a:lnTo>
                  <a:pt x="291937" y="212557"/>
                </a:lnTo>
                <a:lnTo>
                  <a:pt x="293573" y="217892"/>
                </a:lnTo>
                <a:lnTo>
                  <a:pt x="294390" y="219271"/>
                </a:lnTo>
                <a:lnTo>
                  <a:pt x="296844" y="243584"/>
                </a:lnTo>
                <a:lnTo>
                  <a:pt x="297661" y="238120"/>
                </a:lnTo>
                <a:lnTo>
                  <a:pt x="299297" y="209026"/>
                </a:lnTo>
                <a:lnTo>
                  <a:pt x="301750" y="212758"/>
                </a:lnTo>
                <a:lnTo>
                  <a:pt x="302568" y="203453"/>
                </a:lnTo>
                <a:lnTo>
                  <a:pt x="304203" y="211992"/>
                </a:lnTo>
                <a:lnTo>
                  <a:pt x="305839" y="237747"/>
                </a:lnTo>
                <a:lnTo>
                  <a:pt x="307474" y="219801"/>
                </a:lnTo>
                <a:lnTo>
                  <a:pt x="309928" y="204968"/>
                </a:lnTo>
                <a:lnTo>
                  <a:pt x="310745" y="198419"/>
                </a:lnTo>
                <a:lnTo>
                  <a:pt x="311563" y="203959"/>
                </a:lnTo>
                <a:lnTo>
                  <a:pt x="314016" y="233268"/>
                </a:lnTo>
                <a:lnTo>
                  <a:pt x="315652" y="217693"/>
                </a:lnTo>
                <a:lnTo>
                  <a:pt x="317287" y="202892"/>
                </a:lnTo>
                <a:lnTo>
                  <a:pt x="318105" y="204359"/>
                </a:lnTo>
                <a:lnTo>
                  <a:pt x="322194" y="225815"/>
                </a:lnTo>
                <a:lnTo>
                  <a:pt x="323829" y="210691"/>
                </a:lnTo>
                <a:lnTo>
                  <a:pt x="324647" y="201537"/>
                </a:lnTo>
                <a:lnTo>
                  <a:pt x="326283" y="209377"/>
                </a:lnTo>
                <a:lnTo>
                  <a:pt x="330371" y="230357"/>
                </a:lnTo>
                <a:lnTo>
                  <a:pt x="334460" y="203592"/>
                </a:lnTo>
                <a:lnTo>
                  <a:pt x="336096" y="229605"/>
                </a:lnTo>
                <a:lnTo>
                  <a:pt x="337731" y="215823"/>
                </a:lnTo>
                <a:lnTo>
                  <a:pt x="340184" y="208048"/>
                </a:lnTo>
                <a:lnTo>
                  <a:pt x="342638" y="231542"/>
                </a:lnTo>
                <a:lnTo>
                  <a:pt x="344273" y="227154"/>
                </a:lnTo>
                <a:lnTo>
                  <a:pt x="347544" y="198413"/>
                </a:lnTo>
                <a:lnTo>
                  <a:pt x="348362" y="209002"/>
                </a:lnTo>
                <a:lnTo>
                  <a:pt x="351633" y="236486"/>
                </a:lnTo>
                <a:lnTo>
                  <a:pt x="353268" y="196770"/>
                </a:lnTo>
                <a:lnTo>
                  <a:pt x="354904" y="213878"/>
                </a:lnTo>
                <a:lnTo>
                  <a:pt x="356539" y="206506"/>
                </a:lnTo>
                <a:lnTo>
                  <a:pt x="358175" y="226874"/>
                </a:lnTo>
                <a:lnTo>
                  <a:pt x="358993" y="219590"/>
                </a:lnTo>
                <a:lnTo>
                  <a:pt x="360628" y="192204"/>
                </a:lnTo>
                <a:lnTo>
                  <a:pt x="361446" y="192411"/>
                </a:lnTo>
                <a:lnTo>
                  <a:pt x="365535" y="285968"/>
                </a:lnTo>
                <a:lnTo>
                  <a:pt x="367988" y="202745"/>
                </a:lnTo>
                <a:lnTo>
                  <a:pt x="369623" y="217471"/>
                </a:lnTo>
                <a:lnTo>
                  <a:pt x="370441" y="203519"/>
                </a:lnTo>
                <a:lnTo>
                  <a:pt x="372077" y="218628"/>
                </a:lnTo>
                <a:lnTo>
                  <a:pt x="373712" y="233817"/>
                </a:lnTo>
                <a:lnTo>
                  <a:pt x="375348" y="224859"/>
                </a:lnTo>
                <a:lnTo>
                  <a:pt x="376165" y="229223"/>
                </a:lnTo>
                <a:lnTo>
                  <a:pt x="377801" y="225999"/>
                </a:lnTo>
                <a:lnTo>
                  <a:pt x="380254" y="217145"/>
                </a:lnTo>
                <a:lnTo>
                  <a:pt x="382707" y="219966"/>
                </a:lnTo>
                <a:lnTo>
                  <a:pt x="383525" y="222660"/>
                </a:lnTo>
                <a:lnTo>
                  <a:pt x="385161" y="222069"/>
                </a:lnTo>
                <a:lnTo>
                  <a:pt x="385978" y="218393"/>
                </a:lnTo>
                <a:lnTo>
                  <a:pt x="386796" y="223633"/>
                </a:lnTo>
                <a:lnTo>
                  <a:pt x="387614" y="232103"/>
                </a:lnTo>
                <a:lnTo>
                  <a:pt x="388432" y="225160"/>
                </a:lnTo>
                <a:lnTo>
                  <a:pt x="389249" y="211289"/>
                </a:lnTo>
                <a:lnTo>
                  <a:pt x="390885" y="225227"/>
                </a:lnTo>
                <a:lnTo>
                  <a:pt x="391703" y="226940"/>
                </a:lnTo>
                <a:lnTo>
                  <a:pt x="392520" y="225419"/>
                </a:lnTo>
                <a:lnTo>
                  <a:pt x="393338" y="215345"/>
                </a:lnTo>
                <a:lnTo>
                  <a:pt x="395791" y="218768"/>
                </a:lnTo>
                <a:lnTo>
                  <a:pt x="397427" y="220072"/>
                </a:lnTo>
                <a:lnTo>
                  <a:pt x="399880" y="215721"/>
                </a:lnTo>
                <a:lnTo>
                  <a:pt x="402333" y="247260"/>
                </a:lnTo>
                <a:lnTo>
                  <a:pt x="403969" y="219774"/>
                </a:lnTo>
                <a:lnTo>
                  <a:pt x="404787" y="227177"/>
                </a:lnTo>
                <a:lnTo>
                  <a:pt x="405604" y="253081"/>
                </a:lnTo>
                <a:lnTo>
                  <a:pt x="407240" y="212622"/>
                </a:lnTo>
                <a:lnTo>
                  <a:pt x="408875" y="221994"/>
                </a:lnTo>
                <a:lnTo>
                  <a:pt x="410511" y="217606"/>
                </a:lnTo>
                <a:lnTo>
                  <a:pt x="412964" y="227559"/>
                </a:lnTo>
                <a:lnTo>
                  <a:pt x="414600" y="222179"/>
                </a:lnTo>
                <a:lnTo>
                  <a:pt x="415417" y="221494"/>
                </a:lnTo>
                <a:lnTo>
                  <a:pt x="416235" y="222977"/>
                </a:lnTo>
                <a:lnTo>
                  <a:pt x="418688" y="238620"/>
                </a:lnTo>
                <a:lnTo>
                  <a:pt x="420324" y="211309"/>
                </a:lnTo>
                <a:lnTo>
                  <a:pt x="421959" y="231683"/>
                </a:lnTo>
                <a:lnTo>
                  <a:pt x="422777" y="222840"/>
                </a:lnTo>
                <a:lnTo>
                  <a:pt x="423595" y="234043"/>
                </a:lnTo>
                <a:lnTo>
                  <a:pt x="424413" y="240439"/>
                </a:lnTo>
                <a:lnTo>
                  <a:pt x="425230" y="222278"/>
                </a:lnTo>
                <a:lnTo>
                  <a:pt x="426866" y="230788"/>
                </a:lnTo>
                <a:lnTo>
                  <a:pt x="431772" y="272824"/>
                </a:lnTo>
                <a:lnTo>
                  <a:pt x="433408" y="239727"/>
                </a:lnTo>
                <a:lnTo>
                  <a:pt x="435043" y="264145"/>
                </a:lnTo>
                <a:lnTo>
                  <a:pt x="436679" y="242078"/>
                </a:lnTo>
                <a:lnTo>
                  <a:pt x="437497" y="261474"/>
                </a:lnTo>
                <a:lnTo>
                  <a:pt x="439950" y="257397"/>
                </a:lnTo>
                <a:lnTo>
                  <a:pt x="441585" y="242524"/>
                </a:lnTo>
                <a:lnTo>
                  <a:pt x="442403" y="259640"/>
                </a:lnTo>
                <a:lnTo>
                  <a:pt x="443221" y="253798"/>
                </a:lnTo>
                <a:lnTo>
                  <a:pt x="444039" y="254809"/>
                </a:lnTo>
                <a:lnTo>
                  <a:pt x="444856" y="244782"/>
                </a:lnTo>
                <a:lnTo>
                  <a:pt x="446492" y="256925"/>
                </a:lnTo>
                <a:lnTo>
                  <a:pt x="448127" y="264822"/>
                </a:lnTo>
                <a:lnTo>
                  <a:pt x="448945" y="258063"/>
                </a:lnTo>
                <a:lnTo>
                  <a:pt x="453034" y="234833"/>
                </a:lnTo>
                <a:lnTo>
                  <a:pt x="453852" y="236359"/>
                </a:lnTo>
                <a:lnTo>
                  <a:pt x="456305" y="268496"/>
                </a:lnTo>
                <a:lnTo>
                  <a:pt x="457123" y="241729"/>
                </a:lnTo>
                <a:lnTo>
                  <a:pt x="457940" y="234409"/>
                </a:lnTo>
                <a:lnTo>
                  <a:pt x="459576" y="243026"/>
                </a:lnTo>
                <a:lnTo>
                  <a:pt x="460394" y="245623"/>
                </a:lnTo>
                <a:lnTo>
                  <a:pt x="461211" y="238417"/>
                </a:lnTo>
                <a:lnTo>
                  <a:pt x="462847" y="233336"/>
                </a:lnTo>
                <a:lnTo>
                  <a:pt x="463665" y="236409"/>
                </a:lnTo>
                <a:lnTo>
                  <a:pt x="466936" y="259860"/>
                </a:lnTo>
                <a:lnTo>
                  <a:pt x="467753" y="257738"/>
                </a:lnTo>
                <a:lnTo>
                  <a:pt x="468571" y="237742"/>
                </a:lnTo>
                <a:lnTo>
                  <a:pt x="471024" y="251070"/>
                </a:lnTo>
                <a:lnTo>
                  <a:pt x="471842" y="243471"/>
                </a:lnTo>
                <a:lnTo>
                  <a:pt x="472660" y="256280"/>
                </a:lnTo>
                <a:lnTo>
                  <a:pt x="474295" y="261743"/>
                </a:lnTo>
                <a:lnTo>
                  <a:pt x="478384" y="239042"/>
                </a:lnTo>
                <a:lnTo>
                  <a:pt x="480837" y="227456"/>
                </a:lnTo>
                <a:lnTo>
                  <a:pt x="486562" y="276825"/>
                </a:lnTo>
                <a:lnTo>
                  <a:pt x="490650" y="240866"/>
                </a:lnTo>
                <a:lnTo>
                  <a:pt x="492286" y="258073"/>
                </a:lnTo>
                <a:lnTo>
                  <a:pt x="493104" y="237535"/>
                </a:lnTo>
                <a:lnTo>
                  <a:pt x="494739" y="249377"/>
                </a:lnTo>
                <a:lnTo>
                  <a:pt x="498828" y="224558"/>
                </a:lnTo>
                <a:lnTo>
                  <a:pt x="496375" y="250005"/>
                </a:lnTo>
                <a:lnTo>
                  <a:pt x="499646" y="239393"/>
                </a:lnTo>
                <a:lnTo>
                  <a:pt x="502099" y="235472"/>
                </a:lnTo>
                <a:lnTo>
                  <a:pt x="502917" y="247207"/>
                </a:lnTo>
                <a:lnTo>
                  <a:pt x="503734" y="241881"/>
                </a:lnTo>
                <a:lnTo>
                  <a:pt x="507005" y="217851"/>
                </a:lnTo>
                <a:lnTo>
                  <a:pt x="507823" y="216895"/>
                </a:lnTo>
                <a:lnTo>
                  <a:pt x="509459" y="275896"/>
                </a:lnTo>
                <a:lnTo>
                  <a:pt x="512730" y="250564"/>
                </a:lnTo>
                <a:lnTo>
                  <a:pt x="513547" y="257589"/>
                </a:lnTo>
                <a:lnTo>
                  <a:pt x="514365" y="251150"/>
                </a:lnTo>
                <a:lnTo>
                  <a:pt x="516818" y="212753"/>
                </a:lnTo>
                <a:lnTo>
                  <a:pt x="518454" y="233838"/>
                </a:lnTo>
                <a:lnTo>
                  <a:pt x="519272" y="250509"/>
                </a:lnTo>
                <a:lnTo>
                  <a:pt x="520907" y="242421"/>
                </a:lnTo>
                <a:lnTo>
                  <a:pt x="521725" y="235010"/>
                </a:lnTo>
                <a:lnTo>
                  <a:pt x="522543" y="243876"/>
                </a:lnTo>
                <a:lnTo>
                  <a:pt x="524178" y="258032"/>
                </a:lnTo>
                <a:lnTo>
                  <a:pt x="524996" y="254324"/>
                </a:lnTo>
                <a:lnTo>
                  <a:pt x="529085" y="232479"/>
                </a:lnTo>
                <a:lnTo>
                  <a:pt x="529902" y="231608"/>
                </a:lnTo>
                <a:lnTo>
                  <a:pt x="530720" y="222251"/>
                </a:lnTo>
                <a:lnTo>
                  <a:pt x="532356" y="225560"/>
                </a:lnTo>
                <a:lnTo>
                  <a:pt x="533991" y="251088"/>
                </a:lnTo>
                <a:lnTo>
                  <a:pt x="534809" y="230310"/>
                </a:lnTo>
                <a:lnTo>
                  <a:pt x="535627" y="226077"/>
                </a:lnTo>
                <a:lnTo>
                  <a:pt x="537262" y="253585"/>
                </a:lnTo>
                <a:lnTo>
                  <a:pt x="538080" y="232543"/>
                </a:lnTo>
                <a:lnTo>
                  <a:pt x="539715" y="226754"/>
                </a:lnTo>
                <a:lnTo>
                  <a:pt x="540533" y="231291"/>
                </a:lnTo>
                <a:lnTo>
                  <a:pt x="541351" y="255672"/>
                </a:lnTo>
                <a:lnTo>
                  <a:pt x="543804" y="248209"/>
                </a:lnTo>
                <a:lnTo>
                  <a:pt x="544622" y="228854"/>
                </a:lnTo>
                <a:lnTo>
                  <a:pt x="546257" y="253180"/>
                </a:lnTo>
                <a:lnTo>
                  <a:pt x="553617" y="197617"/>
                </a:lnTo>
                <a:lnTo>
                  <a:pt x="554435" y="204170"/>
                </a:lnTo>
                <a:lnTo>
                  <a:pt x="556070" y="227521"/>
                </a:lnTo>
                <a:lnTo>
                  <a:pt x="556888" y="211463"/>
                </a:lnTo>
                <a:lnTo>
                  <a:pt x="557706" y="196486"/>
                </a:lnTo>
                <a:lnTo>
                  <a:pt x="558524" y="219905"/>
                </a:lnTo>
                <a:lnTo>
                  <a:pt x="559341" y="217524"/>
                </a:lnTo>
                <a:lnTo>
                  <a:pt x="560977" y="229030"/>
                </a:lnTo>
                <a:lnTo>
                  <a:pt x="561795" y="225145"/>
                </a:lnTo>
                <a:lnTo>
                  <a:pt x="563430" y="204852"/>
                </a:lnTo>
                <a:lnTo>
                  <a:pt x="564248" y="217845"/>
                </a:lnTo>
                <a:lnTo>
                  <a:pt x="566701" y="251805"/>
                </a:lnTo>
                <a:lnTo>
                  <a:pt x="567519" y="232955"/>
                </a:lnTo>
                <a:lnTo>
                  <a:pt x="569154" y="218307"/>
                </a:lnTo>
                <a:lnTo>
                  <a:pt x="569972" y="232611"/>
                </a:lnTo>
                <a:lnTo>
                  <a:pt x="570790" y="232646"/>
                </a:lnTo>
                <a:lnTo>
                  <a:pt x="571608" y="226547"/>
                </a:lnTo>
                <a:lnTo>
                  <a:pt x="573243" y="234814"/>
                </a:lnTo>
                <a:lnTo>
                  <a:pt x="574061" y="235906"/>
                </a:lnTo>
                <a:lnTo>
                  <a:pt x="578150" y="219302"/>
                </a:lnTo>
                <a:lnTo>
                  <a:pt x="579785" y="231419"/>
                </a:lnTo>
                <a:lnTo>
                  <a:pt x="580603" y="217087"/>
                </a:lnTo>
                <a:lnTo>
                  <a:pt x="583056" y="224277"/>
                </a:lnTo>
                <a:lnTo>
                  <a:pt x="583874" y="221204"/>
                </a:lnTo>
                <a:lnTo>
                  <a:pt x="587963" y="193267"/>
                </a:lnTo>
                <a:lnTo>
                  <a:pt x="590416" y="190870"/>
                </a:lnTo>
                <a:lnTo>
                  <a:pt x="592051" y="213179"/>
                </a:lnTo>
                <a:lnTo>
                  <a:pt x="593687" y="191698"/>
                </a:lnTo>
                <a:lnTo>
                  <a:pt x="596958" y="197632"/>
                </a:lnTo>
                <a:lnTo>
                  <a:pt x="600229" y="224069"/>
                </a:lnTo>
                <a:lnTo>
                  <a:pt x="601047" y="215488"/>
                </a:lnTo>
                <a:lnTo>
                  <a:pt x="605135" y="199938"/>
                </a:lnTo>
                <a:lnTo>
                  <a:pt x="605953" y="198669"/>
                </a:lnTo>
                <a:lnTo>
                  <a:pt x="606771" y="200489"/>
                </a:lnTo>
                <a:lnTo>
                  <a:pt x="608406" y="205110"/>
                </a:lnTo>
                <a:lnTo>
                  <a:pt x="610042" y="203743"/>
                </a:lnTo>
                <a:lnTo>
                  <a:pt x="611677" y="188860"/>
                </a:lnTo>
                <a:lnTo>
                  <a:pt x="612495" y="205796"/>
                </a:lnTo>
                <a:lnTo>
                  <a:pt x="614131" y="198430"/>
                </a:lnTo>
                <a:lnTo>
                  <a:pt x="615766" y="162421"/>
                </a:lnTo>
                <a:lnTo>
                  <a:pt x="616584" y="175396"/>
                </a:lnTo>
                <a:lnTo>
                  <a:pt x="617402" y="202128"/>
                </a:lnTo>
                <a:lnTo>
                  <a:pt x="619037" y="174119"/>
                </a:lnTo>
                <a:lnTo>
                  <a:pt x="621490" y="169640"/>
                </a:lnTo>
                <a:lnTo>
                  <a:pt x="620673" y="175745"/>
                </a:lnTo>
                <a:lnTo>
                  <a:pt x="622308" y="170603"/>
                </a:lnTo>
                <a:lnTo>
                  <a:pt x="623126" y="210691"/>
                </a:lnTo>
                <a:lnTo>
                  <a:pt x="624761" y="188391"/>
                </a:lnTo>
                <a:lnTo>
                  <a:pt x="628850" y="159833"/>
                </a:lnTo>
                <a:lnTo>
                  <a:pt x="631303" y="186056"/>
                </a:lnTo>
                <a:lnTo>
                  <a:pt x="632121" y="176930"/>
                </a:lnTo>
                <a:lnTo>
                  <a:pt x="632939" y="176411"/>
                </a:lnTo>
                <a:lnTo>
                  <a:pt x="636210" y="192064"/>
                </a:lnTo>
                <a:lnTo>
                  <a:pt x="637028" y="168350"/>
                </a:lnTo>
                <a:lnTo>
                  <a:pt x="639481" y="170307"/>
                </a:lnTo>
                <a:lnTo>
                  <a:pt x="641116" y="165241"/>
                </a:lnTo>
                <a:lnTo>
                  <a:pt x="642752" y="165802"/>
                </a:lnTo>
                <a:lnTo>
                  <a:pt x="646023" y="192392"/>
                </a:lnTo>
                <a:lnTo>
                  <a:pt x="646841" y="181333"/>
                </a:lnTo>
                <a:lnTo>
                  <a:pt x="650112" y="136670"/>
                </a:lnTo>
                <a:lnTo>
                  <a:pt x="650929" y="142052"/>
                </a:lnTo>
                <a:lnTo>
                  <a:pt x="651747" y="151640"/>
                </a:lnTo>
                <a:lnTo>
                  <a:pt x="652565" y="130717"/>
                </a:lnTo>
                <a:lnTo>
                  <a:pt x="654200" y="149702"/>
                </a:lnTo>
                <a:lnTo>
                  <a:pt x="655018" y="148390"/>
                </a:lnTo>
                <a:lnTo>
                  <a:pt x="655836" y="150358"/>
                </a:lnTo>
                <a:lnTo>
                  <a:pt x="658289" y="164900"/>
                </a:lnTo>
                <a:lnTo>
                  <a:pt x="659107" y="158498"/>
                </a:lnTo>
                <a:lnTo>
                  <a:pt x="660742" y="121300"/>
                </a:lnTo>
                <a:lnTo>
                  <a:pt x="661560" y="152218"/>
                </a:lnTo>
                <a:lnTo>
                  <a:pt x="662378" y="154968"/>
                </a:lnTo>
                <a:lnTo>
                  <a:pt x="663196" y="141754"/>
                </a:lnTo>
                <a:lnTo>
                  <a:pt x="664831" y="155498"/>
                </a:lnTo>
                <a:lnTo>
                  <a:pt x="665649" y="148301"/>
                </a:lnTo>
                <a:lnTo>
                  <a:pt x="667284" y="128255"/>
                </a:lnTo>
                <a:lnTo>
                  <a:pt x="668102" y="141171"/>
                </a:lnTo>
                <a:lnTo>
                  <a:pt x="670555" y="170308"/>
                </a:lnTo>
                <a:lnTo>
                  <a:pt x="671373" y="157481"/>
                </a:lnTo>
                <a:lnTo>
                  <a:pt x="675462" y="126570"/>
                </a:lnTo>
                <a:lnTo>
                  <a:pt x="676280" y="127675"/>
                </a:lnTo>
                <a:lnTo>
                  <a:pt x="677097" y="128914"/>
                </a:lnTo>
                <a:lnTo>
                  <a:pt x="678733" y="147977"/>
                </a:lnTo>
                <a:lnTo>
                  <a:pt x="681186" y="146108"/>
                </a:lnTo>
                <a:lnTo>
                  <a:pt x="688546" y="99696"/>
                </a:lnTo>
                <a:lnTo>
                  <a:pt x="689364" y="109099"/>
                </a:lnTo>
                <a:lnTo>
                  <a:pt x="690999" y="127113"/>
                </a:lnTo>
                <a:lnTo>
                  <a:pt x="692635" y="118172"/>
                </a:lnTo>
                <a:lnTo>
                  <a:pt x="696724" y="138240"/>
                </a:lnTo>
                <a:lnTo>
                  <a:pt x="699994" y="102128"/>
                </a:lnTo>
                <a:lnTo>
                  <a:pt x="700812" y="120712"/>
                </a:lnTo>
                <a:lnTo>
                  <a:pt x="702448" y="130647"/>
                </a:lnTo>
                <a:lnTo>
                  <a:pt x="703265" y="119202"/>
                </a:lnTo>
                <a:lnTo>
                  <a:pt x="708172" y="70585"/>
                </a:lnTo>
                <a:lnTo>
                  <a:pt x="704901" y="125717"/>
                </a:lnTo>
                <a:lnTo>
                  <a:pt x="708990" y="85623"/>
                </a:lnTo>
                <a:lnTo>
                  <a:pt x="713078" y="122775"/>
                </a:lnTo>
                <a:lnTo>
                  <a:pt x="715532" y="96053"/>
                </a:lnTo>
                <a:lnTo>
                  <a:pt x="717167" y="105502"/>
                </a:lnTo>
                <a:lnTo>
                  <a:pt x="719620" y="120542"/>
                </a:lnTo>
                <a:lnTo>
                  <a:pt x="720438" y="112251"/>
                </a:lnTo>
                <a:lnTo>
                  <a:pt x="723709" y="63513"/>
                </a:lnTo>
                <a:lnTo>
                  <a:pt x="725345" y="80786"/>
                </a:lnTo>
                <a:lnTo>
                  <a:pt x="726162" y="89521"/>
                </a:lnTo>
                <a:lnTo>
                  <a:pt x="726980" y="79150"/>
                </a:lnTo>
                <a:lnTo>
                  <a:pt x="727798" y="80194"/>
                </a:lnTo>
                <a:lnTo>
                  <a:pt x="729433" y="76225"/>
                </a:lnTo>
                <a:lnTo>
                  <a:pt x="730251" y="89502"/>
                </a:lnTo>
                <a:lnTo>
                  <a:pt x="731069" y="68733"/>
                </a:lnTo>
                <a:lnTo>
                  <a:pt x="731887" y="84287"/>
                </a:lnTo>
                <a:lnTo>
                  <a:pt x="735158" y="55992"/>
                </a:lnTo>
                <a:lnTo>
                  <a:pt x="735975" y="94470"/>
                </a:lnTo>
                <a:lnTo>
                  <a:pt x="736793" y="83611"/>
                </a:lnTo>
                <a:lnTo>
                  <a:pt x="737611" y="11057"/>
                </a:lnTo>
                <a:lnTo>
                  <a:pt x="739246" y="67459"/>
                </a:lnTo>
                <a:lnTo>
                  <a:pt x="743335" y="79680"/>
                </a:lnTo>
                <a:lnTo>
                  <a:pt x="744153" y="82930"/>
                </a:lnTo>
                <a:lnTo>
                  <a:pt x="744971" y="74061"/>
                </a:lnTo>
                <a:lnTo>
                  <a:pt x="747424" y="55358"/>
                </a:lnTo>
                <a:lnTo>
                  <a:pt x="748242" y="58077"/>
                </a:lnTo>
                <a:lnTo>
                  <a:pt x="749877" y="68488"/>
                </a:lnTo>
                <a:lnTo>
                  <a:pt x="750695" y="59861"/>
                </a:lnTo>
                <a:lnTo>
                  <a:pt x="753148" y="27225"/>
                </a:lnTo>
                <a:lnTo>
                  <a:pt x="754784" y="44711"/>
                </a:lnTo>
                <a:lnTo>
                  <a:pt x="755601" y="63741"/>
                </a:lnTo>
                <a:lnTo>
                  <a:pt x="757237" y="50027"/>
                </a:lnTo>
                <a:lnTo>
                  <a:pt x="762144" y="10325"/>
                </a:lnTo>
                <a:lnTo>
                  <a:pt x="764597" y="41889"/>
                </a:lnTo>
                <a:lnTo>
                  <a:pt x="765415" y="30204"/>
                </a:lnTo>
                <a:lnTo>
                  <a:pt x="766232" y="24690"/>
                </a:lnTo>
                <a:lnTo>
                  <a:pt x="767050" y="34556"/>
                </a:lnTo>
                <a:lnTo>
                  <a:pt x="767868" y="41844"/>
                </a:lnTo>
                <a:lnTo>
                  <a:pt x="769503" y="39828"/>
                </a:lnTo>
                <a:lnTo>
                  <a:pt x="772774" y="30852"/>
                </a:lnTo>
                <a:lnTo>
                  <a:pt x="773592" y="32039"/>
                </a:lnTo>
                <a:lnTo>
                  <a:pt x="776863" y="38593"/>
                </a:lnTo>
                <a:lnTo>
                  <a:pt x="778499" y="987"/>
                </a:lnTo>
                <a:lnTo>
                  <a:pt x="780134" y="13507"/>
                </a:lnTo>
                <a:lnTo>
                  <a:pt x="780952" y="17316"/>
                </a:lnTo>
                <a:lnTo>
                  <a:pt x="783405" y="15793"/>
                </a:lnTo>
                <a:lnTo>
                  <a:pt x="785040" y="0"/>
                </a:lnTo>
                <a:lnTo>
                  <a:pt x="786676" y="10948"/>
                </a:lnTo>
                <a:lnTo>
                  <a:pt x="816115" y="233613"/>
                </a:lnTo>
                <a:lnTo>
                  <a:pt x="816933" y="227943"/>
                </a:lnTo>
                <a:lnTo>
                  <a:pt x="821021" y="280347"/>
                </a:lnTo>
                <a:lnTo>
                  <a:pt x="822657" y="278354"/>
                </a:lnTo>
                <a:lnTo>
                  <a:pt x="829199" y="323757"/>
                </a:lnTo>
                <a:lnTo>
                  <a:pt x="830017" y="316003"/>
                </a:lnTo>
                <a:lnTo>
                  <a:pt x="830834" y="328858"/>
                </a:lnTo>
                <a:lnTo>
                  <a:pt x="833288" y="342160"/>
                </a:lnTo>
                <a:lnTo>
                  <a:pt x="834105" y="335816"/>
                </a:lnTo>
                <a:lnTo>
                  <a:pt x="837376" y="339550"/>
                </a:lnTo>
                <a:lnTo>
                  <a:pt x="838194" y="339711"/>
                </a:lnTo>
                <a:lnTo>
                  <a:pt x="839012" y="335668"/>
                </a:lnTo>
                <a:lnTo>
                  <a:pt x="840647" y="337416"/>
                </a:lnTo>
                <a:lnTo>
                  <a:pt x="843101" y="336566"/>
                </a:lnTo>
                <a:lnTo>
                  <a:pt x="844736" y="345215"/>
                </a:lnTo>
                <a:lnTo>
                  <a:pt x="845554" y="324060"/>
                </a:lnTo>
                <a:lnTo>
                  <a:pt x="848007" y="336633"/>
                </a:lnTo>
                <a:lnTo>
                  <a:pt x="848825" y="337841"/>
                </a:lnTo>
                <a:lnTo>
                  <a:pt x="849643" y="336581"/>
                </a:lnTo>
                <a:lnTo>
                  <a:pt x="850461" y="349596"/>
                </a:lnTo>
                <a:lnTo>
                  <a:pt x="851278" y="338407"/>
                </a:lnTo>
                <a:lnTo>
                  <a:pt x="854549" y="282224"/>
                </a:lnTo>
                <a:lnTo>
                  <a:pt x="856185" y="323984"/>
                </a:lnTo>
                <a:lnTo>
                  <a:pt x="857820" y="308764"/>
                </a:lnTo>
                <a:lnTo>
                  <a:pt x="860274" y="297482"/>
                </a:lnTo>
                <a:lnTo>
                  <a:pt x="861091" y="310491"/>
                </a:lnTo>
                <a:lnTo>
                  <a:pt x="861909" y="297086"/>
                </a:lnTo>
                <a:lnTo>
                  <a:pt x="863545" y="262563"/>
                </a:lnTo>
                <a:lnTo>
                  <a:pt x="864362" y="328068"/>
                </a:lnTo>
                <a:lnTo>
                  <a:pt x="865998" y="247176"/>
                </a:lnTo>
                <a:lnTo>
                  <a:pt x="866816" y="281029"/>
                </a:lnTo>
                <a:lnTo>
                  <a:pt x="868451" y="299022"/>
                </a:lnTo>
                <a:lnTo>
                  <a:pt x="869269" y="287934"/>
                </a:lnTo>
                <a:lnTo>
                  <a:pt x="870904" y="309716"/>
                </a:lnTo>
                <a:lnTo>
                  <a:pt x="871722" y="269362"/>
                </a:lnTo>
                <a:lnTo>
                  <a:pt x="872540" y="295242"/>
                </a:lnTo>
                <a:lnTo>
                  <a:pt x="874175" y="258716"/>
                </a:lnTo>
                <a:lnTo>
                  <a:pt x="874993" y="292473"/>
                </a:lnTo>
                <a:lnTo>
                  <a:pt x="878264" y="246383"/>
                </a:lnTo>
                <a:lnTo>
                  <a:pt x="879082" y="251169"/>
                </a:lnTo>
                <a:lnTo>
                  <a:pt x="879899" y="302920"/>
                </a:lnTo>
                <a:lnTo>
                  <a:pt x="881535" y="232468"/>
                </a:lnTo>
                <a:lnTo>
                  <a:pt x="883988" y="230618"/>
                </a:lnTo>
                <a:lnTo>
                  <a:pt x="884806" y="255462"/>
                </a:lnTo>
                <a:lnTo>
                  <a:pt x="886441" y="224859"/>
                </a:lnTo>
                <a:lnTo>
                  <a:pt x="889712" y="232695"/>
                </a:lnTo>
                <a:lnTo>
                  <a:pt x="891348" y="244674"/>
                </a:lnTo>
                <a:lnTo>
                  <a:pt x="892983" y="240286"/>
                </a:lnTo>
                <a:lnTo>
                  <a:pt x="894619" y="223757"/>
                </a:lnTo>
                <a:lnTo>
                  <a:pt x="895437" y="233639"/>
                </a:lnTo>
                <a:lnTo>
                  <a:pt x="897072" y="270994"/>
                </a:lnTo>
                <a:lnTo>
                  <a:pt x="897890" y="269682"/>
                </a:lnTo>
                <a:lnTo>
                  <a:pt x="899525" y="223809"/>
                </a:lnTo>
                <a:lnTo>
                  <a:pt x="901161" y="257011"/>
                </a:lnTo>
                <a:lnTo>
                  <a:pt x="901979" y="254965"/>
                </a:lnTo>
                <a:lnTo>
                  <a:pt x="903614" y="228747"/>
                </a:lnTo>
                <a:lnTo>
                  <a:pt x="905250" y="242490"/>
                </a:lnTo>
                <a:lnTo>
                  <a:pt x="906067" y="248162"/>
                </a:lnTo>
                <a:lnTo>
                  <a:pt x="906885" y="239886"/>
                </a:lnTo>
                <a:lnTo>
                  <a:pt x="909338" y="163397"/>
                </a:lnTo>
                <a:lnTo>
                  <a:pt x="910974" y="212026"/>
                </a:lnTo>
                <a:lnTo>
                  <a:pt x="916698" y="119909"/>
                </a:lnTo>
                <a:lnTo>
                  <a:pt x="917516" y="144670"/>
                </a:lnTo>
                <a:lnTo>
                  <a:pt x="922422" y="186103"/>
                </a:lnTo>
                <a:lnTo>
                  <a:pt x="924058" y="166839"/>
                </a:lnTo>
                <a:lnTo>
                  <a:pt x="924876" y="171488"/>
                </a:lnTo>
                <a:lnTo>
                  <a:pt x="925693" y="214537"/>
                </a:lnTo>
                <a:lnTo>
                  <a:pt x="927329" y="146229"/>
                </a:lnTo>
                <a:lnTo>
                  <a:pt x="931418" y="120855"/>
                </a:lnTo>
                <a:lnTo>
                  <a:pt x="934689" y="186214"/>
                </a:lnTo>
                <a:lnTo>
                  <a:pt x="935507" y="180919"/>
                </a:lnTo>
                <a:lnTo>
                  <a:pt x="937960" y="142034"/>
                </a:lnTo>
                <a:lnTo>
                  <a:pt x="938778" y="154470"/>
                </a:lnTo>
                <a:lnTo>
                  <a:pt x="941231" y="187584"/>
                </a:lnTo>
                <a:lnTo>
                  <a:pt x="942049" y="183730"/>
                </a:lnTo>
                <a:lnTo>
                  <a:pt x="944502" y="155460"/>
                </a:lnTo>
                <a:lnTo>
                  <a:pt x="946137" y="170116"/>
                </a:lnTo>
                <a:lnTo>
                  <a:pt x="950226" y="189182"/>
                </a:lnTo>
                <a:lnTo>
                  <a:pt x="951861" y="193070"/>
                </a:lnTo>
                <a:lnTo>
                  <a:pt x="952679" y="190383"/>
                </a:lnTo>
                <a:lnTo>
                  <a:pt x="954315" y="171528"/>
                </a:lnTo>
                <a:lnTo>
                  <a:pt x="955132" y="191881"/>
                </a:lnTo>
                <a:lnTo>
                  <a:pt x="955950" y="189551"/>
                </a:lnTo>
                <a:lnTo>
                  <a:pt x="956768" y="192509"/>
                </a:lnTo>
                <a:lnTo>
                  <a:pt x="957586" y="206733"/>
                </a:lnTo>
                <a:lnTo>
                  <a:pt x="959221" y="199899"/>
                </a:lnTo>
                <a:lnTo>
                  <a:pt x="960039" y="193733"/>
                </a:lnTo>
                <a:lnTo>
                  <a:pt x="960857" y="202614"/>
                </a:lnTo>
                <a:lnTo>
                  <a:pt x="965763" y="217293"/>
                </a:lnTo>
                <a:lnTo>
                  <a:pt x="966581" y="211068"/>
                </a:lnTo>
                <a:lnTo>
                  <a:pt x="967399" y="229439"/>
                </a:lnTo>
                <a:lnTo>
                  <a:pt x="969034" y="222217"/>
                </a:lnTo>
                <a:lnTo>
                  <a:pt x="973123" y="194042"/>
                </a:lnTo>
                <a:lnTo>
                  <a:pt x="973941" y="191597"/>
                </a:lnTo>
                <a:lnTo>
                  <a:pt x="975576" y="202772"/>
                </a:lnTo>
                <a:lnTo>
                  <a:pt x="976394" y="190028"/>
                </a:lnTo>
                <a:lnTo>
                  <a:pt x="978029" y="172411"/>
                </a:lnTo>
                <a:lnTo>
                  <a:pt x="978847" y="177696"/>
                </a:lnTo>
                <a:lnTo>
                  <a:pt x="979665" y="192515"/>
                </a:lnTo>
                <a:lnTo>
                  <a:pt x="981300" y="171396"/>
                </a:lnTo>
                <a:lnTo>
                  <a:pt x="982118" y="171464"/>
                </a:lnTo>
                <a:lnTo>
                  <a:pt x="985389" y="141392"/>
                </a:lnTo>
                <a:lnTo>
                  <a:pt x="986207" y="141618"/>
                </a:lnTo>
                <a:lnTo>
                  <a:pt x="989478" y="153875"/>
                </a:lnTo>
                <a:lnTo>
                  <a:pt x="987842" y="141226"/>
                </a:lnTo>
                <a:lnTo>
                  <a:pt x="990296" y="151394"/>
                </a:lnTo>
                <a:lnTo>
                  <a:pt x="991931" y="126139"/>
                </a:lnTo>
                <a:lnTo>
                  <a:pt x="993567" y="110382"/>
                </a:lnTo>
                <a:lnTo>
                  <a:pt x="994384" y="128462"/>
                </a:lnTo>
                <a:lnTo>
                  <a:pt x="995202" y="129086"/>
                </a:lnTo>
                <a:lnTo>
                  <a:pt x="996838" y="90901"/>
                </a:lnTo>
                <a:lnTo>
                  <a:pt x="998473" y="103548"/>
                </a:lnTo>
                <a:lnTo>
                  <a:pt x="999291" y="100098"/>
                </a:lnTo>
                <a:lnTo>
                  <a:pt x="1000109" y="112868"/>
                </a:lnTo>
                <a:lnTo>
                  <a:pt x="1000926" y="104755"/>
                </a:lnTo>
                <a:lnTo>
                  <a:pt x="1004197" y="84258"/>
                </a:lnTo>
                <a:lnTo>
                  <a:pt x="1005833" y="89139"/>
                </a:lnTo>
                <a:lnTo>
                  <a:pt x="1006651" y="92329"/>
                </a:lnTo>
                <a:lnTo>
                  <a:pt x="1008286" y="63791"/>
                </a:lnTo>
                <a:lnTo>
                  <a:pt x="1009104" y="83000"/>
                </a:lnTo>
                <a:lnTo>
                  <a:pt x="1009922" y="94494"/>
                </a:lnTo>
                <a:lnTo>
                  <a:pt x="1010739" y="86672"/>
                </a:lnTo>
                <a:lnTo>
                  <a:pt x="1012375" y="39210"/>
                </a:lnTo>
                <a:lnTo>
                  <a:pt x="1014011" y="78442"/>
                </a:lnTo>
                <a:lnTo>
                  <a:pt x="1021370" y="54302"/>
                </a:lnTo>
                <a:lnTo>
                  <a:pt x="1022188" y="56565"/>
                </a:lnTo>
                <a:lnTo>
                  <a:pt x="1023006" y="56141"/>
                </a:lnTo>
                <a:lnTo>
                  <a:pt x="1025459" y="60439"/>
                </a:lnTo>
                <a:lnTo>
                  <a:pt x="1026277" y="44638"/>
                </a:lnTo>
                <a:lnTo>
                  <a:pt x="1027095" y="50452"/>
                </a:lnTo>
                <a:lnTo>
                  <a:pt x="1029548" y="48214"/>
                </a:lnTo>
                <a:lnTo>
                  <a:pt x="1031183" y="49732"/>
                </a:lnTo>
                <a:lnTo>
                  <a:pt x="1033637" y="42037"/>
                </a:lnTo>
                <a:lnTo>
                  <a:pt x="1035272" y="56112"/>
                </a:lnTo>
                <a:lnTo>
                  <a:pt x="1037725" y="52271"/>
                </a:lnTo>
                <a:lnTo>
                  <a:pt x="1039361" y="24277"/>
                </a:lnTo>
                <a:lnTo>
                  <a:pt x="1040178" y="37736"/>
                </a:lnTo>
                <a:lnTo>
                  <a:pt x="1041814" y="33823"/>
                </a:lnTo>
                <a:lnTo>
                  <a:pt x="1043449" y="63029"/>
                </a:lnTo>
                <a:lnTo>
                  <a:pt x="1045085" y="17592"/>
                </a:lnTo>
                <a:lnTo>
                  <a:pt x="1046720" y="47322"/>
                </a:lnTo>
                <a:lnTo>
                  <a:pt x="1049174" y="60040"/>
                </a:lnTo>
                <a:lnTo>
                  <a:pt x="1049991" y="50413"/>
                </a:lnTo>
                <a:lnTo>
                  <a:pt x="1050809" y="36497"/>
                </a:lnTo>
                <a:lnTo>
                  <a:pt x="1052445" y="53838"/>
                </a:lnTo>
                <a:lnTo>
                  <a:pt x="1053262" y="52981"/>
                </a:lnTo>
                <a:lnTo>
                  <a:pt x="1054080" y="56192"/>
                </a:lnTo>
                <a:lnTo>
                  <a:pt x="1056533" y="69054"/>
                </a:lnTo>
                <a:lnTo>
                  <a:pt x="1057351" y="64212"/>
                </a:lnTo>
                <a:lnTo>
                  <a:pt x="1058169" y="56339"/>
                </a:lnTo>
                <a:lnTo>
                  <a:pt x="1058987" y="68696"/>
                </a:lnTo>
                <a:lnTo>
                  <a:pt x="1060622" y="61148"/>
                </a:lnTo>
                <a:lnTo>
                  <a:pt x="1068800" y="97100"/>
                </a:lnTo>
                <a:lnTo>
                  <a:pt x="1069617" y="90760"/>
                </a:lnTo>
                <a:lnTo>
                  <a:pt x="1072888" y="126349"/>
                </a:lnTo>
                <a:lnTo>
                  <a:pt x="1074524" y="98095"/>
                </a:lnTo>
                <a:lnTo>
                  <a:pt x="1075342" y="115140"/>
                </a:lnTo>
                <a:lnTo>
                  <a:pt x="1079430" y="165578"/>
                </a:lnTo>
                <a:lnTo>
                  <a:pt x="1081066" y="133438"/>
                </a:lnTo>
                <a:lnTo>
                  <a:pt x="1081884" y="157413"/>
                </a:lnTo>
                <a:lnTo>
                  <a:pt x="1082701" y="183369"/>
                </a:lnTo>
                <a:lnTo>
                  <a:pt x="1085155" y="172882"/>
                </a:lnTo>
                <a:lnTo>
                  <a:pt x="1085972" y="173983"/>
                </a:lnTo>
                <a:lnTo>
                  <a:pt x="1090061" y="225550"/>
                </a:lnTo>
                <a:lnTo>
                  <a:pt x="1090879" y="221249"/>
                </a:lnTo>
                <a:lnTo>
                  <a:pt x="1092515" y="228294"/>
                </a:lnTo>
                <a:lnTo>
                  <a:pt x="1097421" y="268686"/>
                </a:lnTo>
                <a:lnTo>
                  <a:pt x="1100692" y="257934"/>
                </a:lnTo>
                <a:lnTo>
                  <a:pt x="1103145" y="255176"/>
                </a:lnTo>
                <a:lnTo>
                  <a:pt x="1104781" y="273792"/>
                </a:lnTo>
                <a:lnTo>
                  <a:pt x="1105599" y="252323"/>
                </a:lnTo>
                <a:lnTo>
                  <a:pt x="1108052" y="259665"/>
                </a:lnTo>
                <a:lnTo>
                  <a:pt x="1108870" y="266266"/>
                </a:lnTo>
                <a:lnTo>
                  <a:pt x="1110505" y="263172"/>
                </a:lnTo>
                <a:lnTo>
                  <a:pt x="1112958" y="265038"/>
                </a:lnTo>
                <a:lnTo>
                  <a:pt x="1113776" y="255332"/>
                </a:lnTo>
                <a:lnTo>
                  <a:pt x="1118683" y="267824"/>
                </a:lnTo>
                <a:lnTo>
                  <a:pt x="1119500" y="263255"/>
                </a:lnTo>
                <a:lnTo>
                  <a:pt x="1121136" y="268476"/>
                </a:lnTo>
                <a:lnTo>
                  <a:pt x="1121953" y="273247"/>
                </a:lnTo>
                <a:lnTo>
                  <a:pt x="1123589" y="271952"/>
                </a:lnTo>
                <a:lnTo>
                  <a:pt x="1125224" y="274588"/>
                </a:lnTo>
                <a:lnTo>
                  <a:pt x="1126042" y="266796"/>
                </a:lnTo>
                <a:lnTo>
                  <a:pt x="1129313" y="278763"/>
                </a:lnTo>
                <a:lnTo>
                  <a:pt x="1130131" y="278199"/>
                </a:lnTo>
                <a:lnTo>
                  <a:pt x="1130949" y="272463"/>
                </a:lnTo>
                <a:lnTo>
                  <a:pt x="1132584" y="277759"/>
                </a:lnTo>
                <a:lnTo>
                  <a:pt x="1134220" y="272156"/>
                </a:lnTo>
                <a:lnTo>
                  <a:pt x="1136673" y="287998"/>
                </a:lnTo>
                <a:lnTo>
                  <a:pt x="1137491" y="286770"/>
                </a:lnTo>
                <a:lnTo>
                  <a:pt x="1139126" y="274643"/>
                </a:lnTo>
                <a:lnTo>
                  <a:pt x="1139944" y="275781"/>
                </a:lnTo>
                <a:lnTo>
                  <a:pt x="1141579" y="302353"/>
                </a:lnTo>
                <a:lnTo>
                  <a:pt x="1143215" y="282174"/>
                </a:lnTo>
                <a:lnTo>
                  <a:pt x="1145668" y="300549"/>
                </a:lnTo>
                <a:lnTo>
                  <a:pt x="1147304" y="296571"/>
                </a:lnTo>
                <a:lnTo>
                  <a:pt x="1148121" y="296905"/>
                </a:lnTo>
                <a:lnTo>
                  <a:pt x="1149757" y="309548"/>
                </a:lnTo>
                <a:lnTo>
                  <a:pt x="1150575" y="289521"/>
                </a:lnTo>
                <a:lnTo>
                  <a:pt x="1152210" y="301885"/>
                </a:lnTo>
                <a:lnTo>
                  <a:pt x="1153028" y="314103"/>
                </a:lnTo>
                <a:lnTo>
                  <a:pt x="1155481" y="310652"/>
                </a:lnTo>
                <a:lnTo>
                  <a:pt x="1156299" y="314396"/>
                </a:lnTo>
                <a:lnTo>
                  <a:pt x="1157117" y="301747"/>
                </a:lnTo>
                <a:lnTo>
                  <a:pt x="1158752" y="321814"/>
                </a:lnTo>
                <a:lnTo>
                  <a:pt x="1159570" y="312688"/>
                </a:lnTo>
                <a:lnTo>
                  <a:pt x="1162023" y="315058"/>
                </a:lnTo>
                <a:lnTo>
                  <a:pt x="1166112" y="325265"/>
                </a:lnTo>
                <a:lnTo>
                  <a:pt x="1166930" y="321097"/>
                </a:lnTo>
                <a:lnTo>
                  <a:pt x="1167747" y="317698"/>
                </a:lnTo>
                <a:lnTo>
                  <a:pt x="1168565" y="318850"/>
                </a:lnTo>
                <a:lnTo>
                  <a:pt x="1171018" y="325040"/>
                </a:lnTo>
                <a:lnTo>
                  <a:pt x="1171836" y="322739"/>
                </a:lnTo>
                <a:lnTo>
                  <a:pt x="1172654" y="315639"/>
                </a:lnTo>
                <a:lnTo>
                  <a:pt x="1173472" y="316520"/>
                </a:lnTo>
                <a:lnTo>
                  <a:pt x="1174289" y="333258"/>
                </a:lnTo>
                <a:lnTo>
                  <a:pt x="1176743" y="323084"/>
                </a:lnTo>
                <a:lnTo>
                  <a:pt x="1177560" y="321211"/>
                </a:lnTo>
                <a:lnTo>
                  <a:pt x="1182467" y="337865"/>
                </a:lnTo>
                <a:lnTo>
                  <a:pt x="1183285" y="322063"/>
                </a:lnTo>
                <a:lnTo>
                  <a:pt x="1185738" y="327477"/>
                </a:lnTo>
                <a:lnTo>
                  <a:pt x="1186556" y="341670"/>
                </a:lnTo>
                <a:lnTo>
                  <a:pt x="1188191" y="325529"/>
                </a:lnTo>
                <a:lnTo>
                  <a:pt x="1194733" y="341417"/>
                </a:lnTo>
                <a:lnTo>
                  <a:pt x="1195551" y="341081"/>
                </a:lnTo>
                <a:lnTo>
                  <a:pt x="1198822" y="319969"/>
                </a:lnTo>
                <a:lnTo>
                  <a:pt x="1200458" y="347971"/>
                </a:lnTo>
                <a:lnTo>
                  <a:pt x="1202093" y="327477"/>
                </a:lnTo>
                <a:lnTo>
                  <a:pt x="1203729" y="334405"/>
                </a:lnTo>
                <a:lnTo>
                  <a:pt x="1206182" y="351771"/>
                </a:lnTo>
                <a:lnTo>
                  <a:pt x="1206999" y="337489"/>
                </a:lnTo>
                <a:lnTo>
                  <a:pt x="1208635" y="340277"/>
                </a:lnTo>
                <a:lnTo>
                  <a:pt x="1209453" y="337788"/>
                </a:lnTo>
                <a:lnTo>
                  <a:pt x="1211088" y="355543"/>
                </a:lnTo>
                <a:lnTo>
                  <a:pt x="1213541" y="350989"/>
                </a:lnTo>
                <a:lnTo>
                  <a:pt x="1214359" y="346409"/>
                </a:lnTo>
                <a:lnTo>
                  <a:pt x="1215177" y="351120"/>
                </a:lnTo>
                <a:lnTo>
                  <a:pt x="1215995" y="356483"/>
                </a:lnTo>
                <a:lnTo>
                  <a:pt x="1217630" y="350153"/>
                </a:lnTo>
                <a:lnTo>
                  <a:pt x="1218448" y="349238"/>
                </a:lnTo>
                <a:lnTo>
                  <a:pt x="1219266" y="350870"/>
                </a:lnTo>
                <a:lnTo>
                  <a:pt x="1220083" y="357841"/>
                </a:lnTo>
                <a:lnTo>
                  <a:pt x="1221719" y="349010"/>
                </a:lnTo>
                <a:lnTo>
                  <a:pt x="1224172" y="338059"/>
                </a:lnTo>
                <a:lnTo>
                  <a:pt x="1225808" y="353874"/>
                </a:lnTo>
                <a:lnTo>
                  <a:pt x="1226625" y="350130"/>
                </a:lnTo>
                <a:lnTo>
                  <a:pt x="1228261" y="338511"/>
                </a:lnTo>
                <a:lnTo>
                  <a:pt x="1229079" y="350029"/>
                </a:lnTo>
                <a:lnTo>
                  <a:pt x="1229896" y="348419"/>
                </a:lnTo>
                <a:lnTo>
                  <a:pt x="1230714" y="353874"/>
                </a:lnTo>
                <a:lnTo>
                  <a:pt x="1231532" y="341431"/>
                </a:lnTo>
                <a:lnTo>
                  <a:pt x="1233985" y="337266"/>
                </a:lnTo>
                <a:lnTo>
                  <a:pt x="1234803" y="327343"/>
                </a:lnTo>
                <a:lnTo>
                  <a:pt x="1235621" y="336632"/>
                </a:lnTo>
                <a:lnTo>
                  <a:pt x="1238074" y="351693"/>
                </a:lnTo>
                <a:lnTo>
                  <a:pt x="1238892" y="348458"/>
                </a:lnTo>
                <a:lnTo>
                  <a:pt x="1240527" y="347879"/>
                </a:lnTo>
                <a:lnTo>
                  <a:pt x="1241345" y="344080"/>
                </a:lnTo>
                <a:lnTo>
                  <a:pt x="1242163" y="363295"/>
                </a:lnTo>
                <a:lnTo>
                  <a:pt x="1243798" y="349814"/>
                </a:lnTo>
                <a:lnTo>
                  <a:pt x="1246251" y="307412"/>
                </a:lnTo>
                <a:lnTo>
                  <a:pt x="1247069" y="313402"/>
                </a:lnTo>
                <a:lnTo>
                  <a:pt x="1248705" y="349346"/>
                </a:lnTo>
                <a:lnTo>
                  <a:pt x="1251158" y="342419"/>
                </a:lnTo>
                <a:lnTo>
                  <a:pt x="1253611" y="328269"/>
                </a:lnTo>
                <a:lnTo>
                  <a:pt x="1255247" y="333290"/>
                </a:lnTo>
                <a:lnTo>
                  <a:pt x="1256064" y="346000"/>
                </a:lnTo>
                <a:lnTo>
                  <a:pt x="1257700" y="330545"/>
                </a:lnTo>
                <a:lnTo>
                  <a:pt x="1258518" y="333284"/>
                </a:lnTo>
                <a:lnTo>
                  <a:pt x="1259335" y="319937"/>
                </a:lnTo>
                <a:lnTo>
                  <a:pt x="1260971" y="342320"/>
                </a:lnTo>
                <a:lnTo>
                  <a:pt x="1262606" y="350928"/>
                </a:lnTo>
                <a:lnTo>
                  <a:pt x="1263424" y="340712"/>
                </a:lnTo>
                <a:lnTo>
                  <a:pt x="1266695" y="304127"/>
                </a:lnTo>
                <a:lnTo>
                  <a:pt x="1267513" y="312610"/>
                </a:lnTo>
                <a:lnTo>
                  <a:pt x="1268331" y="342024"/>
                </a:lnTo>
                <a:lnTo>
                  <a:pt x="1270784" y="332670"/>
                </a:lnTo>
                <a:lnTo>
                  <a:pt x="1273237" y="310483"/>
                </a:lnTo>
                <a:lnTo>
                  <a:pt x="1274055" y="319526"/>
                </a:lnTo>
                <a:lnTo>
                  <a:pt x="1276508" y="346129"/>
                </a:lnTo>
                <a:lnTo>
                  <a:pt x="1277326" y="333356"/>
                </a:lnTo>
                <a:lnTo>
                  <a:pt x="1278144" y="342725"/>
                </a:lnTo>
                <a:lnTo>
                  <a:pt x="1278962" y="322644"/>
                </a:lnTo>
                <a:lnTo>
                  <a:pt x="1280597" y="289844"/>
                </a:lnTo>
                <a:lnTo>
                  <a:pt x="1282233" y="293898"/>
                </a:lnTo>
                <a:lnTo>
                  <a:pt x="1283868" y="346759"/>
                </a:lnTo>
                <a:lnTo>
                  <a:pt x="1286321" y="334895"/>
                </a:lnTo>
                <a:lnTo>
                  <a:pt x="1287957" y="342879"/>
                </a:lnTo>
                <a:lnTo>
                  <a:pt x="1289592" y="337592"/>
                </a:lnTo>
                <a:lnTo>
                  <a:pt x="1292045" y="322878"/>
                </a:lnTo>
                <a:lnTo>
                  <a:pt x="1295316" y="337457"/>
                </a:lnTo>
                <a:lnTo>
                  <a:pt x="1296134" y="328533"/>
                </a:lnTo>
                <a:lnTo>
                  <a:pt x="1298587" y="332412"/>
                </a:lnTo>
                <a:lnTo>
                  <a:pt x="1299405" y="340231"/>
                </a:lnTo>
                <a:lnTo>
                  <a:pt x="1301041" y="335705"/>
                </a:lnTo>
                <a:lnTo>
                  <a:pt x="1304312" y="315105"/>
                </a:lnTo>
                <a:lnTo>
                  <a:pt x="1308400" y="345881"/>
                </a:lnTo>
                <a:lnTo>
                  <a:pt x="1310854" y="299358"/>
                </a:lnTo>
                <a:lnTo>
                  <a:pt x="1313307" y="318333"/>
                </a:lnTo>
                <a:lnTo>
                  <a:pt x="1316578" y="338888"/>
                </a:lnTo>
                <a:lnTo>
                  <a:pt x="1318213" y="307670"/>
                </a:lnTo>
                <a:lnTo>
                  <a:pt x="1319849" y="309955"/>
                </a:lnTo>
                <a:lnTo>
                  <a:pt x="1323938" y="332437"/>
                </a:lnTo>
                <a:lnTo>
                  <a:pt x="1327209" y="299415"/>
                </a:lnTo>
                <a:lnTo>
                  <a:pt x="1328026" y="300708"/>
                </a:lnTo>
                <a:lnTo>
                  <a:pt x="1329662" y="336009"/>
                </a:lnTo>
                <a:lnTo>
                  <a:pt x="1332115" y="334010"/>
                </a:lnTo>
                <a:lnTo>
                  <a:pt x="1334568" y="299028"/>
                </a:lnTo>
                <a:lnTo>
                  <a:pt x="1336204" y="309274"/>
                </a:lnTo>
                <a:lnTo>
                  <a:pt x="1337839" y="327062"/>
                </a:lnTo>
                <a:lnTo>
                  <a:pt x="1339475" y="320818"/>
                </a:lnTo>
                <a:lnTo>
                  <a:pt x="1340293" y="323565"/>
                </a:lnTo>
                <a:lnTo>
                  <a:pt x="1341110" y="317106"/>
                </a:lnTo>
                <a:lnTo>
                  <a:pt x="1341928" y="304757"/>
                </a:lnTo>
                <a:lnTo>
                  <a:pt x="1343564" y="324651"/>
                </a:lnTo>
                <a:lnTo>
                  <a:pt x="1345199" y="312780"/>
                </a:lnTo>
                <a:lnTo>
                  <a:pt x="1346017" y="327339"/>
                </a:lnTo>
                <a:lnTo>
                  <a:pt x="1350106" y="307965"/>
                </a:lnTo>
                <a:lnTo>
                  <a:pt x="1351741" y="316540"/>
                </a:lnTo>
                <a:lnTo>
                  <a:pt x="1352559" y="324302"/>
                </a:lnTo>
                <a:lnTo>
                  <a:pt x="1355012" y="319575"/>
                </a:lnTo>
                <a:lnTo>
                  <a:pt x="1356648" y="322278"/>
                </a:lnTo>
                <a:lnTo>
                  <a:pt x="1357466" y="318690"/>
                </a:lnTo>
                <a:lnTo>
                  <a:pt x="1359919" y="311530"/>
                </a:lnTo>
                <a:lnTo>
                  <a:pt x="1360737" y="317997"/>
                </a:lnTo>
                <a:lnTo>
                  <a:pt x="1361554" y="321997"/>
                </a:lnTo>
                <a:lnTo>
                  <a:pt x="1362372" y="317634"/>
                </a:lnTo>
                <a:lnTo>
                  <a:pt x="1364008" y="319168"/>
                </a:lnTo>
                <a:lnTo>
                  <a:pt x="1364825" y="318631"/>
                </a:lnTo>
                <a:lnTo>
                  <a:pt x="1365643" y="312768"/>
                </a:lnTo>
                <a:lnTo>
                  <a:pt x="1366461" y="320657"/>
                </a:lnTo>
                <a:lnTo>
                  <a:pt x="1368096" y="313595"/>
                </a:lnTo>
                <a:lnTo>
                  <a:pt x="1370550" y="328158"/>
                </a:lnTo>
                <a:lnTo>
                  <a:pt x="1371367" y="322913"/>
                </a:lnTo>
                <a:lnTo>
                  <a:pt x="1373003" y="300256"/>
                </a:lnTo>
                <a:lnTo>
                  <a:pt x="1374638" y="302484"/>
                </a:lnTo>
                <a:lnTo>
                  <a:pt x="1377909" y="325818"/>
                </a:lnTo>
                <a:lnTo>
                  <a:pt x="1381998" y="315329"/>
                </a:lnTo>
                <a:lnTo>
                  <a:pt x="1382816" y="318973"/>
                </a:lnTo>
                <a:lnTo>
                  <a:pt x="1385269" y="332890"/>
                </a:lnTo>
                <a:lnTo>
                  <a:pt x="1386087" y="332453"/>
                </a:lnTo>
                <a:lnTo>
                  <a:pt x="1387722" y="298344"/>
                </a:lnTo>
                <a:lnTo>
                  <a:pt x="1389358" y="320573"/>
                </a:lnTo>
                <a:lnTo>
                  <a:pt x="1390175" y="338718"/>
                </a:lnTo>
                <a:lnTo>
                  <a:pt x="1392629" y="325280"/>
                </a:lnTo>
                <a:lnTo>
                  <a:pt x="1397535" y="331526"/>
                </a:lnTo>
                <a:lnTo>
                  <a:pt x="1399988" y="319674"/>
                </a:lnTo>
                <a:lnTo>
                  <a:pt x="1400806" y="323523"/>
                </a:lnTo>
                <a:lnTo>
                  <a:pt x="1401624" y="328652"/>
                </a:lnTo>
                <a:lnTo>
                  <a:pt x="1403259" y="321493"/>
                </a:lnTo>
                <a:lnTo>
                  <a:pt x="1404077" y="321004"/>
                </a:lnTo>
                <a:lnTo>
                  <a:pt x="1404895" y="323567"/>
                </a:lnTo>
                <a:lnTo>
                  <a:pt x="1405713" y="329172"/>
                </a:lnTo>
                <a:lnTo>
                  <a:pt x="1408166" y="325402"/>
                </a:lnTo>
                <a:lnTo>
                  <a:pt x="1409801" y="325934"/>
                </a:lnTo>
                <a:lnTo>
                  <a:pt x="1410619" y="329985"/>
                </a:lnTo>
                <a:lnTo>
                  <a:pt x="1411437" y="324563"/>
                </a:lnTo>
                <a:lnTo>
                  <a:pt x="1412255" y="325114"/>
                </a:lnTo>
                <a:lnTo>
                  <a:pt x="1414708" y="322559"/>
                </a:lnTo>
                <a:lnTo>
                  <a:pt x="1415526" y="323037"/>
                </a:lnTo>
                <a:lnTo>
                  <a:pt x="1420432" y="329229"/>
                </a:lnTo>
                <a:lnTo>
                  <a:pt x="1421250" y="326954"/>
                </a:lnTo>
                <a:lnTo>
                  <a:pt x="1422885" y="317226"/>
                </a:lnTo>
                <a:lnTo>
                  <a:pt x="1423703" y="326247"/>
                </a:lnTo>
                <a:lnTo>
                  <a:pt x="1426974" y="338075"/>
                </a:lnTo>
                <a:lnTo>
                  <a:pt x="1427792" y="337520"/>
                </a:lnTo>
                <a:lnTo>
                  <a:pt x="1430245" y="323222"/>
                </a:lnTo>
                <a:lnTo>
                  <a:pt x="1431063" y="329735"/>
                </a:lnTo>
                <a:lnTo>
                  <a:pt x="1431881" y="343820"/>
                </a:lnTo>
                <a:lnTo>
                  <a:pt x="1433516" y="334382"/>
                </a:lnTo>
                <a:lnTo>
                  <a:pt x="1436787" y="329198"/>
                </a:lnTo>
                <a:lnTo>
                  <a:pt x="1438423" y="335652"/>
                </a:lnTo>
                <a:lnTo>
                  <a:pt x="1439241" y="330391"/>
                </a:lnTo>
                <a:lnTo>
                  <a:pt x="1441694" y="318727"/>
                </a:lnTo>
                <a:lnTo>
                  <a:pt x="1442512" y="313118"/>
                </a:lnTo>
                <a:lnTo>
                  <a:pt x="1443329" y="325082"/>
                </a:lnTo>
                <a:lnTo>
                  <a:pt x="1444147" y="334998"/>
                </a:lnTo>
                <a:lnTo>
                  <a:pt x="1445783" y="323006"/>
                </a:lnTo>
                <a:lnTo>
                  <a:pt x="1446600" y="326312"/>
                </a:lnTo>
                <a:lnTo>
                  <a:pt x="1448236" y="320581"/>
                </a:lnTo>
                <a:lnTo>
                  <a:pt x="1449054" y="320481"/>
                </a:lnTo>
                <a:lnTo>
                  <a:pt x="1452325" y="336148"/>
                </a:lnTo>
                <a:lnTo>
                  <a:pt x="1456413" y="316996"/>
                </a:lnTo>
                <a:lnTo>
                  <a:pt x="1458049" y="332792"/>
                </a:lnTo>
                <a:lnTo>
                  <a:pt x="1460502" y="329736"/>
                </a:lnTo>
                <a:lnTo>
                  <a:pt x="1463773" y="298948"/>
                </a:lnTo>
                <a:lnTo>
                  <a:pt x="1464591" y="309392"/>
                </a:lnTo>
                <a:lnTo>
                  <a:pt x="1466226" y="329902"/>
                </a:lnTo>
                <a:lnTo>
                  <a:pt x="1468679" y="320003"/>
                </a:lnTo>
                <a:lnTo>
                  <a:pt x="1470315" y="315963"/>
                </a:lnTo>
                <a:lnTo>
                  <a:pt x="1472768" y="333243"/>
                </a:lnTo>
                <a:lnTo>
                  <a:pt x="1473586" y="323801"/>
                </a:lnTo>
                <a:lnTo>
                  <a:pt x="1477675" y="289542"/>
                </a:lnTo>
                <a:lnTo>
                  <a:pt x="1481763" y="320994"/>
                </a:lnTo>
                <a:lnTo>
                  <a:pt x="1484217" y="302341"/>
                </a:lnTo>
                <a:lnTo>
                  <a:pt x="1485034" y="304145"/>
                </a:lnTo>
                <a:lnTo>
                  <a:pt x="1485852" y="328877"/>
                </a:lnTo>
                <a:lnTo>
                  <a:pt x="1488305" y="316179"/>
                </a:lnTo>
                <a:lnTo>
                  <a:pt x="1489941" y="311193"/>
                </a:lnTo>
                <a:lnTo>
                  <a:pt x="1490759" y="318818"/>
                </a:lnTo>
                <a:lnTo>
                  <a:pt x="1491576" y="314825"/>
                </a:lnTo>
                <a:lnTo>
                  <a:pt x="1494847" y="307617"/>
                </a:lnTo>
                <a:lnTo>
                  <a:pt x="1495665" y="297014"/>
                </a:lnTo>
                <a:lnTo>
                  <a:pt x="1497301" y="310401"/>
                </a:lnTo>
                <a:lnTo>
                  <a:pt x="1498118" y="302106"/>
                </a:lnTo>
                <a:lnTo>
                  <a:pt x="1498936" y="300714"/>
                </a:lnTo>
                <a:lnTo>
                  <a:pt x="1499754" y="310894"/>
                </a:lnTo>
                <a:lnTo>
                  <a:pt x="1501389" y="301978"/>
                </a:lnTo>
                <a:lnTo>
                  <a:pt x="1502207" y="300673"/>
                </a:lnTo>
                <a:lnTo>
                  <a:pt x="1503025" y="286643"/>
                </a:lnTo>
                <a:lnTo>
                  <a:pt x="1504660" y="302039"/>
                </a:lnTo>
                <a:lnTo>
                  <a:pt x="1505478" y="295578"/>
                </a:lnTo>
                <a:lnTo>
                  <a:pt x="1506296" y="304702"/>
                </a:lnTo>
                <a:lnTo>
                  <a:pt x="1508749" y="299429"/>
                </a:lnTo>
                <a:lnTo>
                  <a:pt x="1510385" y="302487"/>
                </a:lnTo>
                <a:lnTo>
                  <a:pt x="1514474" y="292397"/>
                </a:lnTo>
                <a:lnTo>
                  <a:pt x="1515291" y="288252"/>
                </a:lnTo>
                <a:lnTo>
                  <a:pt x="1516109" y="293839"/>
                </a:lnTo>
                <a:lnTo>
                  <a:pt x="1516927" y="298754"/>
                </a:lnTo>
                <a:lnTo>
                  <a:pt x="1517745" y="291079"/>
                </a:lnTo>
                <a:lnTo>
                  <a:pt x="1518562" y="288871"/>
                </a:lnTo>
                <a:lnTo>
                  <a:pt x="1519380" y="303566"/>
                </a:lnTo>
                <a:lnTo>
                  <a:pt x="1521833" y="301442"/>
                </a:lnTo>
                <a:lnTo>
                  <a:pt x="1523469" y="288857"/>
                </a:lnTo>
                <a:lnTo>
                  <a:pt x="1525104" y="265826"/>
                </a:lnTo>
                <a:lnTo>
                  <a:pt x="1525922" y="268295"/>
                </a:lnTo>
                <a:lnTo>
                  <a:pt x="1527558" y="303439"/>
                </a:lnTo>
                <a:lnTo>
                  <a:pt x="1530011" y="290516"/>
                </a:lnTo>
                <a:lnTo>
                  <a:pt x="1531646" y="278223"/>
                </a:lnTo>
                <a:lnTo>
                  <a:pt x="1532464" y="281407"/>
                </a:lnTo>
                <a:lnTo>
                  <a:pt x="1533282" y="289520"/>
                </a:lnTo>
                <a:lnTo>
                  <a:pt x="1535735" y="288092"/>
                </a:lnTo>
                <a:lnTo>
                  <a:pt x="1540642" y="274737"/>
                </a:lnTo>
                <a:lnTo>
                  <a:pt x="1541459" y="288586"/>
                </a:lnTo>
                <a:lnTo>
                  <a:pt x="1543913" y="282356"/>
                </a:lnTo>
                <a:lnTo>
                  <a:pt x="1546366" y="271808"/>
                </a:lnTo>
                <a:lnTo>
                  <a:pt x="1547183" y="288479"/>
                </a:lnTo>
                <a:lnTo>
                  <a:pt x="1548819" y="283742"/>
                </a:lnTo>
                <a:lnTo>
                  <a:pt x="1552090" y="253886"/>
                </a:lnTo>
                <a:lnTo>
                  <a:pt x="1553725" y="282364"/>
                </a:lnTo>
                <a:lnTo>
                  <a:pt x="1555361" y="271497"/>
                </a:lnTo>
                <a:lnTo>
                  <a:pt x="1559450" y="247751"/>
                </a:lnTo>
                <a:lnTo>
                  <a:pt x="1561085" y="270130"/>
                </a:lnTo>
                <a:lnTo>
                  <a:pt x="1562721" y="262483"/>
                </a:lnTo>
                <a:lnTo>
                  <a:pt x="1564356" y="264236"/>
                </a:lnTo>
                <a:lnTo>
                  <a:pt x="1565174" y="250432"/>
                </a:lnTo>
                <a:lnTo>
                  <a:pt x="1567627" y="257519"/>
                </a:lnTo>
                <a:lnTo>
                  <a:pt x="1568445" y="258280"/>
                </a:lnTo>
                <a:lnTo>
                  <a:pt x="1569263" y="270164"/>
                </a:lnTo>
                <a:lnTo>
                  <a:pt x="1570898" y="259469"/>
                </a:lnTo>
                <a:lnTo>
                  <a:pt x="1571716" y="260566"/>
                </a:lnTo>
                <a:lnTo>
                  <a:pt x="1573351" y="240559"/>
                </a:lnTo>
                <a:lnTo>
                  <a:pt x="1574169" y="255038"/>
                </a:lnTo>
                <a:lnTo>
                  <a:pt x="1574987" y="268955"/>
                </a:lnTo>
                <a:lnTo>
                  <a:pt x="1576622" y="258312"/>
                </a:lnTo>
                <a:lnTo>
                  <a:pt x="1579076" y="226020"/>
                </a:lnTo>
                <a:lnTo>
                  <a:pt x="1580711" y="236376"/>
                </a:lnTo>
                <a:lnTo>
                  <a:pt x="1581529" y="252429"/>
                </a:lnTo>
                <a:lnTo>
                  <a:pt x="1583982" y="243704"/>
                </a:lnTo>
                <a:lnTo>
                  <a:pt x="1586435" y="244133"/>
                </a:lnTo>
                <a:lnTo>
                  <a:pt x="1592160" y="214893"/>
                </a:lnTo>
                <a:lnTo>
                  <a:pt x="1592977" y="223526"/>
                </a:lnTo>
                <a:lnTo>
                  <a:pt x="1594613" y="239780"/>
                </a:lnTo>
                <a:lnTo>
                  <a:pt x="1595431" y="230374"/>
                </a:lnTo>
                <a:lnTo>
                  <a:pt x="1597884" y="220667"/>
                </a:lnTo>
                <a:lnTo>
                  <a:pt x="1599520" y="221652"/>
                </a:lnTo>
                <a:lnTo>
                  <a:pt x="1604426" y="234428"/>
                </a:lnTo>
                <a:lnTo>
                  <a:pt x="1607697" y="217028"/>
                </a:lnTo>
                <a:lnTo>
                  <a:pt x="1610968" y="237255"/>
                </a:lnTo>
                <a:lnTo>
                  <a:pt x="1615057" y="212727"/>
                </a:lnTo>
                <a:lnTo>
                  <a:pt x="1616692" y="237310"/>
                </a:lnTo>
                <a:lnTo>
                  <a:pt x="1619146" y="227900"/>
                </a:lnTo>
                <a:lnTo>
                  <a:pt x="1619963" y="231387"/>
                </a:lnTo>
                <a:lnTo>
                  <a:pt x="1620781" y="226413"/>
                </a:lnTo>
                <a:lnTo>
                  <a:pt x="1623234" y="228415"/>
                </a:lnTo>
                <a:lnTo>
                  <a:pt x="1624052" y="217543"/>
                </a:lnTo>
                <a:lnTo>
                  <a:pt x="1625688" y="234169"/>
                </a:lnTo>
                <a:lnTo>
                  <a:pt x="1626505" y="228146"/>
                </a:lnTo>
                <a:lnTo>
                  <a:pt x="1628141" y="210649"/>
                </a:lnTo>
                <a:lnTo>
                  <a:pt x="1628959" y="224098"/>
                </a:lnTo>
                <a:lnTo>
                  <a:pt x="1629776" y="230572"/>
                </a:lnTo>
                <a:lnTo>
                  <a:pt x="1631412" y="223305"/>
                </a:lnTo>
                <a:lnTo>
                  <a:pt x="1632229" y="224717"/>
                </a:lnTo>
                <a:lnTo>
                  <a:pt x="1633865" y="208280"/>
                </a:lnTo>
                <a:lnTo>
                  <a:pt x="1635500" y="213027"/>
                </a:lnTo>
                <a:lnTo>
                  <a:pt x="1637136" y="235727"/>
                </a:lnTo>
                <a:lnTo>
                  <a:pt x="1638771" y="217248"/>
                </a:lnTo>
                <a:lnTo>
                  <a:pt x="1642042" y="235580"/>
                </a:lnTo>
                <a:lnTo>
                  <a:pt x="1645313" y="226585"/>
                </a:lnTo>
                <a:lnTo>
                  <a:pt x="1649402" y="244417"/>
                </a:lnTo>
                <a:lnTo>
                  <a:pt x="1650220" y="232166"/>
                </a:lnTo>
                <a:lnTo>
                  <a:pt x="1651855" y="242584"/>
                </a:lnTo>
                <a:lnTo>
                  <a:pt x="1652673" y="243590"/>
                </a:lnTo>
                <a:lnTo>
                  <a:pt x="1656762" y="234020"/>
                </a:lnTo>
                <a:lnTo>
                  <a:pt x="1659215" y="245895"/>
                </a:lnTo>
                <a:lnTo>
                  <a:pt x="1660033" y="239708"/>
                </a:lnTo>
                <a:lnTo>
                  <a:pt x="1663304" y="252293"/>
                </a:lnTo>
                <a:lnTo>
                  <a:pt x="1664939" y="240247"/>
                </a:lnTo>
                <a:lnTo>
                  <a:pt x="1666575" y="249686"/>
                </a:lnTo>
                <a:lnTo>
                  <a:pt x="1669846" y="237624"/>
                </a:lnTo>
                <a:lnTo>
                  <a:pt x="1670664" y="239529"/>
                </a:lnTo>
                <a:lnTo>
                  <a:pt x="1671481" y="256757"/>
                </a:lnTo>
                <a:lnTo>
                  <a:pt x="1673935" y="253458"/>
                </a:lnTo>
                <a:lnTo>
                  <a:pt x="1674752" y="256391"/>
                </a:lnTo>
                <a:lnTo>
                  <a:pt x="1675570" y="255540"/>
                </a:lnTo>
                <a:lnTo>
                  <a:pt x="1676388" y="246551"/>
                </a:lnTo>
                <a:lnTo>
                  <a:pt x="1678024" y="256853"/>
                </a:lnTo>
                <a:lnTo>
                  <a:pt x="1678841" y="249977"/>
                </a:lnTo>
                <a:lnTo>
                  <a:pt x="1679659" y="262032"/>
                </a:lnTo>
                <a:lnTo>
                  <a:pt x="1682112" y="257845"/>
                </a:lnTo>
                <a:lnTo>
                  <a:pt x="1682930" y="264043"/>
                </a:lnTo>
                <a:lnTo>
                  <a:pt x="1684566" y="256469"/>
                </a:lnTo>
                <a:lnTo>
                  <a:pt x="1686201" y="253998"/>
                </a:lnTo>
                <a:lnTo>
                  <a:pt x="1687837" y="268815"/>
                </a:lnTo>
                <a:lnTo>
                  <a:pt x="1689472" y="264802"/>
                </a:lnTo>
                <a:lnTo>
                  <a:pt x="1693561" y="246299"/>
                </a:lnTo>
                <a:lnTo>
                  <a:pt x="1700103" y="273802"/>
                </a:lnTo>
                <a:lnTo>
                  <a:pt x="1700921" y="266454"/>
                </a:lnTo>
                <a:lnTo>
                  <a:pt x="1701738" y="259078"/>
                </a:lnTo>
                <a:lnTo>
                  <a:pt x="1703374" y="266183"/>
                </a:lnTo>
                <a:lnTo>
                  <a:pt x="1706645" y="277066"/>
                </a:lnTo>
                <a:lnTo>
                  <a:pt x="1708280" y="274571"/>
                </a:lnTo>
                <a:lnTo>
                  <a:pt x="1709098" y="275306"/>
                </a:lnTo>
                <a:lnTo>
                  <a:pt x="1709916" y="270135"/>
                </a:lnTo>
                <a:lnTo>
                  <a:pt x="1711551" y="276863"/>
                </a:lnTo>
                <a:lnTo>
                  <a:pt x="1715640" y="282698"/>
                </a:lnTo>
                <a:lnTo>
                  <a:pt x="1717275" y="274334"/>
                </a:lnTo>
                <a:lnTo>
                  <a:pt x="1718093" y="284012"/>
                </a:lnTo>
                <a:lnTo>
                  <a:pt x="1718911" y="286722"/>
                </a:lnTo>
                <a:lnTo>
                  <a:pt x="1719729" y="280533"/>
                </a:lnTo>
                <a:lnTo>
                  <a:pt x="1720546" y="281539"/>
                </a:lnTo>
                <a:lnTo>
                  <a:pt x="1721364" y="279332"/>
                </a:lnTo>
                <a:lnTo>
                  <a:pt x="1722182" y="283395"/>
                </a:lnTo>
                <a:lnTo>
                  <a:pt x="1723000" y="283862"/>
                </a:lnTo>
                <a:lnTo>
                  <a:pt x="1723817" y="290832"/>
                </a:lnTo>
                <a:lnTo>
                  <a:pt x="1725453" y="290622"/>
                </a:lnTo>
                <a:lnTo>
                  <a:pt x="1726271" y="282828"/>
                </a:lnTo>
                <a:lnTo>
                  <a:pt x="1727906" y="289568"/>
                </a:lnTo>
                <a:lnTo>
                  <a:pt x="1730359" y="292897"/>
                </a:lnTo>
                <a:lnTo>
                  <a:pt x="1731177" y="308200"/>
                </a:lnTo>
                <a:lnTo>
                  <a:pt x="1732813" y="290451"/>
                </a:lnTo>
                <a:lnTo>
                  <a:pt x="1733630" y="285793"/>
                </a:lnTo>
                <a:lnTo>
                  <a:pt x="1736901" y="309168"/>
                </a:lnTo>
                <a:lnTo>
                  <a:pt x="1737719" y="303623"/>
                </a:lnTo>
                <a:lnTo>
                  <a:pt x="1739355" y="308781"/>
                </a:lnTo>
                <a:lnTo>
                  <a:pt x="1740990" y="305354"/>
                </a:lnTo>
                <a:lnTo>
                  <a:pt x="1745897" y="323364"/>
                </a:lnTo>
                <a:lnTo>
                  <a:pt x="1746714" y="328220"/>
                </a:lnTo>
                <a:lnTo>
                  <a:pt x="1747532" y="327329"/>
                </a:lnTo>
                <a:lnTo>
                  <a:pt x="1748350" y="310904"/>
                </a:lnTo>
                <a:lnTo>
                  <a:pt x="1750803" y="311930"/>
                </a:lnTo>
                <a:lnTo>
                  <a:pt x="1751621" y="311177"/>
                </a:lnTo>
                <a:lnTo>
                  <a:pt x="1752439" y="305173"/>
                </a:lnTo>
                <a:lnTo>
                  <a:pt x="1754074" y="340324"/>
                </a:lnTo>
                <a:lnTo>
                  <a:pt x="1756527" y="338642"/>
                </a:lnTo>
                <a:lnTo>
                  <a:pt x="1757345" y="331984"/>
                </a:lnTo>
                <a:lnTo>
                  <a:pt x="1758163" y="342650"/>
                </a:lnTo>
                <a:lnTo>
                  <a:pt x="1758981" y="339587"/>
                </a:lnTo>
                <a:lnTo>
                  <a:pt x="1759799" y="340333"/>
                </a:lnTo>
                <a:lnTo>
                  <a:pt x="1761434" y="349799"/>
                </a:lnTo>
                <a:lnTo>
                  <a:pt x="1762252" y="343547"/>
                </a:lnTo>
                <a:lnTo>
                  <a:pt x="1764705" y="325477"/>
                </a:lnTo>
                <a:lnTo>
                  <a:pt x="1766341" y="331112"/>
                </a:lnTo>
                <a:lnTo>
                  <a:pt x="1767976" y="348677"/>
                </a:lnTo>
                <a:lnTo>
                  <a:pt x="1768794" y="338634"/>
                </a:lnTo>
                <a:lnTo>
                  <a:pt x="1771247" y="323386"/>
                </a:lnTo>
                <a:lnTo>
                  <a:pt x="1772883" y="355998"/>
                </a:lnTo>
                <a:lnTo>
                  <a:pt x="1774518" y="340587"/>
                </a:lnTo>
                <a:lnTo>
                  <a:pt x="1776154" y="344311"/>
                </a:lnTo>
                <a:lnTo>
                  <a:pt x="1781060" y="374808"/>
                </a:lnTo>
                <a:lnTo>
                  <a:pt x="1784331" y="349784"/>
                </a:lnTo>
                <a:lnTo>
                  <a:pt x="1785967" y="358289"/>
                </a:lnTo>
                <a:lnTo>
                  <a:pt x="1789238" y="374541"/>
                </a:lnTo>
                <a:lnTo>
                  <a:pt x="1790055" y="370023"/>
                </a:lnTo>
                <a:lnTo>
                  <a:pt x="1790873" y="370939"/>
                </a:lnTo>
                <a:lnTo>
                  <a:pt x="1791691" y="378697"/>
                </a:lnTo>
                <a:lnTo>
                  <a:pt x="1792509" y="360220"/>
                </a:lnTo>
                <a:lnTo>
                  <a:pt x="1793326" y="368491"/>
                </a:lnTo>
                <a:lnTo>
                  <a:pt x="1795780" y="369146"/>
                </a:lnTo>
                <a:lnTo>
                  <a:pt x="1799050" y="382429"/>
                </a:lnTo>
                <a:lnTo>
                  <a:pt x="1800686" y="377512"/>
                </a:lnTo>
                <a:lnTo>
                  <a:pt x="1801504" y="375970"/>
                </a:lnTo>
                <a:lnTo>
                  <a:pt x="1805592" y="388596"/>
                </a:lnTo>
                <a:lnTo>
                  <a:pt x="1808046" y="382429"/>
                </a:lnTo>
                <a:lnTo>
                  <a:pt x="1808863" y="384605"/>
                </a:lnTo>
                <a:lnTo>
                  <a:pt x="1811317" y="392341"/>
                </a:lnTo>
                <a:lnTo>
                  <a:pt x="1813770" y="389488"/>
                </a:lnTo>
                <a:lnTo>
                  <a:pt x="1816223" y="389144"/>
                </a:lnTo>
                <a:lnTo>
                  <a:pt x="1819494" y="401864"/>
                </a:lnTo>
                <a:lnTo>
                  <a:pt x="1821130" y="401348"/>
                </a:lnTo>
                <a:lnTo>
                  <a:pt x="1821947" y="399130"/>
                </a:lnTo>
                <a:lnTo>
                  <a:pt x="1822765" y="401364"/>
                </a:lnTo>
                <a:lnTo>
                  <a:pt x="1824401" y="409034"/>
                </a:lnTo>
                <a:lnTo>
                  <a:pt x="1826036" y="403566"/>
                </a:lnTo>
                <a:lnTo>
                  <a:pt x="1829307" y="416963"/>
                </a:lnTo>
                <a:lnTo>
                  <a:pt x="1830943" y="414309"/>
                </a:lnTo>
                <a:lnTo>
                  <a:pt x="1835849" y="418367"/>
                </a:lnTo>
                <a:lnTo>
                  <a:pt x="1836667" y="416867"/>
                </a:lnTo>
                <a:lnTo>
                  <a:pt x="1840756" y="424758"/>
                </a:lnTo>
                <a:lnTo>
                  <a:pt x="1843209" y="422345"/>
                </a:lnTo>
                <a:lnTo>
                  <a:pt x="1844027" y="424458"/>
                </a:lnTo>
                <a:lnTo>
                  <a:pt x="1848933" y="441280"/>
                </a:lnTo>
                <a:lnTo>
                  <a:pt x="1850569" y="423401"/>
                </a:lnTo>
                <a:lnTo>
                  <a:pt x="1851387" y="436454"/>
                </a:lnTo>
                <a:lnTo>
                  <a:pt x="1853840" y="438041"/>
                </a:lnTo>
                <a:lnTo>
                  <a:pt x="1853022" y="435497"/>
                </a:lnTo>
                <a:lnTo>
                  <a:pt x="1854658" y="437664"/>
                </a:lnTo>
                <a:lnTo>
                  <a:pt x="1857929" y="438482"/>
                </a:lnTo>
                <a:lnTo>
                  <a:pt x="1860382" y="442592"/>
                </a:lnTo>
                <a:lnTo>
                  <a:pt x="1864471" y="433432"/>
                </a:lnTo>
                <a:lnTo>
                  <a:pt x="1868559" y="447670"/>
                </a:lnTo>
                <a:lnTo>
                  <a:pt x="1869377" y="447506"/>
                </a:lnTo>
                <a:lnTo>
                  <a:pt x="1870195" y="443449"/>
                </a:lnTo>
                <a:lnTo>
                  <a:pt x="1871830" y="448648"/>
                </a:lnTo>
                <a:lnTo>
                  <a:pt x="1873466" y="452008"/>
                </a:lnTo>
                <a:lnTo>
                  <a:pt x="1875101" y="443473"/>
                </a:lnTo>
                <a:lnTo>
                  <a:pt x="1875919" y="444447"/>
                </a:lnTo>
                <a:lnTo>
                  <a:pt x="1880008" y="453750"/>
                </a:lnTo>
                <a:lnTo>
                  <a:pt x="1882461" y="451756"/>
                </a:lnTo>
                <a:lnTo>
                  <a:pt x="1883279" y="450068"/>
                </a:lnTo>
                <a:lnTo>
                  <a:pt x="1884096" y="452391"/>
                </a:lnTo>
                <a:lnTo>
                  <a:pt x="1884914" y="459152"/>
                </a:lnTo>
                <a:lnTo>
                  <a:pt x="1887367" y="458224"/>
                </a:lnTo>
                <a:lnTo>
                  <a:pt x="1889003" y="460195"/>
                </a:lnTo>
                <a:lnTo>
                  <a:pt x="1892274" y="456818"/>
                </a:lnTo>
                <a:lnTo>
                  <a:pt x="1893909" y="453611"/>
                </a:lnTo>
                <a:lnTo>
                  <a:pt x="1895545" y="460506"/>
                </a:lnTo>
                <a:lnTo>
                  <a:pt x="1897998" y="453419"/>
                </a:lnTo>
                <a:lnTo>
                  <a:pt x="1898816" y="459330"/>
                </a:lnTo>
                <a:lnTo>
                  <a:pt x="1899634" y="459270"/>
                </a:lnTo>
                <a:lnTo>
                  <a:pt x="1900451" y="455144"/>
                </a:lnTo>
                <a:lnTo>
                  <a:pt x="1902087" y="460404"/>
                </a:lnTo>
                <a:lnTo>
                  <a:pt x="1902905" y="455904"/>
                </a:lnTo>
                <a:lnTo>
                  <a:pt x="1906176" y="461614"/>
                </a:lnTo>
                <a:lnTo>
                  <a:pt x="1908629" y="461385"/>
                </a:lnTo>
                <a:lnTo>
                  <a:pt x="1912718" y="466660"/>
                </a:lnTo>
                <a:lnTo>
                  <a:pt x="1915171" y="465328"/>
                </a:lnTo>
                <a:lnTo>
                  <a:pt x="1915989" y="470614"/>
                </a:lnTo>
                <a:lnTo>
                  <a:pt x="1917624" y="468556"/>
                </a:lnTo>
                <a:lnTo>
                  <a:pt x="1918442" y="461921"/>
                </a:lnTo>
                <a:lnTo>
                  <a:pt x="1920895" y="463418"/>
                </a:lnTo>
                <a:lnTo>
                  <a:pt x="1921713" y="465437"/>
                </a:lnTo>
                <a:lnTo>
                  <a:pt x="1922531" y="454142"/>
                </a:lnTo>
                <a:lnTo>
                  <a:pt x="1924984" y="458091"/>
                </a:lnTo>
                <a:lnTo>
                  <a:pt x="1925802" y="469664"/>
                </a:lnTo>
                <a:lnTo>
                  <a:pt x="1928255" y="466109"/>
                </a:lnTo>
                <a:lnTo>
                  <a:pt x="1931526" y="467438"/>
                </a:lnTo>
                <a:lnTo>
                  <a:pt x="1933162" y="483332"/>
                </a:lnTo>
                <a:lnTo>
                  <a:pt x="1933979" y="465330"/>
                </a:lnTo>
                <a:lnTo>
                  <a:pt x="1935615" y="470543"/>
                </a:lnTo>
                <a:lnTo>
                  <a:pt x="1936433" y="481889"/>
                </a:lnTo>
                <a:lnTo>
                  <a:pt x="1938068" y="475056"/>
                </a:lnTo>
                <a:lnTo>
                  <a:pt x="1942975" y="449005"/>
                </a:lnTo>
                <a:lnTo>
                  <a:pt x="1946246" y="470482"/>
                </a:lnTo>
                <a:lnTo>
                  <a:pt x="1947063" y="466464"/>
                </a:lnTo>
                <a:lnTo>
                  <a:pt x="1948699" y="465725"/>
                </a:lnTo>
                <a:lnTo>
                  <a:pt x="1950334" y="470659"/>
                </a:lnTo>
                <a:lnTo>
                  <a:pt x="1953605" y="464502"/>
                </a:lnTo>
                <a:lnTo>
                  <a:pt x="1955241" y="471497"/>
                </a:lnTo>
                <a:lnTo>
                  <a:pt x="1956059" y="464266"/>
                </a:lnTo>
                <a:lnTo>
                  <a:pt x="1956876" y="462277"/>
                </a:lnTo>
                <a:lnTo>
                  <a:pt x="1960147" y="471385"/>
                </a:lnTo>
                <a:lnTo>
                  <a:pt x="1963418" y="455116"/>
                </a:lnTo>
                <a:lnTo>
                  <a:pt x="1967507" y="473278"/>
                </a:lnTo>
                <a:lnTo>
                  <a:pt x="1968325" y="468143"/>
                </a:lnTo>
                <a:lnTo>
                  <a:pt x="1970778" y="471055"/>
                </a:lnTo>
                <a:lnTo>
                  <a:pt x="1975684" y="466298"/>
                </a:lnTo>
                <a:lnTo>
                  <a:pt x="1976502" y="463085"/>
                </a:lnTo>
                <a:lnTo>
                  <a:pt x="1978138" y="474916"/>
                </a:lnTo>
                <a:lnTo>
                  <a:pt x="1978955" y="458160"/>
                </a:lnTo>
                <a:lnTo>
                  <a:pt x="1983044" y="480250"/>
                </a:lnTo>
                <a:lnTo>
                  <a:pt x="1983862" y="474437"/>
                </a:lnTo>
                <a:lnTo>
                  <a:pt x="1985497" y="467999"/>
                </a:lnTo>
                <a:lnTo>
                  <a:pt x="1986315" y="468359"/>
                </a:lnTo>
                <a:lnTo>
                  <a:pt x="1987133" y="474561"/>
                </a:lnTo>
                <a:lnTo>
                  <a:pt x="1988768" y="470597"/>
                </a:lnTo>
                <a:lnTo>
                  <a:pt x="1989586" y="468416"/>
                </a:lnTo>
                <a:lnTo>
                  <a:pt x="1990404" y="477239"/>
                </a:lnTo>
                <a:lnTo>
                  <a:pt x="1992857" y="474046"/>
                </a:lnTo>
                <a:lnTo>
                  <a:pt x="1993675" y="475139"/>
                </a:lnTo>
                <a:lnTo>
                  <a:pt x="1994493" y="481694"/>
                </a:lnTo>
                <a:lnTo>
                  <a:pt x="1996128" y="473909"/>
                </a:lnTo>
                <a:lnTo>
                  <a:pt x="1996946" y="473039"/>
                </a:lnTo>
                <a:lnTo>
                  <a:pt x="1998581" y="479749"/>
                </a:lnTo>
                <a:lnTo>
                  <a:pt x="2000217" y="476456"/>
                </a:lnTo>
                <a:lnTo>
                  <a:pt x="2001852" y="466620"/>
                </a:lnTo>
                <a:lnTo>
                  <a:pt x="2002670" y="476637"/>
                </a:lnTo>
                <a:lnTo>
                  <a:pt x="2004306" y="478487"/>
                </a:lnTo>
                <a:lnTo>
                  <a:pt x="2005123" y="481435"/>
                </a:lnTo>
                <a:lnTo>
                  <a:pt x="2005941" y="479145"/>
                </a:lnTo>
                <a:lnTo>
                  <a:pt x="2007577" y="465536"/>
                </a:lnTo>
                <a:lnTo>
                  <a:pt x="2008395" y="472037"/>
                </a:lnTo>
                <a:lnTo>
                  <a:pt x="2009212" y="483656"/>
                </a:lnTo>
                <a:lnTo>
                  <a:pt x="2010848" y="466756"/>
                </a:lnTo>
                <a:lnTo>
                  <a:pt x="2012483" y="475897"/>
                </a:lnTo>
                <a:lnTo>
                  <a:pt x="2013301" y="469529"/>
                </a:lnTo>
                <a:lnTo>
                  <a:pt x="2015754" y="464171"/>
                </a:lnTo>
                <a:lnTo>
                  <a:pt x="2016572" y="464939"/>
                </a:lnTo>
                <a:lnTo>
                  <a:pt x="2017390" y="480162"/>
                </a:lnTo>
                <a:lnTo>
                  <a:pt x="2018208" y="464117"/>
                </a:lnTo>
                <a:lnTo>
                  <a:pt x="2019025" y="452160"/>
                </a:lnTo>
                <a:lnTo>
                  <a:pt x="2020661" y="462269"/>
                </a:lnTo>
                <a:lnTo>
                  <a:pt x="2021479" y="481202"/>
                </a:lnTo>
                <a:lnTo>
                  <a:pt x="2023114" y="456894"/>
                </a:lnTo>
                <a:lnTo>
                  <a:pt x="2024750" y="479454"/>
                </a:lnTo>
                <a:lnTo>
                  <a:pt x="2026385" y="459087"/>
                </a:lnTo>
                <a:lnTo>
                  <a:pt x="2028021" y="476766"/>
                </a:lnTo>
                <a:lnTo>
                  <a:pt x="2031292" y="475272"/>
                </a:lnTo>
                <a:lnTo>
                  <a:pt x="2032109" y="474212"/>
                </a:lnTo>
                <a:lnTo>
                  <a:pt x="2033745" y="458606"/>
                </a:lnTo>
                <a:lnTo>
                  <a:pt x="2034563" y="466919"/>
                </a:lnTo>
                <a:lnTo>
                  <a:pt x="2035380" y="485036"/>
                </a:lnTo>
                <a:lnTo>
                  <a:pt x="2037016" y="464499"/>
                </a:lnTo>
                <a:lnTo>
                  <a:pt x="2043558" y="487698"/>
                </a:lnTo>
                <a:lnTo>
                  <a:pt x="2045193" y="474806"/>
                </a:lnTo>
                <a:lnTo>
                  <a:pt x="2046011" y="479587"/>
                </a:lnTo>
                <a:lnTo>
                  <a:pt x="2047647" y="454135"/>
                </a:lnTo>
                <a:lnTo>
                  <a:pt x="2048464" y="465454"/>
                </a:lnTo>
                <a:lnTo>
                  <a:pt x="2050100" y="486879"/>
                </a:lnTo>
                <a:lnTo>
                  <a:pt x="2051735" y="471155"/>
                </a:lnTo>
                <a:lnTo>
                  <a:pt x="2055006" y="481457"/>
                </a:lnTo>
                <a:lnTo>
                  <a:pt x="2059095" y="470410"/>
                </a:lnTo>
                <a:lnTo>
                  <a:pt x="2059913" y="470862"/>
                </a:lnTo>
                <a:lnTo>
                  <a:pt x="2062366" y="489747"/>
                </a:lnTo>
                <a:lnTo>
                  <a:pt x="2063184" y="477875"/>
                </a:lnTo>
                <a:lnTo>
                  <a:pt x="2064001" y="483369"/>
                </a:lnTo>
                <a:lnTo>
                  <a:pt x="2064819" y="478103"/>
                </a:lnTo>
                <a:lnTo>
                  <a:pt x="2067272" y="462043"/>
                </a:lnTo>
                <a:lnTo>
                  <a:pt x="2068090" y="473109"/>
                </a:lnTo>
                <a:lnTo>
                  <a:pt x="2068908" y="492982"/>
                </a:lnTo>
                <a:lnTo>
                  <a:pt x="2070543" y="484203"/>
                </a:lnTo>
                <a:lnTo>
                  <a:pt x="2071361" y="475139"/>
                </a:lnTo>
                <a:lnTo>
                  <a:pt x="2072997" y="479991"/>
                </a:lnTo>
                <a:lnTo>
                  <a:pt x="2074632" y="494917"/>
                </a:lnTo>
                <a:lnTo>
                  <a:pt x="2076268" y="482205"/>
                </a:lnTo>
                <a:lnTo>
                  <a:pt x="2078721" y="465617"/>
                </a:lnTo>
                <a:lnTo>
                  <a:pt x="2079539" y="473325"/>
                </a:lnTo>
                <a:lnTo>
                  <a:pt x="2081174" y="485798"/>
                </a:lnTo>
                <a:lnTo>
                  <a:pt x="2082810" y="479984"/>
                </a:lnTo>
                <a:lnTo>
                  <a:pt x="2084445" y="478622"/>
                </a:lnTo>
                <a:lnTo>
                  <a:pt x="2085263" y="482534"/>
                </a:lnTo>
                <a:lnTo>
                  <a:pt x="2088534" y="467719"/>
                </a:lnTo>
                <a:lnTo>
                  <a:pt x="2091805" y="477341"/>
                </a:lnTo>
                <a:lnTo>
                  <a:pt x="2095076" y="455923"/>
                </a:lnTo>
                <a:lnTo>
                  <a:pt x="2096712" y="465924"/>
                </a:lnTo>
                <a:lnTo>
                  <a:pt x="2097529" y="466565"/>
                </a:lnTo>
                <a:lnTo>
                  <a:pt x="2098347" y="459043"/>
                </a:lnTo>
                <a:lnTo>
                  <a:pt x="2099165" y="473062"/>
                </a:lnTo>
                <a:lnTo>
                  <a:pt x="2099983" y="471813"/>
                </a:lnTo>
                <a:lnTo>
                  <a:pt x="2100800" y="477074"/>
                </a:lnTo>
                <a:lnTo>
                  <a:pt x="2101618" y="464360"/>
                </a:lnTo>
                <a:lnTo>
                  <a:pt x="2102436" y="463425"/>
                </a:lnTo>
                <a:lnTo>
                  <a:pt x="2103254" y="453237"/>
                </a:lnTo>
                <a:lnTo>
                  <a:pt x="2104071" y="482261"/>
                </a:lnTo>
                <a:lnTo>
                  <a:pt x="2104889" y="451489"/>
                </a:lnTo>
                <a:lnTo>
                  <a:pt x="2105707" y="457448"/>
                </a:lnTo>
                <a:lnTo>
                  <a:pt x="2106525" y="456663"/>
                </a:lnTo>
                <a:lnTo>
                  <a:pt x="2107342" y="461172"/>
                </a:lnTo>
                <a:lnTo>
                  <a:pt x="2109796" y="458100"/>
                </a:lnTo>
                <a:lnTo>
                  <a:pt x="2111431" y="453207"/>
                </a:lnTo>
                <a:lnTo>
                  <a:pt x="2112249" y="466906"/>
                </a:lnTo>
                <a:lnTo>
                  <a:pt x="2114702" y="458119"/>
                </a:lnTo>
                <a:lnTo>
                  <a:pt x="2118791" y="453105"/>
                </a:lnTo>
                <a:lnTo>
                  <a:pt x="2119609" y="450775"/>
                </a:lnTo>
                <a:lnTo>
                  <a:pt x="2120426" y="456859"/>
                </a:lnTo>
                <a:lnTo>
                  <a:pt x="2122062" y="468466"/>
                </a:lnTo>
                <a:lnTo>
                  <a:pt x="2122880" y="465128"/>
                </a:lnTo>
                <a:lnTo>
                  <a:pt x="2125333" y="454051"/>
                </a:lnTo>
                <a:lnTo>
                  <a:pt x="2126151" y="457854"/>
                </a:lnTo>
                <a:lnTo>
                  <a:pt x="2126968" y="456418"/>
                </a:lnTo>
                <a:lnTo>
                  <a:pt x="2127786" y="459116"/>
                </a:lnTo>
                <a:lnTo>
                  <a:pt x="2128604" y="461604"/>
                </a:lnTo>
                <a:lnTo>
                  <a:pt x="2129422" y="461113"/>
                </a:lnTo>
                <a:lnTo>
                  <a:pt x="2133510" y="442807"/>
                </a:lnTo>
                <a:lnTo>
                  <a:pt x="2135146" y="463921"/>
                </a:lnTo>
                <a:lnTo>
                  <a:pt x="2136781" y="451936"/>
                </a:lnTo>
                <a:lnTo>
                  <a:pt x="2137599" y="448002"/>
                </a:lnTo>
                <a:lnTo>
                  <a:pt x="2139234" y="464668"/>
                </a:lnTo>
                <a:lnTo>
                  <a:pt x="2140052" y="463900"/>
                </a:lnTo>
                <a:lnTo>
                  <a:pt x="2140870" y="449428"/>
                </a:lnTo>
                <a:lnTo>
                  <a:pt x="2143323" y="453231"/>
                </a:lnTo>
                <a:lnTo>
                  <a:pt x="2144959" y="452211"/>
                </a:lnTo>
                <a:lnTo>
                  <a:pt x="2145776" y="455623"/>
                </a:lnTo>
                <a:lnTo>
                  <a:pt x="2147412" y="453821"/>
                </a:lnTo>
                <a:lnTo>
                  <a:pt x="2149865" y="442480"/>
                </a:lnTo>
                <a:lnTo>
                  <a:pt x="2151501" y="450910"/>
                </a:lnTo>
                <a:lnTo>
                  <a:pt x="2152318" y="455501"/>
                </a:lnTo>
                <a:lnTo>
                  <a:pt x="2153136" y="443173"/>
                </a:lnTo>
                <a:lnTo>
                  <a:pt x="2156407" y="456926"/>
                </a:lnTo>
                <a:lnTo>
                  <a:pt x="2158860" y="436915"/>
                </a:lnTo>
                <a:lnTo>
                  <a:pt x="2160496" y="457563"/>
                </a:lnTo>
                <a:lnTo>
                  <a:pt x="2161314" y="443004"/>
                </a:lnTo>
                <a:lnTo>
                  <a:pt x="2162131" y="438635"/>
                </a:lnTo>
                <a:lnTo>
                  <a:pt x="2162949" y="445324"/>
                </a:lnTo>
                <a:lnTo>
                  <a:pt x="2165402" y="453215"/>
                </a:lnTo>
                <a:lnTo>
                  <a:pt x="2166220" y="452000"/>
                </a:lnTo>
                <a:lnTo>
                  <a:pt x="2167038" y="451607"/>
                </a:lnTo>
                <a:lnTo>
                  <a:pt x="2168673" y="453989"/>
                </a:lnTo>
                <a:lnTo>
                  <a:pt x="2171944" y="441266"/>
                </a:lnTo>
                <a:lnTo>
                  <a:pt x="2173580" y="461315"/>
                </a:lnTo>
                <a:lnTo>
                  <a:pt x="2174398" y="450310"/>
                </a:lnTo>
                <a:lnTo>
                  <a:pt x="2176851" y="431706"/>
                </a:lnTo>
                <a:lnTo>
                  <a:pt x="2177669" y="440803"/>
                </a:lnTo>
                <a:lnTo>
                  <a:pt x="2179304" y="460160"/>
                </a:lnTo>
                <a:lnTo>
                  <a:pt x="2181758" y="452490"/>
                </a:lnTo>
                <a:lnTo>
                  <a:pt x="2182575" y="452852"/>
                </a:lnTo>
                <a:lnTo>
                  <a:pt x="2183393" y="457074"/>
                </a:lnTo>
                <a:lnTo>
                  <a:pt x="2185029" y="453901"/>
                </a:lnTo>
                <a:lnTo>
                  <a:pt x="2188300" y="441265"/>
                </a:lnTo>
                <a:lnTo>
                  <a:pt x="2187482" y="458921"/>
                </a:lnTo>
                <a:lnTo>
                  <a:pt x="2189117" y="442194"/>
                </a:lnTo>
                <a:lnTo>
                  <a:pt x="2189935" y="447477"/>
                </a:lnTo>
                <a:lnTo>
                  <a:pt x="2190753" y="441036"/>
                </a:lnTo>
                <a:lnTo>
                  <a:pt x="2191571" y="440934"/>
                </a:lnTo>
                <a:lnTo>
                  <a:pt x="2192388" y="441007"/>
                </a:lnTo>
                <a:lnTo>
                  <a:pt x="2194842" y="459361"/>
                </a:lnTo>
                <a:lnTo>
                  <a:pt x="2196477" y="454887"/>
                </a:lnTo>
                <a:lnTo>
                  <a:pt x="2197295" y="459179"/>
                </a:lnTo>
                <a:lnTo>
                  <a:pt x="2200566" y="440102"/>
                </a:lnTo>
                <a:lnTo>
                  <a:pt x="2202201" y="458674"/>
                </a:lnTo>
                <a:lnTo>
                  <a:pt x="2203019" y="449234"/>
                </a:lnTo>
                <a:lnTo>
                  <a:pt x="2203837" y="440883"/>
                </a:lnTo>
                <a:lnTo>
                  <a:pt x="2205472" y="448482"/>
                </a:lnTo>
                <a:lnTo>
                  <a:pt x="2207108" y="453779"/>
                </a:lnTo>
                <a:lnTo>
                  <a:pt x="2207926" y="450259"/>
                </a:lnTo>
                <a:lnTo>
                  <a:pt x="2210379" y="434987"/>
                </a:lnTo>
                <a:lnTo>
                  <a:pt x="2211197" y="452699"/>
                </a:lnTo>
                <a:lnTo>
                  <a:pt x="2213650" y="445145"/>
                </a:lnTo>
                <a:lnTo>
                  <a:pt x="2215285" y="441129"/>
                </a:lnTo>
                <a:lnTo>
                  <a:pt x="2218556" y="451247"/>
                </a:lnTo>
                <a:lnTo>
                  <a:pt x="2220192" y="435918"/>
                </a:lnTo>
                <a:lnTo>
                  <a:pt x="2221827" y="447907"/>
                </a:lnTo>
                <a:lnTo>
                  <a:pt x="2222645" y="448837"/>
                </a:lnTo>
                <a:lnTo>
                  <a:pt x="2224280" y="447395"/>
                </a:lnTo>
                <a:lnTo>
                  <a:pt x="2225098" y="457944"/>
                </a:lnTo>
                <a:lnTo>
                  <a:pt x="2226734" y="446533"/>
                </a:lnTo>
                <a:lnTo>
                  <a:pt x="2227551" y="430897"/>
                </a:lnTo>
                <a:lnTo>
                  <a:pt x="2229187" y="442849"/>
                </a:lnTo>
                <a:lnTo>
                  <a:pt x="2230822" y="462019"/>
                </a:lnTo>
                <a:lnTo>
                  <a:pt x="2231640" y="437824"/>
                </a:lnTo>
                <a:lnTo>
                  <a:pt x="2232458" y="445900"/>
                </a:lnTo>
                <a:lnTo>
                  <a:pt x="2234093" y="448423"/>
                </a:lnTo>
                <a:lnTo>
                  <a:pt x="2237364" y="426038"/>
                </a:lnTo>
                <a:lnTo>
                  <a:pt x="2239000" y="444572"/>
                </a:lnTo>
                <a:lnTo>
                  <a:pt x="2241453" y="443572"/>
                </a:lnTo>
                <a:lnTo>
                  <a:pt x="2242271" y="442918"/>
                </a:lnTo>
                <a:lnTo>
                  <a:pt x="2243089" y="447863"/>
                </a:lnTo>
                <a:lnTo>
                  <a:pt x="2243906" y="437064"/>
                </a:lnTo>
                <a:lnTo>
                  <a:pt x="2245542" y="430790"/>
                </a:lnTo>
                <a:lnTo>
                  <a:pt x="2246360" y="434260"/>
                </a:lnTo>
                <a:lnTo>
                  <a:pt x="2247177" y="441245"/>
                </a:lnTo>
                <a:lnTo>
                  <a:pt x="2247995" y="426528"/>
                </a:lnTo>
                <a:lnTo>
                  <a:pt x="2249631" y="426924"/>
                </a:lnTo>
                <a:lnTo>
                  <a:pt x="2252902" y="444866"/>
                </a:lnTo>
                <a:lnTo>
                  <a:pt x="2251266" y="425607"/>
                </a:lnTo>
                <a:lnTo>
                  <a:pt x="2253719" y="444708"/>
                </a:lnTo>
                <a:lnTo>
                  <a:pt x="2254537" y="444383"/>
                </a:lnTo>
                <a:lnTo>
                  <a:pt x="2256173" y="427553"/>
                </a:lnTo>
                <a:lnTo>
                  <a:pt x="2257808" y="438471"/>
                </a:lnTo>
                <a:lnTo>
                  <a:pt x="2258626" y="431547"/>
                </a:lnTo>
                <a:lnTo>
                  <a:pt x="2259444" y="443887"/>
                </a:lnTo>
                <a:lnTo>
                  <a:pt x="2260261" y="435992"/>
                </a:lnTo>
                <a:lnTo>
                  <a:pt x="2261079" y="440993"/>
                </a:lnTo>
                <a:lnTo>
                  <a:pt x="2261897" y="430986"/>
                </a:lnTo>
                <a:lnTo>
                  <a:pt x="2262715" y="437296"/>
                </a:lnTo>
                <a:lnTo>
                  <a:pt x="2263533" y="431093"/>
                </a:lnTo>
                <a:lnTo>
                  <a:pt x="2264350" y="439054"/>
                </a:lnTo>
                <a:lnTo>
                  <a:pt x="2265986" y="432764"/>
                </a:lnTo>
                <a:lnTo>
                  <a:pt x="2267621" y="429474"/>
                </a:lnTo>
                <a:lnTo>
                  <a:pt x="2270075" y="442606"/>
                </a:lnTo>
                <a:lnTo>
                  <a:pt x="2274163" y="424843"/>
                </a:lnTo>
                <a:lnTo>
                  <a:pt x="2274981" y="424140"/>
                </a:lnTo>
                <a:lnTo>
                  <a:pt x="2276617" y="450074"/>
                </a:lnTo>
                <a:lnTo>
                  <a:pt x="2277434" y="422303"/>
                </a:lnTo>
                <a:lnTo>
                  <a:pt x="2278252" y="420999"/>
                </a:lnTo>
                <a:lnTo>
                  <a:pt x="2281523" y="440126"/>
                </a:lnTo>
                <a:lnTo>
                  <a:pt x="2282341" y="437862"/>
                </a:lnTo>
                <a:lnTo>
                  <a:pt x="2283976" y="425163"/>
                </a:lnTo>
                <a:lnTo>
                  <a:pt x="2284794" y="441669"/>
                </a:lnTo>
                <a:lnTo>
                  <a:pt x="2285612" y="424166"/>
                </a:lnTo>
                <a:lnTo>
                  <a:pt x="2286430" y="438068"/>
                </a:lnTo>
                <a:lnTo>
                  <a:pt x="2287247" y="424158"/>
                </a:lnTo>
                <a:lnTo>
                  <a:pt x="2288883" y="436287"/>
                </a:lnTo>
                <a:lnTo>
                  <a:pt x="2289701" y="438162"/>
                </a:lnTo>
                <a:lnTo>
                  <a:pt x="2290518" y="422388"/>
                </a:lnTo>
              </a:path>
            </a:pathLst>
          </a:custGeom>
          <a:noFill/>
          <a:ln w="2208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44"/>
          <p:cNvSpPr/>
          <p:nvPr/>
        </p:nvSpPr>
        <p:spPr>
          <a:xfrm>
            <a:off x="3741645" y="2160056"/>
            <a:ext cx="2290518" cy="589310"/>
          </a:xfrm>
          <a:custGeom>
            <a:avLst/>
            <a:gdLst/>
            <a:ahLst/>
            <a:cxnLst/>
            <a:rect l="l" t="t" r="r" b="b"/>
            <a:pathLst>
              <a:path w="2290518" h="589310">
                <a:moveTo>
                  <a:pt x="0" y="331010"/>
                </a:moveTo>
                <a:lnTo>
                  <a:pt x="818" y="324949"/>
                </a:lnTo>
                <a:lnTo>
                  <a:pt x="3271" y="329143"/>
                </a:lnTo>
                <a:lnTo>
                  <a:pt x="4907" y="321130"/>
                </a:lnTo>
                <a:lnTo>
                  <a:pt x="5725" y="326633"/>
                </a:lnTo>
                <a:lnTo>
                  <a:pt x="6542" y="328902"/>
                </a:lnTo>
                <a:lnTo>
                  <a:pt x="9813" y="317612"/>
                </a:lnTo>
                <a:lnTo>
                  <a:pt x="10631" y="324264"/>
                </a:lnTo>
                <a:lnTo>
                  <a:pt x="12267" y="317174"/>
                </a:lnTo>
                <a:lnTo>
                  <a:pt x="13084" y="320024"/>
                </a:lnTo>
                <a:lnTo>
                  <a:pt x="21262" y="312835"/>
                </a:lnTo>
                <a:lnTo>
                  <a:pt x="23715" y="315380"/>
                </a:lnTo>
                <a:lnTo>
                  <a:pt x="24533" y="313755"/>
                </a:lnTo>
                <a:lnTo>
                  <a:pt x="26168" y="310661"/>
                </a:lnTo>
                <a:lnTo>
                  <a:pt x="27804" y="308961"/>
                </a:lnTo>
                <a:lnTo>
                  <a:pt x="28622" y="315820"/>
                </a:lnTo>
                <a:lnTo>
                  <a:pt x="30257" y="309353"/>
                </a:lnTo>
                <a:lnTo>
                  <a:pt x="33528" y="306723"/>
                </a:lnTo>
                <a:lnTo>
                  <a:pt x="35981" y="304676"/>
                </a:lnTo>
                <a:lnTo>
                  <a:pt x="37617" y="309184"/>
                </a:lnTo>
                <a:lnTo>
                  <a:pt x="38435" y="309049"/>
                </a:lnTo>
                <a:lnTo>
                  <a:pt x="40888" y="303641"/>
                </a:lnTo>
                <a:lnTo>
                  <a:pt x="41706" y="305578"/>
                </a:lnTo>
                <a:lnTo>
                  <a:pt x="43341" y="305233"/>
                </a:lnTo>
                <a:lnTo>
                  <a:pt x="44977" y="302044"/>
                </a:lnTo>
                <a:lnTo>
                  <a:pt x="46612" y="302999"/>
                </a:lnTo>
                <a:lnTo>
                  <a:pt x="54790" y="302976"/>
                </a:lnTo>
                <a:lnTo>
                  <a:pt x="56425" y="297609"/>
                </a:lnTo>
                <a:lnTo>
                  <a:pt x="58061" y="300582"/>
                </a:lnTo>
                <a:lnTo>
                  <a:pt x="60514" y="301843"/>
                </a:lnTo>
                <a:lnTo>
                  <a:pt x="61332" y="301309"/>
                </a:lnTo>
                <a:lnTo>
                  <a:pt x="62149" y="298902"/>
                </a:lnTo>
                <a:lnTo>
                  <a:pt x="62967" y="303618"/>
                </a:lnTo>
                <a:lnTo>
                  <a:pt x="63785" y="302675"/>
                </a:lnTo>
                <a:lnTo>
                  <a:pt x="70327" y="297679"/>
                </a:lnTo>
                <a:lnTo>
                  <a:pt x="73598" y="301413"/>
                </a:lnTo>
                <a:lnTo>
                  <a:pt x="76869" y="298549"/>
                </a:lnTo>
                <a:lnTo>
                  <a:pt x="79322" y="297284"/>
                </a:lnTo>
                <a:lnTo>
                  <a:pt x="80140" y="301451"/>
                </a:lnTo>
                <a:lnTo>
                  <a:pt x="84229" y="296559"/>
                </a:lnTo>
                <a:lnTo>
                  <a:pt x="85864" y="299373"/>
                </a:lnTo>
                <a:lnTo>
                  <a:pt x="87500" y="298430"/>
                </a:lnTo>
                <a:lnTo>
                  <a:pt x="88317" y="297440"/>
                </a:lnTo>
                <a:lnTo>
                  <a:pt x="89953" y="300093"/>
                </a:lnTo>
                <a:lnTo>
                  <a:pt x="94042" y="298663"/>
                </a:lnTo>
                <a:lnTo>
                  <a:pt x="95677" y="296899"/>
                </a:lnTo>
                <a:lnTo>
                  <a:pt x="96495" y="299576"/>
                </a:lnTo>
                <a:lnTo>
                  <a:pt x="98130" y="301453"/>
                </a:lnTo>
                <a:lnTo>
                  <a:pt x="98948" y="298385"/>
                </a:lnTo>
                <a:lnTo>
                  <a:pt x="103855" y="294363"/>
                </a:lnTo>
                <a:lnTo>
                  <a:pt x="107943" y="296262"/>
                </a:lnTo>
                <a:lnTo>
                  <a:pt x="119392" y="291974"/>
                </a:lnTo>
                <a:lnTo>
                  <a:pt x="122663" y="295298"/>
                </a:lnTo>
                <a:lnTo>
                  <a:pt x="125934" y="292994"/>
                </a:lnTo>
                <a:lnTo>
                  <a:pt x="127569" y="295260"/>
                </a:lnTo>
                <a:lnTo>
                  <a:pt x="130023" y="294535"/>
                </a:lnTo>
                <a:lnTo>
                  <a:pt x="130840" y="297868"/>
                </a:lnTo>
                <a:lnTo>
                  <a:pt x="133294" y="295931"/>
                </a:lnTo>
                <a:lnTo>
                  <a:pt x="134929" y="296877"/>
                </a:lnTo>
                <a:lnTo>
                  <a:pt x="138200" y="293832"/>
                </a:lnTo>
                <a:lnTo>
                  <a:pt x="145560" y="293164"/>
                </a:lnTo>
                <a:lnTo>
                  <a:pt x="149649" y="295418"/>
                </a:lnTo>
                <a:lnTo>
                  <a:pt x="153737" y="292000"/>
                </a:lnTo>
                <a:lnTo>
                  <a:pt x="156191" y="293862"/>
                </a:lnTo>
                <a:lnTo>
                  <a:pt x="157008" y="290699"/>
                </a:lnTo>
                <a:lnTo>
                  <a:pt x="157826" y="290188"/>
                </a:lnTo>
                <a:lnTo>
                  <a:pt x="162733" y="297847"/>
                </a:lnTo>
                <a:lnTo>
                  <a:pt x="166004" y="294180"/>
                </a:lnTo>
                <a:lnTo>
                  <a:pt x="174181" y="294611"/>
                </a:lnTo>
                <a:lnTo>
                  <a:pt x="176634" y="292490"/>
                </a:lnTo>
                <a:lnTo>
                  <a:pt x="177452" y="293056"/>
                </a:lnTo>
                <a:lnTo>
                  <a:pt x="179905" y="295397"/>
                </a:lnTo>
                <a:lnTo>
                  <a:pt x="180723" y="292501"/>
                </a:lnTo>
                <a:lnTo>
                  <a:pt x="181541" y="292135"/>
                </a:lnTo>
                <a:lnTo>
                  <a:pt x="182359" y="296601"/>
                </a:lnTo>
                <a:lnTo>
                  <a:pt x="184812" y="293081"/>
                </a:lnTo>
                <a:lnTo>
                  <a:pt x="185630" y="293903"/>
                </a:lnTo>
                <a:lnTo>
                  <a:pt x="186447" y="292129"/>
                </a:lnTo>
                <a:lnTo>
                  <a:pt x="188083" y="287241"/>
                </a:lnTo>
                <a:lnTo>
                  <a:pt x="189718" y="288860"/>
                </a:lnTo>
                <a:lnTo>
                  <a:pt x="194625" y="285982"/>
                </a:lnTo>
                <a:lnTo>
                  <a:pt x="198714" y="291443"/>
                </a:lnTo>
                <a:lnTo>
                  <a:pt x="199531" y="287278"/>
                </a:lnTo>
                <a:lnTo>
                  <a:pt x="201985" y="290423"/>
                </a:lnTo>
                <a:lnTo>
                  <a:pt x="202802" y="291730"/>
                </a:lnTo>
                <a:lnTo>
                  <a:pt x="203620" y="288198"/>
                </a:lnTo>
                <a:lnTo>
                  <a:pt x="206073" y="288928"/>
                </a:lnTo>
                <a:lnTo>
                  <a:pt x="208527" y="289915"/>
                </a:lnTo>
                <a:lnTo>
                  <a:pt x="209344" y="289080"/>
                </a:lnTo>
                <a:lnTo>
                  <a:pt x="210980" y="291347"/>
                </a:lnTo>
                <a:lnTo>
                  <a:pt x="213433" y="293542"/>
                </a:lnTo>
                <a:lnTo>
                  <a:pt x="214251" y="293189"/>
                </a:lnTo>
                <a:lnTo>
                  <a:pt x="217522" y="291196"/>
                </a:lnTo>
                <a:lnTo>
                  <a:pt x="219157" y="292780"/>
                </a:lnTo>
                <a:lnTo>
                  <a:pt x="219975" y="290305"/>
                </a:lnTo>
                <a:lnTo>
                  <a:pt x="233877" y="288569"/>
                </a:lnTo>
                <a:lnTo>
                  <a:pt x="237148" y="285355"/>
                </a:lnTo>
                <a:lnTo>
                  <a:pt x="240419" y="291472"/>
                </a:lnTo>
                <a:lnTo>
                  <a:pt x="245325" y="285840"/>
                </a:lnTo>
                <a:lnTo>
                  <a:pt x="248596" y="289002"/>
                </a:lnTo>
                <a:lnTo>
                  <a:pt x="251867" y="287426"/>
                </a:lnTo>
                <a:lnTo>
                  <a:pt x="255956" y="288897"/>
                </a:lnTo>
                <a:lnTo>
                  <a:pt x="258409" y="290992"/>
                </a:lnTo>
                <a:lnTo>
                  <a:pt x="260045" y="281032"/>
                </a:lnTo>
                <a:lnTo>
                  <a:pt x="260863" y="279352"/>
                </a:lnTo>
                <a:lnTo>
                  <a:pt x="261680" y="283780"/>
                </a:lnTo>
                <a:lnTo>
                  <a:pt x="264134" y="281596"/>
                </a:lnTo>
                <a:lnTo>
                  <a:pt x="264951" y="280168"/>
                </a:lnTo>
                <a:lnTo>
                  <a:pt x="266587" y="288747"/>
                </a:lnTo>
                <a:lnTo>
                  <a:pt x="268222" y="284403"/>
                </a:lnTo>
                <a:lnTo>
                  <a:pt x="271493" y="283246"/>
                </a:lnTo>
                <a:lnTo>
                  <a:pt x="272311" y="277433"/>
                </a:lnTo>
                <a:lnTo>
                  <a:pt x="273947" y="282474"/>
                </a:lnTo>
                <a:lnTo>
                  <a:pt x="274764" y="286277"/>
                </a:lnTo>
                <a:lnTo>
                  <a:pt x="276400" y="279843"/>
                </a:lnTo>
                <a:lnTo>
                  <a:pt x="278035" y="285822"/>
                </a:lnTo>
                <a:lnTo>
                  <a:pt x="278853" y="284211"/>
                </a:lnTo>
                <a:lnTo>
                  <a:pt x="280489" y="279263"/>
                </a:lnTo>
                <a:lnTo>
                  <a:pt x="282124" y="282351"/>
                </a:lnTo>
                <a:lnTo>
                  <a:pt x="290302" y="280673"/>
                </a:lnTo>
                <a:lnTo>
                  <a:pt x="291119" y="280423"/>
                </a:lnTo>
                <a:lnTo>
                  <a:pt x="291937" y="283868"/>
                </a:lnTo>
                <a:lnTo>
                  <a:pt x="294390" y="281898"/>
                </a:lnTo>
                <a:lnTo>
                  <a:pt x="297661" y="280362"/>
                </a:lnTo>
                <a:lnTo>
                  <a:pt x="298479" y="284838"/>
                </a:lnTo>
                <a:lnTo>
                  <a:pt x="300932" y="281808"/>
                </a:lnTo>
                <a:lnTo>
                  <a:pt x="305021" y="279754"/>
                </a:lnTo>
                <a:lnTo>
                  <a:pt x="305839" y="281310"/>
                </a:lnTo>
                <a:lnTo>
                  <a:pt x="309928" y="284039"/>
                </a:lnTo>
                <a:lnTo>
                  <a:pt x="310745" y="284414"/>
                </a:lnTo>
                <a:lnTo>
                  <a:pt x="314016" y="280789"/>
                </a:lnTo>
                <a:lnTo>
                  <a:pt x="317287" y="284762"/>
                </a:lnTo>
                <a:lnTo>
                  <a:pt x="322194" y="277784"/>
                </a:lnTo>
                <a:lnTo>
                  <a:pt x="324647" y="284177"/>
                </a:lnTo>
                <a:lnTo>
                  <a:pt x="326283" y="282903"/>
                </a:lnTo>
                <a:lnTo>
                  <a:pt x="327918" y="279720"/>
                </a:lnTo>
                <a:lnTo>
                  <a:pt x="329554" y="280535"/>
                </a:lnTo>
                <a:lnTo>
                  <a:pt x="331189" y="280454"/>
                </a:lnTo>
                <a:lnTo>
                  <a:pt x="332007" y="281984"/>
                </a:lnTo>
                <a:lnTo>
                  <a:pt x="332825" y="283243"/>
                </a:lnTo>
                <a:lnTo>
                  <a:pt x="334460" y="281216"/>
                </a:lnTo>
                <a:lnTo>
                  <a:pt x="335278" y="279327"/>
                </a:lnTo>
                <a:lnTo>
                  <a:pt x="336096" y="281253"/>
                </a:lnTo>
                <a:lnTo>
                  <a:pt x="337731" y="283230"/>
                </a:lnTo>
                <a:lnTo>
                  <a:pt x="339367" y="282178"/>
                </a:lnTo>
                <a:lnTo>
                  <a:pt x="348362" y="282723"/>
                </a:lnTo>
                <a:lnTo>
                  <a:pt x="358993" y="285009"/>
                </a:lnTo>
                <a:lnTo>
                  <a:pt x="360628" y="288975"/>
                </a:lnTo>
                <a:lnTo>
                  <a:pt x="361446" y="287687"/>
                </a:lnTo>
                <a:lnTo>
                  <a:pt x="362264" y="282057"/>
                </a:lnTo>
                <a:lnTo>
                  <a:pt x="364717" y="283280"/>
                </a:lnTo>
                <a:lnTo>
                  <a:pt x="365535" y="282236"/>
                </a:lnTo>
                <a:lnTo>
                  <a:pt x="367988" y="292497"/>
                </a:lnTo>
                <a:lnTo>
                  <a:pt x="368806" y="285701"/>
                </a:lnTo>
                <a:lnTo>
                  <a:pt x="371259" y="286908"/>
                </a:lnTo>
                <a:lnTo>
                  <a:pt x="372077" y="285053"/>
                </a:lnTo>
                <a:lnTo>
                  <a:pt x="373712" y="281270"/>
                </a:lnTo>
                <a:lnTo>
                  <a:pt x="374530" y="283876"/>
                </a:lnTo>
                <a:lnTo>
                  <a:pt x="375348" y="286868"/>
                </a:lnTo>
                <a:lnTo>
                  <a:pt x="377801" y="285341"/>
                </a:lnTo>
                <a:lnTo>
                  <a:pt x="378619" y="285026"/>
                </a:lnTo>
                <a:lnTo>
                  <a:pt x="379436" y="287448"/>
                </a:lnTo>
                <a:lnTo>
                  <a:pt x="380254" y="288563"/>
                </a:lnTo>
                <a:lnTo>
                  <a:pt x="381072" y="286940"/>
                </a:lnTo>
                <a:lnTo>
                  <a:pt x="383525" y="285135"/>
                </a:lnTo>
                <a:lnTo>
                  <a:pt x="384343" y="285973"/>
                </a:lnTo>
                <a:lnTo>
                  <a:pt x="391703" y="284047"/>
                </a:lnTo>
                <a:lnTo>
                  <a:pt x="393338" y="287355"/>
                </a:lnTo>
                <a:lnTo>
                  <a:pt x="394974" y="284751"/>
                </a:lnTo>
                <a:lnTo>
                  <a:pt x="396609" y="283697"/>
                </a:lnTo>
                <a:lnTo>
                  <a:pt x="397427" y="286107"/>
                </a:lnTo>
                <a:lnTo>
                  <a:pt x="401516" y="285030"/>
                </a:lnTo>
                <a:lnTo>
                  <a:pt x="402333" y="282863"/>
                </a:lnTo>
                <a:lnTo>
                  <a:pt x="403151" y="285373"/>
                </a:lnTo>
                <a:lnTo>
                  <a:pt x="404787" y="287598"/>
                </a:lnTo>
                <a:lnTo>
                  <a:pt x="405604" y="281412"/>
                </a:lnTo>
                <a:lnTo>
                  <a:pt x="407240" y="285952"/>
                </a:lnTo>
                <a:lnTo>
                  <a:pt x="409693" y="287264"/>
                </a:lnTo>
                <a:lnTo>
                  <a:pt x="411329" y="283956"/>
                </a:lnTo>
                <a:lnTo>
                  <a:pt x="412964" y="286803"/>
                </a:lnTo>
                <a:lnTo>
                  <a:pt x="432590" y="287272"/>
                </a:lnTo>
                <a:lnTo>
                  <a:pt x="433408" y="288291"/>
                </a:lnTo>
                <a:lnTo>
                  <a:pt x="434226" y="285618"/>
                </a:lnTo>
                <a:lnTo>
                  <a:pt x="435043" y="283992"/>
                </a:lnTo>
                <a:lnTo>
                  <a:pt x="435861" y="286501"/>
                </a:lnTo>
                <a:lnTo>
                  <a:pt x="437497" y="285443"/>
                </a:lnTo>
                <a:lnTo>
                  <a:pt x="438314" y="287673"/>
                </a:lnTo>
                <a:lnTo>
                  <a:pt x="439132" y="284465"/>
                </a:lnTo>
                <a:lnTo>
                  <a:pt x="440768" y="286218"/>
                </a:lnTo>
                <a:lnTo>
                  <a:pt x="454669" y="281783"/>
                </a:lnTo>
                <a:lnTo>
                  <a:pt x="455487" y="279033"/>
                </a:lnTo>
                <a:lnTo>
                  <a:pt x="456305" y="282298"/>
                </a:lnTo>
                <a:lnTo>
                  <a:pt x="457123" y="285563"/>
                </a:lnTo>
                <a:lnTo>
                  <a:pt x="458758" y="279520"/>
                </a:lnTo>
                <a:lnTo>
                  <a:pt x="463665" y="282940"/>
                </a:lnTo>
                <a:lnTo>
                  <a:pt x="466936" y="279762"/>
                </a:lnTo>
                <a:lnTo>
                  <a:pt x="471842" y="280950"/>
                </a:lnTo>
                <a:lnTo>
                  <a:pt x="474295" y="276906"/>
                </a:lnTo>
                <a:lnTo>
                  <a:pt x="475113" y="279807"/>
                </a:lnTo>
                <a:lnTo>
                  <a:pt x="495557" y="279049"/>
                </a:lnTo>
                <a:lnTo>
                  <a:pt x="497192" y="281033"/>
                </a:lnTo>
                <a:lnTo>
                  <a:pt x="499646" y="277717"/>
                </a:lnTo>
                <a:lnTo>
                  <a:pt x="502099" y="277529"/>
                </a:lnTo>
                <a:lnTo>
                  <a:pt x="504552" y="280462"/>
                </a:lnTo>
                <a:lnTo>
                  <a:pt x="506188" y="275324"/>
                </a:lnTo>
                <a:lnTo>
                  <a:pt x="507005" y="278669"/>
                </a:lnTo>
                <a:lnTo>
                  <a:pt x="507823" y="279802"/>
                </a:lnTo>
                <a:lnTo>
                  <a:pt x="508641" y="277495"/>
                </a:lnTo>
                <a:lnTo>
                  <a:pt x="509459" y="273695"/>
                </a:lnTo>
                <a:lnTo>
                  <a:pt x="511094" y="276383"/>
                </a:lnTo>
                <a:lnTo>
                  <a:pt x="515183" y="277598"/>
                </a:lnTo>
                <a:lnTo>
                  <a:pt x="516818" y="278841"/>
                </a:lnTo>
                <a:lnTo>
                  <a:pt x="517636" y="277404"/>
                </a:lnTo>
                <a:lnTo>
                  <a:pt x="519272" y="272366"/>
                </a:lnTo>
                <a:lnTo>
                  <a:pt x="520907" y="273081"/>
                </a:lnTo>
                <a:lnTo>
                  <a:pt x="524996" y="273121"/>
                </a:lnTo>
                <a:lnTo>
                  <a:pt x="529902" y="272041"/>
                </a:lnTo>
                <a:lnTo>
                  <a:pt x="530720" y="272931"/>
                </a:lnTo>
                <a:lnTo>
                  <a:pt x="531538" y="269422"/>
                </a:lnTo>
                <a:lnTo>
                  <a:pt x="540533" y="269992"/>
                </a:lnTo>
                <a:lnTo>
                  <a:pt x="543804" y="268910"/>
                </a:lnTo>
                <a:lnTo>
                  <a:pt x="547893" y="269360"/>
                </a:lnTo>
                <a:lnTo>
                  <a:pt x="550346" y="266644"/>
                </a:lnTo>
                <a:lnTo>
                  <a:pt x="551164" y="269964"/>
                </a:lnTo>
                <a:lnTo>
                  <a:pt x="553617" y="268990"/>
                </a:lnTo>
                <a:lnTo>
                  <a:pt x="555253" y="266383"/>
                </a:lnTo>
                <a:lnTo>
                  <a:pt x="556888" y="267879"/>
                </a:lnTo>
                <a:lnTo>
                  <a:pt x="557706" y="267844"/>
                </a:lnTo>
                <a:lnTo>
                  <a:pt x="560159" y="260789"/>
                </a:lnTo>
                <a:lnTo>
                  <a:pt x="560977" y="261733"/>
                </a:lnTo>
                <a:lnTo>
                  <a:pt x="563430" y="265762"/>
                </a:lnTo>
                <a:lnTo>
                  <a:pt x="564248" y="262067"/>
                </a:lnTo>
                <a:lnTo>
                  <a:pt x="569154" y="263623"/>
                </a:lnTo>
                <a:lnTo>
                  <a:pt x="570790" y="259896"/>
                </a:lnTo>
                <a:lnTo>
                  <a:pt x="572425" y="260636"/>
                </a:lnTo>
                <a:lnTo>
                  <a:pt x="575696" y="261033"/>
                </a:lnTo>
                <a:lnTo>
                  <a:pt x="580603" y="265944"/>
                </a:lnTo>
                <a:lnTo>
                  <a:pt x="581421" y="263351"/>
                </a:lnTo>
                <a:lnTo>
                  <a:pt x="583056" y="265767"/>
                </a:lnTo>
                <a:lnTo>
                  <a:pt x="586327" y="266256"/>
                </a:lnTo>
                <a:lnTo>
                  <a:pt x="590416" y="267465"/>
                </a:lnTo>
                <a:lnTo>
                  <a:pt x="592051" y="260721"/>
                </a:lnTo>
                <a:lnTo>
                  <a:pt x="593687" y="265276"/>
                </a:lnTo>
                <a:lnTo>
                  <a:pt x="596958" y="270309"/>
                </a:lnTo>
                <a:lnTo>
                  <a:pt x="597776" y="269047"/>
                </a:lnTo>
                <a:lnTo>
                  <a:pt x="604318" y="273200"/>
                </a:lnTo>
                <a:lnTo>
                  <a:pt x="611677" y="278555"/>
                </a:lnTo>
                <a:lnTo>
                  <a:pt x="616584" y="269690"/>
                </a:lnTo>
                <a:lnTo>
                  <a:pt x="622308" y="281378"/>
                </a:lnTo>
                <a:lnTo>
                  <a:pt x="623944" y="282576"/>
                </a:lnTo>
                <a:lnTo>
                  <a:pt x="627215" y="278086"/>
                </a:lnTo>
                <a:lnTo>
                  <a:pt x="628850" y="283050"/>
                </a:lnTo>
                <a:lnTo>
                  <a:pt x="630486" y="280175"/>
                </a:lnTo>
                <a:lnTo>
                  <a:pt x="640299" y="289743"/>
                </a:lnTo>
                <a:lnTo>
                  <a:pt x="642752" y="283769"/>
                </a:lnTo>
                <a:lnTo>
                  <a:pt x="643570" y="286884"/>
                </a:lnTo>
                <a:lnTo>
                  <a:pt x="647658" y="296381"/>
                </a:lnTo>
                <a:lnTo>
                  <a:pt x="648476" y="293714"/>
                </a:lnTo>
                <a:lnTo>
                  <a:pt x="650112" y="287178"/>
                </a:lnTo>
                <a:lnTo>
                  <a:pt x="653383" y="290932"/>
                </a:lnTo>
                <a:lnTo>
                  <a:pt x="654200" y="290841"/>
                </a:lnTo>
                <a:lnTo>
                  <a:pt x="657471" y="295724"/>
                </a:lnTo>
                <a:lnTo>
                  <a:pt x="658289" y="293261"/>
                </a:lnTo>
                <a:lnTo>
                  <a:pt x="659107" y="296154"/>
                </a:lnTo>
                <a:lnTo>
                  <a:pt x="663196" y="299717"/>
                </a:lnTo>
                <a:lnTo>
                  <a:pt x="666467" y="298759"/>
                </a:lnTo>
                <a:lnTo>
                  <a:pt x="668920" y="294240"/>
                </a:lnTo>
                <a:lnTo>
                  <a:pt x="670555" y="297652"/>
                </a:lnTo>
                <a:lnTo>
                  <a:pt x="675462" y="310825"/>
                </a:lnTo>
                <a:lnTo>
                  <a:pt x="678733" y="308834"/>
                </a:lnTo>
                <a:lnTo>
                  <a:pt x="682822" y="316156"/>
                </a:lnTo>
                <a:lnTo>
                  <a:pt x="683639" y="313044"/>
                </a:lnTo>
                <a:lnTo>
                  <a:pt x="685275" y="317140"/>
                </a:lnTo>
                <a:lnTo>
                  <a:pt x="691817" y="333436"/>
                </a:lnTo>
                <a:lnTo>
                  <a:pt x="705719" y="354708"/>
                </a:lnTo>
                <a:lnTo>
                  <a:pt x="706536" y="349557"/>
                </a:lnTo>
                <a:lnTo>
                  <a:pt x="708172" y="344394"/>
                </a:lnTo>
                <a:lnTo>
                  <a:pt x="709807" y="347007"/>
                </a:lnTo>
                <a:lnTo>
                  <a:pt x="719620" y="361735"/>
                </a:lnTo>
                <a:lnTo>
                  <a:pt x="722891" y="368629"/>
                </a:lnTo>
                <a:lnTo>
                  <a:pt x="723709" y="367439"/>
                </a:lnTo>
                <a:lnTo>
                  <a:pt x="725345" y="365055"/>
                </a:lnTo>
                <a:lnTo>
                  <a:pt x="726162" y="367304"/>
                </a:lnTo>
                <a:lnTo>
                  <a:pt x="731069" y="375779"/>
                </a:lnTo>
                <a:lnTo>
                  <a:pt x="732704" y="374551"/>
                </a:lnTo>
                <a:lnTo>
                  <a:pt x="733522" y="372682"/>
                </a:lnTo>
                <a:lnTo>
                  <a:pt x="735158" y="374493"/>
                </a:lnTo>
                <a:lnTo>
                  <a:pt x="736793" y="378331"/>
                </a:lnTo>
                <a:lnTo>
                  <a:pt x="737611" y="382811"/>
                </a:lnTo>
                <a:lnTo>
                  <a:pt x="738429" y="375354"/>
                </a:lnTo>
                <a:lnTo>
                  <a:pt x="740064" y="379846"/>
                </a:lnTo>
                <a:lnTo>
                  <a:pt x="741700" y="379046"/>
                </a:lnTo>
                <a:lnTo>
                  <a:pt x="742517" y="380815"/>
                </a:lnTo>
                <a:lnTo>
                  <a:pt x="752330" y="389604"/>
                </a:lnTo>
                <a:lnTo>
                  <a:pt x="754784" y="387620"/>
                </a:lnTo>
                <a:lnTo>
                  <a:pt x="760508" y="405876"/>
                </a:lnTo>
                <a:lnTo>
                  <a:pt x="762961" y="407232"/>
                </a:lnTo>
                <a:lnTo>
                  <a:pt x="767868" y="423506"/>
                </a:lnTo>
                <a:lnTo>
                  <a:pt x="777681" y="440329"/>
                </a:lnTo>
                <a:lnTo>
                  <a:pt x="779316" y="436297"/>
                </a:lnTo>
                <a:lnTo>
                  <a:pt x="780952" y="439941"/>
                </a:lnTo>
                <a:lnTo>
                  <a:pt x="789947" y="459354"/>
                </a:lnTo>
                <a:lnTo>
                  <a:pt x="802213" y="497629"/>
                </a:lnTo>
                <a:lnTo>
                  <a:pt x="803031" y="497011"/>
                </a:lnTo>
                <a:lnTo>
                  <a:pt x="803849" y="499988"/>
                </a:lnTo>
                <a:lnTo>
                  <a:pt x="808755" y="503145"/>
                </a:lnTo>
                <a:lnTo>
                  <a:pt x="809573" y="501442"/>
                </a:lnTo>
                <a:lnTo>
                  <a:pt x="819386" y="441791"/>
                </a:lnTo>
                <a:lnTo>
                  <a:pt x="831652" y="340798"/>
                </a:lnTo>
                <a:lnTo>
                  <a:pt x="851278" y="269715"/>
                </a:lnTo>
                <a:lnTo>
                  <a:pt x="854549" y="276442"/>
                </a:lnTo>
                <a:lnTo>
                  <a:pt x="857820" y="268917"/>
                </a:lnTo>
                <a:lnTo>
                  <a:pt x="858638" y="269661"/>
                </a:lnTo>
                <a:lnTo>
                  <a:pt x="861091" y="266809"/>
                </a:lnTo>
                <a:lnTo>
                  <a:pt x="861909" y="267916"/>
                </a:lnTo>
                <a:lnTo>
                  <a:pt x="863545" y="271927"/>
                </a:lnTo>
                <a:lnTo>
                  <a:pt x="864362" y="261633"/>
                </a:lnTo>
                <a:lnTo>
                  <a:pt x="865998" y="274811"/>
                </a:lnTo>
                <a:lnTo>
                  <a:pt x="868451" y="268095"/>
                </a:lnTo>
                <a:lnTo>
                  <a:pt x="869269" y="270819"/>
                </a:lnTo>
                <a:lnTo>
                  <a:pt x="870904" y="268141"/>
                </a:lnTo>
                <a:lnTo>
                  <a:pt x="871722" y="273203"/>
                </a:lnTo>
                <a:lnTo>
                  <a:pt x="874175" y="275583"/>
                </a:lnTo>
                <a:lnTo>
                  <a:pt x="874993" y="268881"/>
                </a:lnTo>
                <a:lnTo>
                  <a:pt x="878264" y="277551"/>
                </a:lnTo>
                <a:lnTo>
                  <a:pt x="879082" y="276315"/>
                </a:lnTo>
                <a:lnTo>
                  <a:pt x="879899" y="271324"/>
                </a:lnTo>
                <a:lnTo>
                  <a:pt x="880717" y="280337"/>
                </a:lnTo>
                <a:lnTo>
                  <a:pt x="881535" y="279947"/>
                </a:lnTo>
                <a:lnTo>
                  <a:pt x="884806" y="276551"/>
                </a:lnTo>
                <a:lnTo>
                  <a:pt x="885624" y="276107"/>
                </a:lnTo>
                <a:lnTo>
                  <a:pt x="889712" y="281281"/>
                </a:lnTo>
                <a:lnTo>
                  <a:pt x="892983" y="282538"/>
                </a:lnTo>
                <a:lnTo>
                  <a:pt x="893801" y="284240"/>
                </a:lnTo>
                <a:lnTo>
                  <a:pt x="895437" y="281277"/>
                </a:lnTo>
                <a:lnTo>
                  <a:pt x="897890" y="274305"/>
                </a:lnTo>
                <a:lnTo>
                  <a:pt x="899525" y="284370"/>
                </a:lnTo>
                <a:lnTo>
                  <a:pt x="901161" y="277273"/>
                </a:lnTo>
                <a:lnTo>
                  <a:pt x="903614" y="278664"/>
                </a:lnTo>
                <a:lnTo>
                  <a:pt x="906885" y="268031"/>
                </a:lnTo>
                <a:lnTo>
                  <a:pt x="909338" y="273456"/>
                </a:lnTo>
                <a:lnTo>
                  <a:pt x="910156" y="269444"/>
                </a:lnTo>
                <a:lnTo>
                  <a:pt x="911792" y="263028"/>
                </a:lnTo>
                <a:lnTo>
                  <a:pt x="913427" y="267456"/>
                </a:lnTo>
                <a:lnTo>
                  <a:pt x="916698" y="276255"/>
                </a:lnTo>
                <a:lnTo>
                  <a:pt x="919151" y="263393"/>
                </a:lnTo>
                <a:lnTo>
                  <a:pt x="920787" y="264806"/>
                </a:lnTo>
                <a:lnTo>
                  <a:pt x="924876" y="268427"/>
                </a:lnTo>
                <a:lnTo>
                  <a:pt x="925693" y="259661"/>
                </a:lnTo>
                <a:lnTo>
                  <a:pt x="926511" y="265939"/>
                </a:lnTo>
                <a:lnTo>
                  <a:pt x="929782" y="279347"/>
                </a:lnTo>
                <a:lnTo>
                  <a:pt x="930600" y="279229"/>
                </a:lnTo>
                <a:lnTo>
                  <a:pt x="931418" y="282241"/>
                </a:lnTo>
                <a:lnTo>
                  <a:pt x="932235" y="277405"/>
                </a:lnTo>
                <a:lnTo>
                  <a:pt x="934689" y="271261"/>
                </a:lnTo>
                <a:lnTo>
                  <a:pt x="933871" y="279829"/>
                </a:lnTo>
                <a:lnTo>
                  <a:pt x="935507" y="272561"/>
                </a:lnTo>
                <a:lnTo>
                  <a:pt x="937960" y="282206"/>
                </a:lnTo>
                <a:lnTo>
                  <a:pt x="940413" y="279648"/>
                </a:lnTo>
                <a:lnTo>
                  <a:pt x="941231" y="278279"/>
                </a:lnTo>
                <a:lnTo>
                  <a:pt x="942049" y="281607"/>
                </a:lnTo>
                <a:lnTo>
                  <a:pt x="950226" y="297231"/>
                </a:lnTo>
                <a:lnTo>
                  <a:pt x="952679" y="299430"/>
                </a:lnTo>
                <a:lnTo>
                  <a:pt x="956768" y="309754"/>
                </a:lnTo>
                <a:lnTo>
                  <a:pt x="957586" y="308709"/>
                </a:lnTo>
                <a:lnTo>
                  <a:pt x="966581" y="310775"/>
                </a:lnTo>
                <a:lnTo>
                  <a:pt x="967399" y="306693"/>
                </a:lnTo>
                <a:lnTo>
                  <a:pt x="969852" y="309930"/>
                </a:lnTo>
                <a:lnTo>
                  <a:pt x="972305" y="312198"/>
                </a:lnTo>
                <a:lnTo>
                  <a:pt x="981300" y="330620"/>
                </a:lnTo>
                <a:lnTo>
                  <a:pt x="982118" y="331020"/>
                </a:lnTo>
                <a:lnTo>
                  <a:pt x="986207" y="340548"/>
                </a:lnTo>
                <a:lnTo>
                  <a:pt x="987025" y="339621"/>
                </a:lnTo>
                <a:lnTo>
                  <a:pt x="987842" y="342795"/>
                </a:lnTo>
                <a:lnTo>
                  <a:pt x="996838" y="356814"/>
                </a:lnTo>
                <a:lnTo>
                  <a:pt x="999291" y="364900"/>
                </a:lnTo>
                <a:lnTo>
                  <a:pt x="1000109" y="363156"/>
                </a:lnTo>
                <a:lnTo>
                  <a:pt x="1000926" y="360974"/>
                </a:lnTo>
                <a:lnTo>
                  <a:pt x="1001744" y="367671"/>
                </a:lnTo>
                <a:lnTo>
                  <a:pt x="1003380" y="358056"/>
                </a:lnTo>
                <a:lnTo>
                  <a:pt x="1004197" y="366033"/>
                </a:lnTo>
                <a:lnTo>
                  <a:pt x="1005833" y="358433"/>
                </a:lnTo>
                <a:lnTo>
                  <a:pt x="1007468" y="362523"/>
                </a:lnTo>
                <a:lnTo>
                  <a:pt x="1017282" y="373408"/>
                </a:lnTo>
                <a:lnTo>
                  <a:pt x="1024641" y="377911"/>
                </a:lnTo>
                <a:lnTo>
                  <a:pt x="1025459" y="375966"/>
                </a:lnTo>
                <a:lnTo>
                  <a:pt x="1027912" y="377869"/>
                </a:lnTo>
                <a:lnTo>
                  <a:pt x="1037725" y="370085"/>
                </a:lnTo>
                <a:lnTo>
                  <a:pt x="1045903" y="394880"/>
                </a:lnTo>
                <a:lnTo>
                  <a:pt x="1046720" y="391833"/>
                </a:lnTo>
                <a:lnTo>
                  <a:pt x="1048356" y="395004"/>
                </a:lnTo>
                <a:lnTo>
                  <a:pt x="1049991" y="397653"/>
                </a:lnTo>
                <a:lnTo>
                  <a:pt x="1055716" y="406716"/>
                </a:lnTo>
                <a:lnTo>
                  <a:pt x="1058987" y="414939"/>
                </a:lnTo>
                <a:lnTo>
                  <a:pt x="1098239" y="523454"/>
                </a:lnTo>
                <a:lnTo>
                  <a:pt x="1106416" y="526441"/>
                </a:lnTo>
                <a:lnTo>
                  <a:pt x="1108052" y="529548"/>
                </a:lnTo>
                <a:lnTo>
                  <a:pt x="1108870" y="526190"/>
                </a:lnTo>
                <a:lnTo>
                  <a:pt x="1111323" y="524452"/>
                </a:lnTo>
                <a:lnTo>
                  <a:pt x="1118683" y="520858"/>
                </a:lnTo>
                <a:lnTo>
                  <a:pt x="1123589" y="527262"/>
                </a:lnTo>
                <a:lnTo>
                  <a:pt x="1139944" y="569590"/>
                </a:lnTo>
                <a:lnTo>
                  <a:pt x="1140762" y="567290"/>
                </a:lnTo>
                <a:lnTo>
                  <a:pt x="1141579" y="562344"/>
                </a:lnTo>
                <a:lnTo>
                  <a:pt x="1143215" y="569659"/>
                </a:lnTo>
                <a:lnTo>
                  <a:pt x="1150575" y="579921"/>
                </a:lnTo>
                <a:lnTo>
                  <a:pt x="1151392" y="583395"/>
                </a:lnTo>
                <a:lnTo>
                  <a:pt x="1153028" y="579150"/>
                </a:lnTo>
                <a:lnTo>
                  <a:pt x="1154663" y="582694"/>
                </a:lnTo>
                <a:lnTo>
                  <a:pt x="1156299" y="579987"/>
                </a:lnTo>
                <a:lnTo>
                  <a:pt x="1157934" y="588114"/>
                </a:lnTo>
                <a:lnTo>
                  <a:pt x="1159570" y="584825"/>
                </a:lnTo>
                <a:lnTo>
                  <a:pt x="1168565" y="586145"/>
                </a:lnTo>
                <a:lnTo>
                  <a:pt x="1171836" y="584018"/>
                </a:lnTo>
                <a:lnTo>
                  <a:pt x="1173472" y="589310"/>
                </a:lnTo>
                <a:lnTo>
                  <a:pt x="1175107" y="583867"/>
                </a:lnTo>
                <a:lnTo>
                  <a:pt x="1180014" y="576435"/>
                </a:lnTo>
                <a:lnTo>
                  <a:pt x="1180832" y="578949"/>
                </a:lnTo>
                <a:lnTo>
                  <a:pt x="1182467" y="568405"/>
                </a:lnTo>
                <a:lnTo>
                  <a:pt x="1184103" y="573852"/>
                </a:lnTo>
                <a:lnTo>
                  <a:pt x="1196369" y="536204"/>
                </a:lnTo>
                <a:lnTo>
                  <a:pt x="1197187" y="539249"/>
                </a:lnTo>
                <a:lnTo>
                  <a:pt x="1198822" y="545806"/>
                </a:lnTo>
                <a:lnTo>
                  <a:pt x="1201275" y="517949"/>
                </a:lnTo>
                <a:lnTo>
                  <a:pt x="1202911" y="519296"/>
                </a:lnTo>
                <a:lnTo>
                  <a:pt x="1204546" y="512909"/>
                </a:lnTo>
                <a:lnTo>
                  <a:pt x="1209453" y="484213"/>
                </a:lnTo>
                <a:lnTo>
                  <a:pt x="1233167" y="371442"/>
                </a:lnTo>
                <a:lnTo>
                  <a:pt x="1233985" y="370224"/>
                </a:lnTo>
                <a:lnTo>
                  <a:pt x="1234803" y="374743"/>
                </a:lnTo>
                <a:lnTo>
                  <a:pt x="1235621" y="368568"/>
                </a:lnTo>
                <a:lnTo>
                  <a:pt x="1239709" y="337716"/>
                </a:lnTo>
                <a:lnTo>
                  <a:pt x="1241345" y="343184"/>
                </a:lnTo>
                <a:lnTo>
                  <a:pt x="1242980" y="322534"/>
                </a:lnTo>
                <a:lnTo>
                  <a:pt x="1244616" y="331053"/>
                </a:lnTo>
                <a:lnTo>
                  <a:pt x="1246251" y="340192"/>
                </a:lnTo>
                <a:lnTo>
                  <a:pt x="1247069" y="338584"/>
                </a:lnTo>
                <a:lnTo>
                  <a:pt x="1251976" y="312641"/>
                </a:lnTo>
                <a:lnTo>
                  <a:pt x="1254429" y="320221"/>
                </a:lnTo>
                <a:lnTo>
                  <a:pt x="1255247" y="316010"/>
                </a:lnTo>
                <a:lnTo>
                  <a:pt x="1256882" y="305028"/>
                </a:lnTo>
                <a:lnTo>
                  <a:pt x="1258518" y="307451"/>
                </a:lnTo>
                <a:lnTo>
                  <a:pt x="1259335" y="314206"/>
                </a:lnTo>
                <a:lnTo>
                  <a:pt x="1260971" y="302628"/>
                </a:lnTo>
                <a:lnTo>
                  <a:pt x="1262606" y="293216"/>
                </a:lnTo>
                <a:lnTo>
                  <a:pt x="1264242" y="299668"/>
                </a:lnTo>
                <a:lnTo>
                  <a:pt x="1266695" y="319805"/>
                </a:lnTo>
                <a:lnTo>
                  <a:pt x="1267513" y="315734"/>
                </a:lnTo>
                <a:lnTo>
                  <a:pt x="1270784" y="290980"/>
                </a:lnTo>
                <a:lnTo>
                  <a:pt x="1273237" y="310779"/>
                </a:lnTo>
                <a:lnTo>
                  <a:pt x="1274055" y="304248"/>
                </a:lnTo>
                <a:lnTo>
                  <a:pt x="1278144" y="284633"/>
                </a:lnTo>
                <a:lnTo>
                  <a:pt x="1281415" y="327075"/>
                </a:lnTo>
                <a:lnTo>
                  <a:pt x="1283050" y="308175"/>
                </a:lnTo>
                <a:lnTo>
                  <a:pt x="1283868" y="295314"/>
                </a:lnTo>
                <a:lnTo>
                  <a:pt x="1286321" y="299712"/>
                </a:lnTo>
                <a:lnTo>
                  <a:pt x="1288775" y="293454"/>
                </a:lnTo>
                <a:lnTo>
                  <a:pt x="1289592" y="298587"/>
                </a:lnTo>
                <a:lnTo>
                  <a:pt x="1292045" y="310537"/>
                </a:lnTo>
                <a:lnTo>
                  <a:pt x="1292863" y="301120"/>
                </a:lnTo>
                <a:lnTo>
                  <a:pt x="1295316" y="293358"/>
                </a:lnTo>
                <a:lnTo>
                  <a:pt x="1298587" y="304652"/>
                </a:lnTo>
                <a:lnTo>
                  <a:pt x="1300223" y="298689"/>
                </a:lnTo>
                <a:lnTo>
                  <a:pt x="1301858" y="299836"/>
                </a:lnTo>
                <a:lnTo>
                  <a:pt x="1304312" y="321735"/>
                </a:lnTo>
                <a:lnTo>
                  <a:pt x="1305947" y="307727"/>
                </a:lnTo>
                <a:lnTo>
                  <a:pt x="1307583" y="307185"/>
                </a:lnTo>
                <a:lnTo>
                  <a:pt x="1308400" y="299702"/>
                </a:lnTo>
                <a:lnTo>
                  <a:pt x="1309218" y="303547"/>
                </a:lnTo>
                <a:lnTo>
                  <a:pt x="1311671" y="336853"/>
                </a:lnTo>
                <a:lnTo>
                  <a:pt x="1313307" y="318700"/>
                </a:lnTo>
                <a:lnTo>
                  <a:pt x="1316578" y="308828"/>
                </a:lnTo>
                <a:lnTo>
                  <a:pt x="1319031" y="331643"/>
                </a:lnTo>
                <a:lnTo>
                  <a:pt x="1320667" y="325316"/>
                </a:lnTo>
                <a:lnTo>
                  <a:pt x="1323938" y="315770"/>
                </a:lnTo>
                <a:lnTo>
                  <a:pt x="1327209" y="345817"/>
                </a:lnTo>
                <a:lnTo>
                  <a:pt x="1328844" y="334480"/>
                </a:lnTo>
                <a:lnTo>
                  <a:pt x="1332115" y="315933"/>
                </a:lnTo>
                <a:lnTo>
                  <a:pt x="1335386" y="343678"/>
                </a:lnTo>
                <a:lnTo>
                  <a:pt x="1337022" y="331869"/>
                </a:lnTo>
                <a:lnTo>
                  <a:pt x="1337839" y="325801"/>
                </a:lnTo>
                <a:lnTo>
                  <a:pt x="1338657" y="328418"/>
                </a:lnTo>
                <a:lnTo>
                  <a:pt x="1341928" y="344255"/>
                </a:lnTo>
                <a:lnTo>
                  <a:pt x="1342746" y="340117"/>
                </a:lnTo>
                <a:lnTo>
                  <a:pt x="1346017" y="331132"/>
                </a:lnTo>
                <a:lnTo>
                  <a:pt x="1348470" y="331456"/>
                </a:lnTo>
                <a:lnTo>
                  <a:pt x="1350106" y="345654"/>
                </a:lnTo>
                <a:lnTo>
                  <a:pt x="1351741" y="340518"/>
                </a:lnTo>
                <a:lnTo>
                  <a:pt x="1355830" y="331548"/>
                </a:lnTo>
                <a:lnTo>
                  <a:pt x="1357466" y="332050"/>
                </a:lnTo>
                <a:lnTo>
                  <a:pt x="1360737" y="338677"/>
                </a:lnTo>
                <a:lnTo>
                  <a:pt x="1363190" y="327225"/>
                </a:lnTo>
                <a:lnTo>
                  <a:pt x="1364008" y="333131"/>
                </a:lnTo>
                <a:lnTo>
                  <a:pt x="1364825" y="332908"/>
                </a:lnTo>
                <a:lnTo>
                  <a:pt x="1365643" y="335874"/>
                </a:lnTo>
                <a:lnTo>
                  <a:pt x="1366461" y="328106"/>
                </a:lnTo>
                <a:lnTo>
                  <a:pt x="1367279" y="325300"/>
                </a:lnTo>
                <a:lnTo>
                  <a:pt x="1368096" y="335037"/>
                </a:lnTo>
                <a:lnTo>
                  <a:pt x="1369732" y="320013"/>
                </a:lnTo>
                <a:lnTo>
                  <a:pt x="1370550" y="317357"/>
                </a:lnTo>
                <a:lnTo>
                  <a:pt x="1372185" y="320468"/>
                </a:lnTo>
                <a:lnTo>
                  <a:pt x="1373821" y="328660"/>
                </a:lnTo>
                <a:lnTo>
                  <a:pt x="1374638" y="328007"/>
                </a:lnTo>
                <a:lnTo>
                  <a:pt x="1376274" y="306600"/>
                </a:lnTo>
                <a:lnTo>
                  <a:pt x="1377909" y="307871"/>
                </a:lnTo>
                <a:lnTo>
                  <a:pt x="1380362" y="313100"/>
                </a:lnTo>
                <a:lnTo>
                  <a:pt x="1381998" y="309936"/>
                </a:lnTo>
                <a:lnTo>
                  <a:pt x="1390993" y="279115"/>
                </a:lnTo>
                <a:lnTo>
                  <a:pt x="1391811" y="286787"/>
                </a:lnTo>
                <a:lnTo>
                  <a:pt x="1392629" y="288267"/>
                </a:lnTo>
                <a:lnTo>
                  <a:pt x="1393446" y="283977"/>
                </a:lnTo>
                <a:lnTo>
                  <a:pt x="1397535" y="276242"/>
                </a:lnTo>
                <a:lnTo>
                  <a:pt x="1399988" y="280426"/>
                </a:lnTo>
                <a:lnTo>
                  <a:pt x="1400806" y="278022"/>
                </a:lnTo>
                <a:lnTo>
                  <a:pt x="1406530" y="269757"/>
                </a:lnTo>
                <a:lnTo>
                  <a:pt x="1409801" y="271465"/>
                </a:lnTo>
                <a:lnTo>
                  <a:pt x="1412255" y="268667"/>
                </a:lnTo>
                <a:lnTo>
                  <a:pt x="1413072" y="268995"/>
                </a:lnTo>
                <a:lnTo>
                  <a:pt x="1417161" y="265946"/>
                </a:lnTo>
                <a:lnTo>
                  <a:pt x="1420432" y="259349"/>
                </a:lnTo>
                <a:lnTo>
                  <a:pt x="1421250" y="260458"/>
                </a:lnTo>
                <a:lnTo>
                  <a:pt x="1422885" y="263640"/>
                </a:lnTo>
                <a:lnTo>
                  <a:pt x="1423703" y="261313"/>
                </a:lnTo>
                <a:lnTo>
                  <a:pt x="1425339" y="249754"/>
                </a:lnTo>
                <a:lnTo>
                  <a:pt x="1427792" y="251226"/>
                </a:lnTo>
                <a:lnTo>
                  <a:pt x="1430245" y="261667"/>
                </a:lnTo>
                <a:lnTo>
                  <a:pt x="1431063" y="259440"/>
                </a:lnTo>
                <a:lnTo>
                  <a:pt x="1432699" y="248564"/>
                </a:lnTo>
                <a:lnTo>
                  <a:pt x="1434334" y="250808"/>
                </a:lnTo>
                <a:lnTo>
                  <a:pt x="1435970" y="253142"/>
                </a:lnTo>
                <a:lnTo>
                  <a:pt x="1437605" y="250387"/>
                </a:lnTo>
                <a:lnTo>
                  <a:pt x="1438423" y="246533"/>
                </a:lnTo>
                <a:lnTo>
                  <a:pt x="1440058" y="249699"/>
                </a:lnTo>
                <a:lnTo>
                  <a:pt x="1442512" y="257214"/>
                </a:lnTo>
                <a:lnTo>
                  <a:pt x="1443329" y="250605"/>
                </a:lnTo>
                <a:lnTo>
                  <a:pt x="1446600" y="243306"/>
                </a:lnTo>
                <a:lnTo>
                  <a:pt x="1449054" y="250016"/>
                </a:lnTo>
                <a:lnTo>
                  <a:pt x="1449871" y="243514"/>
                </a:lnTo>
                <a:lnTo>
                  <a:pt x="1452325" y="234160"/>
                </a:lnTo>
                <a:lnTo>
                  <a:pt x="1453142" y="236534"/>
                </a:lnTo>
                <a:lnTo>
                  <a:pt x="1456413" y="246671"/>
                </a:lnTo>
                <a:lnTo>
                  <a:pt x="1458049" y="235686"/>
                </a:lnTo>
                <a:lnTo>
                  <a:pt x="1459684" y="237895"/>
                </a:lnTo>
                <a:lnTo>
                  <a:pt x="1462955" y="253127"/>
                </a:lnTo>
                <a:lnTo>
                  <a:pt x="1463773" y="259865"/>
                </a:lnTo>
                <a:lnTo>
                  <a:pt x="1465408" y="253615"/>
                </a:lnTo>
                <a:lnTo>
                  <a:pt x="1467044" y="236978"/>
                </a:lnTo>
                <a:lnTo>
                  <a:pt x="1468679" y="242223"/>
                </a:lnTo>
                <a:lnTo>
                  <a:pt x="1469497" y="245866"/>
                </a:lnTo>
                <a:lnTo>
                  <a:pt x="1471133" y="239180"/>
                </a:lnTo>
                <a:lnTo>
                  <a:pt x="1473586" y="230566"/>
                </a:lnTo>
                <a:lnTo>
                  <a:pt x="1475221" y="233622"/>
                </a:lnTo>
                <a:lnTo>
                  <a:pt x="1477675" y="258500"/>
                </a:lnTo>
                <a:lnTo>
                  <a:pt x="1478492" y="250540"/>
                </a:lnTo>
                <a:lnTo>
                  <a:pt x="1481763" y="234147"/>
                </a:lnTo>
                <a:lnTo>
                  <a:pt x="1482581" y="235158"/>
                </a:lnTo>
                <a:lnTo>
                  <a:pt x="1483399" y="235096"/>
                </a:lnTo>
                <a:lnTo>
                  <a:pt x="1485034" y="241340"/>
                </a:lnTo>
                <a:lnTo>
                  <a:pt x="1485852" y="234308"/>
                </a:lnTo>
                <a:lnTo>
                  <a:pt x="1488305" y="231514"/>
                </a:lnTo>
                <a:lnTo>
                  <a:pt x="1489123" y="233393"/>
                </a:lnTo>
                <a:lnTo>
                  <a:pt x="1489941" y="237609"/>
                </a:lnTo>
                <a:lnTo>
                  <a:pt x="1491576" y="231653"/>
                </a:lnTo>
                <a:lnTo>
                  <a:pt x="1493212" y="230667"/>
                </a:lnTo>
                <a:lnTo>
                  <a:pt x="1495665" y="239915"/>
                </a:lnTo>
                <a:lnTo>
                  <a:pt x="1496483" y="238570"/>
                </a:lnTo>
                <a:lnTo>
                  <a:pt x="1497301" y="231300"/>
                </a:lnTo>
                <a:lnTo>
                  <a:pt x="1499754" y="232464"/>
                </a:lnTo>
                <a:lnTo>
                  <a:pt x="1503843" y="247245"/>
                </a:lnTo>
                <a:lnTo>
                  <a:pt x="1506296" y="240732"/>
                </a:lnTo>
                <a:lnTo>
                  <a:pt x="1507114" y="241133"/>
                </a:lnTo>
                <a:lnTo>
                  <a:pt x="1510385" y="236371"/>
                </a:lnTo>
                <a:lnTo>
                  <a:pt x="1515291" y="246004"/>
                </a:lnTo>
                <a:lnTo>
                  <a:pt x="1522651" y="225267"/>
                </a:lnTo>
                <a:lnTo>
                  <a:pt x="1525922" y="247063"/>
                </a:lnTo>
                <a:lnTo>
                  <a:pt x="1526740" y="241573"/>
                </a:lnTo>
                <a:lnTo>
                  <a:pt x="1530011" y="225628"/>
                </a:lnTo>
                <a:lnTo>
                  <a:pt x="1532464" y="237845"/>
                </a:lnTo>
                <a:lnTo>
                  <a:pt x="1533282" y="233534"/>
                </a:lnTo>
                <a:lnTo>
                  <a:pt x="1534917" y="224758"/>
                </a:lnTo>
                <a:lnTo>
                  <a:pt x="1536553" y="228555"/>
                </a:lnTo>
                <a:lnTo>
                  <a:pt x="1540642" y="232255"/>
                </a:lnTo>
                <a:lnTo>
                  <a:pt x="1541459" y="222848"/>
                </a:lnTo>
                <a:lnTo>
                  <a:pt x="1543913" y="225893"/>
                </a:lnTo>
                <a:lnTo>
                  <a:pt x="1544730" y="224765"/>
                </a:lnTo>
                <a:lnTo>
                  <a:pt x="1545548" y="225902"/>
                </a:lnTo>
                <a:lnTo>
                  <a:pt x="1546366" y="229299"/>
                </a:lnTo>
                <a:lnTo>
                  <a:pt x="1548819" y="215176"/>
                </a:lnTo>
                <a:lnTo>
                  <a:pt x="1549637" y="220202"/>
                </a:lnTo>
                <a:lnTo>
                  <a:pt x="1551272" y="221761"/>
                </a:lnTo>
                <a:lnTo>
                  <a:pt x="1552090" y="226977"/>
                </a:lnTo>
                <a:lnTo>
                  <a:pt x="1552908" y="220822"/>
                </a:lnTo>
                <a:lnTo>
                  <a:pt x="1554543" y="210900"/>
                </a:lnTo>
                <a:lnTo>
                  <a:pt x="1555361" y="214481"/>
                </a:lnTo>
                <a:lnTo>
                  <a:pt x="1557814" y="233901"/>
                </a:lnTo>
                <a:lnTo>
                  <a:pt x="1558632" y="223881"/>
                </a:lnTo>
                <a:lnTo>
                  <a:pt x="1559450" y="222698"/>
                </a:lnTo>
                <a:lnTo>
                  <a:pt x="1562721" y="212012"/>
                </a:lnTo>
                <a:lnTo>
                  <a:pt x="1565174" y="222115"/>
                </a:lnTo>
                <a:lnTo>
                  <a:pt x="1566809" y="214528"/>
                </a:lnTo>
                <a:lnTo>
                  <a:pt x="1568445" y="214834"/>
                </a:lnTo>
                <a:lnTo>
                  <a:pt x="1569263" y="203811"/>
                </a:lnTo>
                <a:lnTo>
                  <a:pt x="1571716" y="212141"/>
                </a:lnTo>
                <a:lnTo>
                  <a:pt x="1574169" y="222884"/>
                </a:lnTo>
                <a:lnTo>
                  <a:pt x="1574987" y="213564"/>
                </a:lnTo>
                <a:lnTo>
                  <a:pt x="1580711" y="226388"/>
                </a:lnTo>
                <a:lnTo>
                  <a:pt x="1583164" y="217302"/>
                </a:lnTo>
                <a:lnTo>
                  <a:pt x="1583982" y="220940"/>
                </a:lnTo>
                <a:lnTo>
                  <a:pt x="1584800" y="223565"/>
                </a:lnTo>
                <a:lnTo>
                  <a:pt x="1586435" y="222722"/>
                </a:lnTo>
                <a:lnTo>
                  <a:pt x="1587253" y="220728"/>
                </a:lnTo>
                <a:lnTo>
                  <a:pt x="1588889" y="221616"/>
                </a:lnTo>
                <a:lnTo>
                  <a:pt x="1592160" y="239135"/>
                </a:lnTo>
                <a:lnTo>
                  <a:pt x="1593795" y="230762"/>
                </a:lnTo>
                <a:lnTo>
                  <a:pt x="1594613" y="227686"/>
                </a:lnTo>
                <a:lnTo>
                  <a:pt x="1596248" y="233236"/>
                </a:lnTo>
                <a:lnTo>
                  <a:pt x="1598702" y="241771"/>
                </a:lnTo>
                <a:lnTo>
                  <a:pt x="1600337" y="238195"/>
                </a:lnTo>
                <a:lnTo>
                  <a:pt x="1601973" y="231759"/>
                </a:lnTo>
                <a:lnTo>
                  <a:pt x="1603608" y="234620"/>
                </a:lnTo>
                <a:lnTo>
                  <a:pt x="1604426" y="232451"/>
                </a:lnTo>
                <a:lnTo>
                  <a:pt x="1606062" y="236760"/>
                </a:lnTo>
                <a:lnTo>
                  <a:pt x="1607697" y="242188"/>
                </a:lnTo>
                <a:lnTo>
                  <a:pt x="1608515" y="239458"/>
                </a:lnTo>
                <a:lnTo>
                  <a:pt x="1610968" y="231546"/>
                </a:lnTo>
                <a:lnTo>
                  <a:pt x="1611786" y="234211"/>
                </a:lnTo>
                <a:lnTo>
                  <a:pt x="1613421" y="236515"/>
                </a:lnTo>
                <a:lnTo>
                  <a:pt x="1615875" y="257676"/>
                </a:lnTo>
                <a:lnTo>
                  <a:pt x="1617510" y="251209"/>
                </a:lnTo>
                <a:lnTo>
                  <a:pt x="1619963" y="253262"/>
                </a:lnTo>
                <a:lnTo>
                  <a:pt x="1620781" y="256675"/>
                </a:lnTo>
                <a:lnTo>
                  <a:pt x="1621599" y="254484"/>
                </a:lnTo>
                <a:lnTo>
                  <a:pt x="1622417" y="247063"/>
                </a:lnTo>
                <a:lnTo>
                  <a:pt x="1624870" y="250637"/>
                </a:lnTo>
                <a:lnTo>
                  <a:pt x="1626505" y="250334"/>
                </a:lnTo>
                <a:lnTo>
                  <a:pt x="1628959" y="261559"/>
                </a:lnTo>
                <a:lnTo>
                  <a:pt x="1630594" y="257283"/>
                </a:lnTo>
                <a:lnTo>
                  <a:pt x="1631412" y="256204"/>
                </a:lnTo>
                <a:lnTo>
                  <a:pt x="1635500" y="271400"/>
                </a:lnTo>
                <a:lnTo>
                  <a:pt x="1637136" y="260284"/>
                </a:lnTo>
                <a:lnTo>
                  <a:pt x="1638771" y="267368"/>
                </a:lnTo>
                <a:lnTo>
                  <a:pt x="1642042" y="259583"/>
                </a:lnTo>
                <a:lnTo>
                  <a:pt x="1642860" y="262722"/>
                </a:lnTo>
                <a:lnTo>
                  <a:pt x="1647767" y="268234"/>
                </a:lnTo>
                <a:lnTo>
                  <a:pt x="1649402" y="265230"/>
                </a:lnTo>
                <a:lnTo>
                  <a:pt x="1650220" y="266672"/>
                </a:lnTo>
                <a:lnTo>
                  <a:pt x="1651038" y="271569"/>
                </a:lnTo>
                <a:lnTo>
                  <a:pt x="1653491" y="270608"/>
                </a:lnTo>
                <a:lnTo>
                  <a:pt x="1655944" y="268718"/>
                </a:lnTo>
                <a:lnTo>
                  <a:pt x="1656762" y="271776"/>
                </a:lnTo>
                <a:lnTo>
                  <a:pt x="1659215" y="270156"/>
                </a:lnTo>
                <a:lnTo>
                  <a:pt x="1662486" y="272711"/>
                </a:lnTo>
                <a:lnTo>
                  <a:pt x="1664122" y="268355"/>
                </a:lnTo>
                <a:lnTo>
                  <a:pt x="1665757" y="270366"/>
                </a:lnTo>
                <a:lnTo>
                  <a:pt x="1666575" y="270383"/>
                </a:lnTo>
                <a:lnTo>
                  <a:pt x="1670664" y="278654"/>
                </a:lnTo>
                <a:lnTo>
                  <a:pt x="1671481" y="270302"/>
                </a:lnTo>
                <a:lnTo>
                  <a:pt x="1673935" y="271151"/>
                </a:lnTo>
                <a:lnTo>
                  <a:pt x="1678024" y="268501"/>
                </a:lnTo>
                <a:lnTo>
                  <a:pt x="1678841" y="271688"/>
                </a:lnTo>
                <a:lnTo>
                  <a:pt x="1680477" y="267477"/>
                </a:lnTo>
                <a:lnTo>
                  <a:pt x="1682930" y="261279"/>
                </a:lnTo>
                <a:lnTo>
                  <a:pt x="1683748" y="258802"/>
                </a:lnTo>
                <a:lnTo>
                  <a:pt x="1685383" y="263180"/>
                </a:lnTo>
                <a:lnTo>
                  <a:pt x="1689472" y="253415"/>
                </a:lnTo>
                <a:lnTo>
                  <a:pt x="1690290" y="256934"/>
                </a:lnTo>
                <a:lnTo>
                  <a:pt x="1694379" y="265644"/>
                </a:lnTo>
                <a:lnTo>
                  <a:pt x="1695196" y="262042"/>
                </a:lnTo>
                <a:lnTo>
                  <a:pt x="1699285" y="248009"/>
                </a:lnTo>
                <a:lnTo>
                  <a:pt x="1700103" y="245265"/>
                </a:lnTo>
                <a:lnTo>
                  <a:pt x="1701738" y="249045"/>
                </a:lnTo>
                <a:lnTo>
                  <a:pt x="1702556" y="248774"/>
                </a:lnTo>
                <a:lnTo>
                  <a:pt x="1709098" y="231544"/>
                </a:lnTo>
                <a:lnTo>
                  <a:pt x="1714004" y="229033"/>
                </a:lnTo>
                <a:lnTo>
                  <a:pt x="1718911" y="222187"/>
                </a:lnTo>
                <a:lnTo>
                  <a:pt x="1719729" y="220653"/>
                </a:lnTo>
                <a:lnTo>
                  <a:pt x="1720546" y="226373"/>
                </a:lnTo>
                <a:lnTo>
                  <a:pt x="1722182" y="218197"/>
                </a:lnTo>
                <a:lnTo>
                  <a:pt x="1727088" y="207231"/>
                </a:lnTo>
                <a:lnTo>
                  <a:pt x="1727906" y="208054"/>
                </a:lnTo>
                <a:lnTo>
                  <a:pt x="1728724" y="205485"/>
                </a:lnTo>
                <a:lnTo>
                  <a:pt x="1733630" y="192837"/>
                </a:lnTo>
                <a:lnTo>
                  <a:pt x="1734448" y="193342"/>
                </a:lnTo>
                <a:lnTo>
                  <a:pt x="1736901" y="179224"/>
                </a:lnTo>
                <a:lnTo>
                  <a:pt x="1738537" y="179712"/>
                </a:lnTo>
                <a:lnTo>
                  <a:pt x="1740172" y="181703"/>
                </a:lnTo>
                <a:lnTo>
                  <a:pt x="1742626" y="173199"/>
                </a:lnTo>
                <a:lnTo>
                  <a:pt x="1749985" y="148658"/>
                </a:lnTo>
                <a:lnTo>
                  <a:pt x="1752439" y="159449"/>
                </a:lnTo>
                <a:lnTo>
                  <a:pt x="1753256" y="153108"/>
                </a:lnTo>
                <a:lnTo>
                  <a:pt x="1756527" y="127775"/>
                </a:lnTo>
                <a:lnTo>
                  <a:pt x="1758981" y="129487"/>
                </a:lnTo>
                <a:lnTo>
                  <a:pt x="1761434" y="112797"/>
                </a:lnTo>
                <a:lnTo>
                  <a:pt x="1762252" y="107699"/>
                </a:lnTo>
                <a:lnTo>
                  <a:pt x="1763887" y="109194"/>
                </a:lnTo>
                <a:lnTo>
                  <a:pt x="1765523" y="123408"/>
                </a:lnTo>
                <a:lnTo>
                  <a:pt x="1767158" y="116157"/>
                </a:lnTo>
                <a:lnTo>
                  <a:pt x="1768794" y="106292"/>
                </a:lnTo>
                <a:lnTo>
                  <a:pt x="1769612" y="111992"/>
                </a:lnTo>
                <a:lnTo>
                  <a:pt x="1771247" y="123618"/>
                </a:lnTo>
                <a:lnTo>
                  <a:pt x="1772065" y="107352"/>
                </a:lnTo>
                <a:lnTo>
                  <a:pt x="1774518" y="101559"/>
                </a:lnTo>
                <a:lnTo>
                  <a:pt x="1776154" y="110565"/>
                </a:lnTo>
                <a:lnTo>
                  <a:pt x="1776971" y="102833"/>
                </a:lnTo>
                <a:lnTo>
                  <a:pt x="1781060" y="79222"/>
                </a:lnTo>
                <a:lnTo>
                  <a:pt x="1781878" y="80883"/>
                </a:lnTo>
                <a:lnTo>
                  <a:pt x="1785149" y="105965"/>
                </a:lnTo>
                <a:lnTo>
                  <a:pt x="1786784" y="91507"/>
                </a:lnTo>
                <a:lnTo>
                  <a:pt x="1789238" y="89475"/>
                </a:lnTo>
                <a:lnTo>
                  <a:pt x="1795780" y="106077"/>
                </a:lnTo>
                <a:lnTo>
                  <a:pt x="1803139" y="96730"/>
                </a:lnTo>
                <a:lnTo>
                  <a:pt x="1807228" y="94755"/>
                </a:lnTo>
                <a:lnTo>
                  <a:pt x="1808863" y="102153"/>
                </a:lnTo>
                <a:lnTo>
                  <a:pt x="1809681" y="101384"/>
                </a:lnTo>
                <a:lnTo>
                  <a:pt x="1811317" y="91785"/>
                </a:lnTo>
                <a:lnTo>
                  <a:pt x="1812134" y="97245"/>
                </a:lnTo>
                <a:lnTo>
                  <a:pt x="1812952" y="105960"/>
                </a:lnTo>
                <a:lnTo>
                  <a:pt x="1814588" y="102235"/>
                </a:lnTo>
                <a:lnTo>
                  <a:pt x="1825218" y="69661"/>
                </a:lnTo>
                <a:lnTo>
                  <a:pt x="1826854" y="67644"/>
                </a:lnTo>
                <a:lnTo>
                  <a:pt x="1832578" y="54568"/>
                </a:lnTo>
                <a:lnTo>
                  <a:pt x="1834214" y="52729"/>
                </a:lnTo>
                <a:lnTo>
                  <a:pt x="1840756" y="39632"/>
                </a:lnTo>
                <a:lnTo>
                  <a:pt x="1841573" y="41955"/>
                </a:lnTo>
                <a:lnTo>
                  <a:pt x="1843209" y="44734"/>
                </a:lnTo>
                <a:lnTo>
                  <a:pt x="1844027" y="41277"/>
                </a:lnTo>
                <a:lnTo>
                  <a:pt x="1848933" y="27065"/>
                </a:lnTo>
                <a:lnTo>
                  <a:pt x="1849751" y="29388"/>
                </a:lnTo>
                <a:lnTo>
                  <a:pt x="1850569" y="32986"/>
                </a:lnTo>
                <a:lnTo>
                  <a:pt x="1852204" y="26841"/>
                </a:lnTo>
                <a:lnTo>
                  <a:pt x="1858746" y="15519"/>
                </a:lnTo>
                <a:lnTo>
                  <a:pt x="1861200" y="12254"/>
                </a:lnTo>
                <a:lnTo>
                  <a:pt x="1862017" y="15156"/>
                </a:lnTo>
                <a:lnTo>
                  <a:pt x="1864471" y="25651"/>
                </a:lnTo>
                <a:lnTo>
                  <a:pt x="1865288" y="20123"/>
                </a:lnTo>
                <a:lnTo>
                  <a:pt x="1866106" y="12111"/>
                </a:lnTo>
                <a:lnTo>
                  <a:pt x="1868559" y="17940"/>
                </a:lnTo>
                <a:lnTo>
                  <a:pt x="1871013" y="20217"/>
                </a:lnTo>
                <a:lnTo>
                  <a:pt x="1874284" y="10955"/>
                </a:lnTo>
                <a:lnTo>
                  <a:pt x="1875101" y="15110"/>
                </a:lnTo>
                <a:lnTo>
                  <a:pt x="1875919" y="19787"/>
                </a:lnTo>
                <a:lnTo>
                  <a:pt x="1877555" y="13114"/>
                </a:lnTo>
                <a:lnTo>
                  <a:pt x="1879190" y="17874"/>
                </a:lnTo>
                <a:lnTo>
                  <a:pt x="1880826" y="13999"/>
                </a:lnTo>
                <a:lnTo>
                  <a:pt x="1882461" y="8752"/>
                </a:lnTo>
                <a:lnTo>
                  <a:pt x="1883279" y="11999"/>
                </a:lnTo>
                <a:lnTo>
                  <a:pt x="1884096" y="16026"/>
                </a:lnTo>
                <a:lnTo>
                  <a:pt x="1886550" y="15476"/>
                </a:lnTo>
                <a:lnTo>
                  <a:pt x="1890638" y="10106"/>
                </a:lnTo>
                <a:lnTo>
                  <a:pt x="1891456" y="10560"/>
                </a:lnTo>
                <a:lnTo>
                  <a:pt x="1894727" y="16481"/>
                </a:lnTo>
                <a:lnTo>
                  <a:pt x="1896363" y="7495"/>
                </a:lnTo>
                <a:lnTo>
                  <a:pt x="1897998" y="14355"/>
                </a:lnTo>
                <a:lnTo>
                  <a:pt x="1901269" y="17668"/>
                </a:lnTo>
                <a:lnTo>
                  <a:pt x="1903722" y="8114"/>
                </a:lnTo>
                <a:lnTo>
                  <a:pt x="1904540" y="9341"/>
                </a:lnTo>
                <a:lnTo>
                  <a:pt x="1906176" y="16425"/>
                </a:lnTo>
                <a:lnTo>
                  <a:pt x="1907811" y="15470"/>
                </a:lnTo>
                <a:lnTo>
                  <a:pt x="1912718" y="7803"/>
                </a:lnTo>
                <a:lnTo>
                  <a:pt x="1916806" y="3551"/>
                </a:lnTo>
                <a:lnTo>
                  <a:pt x="1917624" y="0"/>
                </a:lnTo>
                <a:lnTo>
                  <a:pt x="1918442" y="6581"/>
                </a:lnTo>
                <a:lnTo>
                  <a:pt x="1919260" y="16909"/>
                </a:lnTo>
                <a:lnTo>
                  <a:pt x="1921713" y="10956"/>
                </a:lnTo>
                <a:lnTo>
                  <a:pt x="1923348" y="15361"/>
                </a:lnTo>
                <a:lnTo>
                  <a:pt x="1924984" y="14028"/>
                </a:lnTo>
                <a:lnTo>
                  <a:pt x="1928255" y="9859"/>
                </a:lnTo>
                <a:lnTo>
                  <a:pt x="1931526" y="14837"/>
                </a:lnTo>
                <a:lnTo>
                  <a:pt x="1933162" y="1254"/>
                </a:lnTo>
                <a:lnTo>
                  <a:pt x="1934797" y="11910"/>
                </a:lnTo>
                <a:lnTo>
                  <a:pt x="1935615" y="14669"/>
                </a:lnTo>
                <a:lnTo>
                  <a:pt x="1936433" y="8480"/>
                </a:lnTo>
                <a:lnTo>
                  <a:pt x="1938068" y="3229"/>
                </a:lnTo>
                <a:lnTo>
                  <a:pt x="1938886" y="5121"/>
                </a:lnTo>
                <a:lnTo>
                  <a:pt x="1943792" y="35122"/>
                </a:lnTo>
                <a:lnTo>
                  <a:pt x="1944610" y="29674"/>
                </a:lnTo>
                <a:lnTo>
                  <a:pt x="1947063" y="24816"/>
                </a:lnTo>
                <a:lnTo>
                  <a:pt x="1951152" y="15663"/>
                </a:lnTo>
                <a:lnTo>
                  <a:pt x="1953605" y="17744"/>
                </a:lnTo>
                <a:lnTo>
                  <a:pt x="1954423" y="14390"/>
                </a:lnTo>
                <a:lnTo>
                  <a:pt x="1956059" y="15364"/>
                </a:lnTo>
                <a:lnTo>
                  <a:pt x="1958512" y="24860"/>
                </a:lnTo>
                <a:lnTo>
                  <a:pt x="1959330" y="22271"/>
                </a:lnTo>
                <a:lnTo>
                  <a:pt x="1960147" y="20734"/>
                </a:lnTo>
                <a:lnTo>
                  <a:pt x="1960965" y="23382"/>
                </a:lnTo>
                <a:lnTo>
                  <a:pt x="1961783" y="23282"/>
                </a:lnTo>
                <a:lnTo>
                  <a:pt x="1962601" y="23315"/>
                </a:lnTo>
                <a:lnTo>
                  <a:pt x="1964236" y="32002"/>
                </a:lnTo>
                <a:lnTo>
                  <a:pt x="1965054" y="29200"/>
                </a:lnTo>
                <a:lnTo>
                  <a:pt x="1967507" y="20132"/>
                </a:lnTo>
                <a:lnTo>
                  <a:pt x="1968325" y="22221"/>
                </a:lnTo>
                <a:lnTo>
                  <a:pt x="1969142" y="24840"/>
                </a:lnTo>
                <a:lnTo>
                  <a:pt x="1971596" y="23742"/>
                </a:lnTo>
                <a:lnTo>
                  <a:pt x="1974867" y="19843"/>
                </a:lnTo>
                <a:lnTo>
                  <a:pt x="1977320" y="34722"/>
                </a:lnTo>
                <a:lnTo>
                  <a:pt x="1979773" y="29845"/>
                </a:lnTo>
                <a:lnTo>
                  <a:pt x="1983044" y="10845"/>
                </a:lnTo>
                <a:lnTo>
                  <a:pt x="1983862" y="11033"/>
                </a:lnTo>
                <a:lnTo>
                  <a:pt x="1988768" y="30885"/>
                </a:lnTo>
                <a:lnTo>
                  <a:pt x="1990404" y="22543"/>
                </a:lnTo>
                <a:lnTo>
                  <a:pt x="1992039" y="28400"/>
                </a:lnTo>
                <a:lnTo>
                  <a:pt x="1993675" y="25840"/>
                </a:lnTo>
                <a:lnTo>
                  <a:pt x="1995310" y="17112"/>
                </a:lnTo>
                <a:lnTo>
                  <a:pt x="1996946" y="18134"/>
                </a:lnTo>
                <a:lnTo>
                  <a:pt x="1998581" y="25453"/>
                </a:lnTo>
                <a:lnTo>
                  <a:pt x="2000217" y="24416"/>
                </a:lnTo>
                <a:lnTo>
                  <a:pt x="2001852" y="24748"/>
                </a:lnTo>
                <a:lnTo>
                  <a:pt x="2002670" y="26893"/>
                </a:lnTo>
                <a:lnTo>
                  <a:pt x="2004306" y="18565"/>
                </a:lnTo>
                <a:lnTo>
                  <a:pt x="2005941" y="19005"/>
                </a:lnTo>
                <a:lnTo>
                  <a:pt x="2008395" y="27521"/>
                </a:lnTo>
                <a:lnTo>
                  <a:pt x="2009212" y="19655"/>
                </a:lnTo>
                <a:lnTo>
                  <a:pt x="2010030" y="18072"/>
                </a:lnTo>
                <a:lnTo>
                  <a:pt x="2010848" y="23042"/>
                </a:lnTo>
                <a:lnTo>
                  <a:pt x="2013301" y="21135"/>
                </a:lnTo>
                <a:lnTo>
                  <a:pt x="2016572" y="34446"/>
                </a:lnTo>
                <a:lnTo>
                  <a:pt x="2017390" y="23087"/>
                </a:lnTo>
                <a:lnTo>
                  <a:pt x="2019025" y="41890"/>
                </a:lnTo>
                <a:lnTo>
                  <a:pt x="2019843" y="43107"/>
                </a:lnTo>
                <a:lnTo>
                  <a:pt x="2020661" y="41798"/>
                </a:lnTo>
                <a:lnTo>
                  <a:pt x="2024750" y="24309"/>
                </a:lnTo>
                <a:lnTo>
                  <a:pt x="2027203" y="34392"/>
                </a:lnTo>
                <a:lnTo>
                  <a:pt x="2030474" y="23524"/>
                </a:lnTo>
                <a:lnTo>
                  <a:pt x="2032927" y="37855"/>
                </a:lnTo>
                <a:lnTo>
                  <a:pt x="2033745" y="44818"/>
                </a:lnTo>
                <a:lnTo>
                  <a:pt x="2034563" y="44013"/>
                </a:lnTo>
                <a:lnTo>
                  <a:pt x="2035380" y="25281"/>
                </a:lnTo>
                <a:lnTo>
                  <a:pt x="2037834" y="37346"/>
                </a:lnTo>
                <a:lnTo>
                  <a:pt x="2044376" y="15452"/>
                </a:lnTo>
                <a:lnTo>
                  <a:pt x="2048464" y="54425"/>
                </a:lnTo>
                <a:lnTo>
                  <a:pt x="2050100" y="33919"/>
                </a:lnTo>
                <a:lnTo>
                  <a:pt x="2051735" y="37824"/>
                </a:lnTo>
                <a:lnTo>
                  <a:pt x="2055006" y="28426"/>
                </a:lnTo>
                <a:lnTo>
                  <a:pt x="2055824" y="28546"/>
                </a:lnTo>
                <a:lnTo>
                  <a:pt x="2059913" y="45267"/>
                </a:lnTo>
                <a:lnTo>
                  <a:pt x="2062366" y="28391"/>
                </a:lnTo>
                <a:lnTo>
                  <a:pt x="2063184" y="36836"/>
                </a:lnTo>
                <a:lnTo>
                  <a:pt x="2067272" y="53241"/>
                </a:lnTo>
                <a:lnTo>
                  <a:pt x="2064819" y="36392"/>
                </a:lnTo>
                <a:lnTo>
                  <a:pt x="2068090" y="47283"/>
                </a:lnTo>
                <a:lnTo>
                  <a:pt x="2070543" y="31085"/>
                </a:lnTo>
                <a:lnTo>
                  <a:pt x="2071361" y="35550"/>
                </a:lnTo>
                <a:lnTo>
                  <a:pt x="2072179" y="38837"/>
                </a:lnTo>
                <a:lnTo>
                  <a:pt x="2072997" y="34845"/>
                </a:lnTo>
                <a:lnTo>
                  <a:pt x="2073814" y="36907"/>
                </a:lnTo>
                <a:lnTo>
                  <a:pt x="2075450" y="27211"/>
                </a:lnTo>
                <a:lnTo>
                  <a:pt x="2076268" y="31969"/>
                </a:lnTo>
                <a:lnTo>
                  <a:pt x="2078721" y="49670"/>
                </a:lnTo>
                <a:lnTo>
                  <a:pt x="2079539" y="47029"/>
                </a:lnTo>
                <a:lnTo>
                  <a:pt x="2081992" y="48218"/>
                </a:lnTo>
                <a:lnTo>
                  <a:pt x="2084445" y="54391"/>
                </a:lnTo>
                <a:lnTo>
                  <a:pt x="2085263" y="49772"/>
                </a:lnTo>
                <a:lnTo>
                  <a:pt x="2087716" y="60352"/>
                </a:lnTo>
                <a:lnTo>
                  <a:pt x="2090987" y="66871"/>
                </a:lnTo>
                <a:lnTo>
                  <a:pt x="2094258" y="74505"/>
                </a:lnTo>
                <a:lnTo>
                  <a:pt x="2095076" y="81672"/>
                </a:lnTo>
                <a:lnTo>
                  <a:pt x="2096712" y="79836"/>
                </a:lnTo>
                <a:lnTo>
                  <a:pt x="2100800" y="66766"/>
                </a:lnTo>
                <a:lnTo>
                  <a:pt x="2103254" y="95368"/>
                </a:lnTo>
                <a:lnTo>
                  <a:pt x="2105707" y="89303"/>
                </a:lnTo>
                <a:lnTo>
                  <a:pt x="2106525" y="90765"/>
                </a:lnTo>
                <a:lnTo>
                  <a:pt x="2107342" y="86431"/>
                </a:lnTo>
                <a:lnTo>
                  <a:pt x="2108160" y="86167"/>
                </a:lnTo>
                <a:lnTo>
                  <a:pt x="2113067" y="93834"/>
                </a:lnTo>
                <a:lnTo>
                  <a:pt x="2121244" y="99550"/>
                </a:lnTo>
                <a:lnTo>
                  <a:pt x="2122880" y="91349"/>
                </a:lnTo>
                <a:lnTo>
                  <a:pt x="2123697" y="95002"/>
                </a:lnTo>
                <a:lnTo>
                  <a:pt x="2125333" y="99494"/>
                </a:lnTo>
                <a:lnTo>
                  <a:pt x="2126151" y="96591"/>
                </a:lnTo>
                <a:lnTo>
                  <a:pt x="2129422" y="91408"/>
                </a:lnTo>
                <a:lnTo>
                  <a:pt x="2131057" y="100344"/>
                </a:lnTo>
                <a:lnTo>
                  <a:pt x="2132693" y="98834"/>
                </a:lnTo>
                <a:lnTo>
                  <a:pt x="2133510" y="98258"/>
                </a:lnTo>
                <a:lnTo>
                  <a:pt x="2135146" y="88495"/>
                </a:lnTo>
                <a:lnTo>
                  <a:pt x="2135964" y="95537"/>
                </a:lnTo>
                <a:lnTo>
                  <a:pt x="2137599" y="100391"/>
                </a:lnTo>
                <a:lnTo>
                  <a:pt x="2138417" y="97048"/>
                </a:lnTo>
                <a:lnTo>
                  <a:pt x="2139234" y="95534"/>
                </a:lnTo>
                <a:lnTo>
                  <a:pt x="2140052" y="101560"/>
                </a:lnTo>
                <a:lnTo>
                  <a:pt x="2142505" y="97151"/>
                </a:lnTo>
                <a:lnTo>
                  <a:pt x="2146594" y="103929"/>
                </a:lnTo>
                <a:lnTo>
                  <a:pt x="2147412" y="103608"/>
                </a:lnTo>
                <a:lnTo>
                  <a:pt x="2148230" y="102813"/>
                </a:lnTo>
                <a:lnTo>
                  <a:pt x="2150683" y="118933"/>
                </a:lnTo>
                <a:lnTo>
                  <a:pt x="2152318" y="113735"/>
                </a:lnTo>
                <a:lnTo>
                  <a:pt x="2154772" y="118803"/>
                </a:lnTo>
                <a:lnTo>
                  <a:pt x="2155589" y="118009"/>
                </a:lnTo>
                <a:lnTo>
                  <a:pt x="2157225" y="113052"/>
                </a:lnTo>
                <a:lnTo>
                  <a:pt x="2158043" y="113417"/>
                </a:lnTo>
                <a:lnTo>
                  <a:pt x="2158860" y="120144"/>
                </a:lnTo>
                <a:lnTo>
                  <a:pt x="2161314" y="115020"/>
                </a:lnTo>
                <a:lnTo>
                  <a:pt x="2166220" y="105576"/>
                </a:lnTo>
                <a:lnTo>
                  <a:pt x="2167038" y="102704"/>
                </a:lnTo>
                <a:lnTo>
                  <a:pt x="2168673" y="108086"/>
                </a:lnTo>
                <a:lnTo>
                  <a:pt x="2169491" y="104742"/>
                </a:lnTo>
                <a:lnTo>
                  <a:pt x="2171127" y="102423"/>
                </a:lnTo>
                <a:lnTo>
                  <a:pt x="2172762" y="112245"/>
                </a:lnTo>
                <a:lnTo>
                  <a:pt x="2174398" y="105276"/>
                </a:lnTo>
                <a:lnTo>
                  <a:pt x="2176851" y="117185"/>
                </a:lnTo>
                <a:lnTo>
                  <a:pt x="2177669" y="115001"/>
                </a:lnTo>
                <a:lnTo>
                  <a:pt x="2181758" y="100259"/>
                </a:lnTo>
                <a:lnTo>
                  <a:pt x="2188300" y="102568"/>
                </a:lnTo>
                <a:lnTo>
                  <a:pt x="2193206" y="112331"/>
                </a:lnTo>
                <a:lnTo>
                  <a:pt x="2194842" y="106779"/>
                </a:lnTo>
                <a:lnTo>
                  <a:pt x="2196477" y="112130"/>
                </a:lnTo>
                <a:lnTo>
                  <a:pt x="2202201" y="106821"/>
                </a:lnTo>
                <a:lnTo>
                  <a:pt x="2203837" y="109166"/>
                </a:lnTo>
                <a:lnTo>
                  <a:pt x="2210379" y="118394"/>
                </a:lnTo>
                <a:lnTo>
                  <a:pt x="2211197" y="113992"/>
                </a:lnTo>
                <a:lnTo>
                  <a:pt x="2212832" y="120280"/>
                </a:lnTo>
                <a:lnTo>
                  <a:pt x="2215285" y="124235"/>
                </a:lnTo>
                <a:lnTo>
                  <a:pt x="2218556" y="114801"/>
                </a:lnTo>
                <a:lnTo>
                  <a:pt x="2220192" y="121786"/>
                </a:lnTo>
                <a:lnTo>
                  <a:pt x="2221010" y="120487"/>
                </a:lnTo>
                <a:lnTo>
                  <a:pt x="2225098" y="105571"/>
                </a:lnTo>
                <a:lnTo>
                  <a:pt x="2225916" y="100968"/>
                </a:lnTo>
                <a:lnTo>
                  <a:pt x="2226734" y="102998"/>
                </a:lnTo>
                <a:lnTo>
                  <a:pt x="2229187" y="117969"/>
                </a:lnTo>
                <a:lnTo>
                  <a:pt x="2230005" y="113948"/>
                </a:lnTo>
                <a:lnTo>
                  <a:pt x="2230822" y="107345"/>
                </a:lnTo>
                <a:lnTo>
                  <a:pt x="2232458" y="115697"/>
                </a:lnTo>
                <a:lnTo>
                  <a:pt x="2234093" y="117724"/>
                </a:lnTo>
                <a:lnTo>
                  <a:pt x="2238182" y="133432"/>
                </a:lnTo>
                <a:lnTo>
                  <a:pt x="2240635" y="134582"/>
                </a:lnTo>
                <a:lnTo>
                  <a:pt x="2241453" y="130630"/>
                </a:lnTo>
                <a:lnTo>
                  <a:pt x="2246360" y="140655"/>
                </a:lnTo>
                <a:lnTo>
                  <a:pt x="2247177" y="132720"/>
                </a:lnTo>
                <a:lnTo>
                  <a:pt x="2249631" y="136898"/>
                </a:lnTo>
                <a:lnTo>
                  <a:pt x="2252902" y="135512"/>
                </a:lnTo>
                <a:lnTo>
                  <a:pt x="2256173" y="138499"/>
                </a:lnTo>
                <a:lnTo>
                  <a:pt x="2258626" y="139753"/>
                </a:lnTo>
                <a:lnTo>
                  <a:pt x="2260261" y="135062"/>
                </a:lnTo>
                <a:lnTo>
                  <a:pt x="2267621" y="139553"/>
                </a:lnTo>
                <a:lnTo>
                  <a:pt x="2270075" y="136733"/>
                </a:lnTo>
                <a:lnTo>
                  <a:pt x="2270892" y="139457"/>
                </a:lnTo>
                <a:lnTo>
                  <a:pt x="2271710" y="140525"/>
                </a:lnTo>
                <a:lnTo>
                  <a:pt x="2272528" y="138128"/>
                </a:lnTo>
                <a:lnTo>
                  <a:pt x="2273346" y="137188"/>
                </a:lnTo>
                <a:lnTo>
                  <a:pt x="2274163" y="139868"/>
                </a:lnTo>
                <a:lnTo>
                  <a:pt x="2276617" y="137739"/>
                </a:lnTo>
                <a:lnTo>
                  <a:pt x="2278252" y="146922"/>
                </a:lnTo>
                <a:lnTo>
                  <a:pt x="2281523" y="144526"/>
                </a:lnTo>
                <a:lnTo>
                  <a:pt x="2287247" y="147520"/>
                </a:lnTo>
                <a:lnTo>
                  <a:pt x="2290518" y="149521"/>
                </a:lnTo>
              </a:path>
            </a:pathLst>
          </a:custGeom>
          <a:noFill/>
          <a:ln w="2208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path 45"/>
          <p:cNvSpPr/>
          <p:nvPr/>
        </p:nvSpPr>
        <p:spPr>
          <a:xfrm>
            <a:off x="3741645" y="2465317"/>
            <a:ext cx="2290518" cy="522839"/>
          </a:xfrm>
          <a:custGeom>
            <a:avLst/>
            <a:gdLst/>
            <a:ahLst/>
            <a:cxnLst/>
            <a:rect l="l" t="t" r="r" b="b"/>
            <a:pathLst>
              <a:path w="2290518" h="522839">
                <a:moveTo>
                  <a:pt x="0" y="79085"/>
                </a:moveTo>
                <a:lnTo>
                  <a:pt x="4089" y="81525"/>
                </a:lnTo>
                <a:lnTo>
                  <a:pt x="5725" y="80277"/>
                </a:lnTo>
                <a:lnTo>
                  <a:pt x="6542" y="81925"/>
                </a:lnTo>
                <a:lnTo>
                  <a:pt x="8996" y="88441"/>
                </a:lnTo>
                <a:lnTo>
                  <a:pt x="9813" y="82852"/>
                </a:lnTo>
                <a:lnTo>
                  <a:pt x="10631" y="79888"/>
                </a:lnTo>
                <a:lnTo>
                  <a:pt x="11449" y="86226"/>
                </a:lnTo>
                <a:lnTo>
                  <a:pt x="12267" y="85065"/>
                </a:lnTo>
                <a:lnTo>
                  <a:pt x="17991" y="78098"/>
                </a:lnTo>
                <a:lnTo>
                  <a:pt x="18809" y="81942"/>
                </a:lnTo>
                <a:lnTo>
                  <a:pt x="19626" y="80174"/>
                </a:lnTo>
                <a:lnTo>
                  <a:pt x="21262" y="62978"/>
                </a:lnTo>
                <a:lnTo>
                  <a:pt x="22897" y="69346"/>
                </a:lnTo>
                <a:lnTo>
                  <a:pt x="26168" y="86115"/>
                </a:lnTo>
                <a:lnTo>
                  <a:pt x="26986" y="81148"/>
                </a:lnTo>
                <a:lnTo>
                  <a:pt x="28622" y="72699"/>
                </a:lnTo>
                <a:lnTo>
                  <a:pt x="30257" y="79064"/>
                </a:lnTo>
                <a:lnTo>
                  <a:pt x="31893" y="76532"/>
                </a:lnTo>
                <a:lnTo>
                  <a:pt x="35164" y="79770"/>
                </a:lnTo>
                <a:lnTo>
                  <a:pt x="36799" y="74771"/>
                </a:lnTo>
                <a:lnTo>
                  <a:pt x="37617" y="77895"/>
                </a:lnTo>
                <a:lnTo>
                  <a:pt x="39252" y="83451"/>
                </a:lnTo>
                <a:lnTo>
                  <a:pt x="41706" y="81540"/>
                </a:lnTo>
                <a:lnTo>
                  <a:pt x="46612" y="79450"/>
                </a:lnTo>
                <a:lnTo>
                  <a:pt x="48248" y="73380"/>
                </a:lnTo>
                <a:lnTo>
                  <a:pt x="49883" y="75066"/>
                </a:lnTo>
                <a:lnTo>
                  <a:pt x="51519" y="73449"/>
                </a:lnTo>
                <a:lnTo>
                  <a:pt x="52336" y="74786"/>
                </a:lnTo>
                <a:lnTo>
                  <a:pt x="53972" y="79420"/>
                </a:lnTo>
                <a:lnTo>
                  <a:pt x="55607" y="85544"/>
                </a:lnTo>
                <a:lnTo>
                  <a:pt x="57243" y="83885"/>
                </a:lnTo>
                <a:lnTo>
                  <a:pt x="58878" y="79275"/>
                </a:lnTo>
                <a:lnTo>
                  <a:pt x="60514" y="72690"/>
                </a:lnTo>
                <a:lnTo>
                  <a:pt x="62149" y="75877"/>
                </a:lnTo>
                <a:lnTo>
                  <a:pt x="68691" y="92475"/>
                </a:lnTo>
                <a:lnTo>
                  <a:pt x="70327" y="89196"/>
                </a:lnTo>
                <a:lnTo>
                  <a:pt x="74416" y="85880"/>
                </a:lnTo>
                <a:lnTo>
                  <a:pt x="78504" y="87441"/>
                </a:lnTo>
                <a:lnTo>
                  <a:pt x="81775" y="82005"/>
                </a:lnTo>
                <a:lnTo>
                  <a:pt x="83411" y="88877"/>
                </a:lnTo>
                <a:lnTo>
                  <a:pt x="85046" y="85501"/>
                </a:lnTo>
                <a:lnTo>
                  <a:pt x="87500" y="96632"/>
                </a:lnTo>
                <a:lnTo>
                  <a:pt x="89953" y="95486"/>
                </a:lnTo>
                <a:lnTo>
                  <a:pt x="95677" y="90757"/>
                </a:lnTo>
                <a:lnTo>
                  <a:pt x="99766" y="99316"/>
                </a:lnTo>
                <a:lnTo>
                  <a:pt x="101401" y="95905"/>
                </a:lnTo>
                <a:lnTo>
                  <a:pt x="102219" y="90820"/>
                </a:lnTo>
                <a:lnTo>
                  <a:pt x="104672" y="92220"/>
                </a:lnTo>
                <a:lnTo>
                  <a:pt x="107943" y="112991"/>
                </a:lnTo>
                <a:lnTo>
                  <a:pt x="108761" y="111365"/>
                </a:lnTo>
                <a:lnTo>
                  <a:pt x="114485" y="99254"/>
                </a:lnTo>
                <a:lnTo>
                  <a:pt x="119392" y="95698"/>
                </a:lnTo>
                <a:lnTo>
                  <a:pt x="120210" y="97299"/>
                </a:lnTo>
                <a:lnTo>
                  <a:pt x="123481" y="103381"/>
                </a:lnTo>
                <a:lnTo>
                  <a:pt x="126752" y="96803"/>
                </a:lnTo>
                <a:lnTo>
                  <a:pt x="127569" y="98662"/>
                </a:lnTo>
                <a:lnTo>
                  <a:pt x="131658" y="102543"/>
                </a:lnTo>
                <a:lnTo>
                  <a:pt x="132476" y="100921"/>
                </a:lnTo>
                <a:lnTo>
                  <a:pt x="135747" y="93704"/>
                </a:lnTo>
                <a:lnTo>
                  <a:pt x="138200" y="106034"/>
                </a:lnTo>
                <a:lnTo>
                  <a:pt x="139018" y="103395"/>
                </a:lnTo>
                <a:lnTo>
                  <a:pt x="142289" y="96822"/>
                </a:lnTo>
                <a:lnTo>
                  <a:pt x="143107" y="99678"/>
                </a:lnTo>
                <a:lnTo>
                  <a:pt x="146378" y="107277"/>
                </a:lnTo>
                <a:lnTo>
                  <a:pt x="150466" y="118381"/>
                </a:lnTo>
                <a:lnTo>
                  <a:pt x="154555" y="105279"/>
                </a:lnTo>
                <a:lnTo>
                  <a:pt x="156191" y="114017"/>
                </a:lnTo>
                <a:lnTo>
                  <a:pt x="158644" y="110601"/>
                </a:lnTo>
                <a:lnTo>
                  <a:pt x="161097" y="102476"/>
                </a:lnTo>
                <a:lnTo>
                  <a:pt x="161915" y="105884"/>
                </a:lnTo>
                <a:lnTo>
                  <a:pt x="166821" y="114344"/>
                </a:lnTo>
                <a:lnTo>
                  <a:pt x="167639" y="115168"/>
                </a:lnTo>
                <a:lnTo>
                  <a:pt x="168457" y="113335"/>
                </a:lnTo>
                <a:lnTo>
                  <a:pt x="174999" y="106571"/>
                </a:lnTo>
                <a:lnTo>
                  <a:pt x="178270" y="105038"/>
                </a:lnTo>
                <a:lnTo>
                  <a:pt x="179088" y="107581"/>
                </a:lnTo>
                <a:lnTo>
                  <a:pt x="182359" y="114253"/>
                </a:lnTo>
                <a:lnTo>
                  <a:pt x="185630" y="133365"/>
                </a:lnTo>
                <a:lnTo>
                  <a:pt x="186447" y="131800"/>
                </a:lnTo>
                <a:lnTo>
                  <a:pt x="190536" y="111167"/>
                </a:lnTo>
                <a:lnTo>
                  <a:pt x="193807" y="109597"/>
                </a:lnTo>
                <a:lnTo>
                  <a:pt x="195443" y="99765"/>
                </a:lnTo>
                <a:lnTo>
                  <a:pt x="196260" y="104634"/>
                </a:lnTo>
                <a:lnTo>
                  <a:pt x="198714" y="130678"/>
                </a:lnTo>
                <a:lnTo>
                  <a:pt x="201985" y="122058"/>
                </a:lnTo>
                <a:lnTo>
                  <a:pt x="202802" y="125383"/>
                </a:lnTo>
                <a:lnTo>
                  <a:pt x="204438" y="120889"/>
                </a:lnTo>
                <a:lnTo>
                  <a:pt x="207709" y="123935"/>
                </a:lnTo>
                <a:lnTo>
                  <a:pt x="208527" y="122642"/>
                </a:lnTo>
                <a:lnTo>
                  <a:pt x="210980" y="116100"/>
                </a:lnTo>
                <a:lnTo>
                  <a:pt x="212615" y="117644"/>
                </a:lnTo>
                <a:lnTo>
                  <a:pt x="215069" y="127235"/>
                </a:lnTo>
                <a:lnTo>
                  <a:pt x="216704" y="124701"/>
                </a:lnTo>
                <a:lnTo>
                  <a:pt x="221611" y="119000"/>
                </a:lnTo>
                <a:lnTo>
                  <a:pt x="224064" y="120407"/>
                </a:lnTo>
                <a:lnTo>
                  <a:pt x="224882" y="119284"/>
                </a:lnTo>
                <a:lnTo>
                  <a:pt x="228970" y="114142"/>
                </a:lnTo>
                <a:lnTo>
                  <a:pt x="230606" y="119414"/>
                </a:lnTo>
                <a:lnTo>
                  <a:pt x="232241" y="116021"/>
                </a:lnTo>
                <a:lnTo>
                  <a:pt x="235512" y="114653"/>
                </a:lnTo>
                <a:lnTo>
                  <a:pt x="237966" y="115259"/>
                </a:lnTo>
                <a:lnTo>
                  <a:pt x="240419" y="119404"/>
                </a:lnTo>
                <a:lnTo>
                  <a:pt x="241237" y="117445"/>
                </a:lnTo>
                <a:lnTo>
                  <a:pt x="242054" y="115070"/>
                </a:lnTo>
                <a:lnTo>
                  <a:pt x="242872" y="115748"/>
                </a:lnTo>
                <a:lnTo>
                  <a:pt x="246961" y="125224"/>
                </a:lnTo>
                <a:lnTo>
                  <a:pt x="253503" y="120239"/>
                </a:lnTo>
                <a:lnTo>
                  <a:pt x="255138" y="124800"/>
                </a:lnTo>
                <a:lnTo>
                  <a:pt x="259227" y="135606"/>
                </a:lnTo>
                <a:lnTo>
                  <a:pt x="256774" y="124400"/>
                </a:lnTo>
                <a:lnTo>
                  <a:pt x="260045" y="133618"/>
                </a:lnTo>
                <a:lnTo>
                  <a:pt x="264951" y="119283"/>
                </a:lnTo>
                <a:lnTo>
                  <a:pt x="265769" y="118967"/>
                </a:lnTo>
                <a:lnTo>
                  <a:pt x="268222" y="130020"/>
                </a:lnTo>
                <a:lnTo>
                  <a:pt x="269858" y="126263"/>
                </a:lnTo>
                <a:lnTo>
                  <a:pt x="283760" y="107976"/>
                </a:lnTo>
                <a:lnTo>
                  <a:pt x="284577" y="109649"/>
                </a:lnTo>
                <a:lnTo>
                  <a:pt x="287031" y="107599"/>
                </a:lnTo>
                <a:lnTo>
                  <a:pt x="287848" y="108687"/>
                </a:lnTo>
                <a:lnTo>
                  <a:pt x="288666" y="112353"/>
                </a:lnTo>
                <a:lnTo>
                  <a:pt x="290302" y="109421"/>
                </a:lnTo>
                <a:lnTo>
                  <a:pt x="291119" y="109049"/>
                </a:lnTo>
                <a:lnTo>
                  <a:pt x="291937" y="112446"/>
                </a:lnTo>
                <a:lnTo>
                  <a:pt x="294390" y="109714"/>
                </a:lnTo>
                <a:lnTo>
                  <a:pt x="296026" y="107730"/>
                </a:lnTo>
                <a:lnTo>
                  <a:pt x="297661" y="101964"/>
                </a:lnTo>
                <a:lnTo>
                  <a:pt x="298479" y="104753"/>
                </a:lnTo>
                <a:lnTo>
                  <a:pt x="302568" y="118037"/>
                </a:lnTo>
                <a:lnTo>
                  <a:pt x="304203" y="115452"/>
                </a:lnTo>
                <a:lnTo>
                  <a:pt x="305839" y="110837"/>
                </a:lnTo>
                <a:lnTo>
                  <a:pt x="307474" y="113090"/>
                </a:lnTo>
                <a:lnTo>
                  <a:pt x="310745" y="119414"/>
                </a:lnTo>
                <a:lnTo>
                  <a:pt x="311563" y="116840"/>
                </a:lnTo>
                <a:lnTo>
                  <a:pt x="313199" y="113582"/>
                </a:lnTo>
                <a:lnTo>
                  <a:pt x="314016" y="115295"/>
                </a:lnTo>
                <a:lnTo>
                  <a:pt x="314834" y="118220"/>
                </a:lnTo>
                <a:lnTo>
                  <a:pt x="315652" y="113741"/>
                </a:lnTo>
                <a:lnTo>
                  <a:pt x="317287" y="116365"/>
                </a:lnTo>
                <a:lnTo>
                  <a:pt x="321376" y="115991"/>
                </a:lnTo>
                <a:lnTo>
                  <a:pt x="322194" y="110721"/>
                </a:lnTo>
                <a:lnTo>
                  <a:pt x="323829" y="113500"/>
                </a:lnTo>
                <a:lnTo>
                  <a:pt x="324647" y="118452"/>
                </a:lnTo>
                <a:lnTo>
                  <a:pt x="326283" y="118140"/>
                </a:lnTo>
                <a:lnTo>
                  <a:pt x="331189" y="106553"/>
                </a:lnTo>
                <a:lnTo>
                  <a:pt x="334460" y="110278"/>
                </a:lnTo>
                <a:lnTo>
                  <a:pt x="336096" y="104614"/>
                </a:lnTo>
                <a:lnTo>
                  <a:pt x="337731" y="107982"/>
                </a:lnTo>
                <a:lnTo>
                  <a:pt x="346726" y="111120"/>
                </a:lnTo>
                <a:lnTo>
                  <a:pt x="350815" y="111719"/>
                </a:lnTo>
                <a:lnTo>
                  <a:pt x="352451" y="105853"/>
                </a:lnTo>
                <a:lnTo>
                  <a:pt x="354086" y="107098"/>
                </a:lnTo>
                <a:lnTo>
                  <a:pt x="356539" y="110221"/>
                </a:lnTo>
                <a:lnTo>
                  <a:pt x="357357" y="109785"/>
                </a:lnTo>
                <a:lnTo>
                  <a:pt x="359810" y="106563"/>
                </a:lnTo>
                <a:lnTo>
                  <a:pt x="360628" y="108505"/>
                </a:lnTo>
                <a:lnTo>
                  <a:pt x="361446" y="109773"/>
                </a:lnTo>
                <a:lnTo>
                  <a:pt x="362264" y="106937"/>
                </a:lnTo>
                <a:lnTo>
                  <a:pt x="364717" y="94130"/>
                </a:lnTo>
                <a:lnTo>
                  <a:pt x="365535" y="81256"/>
                </a:lnTo>
                <a:lnTo>
                  <a:pt x="367170" y="92385"/>
                </a:lnTo>
                <a:lnTo>
                  <a:pt x="370441" y="110518"/>
                </a:lnTo>
                <a:lnTo>
                  <a:pt x="371259" y="111373"/>
                </a:lnTo>
                <a:lnTo>
                  <a:pt x="372077" y="109487"/>
                </a:lnTo>
                <a:lnTo>
                  <a:pt x="374530" y="102376"/>
                </a:lnTo>
                <a:lnTo>
                  <a:pt x="375348" y="108798"/>
                </a:lnTo>
                <a:lnTo>
                  <a:pt x="388432" y="101902"/>
                </a:lnTo>
                <a:lnTo>
                  <a:pt x="389249" y="106059"/>
                </a:lnTo>
                <a:lnTo>
                  <a:pt x="390885" y="102946"/>
                </a:lnTo>
                <a:lnTo>
                  <a:pt x="398245" y="96166"/>
                </a:lnTo>
                <a:lnTo>
                  <a:pt x="399062" y="97172"/>
                </a:lnTo>
                <a:lnTo>
                  <a:pt x="400698" y="100272"/>
                </a:lnTo>
                <a:lnTo>
                  <a:pt x="401516" y="99431"/>
                </a:lnTo>
                <a:lnTo>
                  <a:pt x="405604" y="91472"/>
                </a:lnTo>
                <a:lnTo>
                  <a:pt x="406422" y="90599"/>
                </a:lnTo>
                <a:lnTo>
                  <a:pt x="407240" y="92185"/>
                </a:lnTo>
                <a:lnTo>
                  <a:pt x="413782" y="97848"/>
                </a:lnTo>
                <a:lnTo>
                  <a:pt x="425230" y="92066"/>
                </a:lnTo>
                <a:lnTo>
                  <a:pt x="429319" y="74796"/>
                </a:lnTo>
                <a:lnTo>
                  <a:pt x="430955" y="75048"/>
                </a:lnTo>
                <a:lnTo>
                  <a:pt x="431772" y="64242"/>
                </a:lnTo>
                <a:lnTo>
                  <a:pt x="433408" y="72780"/>
                </a:lnTo>
                <a:lnTo>
                  <a:pt x="441585" y="74083"/>
                </a:lnTo>
                <a:lnTo>
                  <a:pt x="442403" y="72853"/>
                </a:lnTo>
                <a:lnTo>
                  <a:pt x="444039" y="74627"/>
                </a:lnTo>
                <a:lnTo>
                  <a:pt x="446492" y="76680"/>
                </a:lnTo>
                <a:lnTo>
                  <a:pt x="448945" y="69018"/>
                </a:lnTo>
                <a:lnTo>
                  <a:pt x="449763" y="72182"/>
                </a:lnTo>
                <a:lnTo>
                  <a:pt x="453852" y="81357"/>
                </a:lnTo>
                <a:lnTo>
                  <a:pt x="455487" y="73972"/>
                </a:lnTo>
                <a:lnTo>
                  <a:pt x="456305" y="70042"/>
                </a:lnTo>
                <a:lnTo>
                  <a:pt x="457123" y="77000"/>
                </a:lnTo>
                <a:lnTo>
                  <a:pt x="457940" y="80870"/>
                </a:lnTo>
                <a:lnTo>
                  <a:pt x="459576" y="77343"/>
                </a:lnTo>
                <a:lnTo>
                  <a:pt x="460394" y="74577"/>
                </a:lnTo>
                <a:lnTo>
                  <a:pt x="462029" y="76785"/>
                </a:lnTo>
                <a:lnTo>
                  <a:pt x="463665" y="81128"/>
                </a:lnTo>
                <a:lnTo>
                  <a:pt x="465300" y="77437"/>
                </a:lnTo>
                <a:lnTo>
                  <a:pt x="480837" y="76008"/>
                </a:lnTo>
                <a:lnTo>
                  <a:pt x="481655" y="78497"/>
                </a:lnTo>
                <a:lnTo>
                  <a:pt x="483291" y="76658"/>
                </a:lnTo>
                <a:lnTo>
                  <a:pt x="486562" y="65636"/>
                </a:lnTo>
                <a:lnTo>
                  <a:pt x="489015" y="67731"/>
                </a:lnTo>
                <a:lnTo>
                  <a:pt x="495557" y="76956"/>
                </a:lnTo>
                <a:lnTo>
                  <a:pt x="499646" y="81022"/>
                </a:lnTo>
                <a:lnTo>
                  <a:pt x="500463" y="75041"/>
                </a:lnTo>
                <a:lnTo>
                  <a:pt x="502099" y="78542"/>
                </a:lnTo>
                <a:lnTo>
                  <a:pt x="507823" y="91009"/>
                </a:lnTo>
                <a:lnTo>
                  <a:pt x="508641" y="89591"/>
                </a:lnTo>
                <a:lnTo>
                  <a:pt x="510276" y="73628"/>
                </a:lnTo>
                <a:lnTo>
                  <a:pt x="511912" y="73756"/>
                </a:lnTo>
                <a:lnTo>
                  <a:pt x="513547" y="67507"/>
                </a:lnTo>
                <a:lnTo>
                  <a:pt x="515183" y="69327"/>
                </a:lnTo>
                <a:lnTo>
                  <a:pt x="518454" y="81774"/>
                </a:lnTo>
                <a:lnTo>
                  <a:pt x="520089" y="78990"/>
                </a:lnTo>
                <a:lnTo>
                  <a:pt x="520907" y="79665"/>
                </a:lnTo>
                <a:lnTo>
                  <a:pt x="521725" y="78310"/>
                </a:lnTo>
                <a:lnTo>
                  <a:pt x="524178" y="63701"/>
                </a:lnTo>
                <a:lnTo>
                  <a:pt x="526631" y="69301"/>
                </a:lnTo>
                <a:lnTo>
                  <a:pt x="530720" y="77771"/>
                </a:lnTo>
                <a:lnTo>
                  <a:pt x="531538" y="76980"/>
                </a:lnTo>
                <a:lnTo>
                  <a:pt x="538898" y="67870"/>
                </a:lnTo>
                <a:lnTo>
                  <a:pt x="540533" y="72272"/>
                </a:lnTo>
                <a:lnTo>
                  <a:pt x="541351" y="68348"/>
                </a:lnTo>
                <a:lnTo>
                  <a:pt x="543804" y="63534"/>
                </a:lnTo>
                <a:lnTo>
                  <a:pt x="544622" y="66998"/>
                </a:lnTo>
                <a:lnTo>
                  <a:pt x="545440" y="67435"/>
                </a:lnTo>
                <a:lnTo>
                  <a:pt x="547075" y="60575"/>
                </a:lnTo>
                <a:lnTo>
                  <a:pt x="547893" y="64858"/>
                </a:lnTo>
                <a:lnTo>
                  <a:pt x="557706" y="84801"/>
                </a:lnTo>
                <a:lnTo>
                  <a:pt x="561795" y="66606"/>
                </a:lnTo>
                <a:lnTo>
                  <a:pt x="562612" y="69797"/>
                </a:lnTo>
                <a:lnTo>
                  <a:pt x="564248" y="75218"/>
                </a:lnTo>
                <a:lnTo>
                  <a:pt x="565066" y="68956"/>
                </a:lnTo>
                <a:lnTo>
                  <a:pt x="566701" y="58433"/>
                </a:lnTo>
                <a:lnTo>
                  <a:pt x="568337" y="66525"/>
                </a:lnTo>
                <a:lnTo>
                  <a:pt x="573243" y="66399"/>
                </a:lnTo>
                <a:lnTo>
                  <a:pt x="583056" y="63984"/>
                </a:lnTo>
                <a:lnTo>
                  <a:pt x="591234" y="80166"/>
                </a:lnTo>
                <a:lnTo>
                  <a:pt x="592051" y="77572"/>
                </a:lnTo>
                <a:lnTo>
                  <a:pt x="592869" y="75655"/>
                </a:lnTo>
                <a:lnTo>
                  <a:pt x="594505" y="76810"/>
                </a:lnTo>
                <a:lnTo>
                  <a:pt x="595322" y="78397"/>
                </a:lnTo>
                <a:lnTo>
                  <a:pt x="596140" y="74552"/>
                </a:lnTo>
                <a:lnTo>
                  <a:pt x="596958" y="75558"/>
                </a:lnTo>
                <a:lnTo>
                  <a:pt x="599411" y="74622"/>
                </a:lnTo>
                <a:lnTo>
                  <a:pt x="601047" y="73001"/>
                </a:lnTo>
                <a:lnTo>
                  <a:pt x="601864" y="74859"/>
                </a:lnTo>
                <a:lnTo>
                  <a:pt x="614131" y="82693"/>
                </a:lnTo>
                <a:lnTo>
                  <a:pt x="616584" y="94156"/>
                </a:lnTo>
                <a:lnTo>
                  <a:pt x="617402" y="85377"/>
                </a:lnTo>
                <a:lnTo>
                  <a:pt x="618219" y="84883"/>
                </a:lnTo>
                <a:lnTo>
                  <a:pt x="619037" y="87681"/>
                </a:lnTo>
                <a:lnTo>
                  <a:pt x="619855" y="89849"/>
                </a:lnTo>
                <a:lnTo>
                  <a:pt x="622308" y="87844"/>
                </a:lnTo>
                <a:lnTo>
                  <a:pt x="623126" y="86900"/>
                </a:lnTo>
                <a:lnTo>
                  <a:pt x="623944" y="88528"/>
                </a:lnTo>
                <a:lnTo>
                  <a:pt x="626397" y="93417"/>
                </a:lnTo>
                <a:lnTo>
                  <a:pt x="627215" y="91334"/>
                </a:lnTo>
                <a:lnTo>
                  <a:pt x="628032" y="91242"/>
                </a:lnTo>
                <a:lnTo>
                  <a:pt x="632121" y="94874"/>
                </a:lnTo>
                <a:lnTo>
                  <a:pt x="635392" y="96977"/>
                </a:lnTo>
                <a:lnTo>
                  <a:pt x="636210" y="94494"/>
                </a:lnTo>
                <a:lnTo>
                  <a:pt x="637845" y="97961"/>
                </a:lnTo>
                <a:lnTo>
                  <a:pt x="641934" y="104045"/>
                </a:lnTo>
                <a:lnTo>
                  <a:pt x="642752" y="101586"/>
                </a:lnTo>
                <a:lnTo>
                  <a:pt x="646841" y="92728"/>
                </a:lnTo>
                <a:lnTo>
                  <a:pt x="652565" y="111855"/>
                </a:lnTo>
                <a:lnTo>
                  <a:pt x="656654" y="107234"/>
                </a:lnTo>
                <a:lnTo>
                  <a:pt x="660742" y="114677"/>
                </a:lnTo>
                <a:lnTo>
                  <a:pt x="661560" y="110799"/>
                </a:lnTo>
                <a:lnTo>
                  <a:pt x="662378" y="105846"/>
                </a:lnTo>
                <a:lnTo>
                  <a:pt x="664831" y="108070"/>
                </a:lnTo>
                <a:lnTo>
                  <a:pt x="666467" y="110083"/>
                </a:lnTo>
                <a:lnTo>
                  <a:pt x="668102" y="113320"/>
                </a:lnTo>
                <a:lnTo>
                  <a:pt x="669738" y="111067"/>
                </a:lnTo>
                <a:lnTo>
                  <a:pt x="670555" y="106135"/>
                </a:lnTo>
                <a:lnTo>
                  <a:pt x="673009" y="108506"/>
                </a:lnTo>
                <a:lnTo>
                  <a:pt x="674644" y="108081"/>
                </a:lnTo>
                <a:lnTo>
                  <a:pt x="677915" y="112398"/>
                </a:lnTo>
                <a:lnTo>
                  <a:pt x="679551" y="107401"/>
                </a:lnTo>
                <a:lnTo>
                  <a:pt x="681186" y="110933"/>
                </a:lnTo>
                <a:lnTo>
                  <a:pt x="688546" y="126771"/>
                </a:lnTo>
                <a:lnTo>
                  <a:pt x="689364" y="123733"/>
                </a:lnTo>
                <a:lnTo>
                  <a:pt x="690999" y="119539"/>
                </a:lnTo>
                <a:lnTo>
                  <a:pt x="692635" y="122758"/>
                </a:lnTo>
                <a:lnTo>
                  <a:pt x="693453" y="124954"/>
                </a:lnTo>
                <a:lnTo>
                  <a:pt x="695088" y="120764"/>
                </a:lnTo>
                <a:lnTo>
                  <a:pt x="696724" y="114612"/>
                </a:lnTo>
                <a:lnTo>
                  <a:pt x="698359" y="118215"/>
                </a:lnTo>
                <a:lnTo>
                  <a:pt x="700812" y="131745"/>
                </a:lnTo>
                <a:lnTo>
                  <a:pt x="701630" y="129992"/>
                </a:lnTo>
                <a:lnTo>
                  <a:pt x="704901" y="117292"/>
                </a:lnTo>
                <a:lnTo>
                  <a:pt x="708172" y="140581"/>
                </a:lnTo>
                <a:lnTo>
                  <a:pt x="708990" y="134651"/>
                </a:lnTo>
                <a:lnTo>
                  <a:pt x="712261" y="122999"/>
                </a:lnTo>
                <a:lnTo>
                  <a:pt x="713078" y="123607"/>
                </a:lnTo>
                <a:lnTo>
                  <a:pt x="715532" y="132462"/>
                </a:lnTo>
                <a:lnTo>
                  <a:pt x="717167" y="126744"/>
                </a:lnTo>
                <a:lnTo>
                  <a:pt x="720438" y="130693"/>
                </a:lnTo>
                <a:lnTo>
                  <a:pt x="724527" y="152078"/>
                </a:lnTo>
                <a:lnTo>
                  <a:pt x="725345" y="151087"/>
                </a:lnTo>
                <a:lnTo>
                  <a:pt x="726162" y="147931"/>
                </a:lnTo>
                <a:lnTo>
                  <a:pt x="726980" y="152648"/>
                </a:lnTo>
                <a:lnTo>
                  <a:pt x="727798" y="152432"/>
                </a:lnTo>
                <a:lnTo>
                  <a:pt x="730251" y="149029"/>
                </a:lnTo>
                <a:lnTo>
                  <a:pt x="731887" y="152627"/>
                </a:lnTo>
                <a:lnTo>
                  <a:pt x="735158" y="159623"/>
                </a:lnTo>
                <a:lnTo>
                  <a:pt x="736793" y="147122"/>
                </a:lnTo>
                <a:lnTo>
                  <a:pt x="737611" y="165632"/>
                </a:lnTo>
                <a:lnTo>
                  <a:pt x="740064" y="153120"/>
                </a:lnTo>
                <a:lnTo>
                  <a:pt x="741700" y="159520"/>
                </a:lnTo>
                <a:lnTo>
                  <a:pt x="744971" y="160881"/>
                </a:lnTo>
                <a:lnTo>
                  <a:pt x="752330" y="178223"/>
                </a:lnTo>
                <a:lnTo>
                  <a:pt x="753966" y="186519"/>
                </a:lnTo>
                <a:lnTo>
                  <a:pt x="754784" y="184051"/>
                </a:lnTo>
                <a:lnTo>
                  <a:pt x="755601" y="178042"/>
                </a:lnTo>
                <a:lnTo>
                  <a:pt x="757237" y="181676"/>
                </a:lnTo>
                <a:lnTo>
                  <a:pt x="762144" y="197479"/>
                </a:lnTo>
                <a:lnTo>
                  <a:pt x="762961" y="190689"/>
                </a:lnTo>
                <a:lnTo>
                  <a:pt x="764597" y="186394"/>
                </a:lnTo>
                <a:lnTo>
                  <a:pt x="765415" y="191367"/>
                </a:lnTo>
                <a:lnTo>
                  <a:pt x="771139" y="204825"/>
                </a:lnTo>
                <a:lnTo>
                  <a:pt x="782587" y="231048"/>
                </a:lnTo>
                <a:lnTo>
                  <a:pt x="786676" y="241829"/>
                </a:lnTo>
                <a:lnTo>
                  <a:pt x="787494" y="241398"/>
                </a:lnTo>
                <a:lnTo>
                  <a:pt x="792400" y="234885"/>
                </a:lnTo>
                <a:lnTo>
                  <a:pt x="805484" y="208722"/>
                </a:lnTo>
                <a:lnTo>
                  <a:pt x="806302" y="209141"/>
                </a:lnTo>
                <a:lnTo>
                  <a:pt x="815297" y="183719"/>
                </a:lnTo>
                <a:lnTo>
                  <a:pt x="816933" y="177001"/>
                </a:lnTo>
                <a:lnTo>
                  <a:pt x="821839" y="153381"/>
                </a:lnTo>
                <a:lnTo>
                  <a:pt x="840647" y="78725"/>
                </a:lnTo>
                <a:lnTo>
                  <a:pt x="844736" y="70199"/>
                </a:lnTo>
                <a:lnTo>
                  <a:pt x="851278" y="42522"/>
                </a:lnTo>
                <a:lnTo>
                  <a:pt x="853732" y="46378"/>
                </a:lnTo>
                <a:lnTo>
                  <a:pt x="855367" y="54670"/>
                </a:lnTo>
                <a:lnTo>
                  <a:pt x="857003" y="54206"/>
                </a:lnTo>
                <a:lnTo>
                  <a:pt x="861091" y="49888"/>
                </a:lnTo>
                <a:lnTo>
                  <a:pt x="861909" y="50820"/>
                </a:lnTo>
                <a:lnTo>
                  <a:pt x="867633" y="58248"/>
                </a:lnTo>
                <a:lnTo>
                  <a:pt x="868451" y="57454"/>
                </a:lnTo>
                <a:lnTo>
                  <a:pt x="870904" y="52690"/>
                </a:lnTo>
                <a:lnTo>
                  <a:pt x="871722" y="59386"/>
                </a:lnTo>
                <a:lnTo>
                  <a:pt x="873357" y="53111"/>
                </a:lnTo>
                <a:lnTo>
                  <a:pt x="874993" y="53752"/>
                </a:lnTo>
                <a:lnTo>
                  <a:pt x="876628" y="58539"/>
                </a:lnTo>
                <a:lnTo>
                  <a:pt x="878264" y="54145"/>
                </a:lnTo>
                <a:lnTo>
                  <a:pt x="879082" y="54837"/>
                </a:lnTo>
                <a:lnTo>
                  <a:pt x="879899" y="49173"/>
                </a:lnTo>
                <a:lnTo>
                  <a:pt x="880717" y="54203"/>
                </a:lnTo>
                <a:lnTo>
                  <a:pt x="883988" y="61629"/>
                </a:lnTo>
                <a:lnTo>
                  <a:pt x="887259" y="61083"/>
                </a:lnTo>
                <a:lnTo>
                  <a:pt x="889712" y="63847"/>
                </a:lnTo>
                <a:lnTo>
                  <a:pt x="891348" y="62298"/>
                </a:lnTo>
                <a:lnTo>
                  <a:pt x="903614" y="45992"/>
                </a:lnTo>
                <a:lnTo>
                  <a:pt x="909338" y="50559"/>
                </a:lnTo>
                <a:lnTo>
                  <a:pt x="910974" y="41107"/>
                </a:lnTo>
                <a:lnTo>
                  <a:pt x="912609" y="48241"/>
                </a:lnTo>
                <a:lnTo>
                  <a:pt x="916698" y="67215"/>
                </a:lnTo>
                <a:lnTo>
                  <a:pt x="917516" y="64441"/>
                </a:lnTo>
                <a:lnTo>
                  <a:pt x="924058" y="55179"/>
                </a:lnTo>
                <a:lnTo>
                  <a:pt x="926511" y="52297"/>
                </a:lnTo>
                <a:lnTo>
                  <a:pt x="927329" y="59621"/>
                </a:lnTo>
                <a:lnTo>
                  <a:pt x="933053" y="46989"/>
                </a:lnTo>
                <a:lnTo>
                  <a:pt x="937960" y="38549"/>
                </a:lnTo>
                <a:lnTo>
                  <a:pt x="942049" y="36839"/>
                </a:lnTo>
                <a:lnTo>
                  <a:pt x="943684" y="30262"/>
                </a:lnTo>
                <a:lnTo>
                  <a:pt x="945320" y="32765"/>
                </a:lnTo>
                <a:lnTo>
                  <a:pt x="951044" y="29887"/>
                </a:lnTo>
                <a:lnTo>
                  <a:pt x="955950" y="23888"/>
                </a:lnTo>
                <a:lnTo>
                  <a:pt x="956768" y="26536"/>
                </a:lnTo>
                <a:lnTo>
                  <a:pt x="958403" y="22244"/>
                </a:lnTo>
                <a:lnTo>
                  <a:pt x="963310" y="11191"/>
                </a:lnTo>
                <a:lnTo>
                  <a:pt x="969852" y="2329"/>
                </a:lnTo>
                <a:lnTo>
                  <a:pt x="972305" y="0"/>
                </a:lnTo>
                <a:lnTo>
                  <a:pt x="973123" y="1517"/>
                </a:lnTo>
                <a:lnTo>
                  <a:pt x="974758" y="6725"/>
                </a:lnTo>
                <a:lnTo>
                  <a:pt x="976394" y="3041"/>
                </a:lnTo>
                <a:lnTo>
                  <a:pt x="977212" y="1468"/>
                </a:lnTo>
                <a:lnTo>
                  <a:pt x="978029" y="3094"/>
                </a:lnTo>
                <a:lnTo>
                  <a:pt x="981300" y="6508"/>
                </a:lnTo>
                <a:lnTo>
                  <a:pt x="982118" y="6000"/>
                </a:lnTo>
                <a:lnTo>
                  <a:pt x="987842" y="11536"/>
                </a:lnTo>
                <a:lnTo>
                  <a:pt x="988660" y="15223"/>
                </a:lnTo>
                <a:lnTo>
                  <a:pt x="990296" y="12931"/>
                </a:lnTo>
                <a:lnTo>
                  <a:pt x="991931" y="8804"/>
                </a:lnTo>
                <a:lnTo>
                  <a:pt x="992749" y="10850"/>
                </a:lnTo>
                <a:lnTo>
                  <a:pt x="998473" y="27871"/>
                </a:lnTo>
                <a:lnTo>
                  <a:pt x="1000109" y="24430"/>
                </a:lnTo>
                <a:lnTo>
                  <a:pt x="1003380" y="20458"/>
                </a:lnTo>
                <a:lnTo>
                  <a:pt x="1006651" y="22487"/>
                </a:lnTo>
                <a:lnTo>
                  <a:pt x="1008286" y="19145"/>
                </a:lnTo>
                <a:lnTo>
                  <a:pt x="1009922" y="20012"/>
                </a:lnTo>
                <a:lnTo>
                  <a:pt x="1010739" y="21558"/>
                </a:lnTo>
                <a:lnTo>
                  <a:pt x="1011557" y="16406"/>
                </a:lnTo>
                <a:lnTo>
                  <a:pt x="1013193" y="20837"/>
                </a:lnTo>
                <a:lnTo>
                  <a:pt x="1015646" y="24062"/>
                </a:lnTo>
                <a:lnTo>
                  <a:pt x="1016464" y="22226"/>
                </a:lnTo>
                <a:lnTo>
                  <a:pt x="1018099" y="18643"/>
                </a:lnTo>
                <a:lnTo>
                  <a:pt x="1018917" y="22645"/>
                </a:lnTo>
                <a:lnTo>
                  <a:pt x="1022188" y="26037"/>
                </a:lnTo>
                <a:lnTo>
                  <a:pt x="1028730" y="33571"/>
                </a:lnTo>
                <a:lnTo>
                  <a:pt x="1033637" y="34506"/>
                </a:lnTo>
                <a:lnTo>
                  <a:pt x="1034454" y="33612"/>
                </a:lnTo>
                <a:lnTo>
                  <a:pt x="1036090" y="35402"/>
                </a:lnTo>
                <a:lnTo>
                  <a:pt x="1038543" y="38342"/>
                </a:lnTo>
                <a:lnTo>
                  <a:pt x="1039361" y="36682"/>
                </a:lnTo>
                <a:lnTo>
                  <a:pt x="1040178" y="35837"/>
                </a:lnTo>
                <a:lnTo>
                  <a:pt x="1040996" y="39165"/>
                </a:lnTo>
                <a:lnTo>
                  <a:pt x="1042632" y="40902"/>
                </a:lnTo>
                <a:lnTo>
                  <a:pt x="1043449" y="39234"/>
                </a:lnTo>
                <a:lnTo>
                  <a:pt x="1047538" y="36665"/>
                </a:lnTo>
                <a:lnTo>
                  <a:pt x="1049174" y="39143"/>
                </a:lnTo>
                <a:lnTo>
                  <a:pt x="1050809" y="37492"/>
                </a:lnTo>
                <a:lnTo>
                  <a:pt x="1051627" y="35558"/>
                </a:lnTo>
                <a:lnTo>
                  <a:pt x="1054080" y="36825"/>
                </a:lnTo>
                <a:lnTo>
                  <a:pt x="1058987" y="43067"/>
                </a:lnTo>
                <a:lnTo>
                  <a:pt x="1059804" y="39408"/>
                </a:lnTo>
                <a:lnTo>
                  <a:pt x="1062258" y="41102"/>
                </a:lnTo>
                <a:lnTo>
                  <a:pt x="1067164" y="38381"/>
                </a:lnTo>
                <a:lnTo>
                  <a:pt x="1070435" y="36092"/>
                </a:lnTo>
                <a:lnTo>
                  <a:pt x="1074524" y="32223"/>
                </a:lnTo>
                <a:lnTo>
                  <a:pt x="1080248" y="36157"/>
                </a:lnTo>
                <a:lnTo>
                  <a:pt x="1081066" y="35274"/>
                </a:lnTo>
                <a:lnTo>
                  <a:pt x="1081884" y="37283"/>
                </a:lnTo>
                <a:lnTo>
                  <a:pt x="1083519" y="42195"/>
                </a:lnTo>
                <a:lnTo>
                  <a:pt x="1085155" y="40298"/>
                </a:lnTo>
                <a:lnTo>
                  <a:pt x="1101510" y="17859"/>
                </a:lnTo>
                <a:lnTo>
                  <a:pt x="1105599" y="23092"/>
                </a:lnTo>
                <a:lnTo>
                  <a:pt x="1108052" y="20808"/>
                </a:lnTo>
                <a:lnTo>
                  <a:pt x="1116229" y="38724"/>
                </a:lnTo>
                <a:lnTo>
                  <a:pt x="1117865" y="41884"/>
                </a:lnTo>
                <a:lnTo>
                  <a:pt x="1122771" y="48248"/>
                </a:lnTo>
                <a:lnTo>
                  <a:pt x="1123589" y="47603"/>
                </a:lnTo>
                <a:lnTo>
                  <a:pt x="1125224" y="50252"/>
                </a:lnTo>
                <a:lnTo>
                  <a:pt x="1130949" y="58194"/>
                </a:lnTo>
                <a:lnTo>
                  <a:pt x="1131766" y="56200"/>
                </a:lnTo>
                <a:lnTo>
                  <a:pt x="1133402" y="58537"/>
                </a:lnTo>
                <a:lnTo>
                  <a:pt x="1137491" y="67521"/>
                </a:lnTo>
                <a:lnTo>
                  <a:pt x="1139126" y="61299"/>
                </a:lnTo>
                <a:lnTo>
                  <a:pt x="1139944" y="59641"/>
                </a:lnTo>
                <a:lnTo>
                  <a:pt x="1140762" y="63895"/>
                </a:lnTo>
                <a:lnTo>
                  <a:pt x="1145668" y="90111"/>
                </a:lnTo>
                <a:lnTo>
                  <a:pt x="1149757" y="102521"/>
                </a:lnTo>
                <a:lnTo>
                  <a:pt x="1150575" y="101547"/>
                </a:lnTo>
                <a:lnTo>
                  <a:pt x="1151392" y="98113"/>
                </a:lnTo>
                <a:lnTo>
                  <a:pt x="1152210" y="99727"/>
                </a:lnTo>
                <a:lnTo>
                  <a:pt x="1156299" y="117429"/>
                </a:lnTo>
                <a:lnTo>
                  <a:pt x="1157117" y="117060"/>
                </a:lnTo>
                <a:lnTo>
                  <a:pt x="1157934" y="115277"/>
                </a:lnTo>
                <a:lnTo>
                  <a:pt x="1158752" y="120331"/>
                </a:lnTo>
                <a:lnTo>
                  <a:pt x="1168565" y="140286"/>
                </a:lnTo>
                <a:lnTo>
                  <a:pt x="1169383" y="139758"/>
                </a:lnTo>
                <a:lnTo>
                  <a:pt x="1170201" y="142801"/>
                </a:lnTo>
                <a:lnTo>
                  <a:pt x="1171836" y="145331"/>
                </a:lnTo>
                <a:lnTo>
                  <a:pt x="1172654" y="143665"/>
                </a:lnTo>
                <a:lnTo>
                  <a:pt x="1173472" y="141662"/>
                </a:lnTo>
                <a:lnTo>
                  <a:pt x="1176743" y="153041"/>
                </a:lnTo>
                <a:lnTo>
                  <a:pt x="1177560" y="151955"/>
                </a:lnTo>
                <a:lnTo>
                  <a:pt x="1181649" y="152746"/>
                </a:lnTo>
                <a:lnTo>
                  <a:pt x="1185738" y="159596"/>
                </a:lnTo>
                <a:lnTo>
                  <a:pt x="1190645" y="171583"/>
                </a:lnTo>
                <a:lnTo>
                  <a:pt x="1192280" y="174656"/>
                </a:lnTo>
                <a:lnTo>
                  <a:pt x="1193916" y="176719"/>
                </a:lnTo>
                <a:lnTo>
                  <a:pt x="1195551" y="183635"/>
                </a:lnTo>
                <a:lnTo>
                  <a:pt x="1197187" y="179594"/>
                </a:lnTo>
                <a:lnTo>
                  <a:pt x="1198004" y="180025"/>
                </a:lnTo>
                <a:lnTo>
                  <a:pt x="1200458" y="197156"/>
                </a:lnTo>
                <a:lnTo>
                  <a:pt x="1202093" y="191359"/>
                </a:lnTo>
                <a:lnTo>
                  <a:pt x="1202911" y="190164"/>
                </a:lnTo>
                <a:lnTo>
                  <a:pt x="1203729" y="190782"/>
                </a:lnTo>
                <a:lnTo>
                  <a:pt x="1206182" y="201411"/>
                </a:lnTo>
                <a:lnTo>
                  <a:pt x="1207817" y="198693"/>
                </a:lnTo>
                <a:lnTo>
                  <a:pt x="1210270" y="198717"/>
                </a:lnTo>
                <a:lnTo>
                  <a:pt x="1211906" y="203983"/>
                </a:lnTo>
                <a:lnTo>
                  <a:pt x="1213541" y="201080"/>
                </a:lnTo>
                <a:lnTo>
                  <a:pt x="1219266" y="195214"/>
                </a:lnTo>
                <a:lnTo>
                  <a:pt x="1220083" y="195994"/>
                </a:lnTo>
                <a:lnTo>
                  <a:pt x="1220901" y="192603"/>
                </a:lnTo>
                <a:lnTo>
                  <a:pt x="1222537" y="187769"/>
                </a:lnTo>
                <a:lnTo>
                  <a:pt x="1224172" y="189921"/>
                </a:lnTo>
                <a:lnTo>
                  <a:pt x="1225808" y="195329"/>
                </a:lnTo>
                <a:lnTo>
                  <a:pt x="1227443" y="191773"/>
                </a:lnTo>
                <a:lnTo>
                  <a:pt x="1235621" y="175181"/>
                </a:lnTo>
                <a:lnTo>
                  <a:pt x="1236438" y="180245"/>
                </a:lnTo>
                <a:lnTo>
                  <a:pt x="1237256" y="183367"/>
                </a:lnTo>
                <a:lnTo>
                  <a:pt x="1238892" y="178080"/>
                </a:lnTo>
                <a:lnTo>
                  <a:pt x="1241345" y="166529"/>
                </a:lnTo>
                <a:lnTo>
                  <a:pt x="1242980" y="174970"/>
                </a:lnTo>
                <a:lnTo>
                  <a:pt x="1244616" y="178555"/>
                </a:lnTo>
                <a:lnTo>
                  <a:pt x="1245434" y="173844"/>
                </a:lnTo>
                <a:lnTo>
                  <a:pt x="1247069" y="163402"/>
                </a:lnTo>
                <a:lnTo>
                  <a:pt x="1248705" y="171846"/>
                </a:lnTo>
                <a:lnTo>
                  <a:pt x="1251158" y="182152"/>
                </a:lnTo>
                <a:lnTo>
                  <a:pt x="1251976" y="180919"/>
                </a:lnTo>
                <a:lnTo>
                  <a:pt x="1254429" y="164870"/>
                </a:lnTo>
                <a:lnTo>
                  <a:pt x="1256064" y="170170"/>
                </a:lnTo>
                <a:lnTo>
                  <a:pt x="1256882" y="173243"/>
                </a:lnTo>
                <a:lnTo>
                  <a:pt x="1258518" y="168237"/>
                </a:lnTo>
                <a:lnTo>
                  <a:pt x="1260971" y="173850"/>
                </a:lnTo>
                <a:lnTo>
                  <a:pt x="1262606" y="171583"/>
                </a:lnTo>
                <a:lnTo>
                  <a:pt x="1266695" y="150785"/>
                </a:lnTo>
                <a:lnTo>
                  <a:pt x="1267513" y="156650"/>
                </a:lnTo>
                <a:lnTo>
                  <a:pt x="1270784" y="170571"/>
                </a:lnTo>
                <a:lnTo>
                  <a:pt x="1271602" y="166550"/>
                </a:lnTo>
                <a:lnTo>
                  <a:pt x="1272420" y="164550"/>
                </a:lnTo>
                <a:lnTo>
                  <a:pt x="1273237" y="168223"/>
                </a:lnTo>
                <a:lnTo>
                  <a:pt x="1275691" y="181569"/>
                </a:lnTo>
                <a:lnTo>
                  <a:pt x="1278144" y="190492"/>
                </a:lnTo>
                <a:lnTo>
                  <a:pt x="1278962" y="185251"/>
                </a:lnTo>
                <a:lnTo>
                  <a:pt x="1280597" y="175169"/>
                </a:lnTo>
                <a:lnTo>
                  <a:pt x="1282233" y="177280"/>
                </a:lnTo>
                <a:lnTo>
                  <a:pt x="1287957" y="198104"/>
                </a:lnTo>
                <a:lnTo>
                  <a:pt x="1292045" y="199112"/>
                </a:lnTo>
                <a:lnTo>
                  <a:pt x="1301041" y="223603"/>
                </a:lnTo>
                <a:lnTo>
                  <a:pt x="1302676" y="222120"/>
                </a:lnTo>
                <a:lnTo>
                  <a:pt x="1308400" y="246870"/>
                </a:lnTo>
                <a:lnTo>
                  <a:pt x="1309218" y="245987"/>
                </a:lnTo>
                <a:lnTo>
                  <a:pt x="1312489" y="235673"/>
                </a:lnTo>
                <a:lnTo>
                  <a:pt x="1315760" y="258366"/>
                </a:lnTo>
                <a:lnTo>
                  <a:pt x="1317396" y="256637"/>
                </a:lnTo>
                <a:lnTo>
                  <a:pt x="1319031" y="254938"/>
                </a:lnTo>
                <a:lnTo>
                  <a:pt x="1323938" y="276279"/>
                </a:lnTo>
                <a:lnTo>
                  <a:pt x="1325573" y="272409"/>
                </a:lnTo>
                <a:lnTo>
                  <a:pt x="1326391" y="272129"/>
                </a:lnTo>
                <a:lnTo>
                  <a:pt x="1332115" y="300423"/>
                </a:lnTo>
                <a:lnTo>
                  <a:pt x="1333751" y="292629"/>
                </a:lnTo>
                <a:lnTo>
                  <a:pt x="1335386" y="284626"/>
                </a:lnTo>
                <a:lnTo>
                  <a:pt x="1336204" y="287781"/>
                </a:lnTo>
                <a:lnTo>
                  <a:pt x="1341928" y="302615"/>
                </a:lnTo>
                <a:lnTo>
                  <a:pt x="1342746" y="301972"/>
                </a:lnTo>
                <a:lnTo>
                  <a:pt x="1345199" y="315170"/>
                </a:lnTo>
                <a:lnTo>
                  <a:pt x="1347653" y="313448"/>
                </a:lnTo>
                <a:lnTo>
                  <a:pt x="1350924" y="310735"/>
                </a:lnTo>
                <a:lnTo>
                  <a:pt x="1353377" y="320053"/>
                </a:lnTo>
                <a:lnTo>
                  <a:pt x="1355012" y="319470"/>
                </a:lnTo>
                <a:lnTo>
                  <a:pt x="1355830" y="319297"/>
                </a:lnTo>
                <a:lnTo>
                  <a:pt x="1359919" y="324578"/>
                </a:lnTo>
                <a:lnTo>
                  <a:pt x="1362372" y="329435"/>
                </a:lnTo>
                <a:lnTo>
                  <a:pt x="1367279" y="335472"/>
                </a:lnTo>
                <a:lnTo>
                  <a:pt x="1371367" y="344775"/>
                </a:lnTo>
                <a:lnTo>
                  <a:pt x="1372185" y="343877"/>
                </a:lnTo>
                <a:lnTo>
                  <a:pt x="1373003" y="345339"/>
                </a:lnTo>
                <a:lnTo>
                  <a:pt x="1378727" y="359705"/>
                </a:lnTo>
                <a:lnTo>
                  <a:pt x="1381998" y="361671"/>
                </a:lnTo>
                <a:lnTo>
                  <a:pt x="1391811" y="377202"/>
                </a:lnTo>
                <a:lnTo>
                  <a:pt x="1392629" y="374924"/>
                </a:lnTo>
                <a:lnTo>
                  <a:pt x="1394264" y="379318"/>
                </a:lnTo>
                <a:lnTo>
                  <a:pt x="1429428" y="433832"/>
                </a:lnTo>
                <a:lnTo>
                  <a:pt x="1431063" y="430574"/>
                </a:lnTo>
                <a:lnTo>
                  <a:pt x="1432699" y="433300"/>
                </a:lnTo>
                <a:lnTo>
                  <a:pt x="1444965" y="454029"/>
                </a:lnTo>
                <a:lnTo>
                  <a:pt x="1445783" y="460348"/>
                </a:lnTo>
                <a:lnTo>
                  <a:pt x="1448236" y="459590"/>
                </a:lnTo>
                <a:lnTo>
                  <a:pt x="1455596" y="460442"/>
                </a:lnTo>
                <a:lnTo>
                  <a:pt x="1458867" y="465013"/>
                </a:lnTo>
                <a:lnTo>
                  <a:pt x="1462955" y="458904"/>
                </a:lnTo>
                <a:lnTo>
                  <a:pt x="1464591" y="460642"/>
                </a:lnTo>
                <a:lnTo>
                  <a:pt x="1466226" y="462965"/>
                </a:lnTo>
                <a:lnTo>
                  <a:pt x="1471133" y="470879"/>
                </a:lnTo>
                <a:lnTo>
                  <a:pt x="1471950" y="467277"/>
                </a:lnTo>
                <a:lnTo>
                  <a:pt x="1473586" y="472914"/>
                </a:lnTo>
                <a:lnTo>
                  <a:pt x="1476039" y="472249"/>
                </a:lnTo>
                <a:lnTo>
                  <a:pt x="1476857" y="476538"/>
                </a:lnTo>
                <a:lnTo>
                  <a:pt x="1477675" y="471030"/>
                </a:lnTo>
                <a:lnTo>
                  <a:pt x="1479310" y="478283"/>
                </a:lnTo>
                <a:lnTo>
                  <a:pt x="1480128" y="478684"/>
                </a:lnTo>
                <a:lnTo>
                  <a:pt x="1484217" y="485779"/>
                </a:lnTo>
                <a:lnTo>
                  <a:pt x="1485034" y="483014"/>
                </a:lnTo>
                <a:lnTo>
                  <a:pt x="1486670" y="484072"/>
                </a:lnTo>
                <a:lnTo>
                  <a:pt x="1490759" y="494143"/>
                </a:lnTo>
                <a:lnTo>
                  <a:pt x="1491576" y="492783"/>
                </a:lnTo>
                <a:lnTo>
                  <a:pt x="1492394" y="494560"/>
                </a:lnTo>
                <a:lnTo>
                  <a:pt x="1494847" y="493268"/>
                </a:lnTo>
                <a:lnTo>
                  <a:pt x="1498936" y="504359"/>
                </a:lnTo>
                <a:lnTo>
                  <a:pt x="1500572" y="499556"/>
                </a:lnTo>
                <a:lnTo>
                  <a:pt x="1502207" y="500051"/>
                </a:lnTo>
                <a:lnTo>
                  <a:pt x="1503843" y="497871"/>
                </a:lnTo>
                <a:lnTo>
                  <a:pt x="1505478" y="501424"/>
                </a:lnTo>
                <a:lnTo>
                  <a:pt x="1506296" y="500005"/>
                </a:lnTo>
                <a:lnTo>
                  <a:pt x="1507114" y="503230"/>
                </a:lnTo>
                <a:lnTo>
                  <a:pt x="1507931" y="502570"/>
                </a:lnTo>
                <a:lnTo>
                  <a:pt x="1512838" y="502997"/>
                </a:lnTo>
                <a:lnTo>
                  <a:pt x="1514474" y="504118"/>
                </a:lnTo>
                <a:lnTo>
                  <a:pt x="1515291" y="502350"/>
                </a:lnTo>
                <a:lnTo>
                  <a:pt x="1516927" y="497833"/>
                </a:lnTo>
                <a:lnTo>
                  <a:pt x="1517745" y="501188"/>
                </a:lnTo>
                <a:lnTo>
                  <a:pt x="1525104" y="507017"/>
                </a:lnTo>
                <a:lnTo>
                  <a:pt x="1527558" y="501021"/>
                </a:lnTo>
                <a:lnTo>
                  <a:pt x="1528375" y="503029"/>
                </a:lnTo>
                <a:lnTo>
                  <a:pt x="1530011" y="509925"/>
                </a:lnTo>
                <a:lnTo>
                  <a:pt x="1531646" y="508744"/>
                </a:lnTo>
                <a:lnTo>
                  <a:pt x="1533282" y="504942"/>
                </a:lnTo>
                <a:lnTo>
                  <a:pt x="1534100" y="506189"/>
                </a:lnTo>
                <a:lnTo>
                  <a:pt x="1535735" y="509918"/>
                </a:lnTo>
                <a:lnTo>
                  <a:pt x="1536553" y="507034"/>
                </a:lnTo>
                <a:lnTo>
                  <a:pt x="1537371" y="504707"/>
                </a:lnTo>
                <a:lnTo>
                  <a:pt x="1539006" y="508642"/>
                </a:lnTo>
                <a:lnTo>
                  <a:pt x="1540642" y="512478"/>
                </a:lnTo>
                <a:lnTo>
                  <a:pt x="1541459" y="507153"/>
                </a:lnTo>
                <a:lnTo>
                  <a:pt x="1549637" y="508166"/>
                </a:lnTo>
                <a:lnTo>
                  <a:pt x="1552090" y="509430"/>
                </a:lnTo>
                <a:lnTo>
                  <a:pt x="1552908" y="503657"/>
                </a:lnTo>
                <a:lnTo>
                  <a:pt x="1554543" y="506826"/>
                </a:lnTo>
                <a:lnTo>
                  <a:pt x="1559450" y="517585"/>
                </a:lnTo>
                <a:lnTo>
                  <a:pt x="1560267" y="515759"/>
                </a:lnTo>
                <a:lnTo>
                  <a:pt x="1561085" y="513406"/>
                </a:lnTo>
                <a:lnTo>
                  <a:pt x="1561903" y="518507"/>
                </a:lnTo>
                <a:lnTo>
                  <a:pt x="1562721" y="519594"/>
                </a:lnTo>
                <a:lnTo>
                  <a:pt x="1563538" y="515727"/>
                </a:lnTo>
                <a:lnTo>
                  <a:pt x="1564356" y="514743"/>
                </a:lnTo>
                <a:lnTo>
                  <a:pt x="1565992" y="522839"/>
                </a:lnTo>
                <a:lnTo>
                  <a:pt x="1567627" y="518846"/>
                </a:lnTo>
                <a:lnTo>
                  <a:pt x="1569263" y="513459"/>
                </a:lnTo>
                <a:lnTo>
                  <a:pt x="1571716" y="515882"/>
                </a:lnTo>
                <a:lnTo>
                  <a:pt x="1572534" y="516260"/>
                </a:lnTo>
                <a:lnTo>
                  <a:pt x="1573351" y="521679"/>
                </a:lnTo>
                <a:lnTo>
                  <a:pt x="1574987" y="514046"/>
                </a:lnTo>
                <a:lnTo>
                  <a:pt x="1578258" y="516928"/>
                </a:lnTo>
                <a:lnTo>
                  <a:pt x="1580711" y="521711"/>
                </a:lnTo>
                <a:lnTo>
                  <a:pt x="1581529" y="520343"/>
                </a:lnTo>
                <a:lnTo>
                  <a:pt x="1583982" y="521625"/>
                </a:lnTo>
                <a:lnTo>
                  <a:pt x="1587253" y="511327"/>
                </a:lnTo>
                <a:lnTo>
                  <a:pt x="1588071" y="516285"/>
                </a:lnTo>
                <a:lnTo>
                  <a:pt x="1588889" y="516014"/>
                </a:lnTo>
                <a:lnTo>
                  <a:pt x="1594613" y="502094"/>
                </a:lnTo>
                <a:lnTo>
                  <a:pt x="1595431" y="501510"/>
                </a:lnTo>
                <a:lnTo>
                  <a:pt x="1596248" y="508367"/>
                </a:lnTo>
                <a:lnTo>
                  <a:pt x="1597884" y="504577"/>
                </a:lnTo>
                <a:lnTo>
                  <a:pt x="1604426" y="494334"/>
                </a:lnTo>
                <a:lnTo>
                  <a:pt x="1608515" y="494559"/>
                </a:lnTo>
                <a:lnTo>
                  <a:pt x="1610968" y="489331"/>
                </a:lnTo>
                <a:lnTo>
                  <a:pt x="1611786" y="493779"/>
                </a:lnTo>
                <a:lnTo>
                  <a:pt x="1615875" y="490082"/>
                </a:lnTo>
                <a:lnTo>
                  <a:pt x="1616692" y="483772"/>
                </a:lnTo>
                <a:lnTo>
                  <a:pt x="1619146" y="488264"/>
                </a:lnTo>
                <a:lnTo>
                  <a:pt x="1622417" y="484242"/>
                </a:lnTo>
                <a:lnTo>
                  <a:pt x="1626505" y="482706"/>
                </a:lnTo>
                <a:lnTo>
                  <a:pt x="1627323" y="484413"/>
                </a:lnTo>
                <a:lnTo>
                  <a:pt x="1628141" y="483652"/>
                </a:lnTo>
                <a:lnTo>
                  <a:pt x="1631412" y="473918"/>
                </a:lnTo>
                <a:lnTo>
                  <a:pt x="1634683" y="480232"/>
                </a:lnTo>
                <a:lnTo>
                  <a:pt x="1635500" y="476684"/>
                </a:lnTo>
                <a:lnTo>
                  <a:pt x="1637136" y="469615"/>
                </a:lnTo>
                <a:lnTo>
                  <a:pt x="1638771" y="471667"/>
                </a:lnTo>
                <a:lnTo>
                  <a:pt x="1645313" y="470332"/>
                </a:lnTo>
                <a:lnTo>
                  <a:pt x="1646949" y="462410"/>
                </a:lnTo>
                <a:lnTo>
                  <a:pt x="1648584" y="465074"/>
                </a:lnTo>
                <a:lnTo>
                  <a:pt x="1655126" y="456358"/>
                </a:lnTo>
                <a:lnTo>
                  <a:pt x="1670664" y="438830"/>
                </a:lnTo>
                <a:lnTo>
                  <a:pt x="1674752" y="429096"/>
                </a:lnTo>
                <a:lnTo>
                  <a:pt x="1687019" y="409946"/>
                </a:lnTo>
                <a:lnTo>
                  <a:pt x="1694379" y="387465"/>
                </a:lnTo>
                <a:lnTo>
                  <a:pt x="1697650" y="384847"/>
                </a:lnTo>
                <a:lnTo>
                  <a:pt x="1703374" y="376117"/>
                </a:lnTo>
                <a:lnTo>
                  <a:pt x="1710734" y="366559"/>
                </a:lnTo>
                <a:lnTo>
                  <a:pt x="1714822" y="357671"/>
                </a:lnTo>
                <a:lnTo>
                  <a:pt x="1716458" y="357415"/>
                </a:lnTo>
                <a:lnTo>
                  <a:pt x="1720546" y="347249"/>
                </a:lnTo>
                <a:lnTo>
                  <a:pt x="1721364" y="349888"/>
                </a:lnTo>
                <a:lnTo>
                  <a:pt x="1728724" y="338026"/>
                </a:lnTo>
                <a:lnTo>
                  <a:pt x="1729542" y="338741"/>
                </a:lnTo>
                <a:lnTo>
                  <a:pt x="1730359" y="336694"/>
                </a:lnTo>
                <a:lnTo>
                  <a:pt x="1731177" y="330312"/>
                </a:lnTo>
                <a:lnTo>
                  <a:pt x="1732813" y="337150"/>
                </a:lnTo>
                <a:lnTo>
                  <a:pt x="1747532" y="309772"/>
                </a:lnTo>
                <a:lnTo>
                  <a:pt x="1749168" y="314460"/>
                </a:lnTo>
                <a:lnTo>
                  <a:pt x="1750803" y="310609"/>
                </a:lnTo>
                <a:lnTo>
                  <a:pt x="1754074" y="303831"/>
                </a:lnTo>
                <a:lnTo>
                  <a:pt x="1754892" y="307681"/>
                </a:lnTo>
                <a:lnTo>
                  <a:pt x="1756527" y="310840"/>
                </a:lnTo>
                <a:lnTo>
                  <a:pt x="1757345" y="310256"/>
                </a:lnTo>
                <a:lnTo>
                  <a:pt x="1761434" y="305122"/>
                </a:lnTo>
                <a:lnTo>
                  <a:pt x="1764705" y="306676"/>
                </a:lnTo>
                <a:lnTo>
                  <a:pt x="1805592" y="181981"/>
                </a:lnTo>
                <a:lnTo>
                  <a:pt x="1812134" y="172278"/>
                </a:lnTo>
                <a:lnTo>
                  <a:pt x="1817041" y="165520"/>
                </a:lnTo>
                <a:lnTo>
                  <a:pt x="1818676" y="167956"/>
                </a:lnTo>
                <a:lnTo>
                  <a:pt x="1820312" y="166445"/>
                </a:lnTo>
                <a:lnTo>
                  <a:pt x="1825218" y="165158"/>
                </a:lnTo>
                <a:lnTo>
                  <a:pt x="1834214" y="154976"/>
                </a:lnTo>
                <a:lnTo>
                  <a:pt x="1837485" y="147518"/>
                </a:lnTo>
                <a:lnTo>
                  <a:pt x="1845662" y="132417"/>
                </a:lnTo>
                <a:lnTo>
                  <a:pt x="1847298" y="138314"/>
                </a:lnTo>
                <a:lnTo>
                  <a:pt x="1848933" y="135433"/>
                </a:lnTo>
                <a:lnTo>
                  <a:pt x="1895545" y="54065"/>
                </a:lnTo>
                <a:lnTo>
                  <a:pt x="1897180" y="57120"/>
                </a:lnTo>
                <a:lnTo>
                  <a:pt x="1897998" y="53532"/>
                </a:lnTo>
                <a:lnTo>
                  <a:pt x="1902087" y="46860"/>
                </a:lnTo>
                <a:lnTo>
                  <a:pt x="1904540" y="46311"/>
                </a:lnTo>
                <a:lnTo>
                  <a:pt x="1908629" y="41281"/>
                </a:lnTo>
                <a:lnTo>
                  <a:pt x="1910264" y="42531"/>
                </a:lnTo>
                <a:lnTo>
                  <a:pt x="1911900" y="38766"/>
                </a:lnTo>
                <a:lnTo>
                  <a:pt x="1913535" y="39714"/>
                </a:lnTo>
                <a:lnTo>
                  <a:pt x="1915989" y="32396"/>
                </a:lnTo>
                <a:lnTo>
                  <a:pt x="1917624" y="36655"/>
                </a:lnTo>
                <a:lnTo>
                  <a:pt x="1918442" y="37912"/>
                </a:lnTo>
                <a:lnTo>
                  <a:pt x="1919260" y="35974"/>
                </a:lnTo>
                <a:lnTo>
                  <a:pt x="1923348" y="32047"/>
                </a:lnTo>
                <a:lnTo>
                  <a:pt x="1924166" y="32700"/>
                </a:lnTo>
                <a:lnTo>
                  <a:pt x="1924984" y="32697"/>
                </a:lnTo>
                <a:lnTo>
                  <a:pt x="1927437" y="26653"/>
                </a:lnTo>
                <a:lnTo>
                  <a:pt x="1929073" y="27052"/>
                </a:lnTo>
                <a:lnTo>
                  <a:pt x="1933162" y="24548"/>
                </a:lnTo>
                <a:lnTo>
                  <a:pt x="1938886" y="22782"/>
                </a:lnTo>
                <a:lnTo>
                  <a:pt x="1943792" y="18890"/>
                </a:lnTo>
                <a:lnTo>
                  <a:pt x="1947063" y="17994"/>
                </a:lnTo>
                <a:lnTo>
                  <a:pt x="1949517" y="15097"/>
                </a:lnTo>
                <a:lnTo>
                  <a:pt x="1950334" y="15566"/>
                </a:lnTo>
                <a:lnTo>
                  <a:pt x="1954423" y="15711"/>
                </a:lnTo>
                <a:lnTo>
                  <a:pt x="1955241" y="14817"/>
                </a:lnTo>
                <a:lnTo>
                  <a:pt x="1956059" y="17550"/>
                </a:lnTo>
                <a:lnTo>
                  <a:pt x="1958512" y="16013"/>
                </a:lnTo>
                <a:lnTo>
                  <a:pt x="1960147" y="14588"/>
                </a:lnTo>
                <a:lnTo>
                  <a:pt x="1963418" y="20586"/>
                </a:lnTo>
                <a:lnTo>
                  <a:pt x="1965872" y="16133"/>
                </a:lnTo>
                <a:lnTo>
                  <a:pt x="1966689" y="18255"/>
                </a:lnTo>
                <a:lnTo>
                  <a:pt x="1969960" y="16867"/>
                </a:lnTo>
                <a:lnTo>
                  <a:pt x="1972413" y="19667"/>
                </a:lnTo>
                <a:lnTo>
                  <a:pt x="1974049" y="18551"/>
                </a:lnTo>
                <a:lnTo>
                  <a:pt x="1976502" y="22692"/>
                </a:lnTo>
                <a:lnTo>
                  <a:pt x="1977320" y="18872"/>
                </a:lnTo>
                <a:lnTo>
                  <a:pt x="1978138" y="18321"/>
                </a:lnTo>
                <a:lnTo>
                  <a:pt x="1978955" y="21783"/>
                </a:lnTo>
                <a:lnTo>
                  <a:pt x="1981409" y="19121"/>
                </a:lnTo>
                <a:lnTo>
                  <a:pt x="1993675" y="22437"/>
                </a:lnTo>
                <a:lnTo>
                  <a:pt x="1994493" y="20223"/>
                </a:lnTo>
                <a:lnTo>
                  <a:pt x="1995310" y="22605"/>
                </a:lnTo>
                <a:lnTo>
                  <a:pt x="1996128" y="26385"/>
                </a:lnTo>
                <a:lnTo>
                  <a:pt x="1998581" y="23852"/>
                </a:lnTo>
                <a:lnTo>
                  <a:pt x="2007577" y="28742"/>
                </a:lnTo>
                <a:lnTo>
                  <a:pt x="2008395" y="25014"/>
                </a:lnTo>
                <a:lnTo>
                  <a:pt x="2009212" y="23584"/>
                </a:lnTo>
                <a:lnTo>
                  <a:pt x="2010030" y="25913"/>
                </a:lnTo>
                <a:lnTo>
                  <a:pt x="2010848" y="27965"/>
                </a:lnTo>
                <a:lnTo>
                  <a:pt x="2011666" y="24548"/>
                </a:lnTo>
                <a:lnTo>
                  <a:pt x="2012483" y="21883"/>
                </a:lnTo>
                <a:lnTo>
                  <a:pt x="2014119" y="25728"/>
                </a:lnTo>
                <a:lnTo>
                  <a:pt x="2015754" y="26651"/>
                </a:lnTo>
                <a:lnTo>
                  <a:pt x="2017390" y="22083"/>
                </a:lnTo>
                <a:lnTo>
                  <a:pt x="2019025" y="24643"/>
                </a:lnTo>
                <a:lnTo>
                  <a:pt x="2021479" y="21275"/>
                </a:lnTo>
                <a:lnTo>
                  <a:pt x="2022296" y="24270"/>
                </a:lnTo>
                <a:lnTo>
                  <a:pt x="2023114" y="25595"/>
                </a:lnTo>
                <a:lnTo>
                  <a:pt x="2023932" y="22477"/>
                </a:lnTo>
                <a:lnTo>
                  <a:pt x="2024750" y="22172"/>
                </a:lnTo>
                <a:lnTo>
                  <a:pt x="2026385" y="26184"/>
                </a:lnTo>
                <a:lnTo>
                  <a:pt x="2027203" y="22871"/>
                </a:lnTo>
                <a:lnTo>
                  <a:pt x="2028021" y="20989"/>
                </a:lnTo>
                <a:lnTo>
                  <a:pt x="2028838" y="24631"/>
                </a:lnTo>
                <a:lnTo>
                  <a:pt x="2030474" y="23213"/>
                </a:lnTo>
                <a:lnTo>
                  <a:pt x="2032927" y="29085"/>
                </a:lnTo>
                <a:lnTo>
                  <a:pt x="2035380" y="20522"/>
                </a:lnTo>
                <a:lnTo>
                  <a:pt x="2036198" y="25909"/>
                </a:lnTo>
                <a:lnTo>
                  <a:pt x="2037016" y="27899"/>
                </a:lnTo>
                <a:lnTo>
                  <a:pt x="2038651" y="25833"/>
                </a:lnTo>
                <a:lnTo>
                  <a:pt x="2043558" y="23813"/>
                </a:lnTo>
                <a:lnTo>
                  <a:pt x="2046829" y="30158"/>
                </a:lnTo>
                <a:lnTo>
                  <a:pt x="2047647" y="29127"/>
                </a:lnTo>
                <a:lnTo>
                  <a:pt x="2049282" y="21061"/>
                </a:lnTo>
                <a:lnTo>
                  <a:pt x="2050918" y="24880"/>
                </a:lnTo>
                <a:lnTo>
                  <a:pt x="2058277" y="19645"/>
                </a:lnTo>
                <a:lnTo>
                  <a:pt x="2059913" y="19998"/>
                </a:lnTo>
                <a:lnTo>
                  <a:pt x="2062366" y="15469"/>
                </a:lnTo>
                <a:lnTo>
                  <a:pt x="2063184" y="18680"/>
                </a:lnTo>
                <a:lnTo>
                  <a:pt x="2064001" y="15457"/>
                </a:lnTo>
                <a:lnTo>
                  <a:pt x="2065637" y="18118"/>
                </a:lnTo>
                <a:lnTo>
                  <a:pt x="2066455" y="19594"/>
                </a:lnTo>
                <a:lnTo>
                  <a:pt x="2067272" y="17422"/>
                </a:lnTo>
                <a:lnTo>
                  <a:pt x="2068908" y="10673"/>
                </a:lnTo>
                <a:lnTo>
                  <a:pt x="2070543" y="14340"/>
                </a:lnTo>
                <a:lnTo>
                  <a:pt x="2071361" y="17541"/>
                </a:lnTo>
                <a:lnTo>
                  <a:pt x="2072997" y="14908"/>
                </a:lnTo>
                <a:lnTo>
                  <a:pt x="2074632" y="11782"/>
                </a:lnTo>
                <a:lnTo>
                  <a:pt x="2075450" y="13700"/>
                </a:lnTo>
                <a:lnTo>
                  <a:pt x="2076268" y="17203"/>
                </a:lnTo>
                <a:lnTo>
                  <a:pt x="2078721" y="16238"/>
                </a:lnTo>
                <a:lnTo>
                  <a:pt x="2080356" y="11407"/>
                </a:lnTo>
                <a:lnTo>
                  <a:pt x="2081992" y="12027"/>
                </a:lnTo>
                <a:lnTo>
                  <a:pt x="2084445" y="10306"/>
                </a:lnTo>
                <a:lnTo>
                  <a:pt x="2088534" y="17324"/>
                </a:lnTo>
                <a:lnTo>
                  <a:pt x="2091805" y="10872"/>
                </a:lnTo>
                <a:lnTo>
                  <a:pt x="2092623" y="12005"/>
                </a:lnTo>
                <a:lnTo>
                  <a:pt x="2095076" y="18916"/>
                </a:lnTo>
                <a:lnTo>
                  <a:pt x="2099165" y="6026"/>
                </a:lnTo>
                <a:lnTo>
                  <a:pt x="2101618" y="14958"/>
                </a:lnTo>
                <a:lnTo>
                  <a:pt x="2102436" y="13158"/>
                </a:lnTo>
                <a:lnTo>
                  <a:pt x="2103254" y="13665"/>
                </a:lnTo>
                <a:lnTo>
                  <a:pt x="2104071" y="3612"/>
                </a:lnTo>
                <a:lnTo>
                  <a:pt x="2105707" y="14669"/>
                </a:lnTo>
                <a:lnTo>
                  <a:pt x="2107342" y="9232"/>
                </a:lnTo>
                <a:lnTo>
                  <a:pt x="2108978" y="11713"/>
                </a:lnTo>
                <a:lnTo>
                  <a:pt x="2114702" y="12153"/>
                </a:lnTo>
                <a:lnTo>
                  <a:pt x="2120426" y="14895"/>
                </a:lnTo>
                <a:lnTo>
                  <a:pt x="2122880" y="14212"/>
                </a:lnTo>
                <a:lnTo>
                  <a:pt x="2124515" y="17543"/>
                </a:lnTo>
                <a:lnTo>
                  <a:pt x="2125333" y="13917"/>
                </a:lnTo>
                <a:lnTo>
                  <a:pt x="2128604" y="13224"/>
                </a:lnTo>
                <a:lnTo>
                  <a:pt x="2130239" y="18443"/>
                </a:lnTo>
                <a:lnTo>
                  <a:pt x="2132693" y="17231"/>
                </a:lnTo>
                <a:lnTo>
                  <a:pt x="2135146" y="13085"/>
                </a:lnTo>
                <a:lnTo>
                  <a:pt x="2136781" y="17905"/>
                </a:lnTo>
                <a:lnTo>
                  <a:pt x="2138417" y="14462"/>
                </a:lnTo>
                <a:lnTo>
                  <a:pt x="2139234" y="16768"/>
                </a:lnTo>
                <a:lnTo>
                  <a:pt x="2140870" y="15516"/>
                </a:lnTo>
                <a:lnTo>
                  <a:pt x="2141688" y="14411"/>
                </a:lnTo>
                <a:lnTo>
                  <a:pt x="2143323" y="16381"/>
                </a:lnTo>
                <a:lnTo>
                  <a:pt x="2147412" y="18433"/>
                </a:lnTo>
                <a:lnTo>
                  <a:pt x="2149865" y="23660"/>
                </a:lnTo>
                <a:lnTo>
                  <a:pt x="2150683" y="18564"/>
                </a:lnTo>
                <a:lnTo>
                  <a:pt x="2152318" y="17881"/>
                </a:lnTo>
                <a:lnTo>
                  <a:pt x="2153954" y="22034"/>
                </a:lnTo>
                <a:lnTo>
                  <a:pt x="2155589" y="21506"/>
                </a:lnTo>
                <a:lnTo>
                  <a:pt x="2156407" y="16603"/>
                </a:lnTo>
                <a:lnTo>
                  <a:pt x="2158860" y="20034"/>
                </a:lnTo>
                <a:lnTo>
                  <a:pt x="2159678" y="16200"/>
                </a:lnTo>
                <a:lnTo>
                  <a:pt x="2160496" y="18806"/>
                </a:lnTo>
                <a:lnTo>
                  <a:pt x="2161314" y="23795"/>
                </a:lnTo>
                <a:lnTo>
                  <a:pt x="2162949" y="19822"/>
                </a:lnTo>
                <a:lnTo>
                  <a:pt x="2163767" y="17789"/>
                </a:lnTo>
                <a:lnTo>
                  <a:pt x="2165402" y="21344"/>
                </a:lnTo>
                <a:lnTo>
                  <a:pt x="2166220" y="18935"/>
                </a:lnTo>
                <a:lnTo>
                  <a:pt x="2169491" y="18133"/>
                </a:lnTo>
                <a:lnTo>
                  <a:pt x="2171127" y="20550"/>
                </a:lnTo>
                <a:lnTo>
                  <a:pt x="2171944" y="19127"/>
                </a:lnTo>
                <a:lnTo>
                  <a:pt x="2173580" y="12832"/>
                </a:lnTo>
                <a:lnTo>
                  <a:pt x="2174398" y="15441"/>
                </a:lnTo>
                <a:lnTo>
                  <a:pt x="2176851" y="21894"/>
                </a:lnTo>
                <a:lnTo>
                  <a:pt x="2177669" y="19202"/>
                </a:lnTo>
                <a:lnTo>
                  <a:pt x="2179304" y="12864"/>
                </a:lnTo>
                <a:lnTo>
                  <a:pt x="2180940" y="18198"/>
                </a:lnTo>
                <a:lnTo>
                  <a:pt x="2181758" y="15369"/>
                </a:lnTo>
                <a:lnTo>
                  <a:pt x="2183393" y="16902"/>
                </a:lnTo>
                <a:lnTo>
                  <a:pt x="2185846" y="19340"/>
                </a:lnTo>
                <a:lnTo>
                  <a:pt x="2189935" y="15670"/>
                </a:lnTo>
                <a:lnTo>
                  <a:pt x="2194024" y="16925"/>
                </a:lnTo>
                <a:lnTo>
                  <a:pt x="2194842" y="13597"/>
                </a:lnTo>
                <a:lnTo>
                  <a:pt x="2196477" y="18642"/>
                </a:lnTo>
                <a:lnTo>
                  <a:pt x="2203837" y="16273"/>
                </a:lnTo>
                <a:lnTo>
                  <a:pt x="2210379" y="14815"/>
                </a:lnTo>
                <a:lnTo>
                  <a:pt x="2211197" y="12399"/>
                </a:lnTo>
                <a:lnTo>
                  <a:pt x="2213650" y="13524"/>
                </a:lnTo>
                <a:lnTo>
                  <a:pt x="2217739" y="14331"/>
                </a:lnTo>
                <a:lnTo>
                  <a:pt x="2218556" y="12085"/>
                </a:lnTo>
                <a:lnTo>
                  <a:pt x="2220192" y="15813"/>
                </a:lnTo>
                <a:lnTo>
                  <a:pt x="2225098" y="8870"/>
                </a:lnTo>
                <a:lnTo>
                  <a:pt x="2227551" y="16668"/>
                </a:lnTo>
                <a:lnTo>
                  <a:pt x="2230822" y="7679"/>
                </a:lnTo>
                <a:lnTo>
                  <a:pt x="2231640" y="13627"/>
                </a:lnTo>
                <a:lnTo>
                  <a:pt x="2233276" y="11314"/>
                </a:lnTo>
                <a:lnTo>
                  <a:pt x="2234093" y="8247"/>
                </a:lnTo>
                <a:lnTo>
                  <a:pt x="2236547" y="10699"/>
                </a:lnTo>
                <a:lnTo>
                  <a:pt x="2237364" y="12295"/>
                </a:lnTo>
                <a:lnTo>
                  <a:pt x="2238182" y="7329"/>
                </a:lnTo>
                <a:lnTo>
                  <a:pt x="2239000" y="6832"/>
                </a:lnTo>
                <a:lnTo>
                  <a:pt x="2240635" y="14089"/>
                </a:lnTo>
                <a:lnTo>
                  <a:pt x="2242271" y="11261"/>
                </a:lnTo>
                <a:lnTo>
                  <a:pt x="2243089" y="10483"/>
                </a:lnTo>
                <a:lnTo>
                  <a:pt x="2243906" y="13579"/>
                </a:lnTo>
                <a:lnTo>
                  <a:pt x="2246360" y="13398"/>
                </a:lnTo>
                <a:lnTo>
                  <a:pt x="2247177" y="8512"/>
                </a:lnTo>
                <a:lnTo>
                  <a:pt x="2248813" y="13552"/>
                </a:lnTo>
                <a:lnTo>
                  <a:pt x="2249631" y="13462"/>
                </a:lnTo>
                <a:lnTo>
                  <a:pt x="2250448" y="9420"/>
                </a:lnTo>
                <a:lnTo>
                  <a:pt x="2252902" y="11846"/>
                </a:lnTo>
                <a:lnTo>
                  <a:pt x="2254537" y="9333"/>
                </a:lnTo>
                <a:lnTo>
                  <a:pt x="2255355" y="11731"/>
                </a:lnTo>
                <a:lnTo>
                  <a:pt x="2258626" y="12616"/>
                </a:lnTo>
                <a:lnTo>
                  <a:pt x="2261079" y="11647"/>
                </a:lnTo>
                <a:lnTo>
                  <a:pt x="2261897" y="12607"/>
                </a:lnTo>
                <a:lnTo>
                  <a:pt x="2275799" y="11746"/>
                </a:lnTo>
                <a:lnTo>
                  <a:pt x="2276617" y="7672"/>
                </a:lnTo>
                <a:lnTo>
                  <a:pt x="2278252" y="14302"/>
                </a:lnTo>
                <a:lnTo>
                  <a:pt x="2281523" y="10862"/>
                </a:lnTo>
                <a:lnTo>
                  <a:pt x="2285612" y="14379"/>
                </a:lnTo>
                <a:lnTo>
                  <a:pt x="2286430" y="10938"/>
                </a:lnTo>
                <a:lnTo>
                  <a:pt x="2288883" y="12784"/>
                </a:lnTo>
                <a:lnTo>
                  <a:pt x="2290518" y="15135"/>
                </a:lnTo>
              </a:path>
            </a:pathLst>
          </a:custGeom>
          <a:noFill/>
          <a:ln w="2208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path 46"/>
          <p:cNvSpPr/>
          <p:nvPr/>
        </p:nvSpPr>
        <p:spPr>
          <a:xfrm>
            <a:off x="3627120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path 47"/>
          <p:cNvSpPr/>
          <p:nvPr/>
        </p:nvSpPr>
        <p:spPr>
          <a:xfrm>
            <a:off x="6146689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48"/>
          <p:cNvSpPr/>
          <p:nvPr/>
        </p:nvSpPr>
        <p:spPr>
          <a:xfrm>
            <a:off x="3627120" y="3029561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49"/>
          <p:cNvSpPr/>
          <p:nvPr/>
        </p:nvSpPr>
        <p:spPr>
          <a:xfrm>
            <a:off x="3627120" y="2118651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4417" y="1909735"/>
            <a:ext cx="1079500" cy="2252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78" b="0" i="0">
                <a:solidFill>
                  <a:srgbClr val="3B6CA8"/>
                </a:solidFill>
                <a:latin typeface="Times New Roman"/>
              </a:rPr>
              <a:t>Robot A · left</a:t>
            </a:r>
          </a:p>
        </p:txBody>
      </p:sp>
      <p:sp>
        <p:nvSpPr>
          <p:cNvPr id="73" name="Editable path 50"/>
          <p:cNvSpPr/>
          <p:nvPr/>
        </p:nvSpPr>
        <p:spPr>
          <a:xfrm>
            <a:off x="6902560" y="2118651"/>
            <a:ext cx="2519570" cy="910910"/>
          </a:xfrm>
          <a:custGeom>
            <a:avLst/>
            <a:gdLst/>
            <a:ahLst/>
            <a:cxnLst/>
            <a:rect l="l" t="t" r="r" b="b"/>
            <a:pathLst>
              <a:path w="2519570" h="910910">
                <a:moveTo>
                  <a:pt x="0" y="0"/>
                </a:moveTo>
                <a:lnTo>
                  <a:pt x="2519570" y="0"/>
                </a:lnTo>
                <a:lnTo>
                  <a:pt x="2519570" y="910910"/>
                </a:lnTo>
                <a:lnTo>
                  <a:pt x="0" y="9109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51"/>
          <p:cNvSpPr/>
          <p:nvPr/>
        </p:nvSpPr>
        <p:spPr>
          <a:xfrm>
            <a:off x="7017086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path 52"/>
          <p:cNvSpPr/>
          <p:nvPr/>
        </p:nvSpPr>
        <p:spPr>
          <a:xfrm>
            <a:off x="7017086" y="3029561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path 53"/>
          <p:cNvSpPr/>
          <p:nvPr/>
        </p:nvSpPr>
        <p:spPr>
          <a:xfrm>
            <a:off x="7834836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path 54"/>
          <p:cNvSpPr/>
          <p:nvPr/>
        </p:nvSpPr>
        <p:spPr>
          <a:xfrm>
            <a:off x="7834836" y="3029561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path 55"/>
          <p:cNvSpPr/>
          <p:nvPr/>
        </p:nvSpPr>
        <p:spPr>
          <a:xfrm>
            <a:off x="8652586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path 56"/>
          <p:cNvSpPr/>
          <p:nvPr/>
        </p:nvSpPr>
        <p:spPr>
          <a:xfrm>
            <a:off x="8652586" y="3029561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path 57"/>
          <p:cNvSpPr/>
          <p:nvPr/>
        </p:nvSpPr>
        <p:spPr>
          <a:xfrm>
            <a:off x="6902560" y="3006291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path 58"/>
          <p:cNvSpPr/>
          <p:nvPr/>
        </p:nvSpPr>
        <p:spPr>
          <a:xfrm>
            <a:off x="6805930" y="3006291"/>
            <a:ext cx="96630" cy="0"/>
          </a:xfrm>
          <a:custGeom>
            <a:avLst/>
            <a:gdLst/>
            <a:ahLst/>
            <a:cxnLst/>
            <a:rect l="l" t="t" r="r" b="b"/>
            <a:pathLst>
              <a:path w="96630" h="0">
                <a:moveTo>
                  <a:pt x="9663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16388" y="2927187"/>
            <a:ext cx="403363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−100</a:t>
            </a:r>
          </a:p>
        </p:txBody>
      </p:sp>
      <p:sp>
        <p:nvSpPr>
          <p:cNvPr id="83" name="Editable path 59"/>
          <p:cNvSpPr/>
          <p:nvPr/>
        </p:nvSpPr>
        <p:spPr>
          <a:xfrm>
            <a:off x="6902560" y="2610115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60"/>
          <p:cNvSpPr/>
          <p:nvPr/>
        </p:nvSpPr>
        <p:spPr>
          <a:xfrm>
            <a:off x="6805930" y="2610115"/>
            <a:ext cx="96630" cy="0"/>
          </a:xfrm>
          <a:custGeom>
            <a:avLst/>
            <a:gdLst/>
            <a:ahLst/>
            <a:cxnLst/>
            <a:rect l="l" t="t" r="r" b="b"/>
            <a:pathLst>
              <a:path w="96630" h="0">
                <a:moveTo>
                  <a:pt x="9663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95494" y="2531011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86" name="Editable path 61"/>
          <p:cNvSpPr/>
          <p:nvPr/>
        </p:nvSpPr>
        <p:spPr>
          <a:xfrm>
            <a:off x="6902560" y="2213939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62"/>
          <p:cNvSpPr/>
          <p:nvPr/>
        </p:nvSpPr>
        <p:spPr>
          <a:xfrm>
            <a:off x="6805930" y="2213939"/>
            <a:ext cx="96630" cy="0"/>
          </a:xfrm>
          <a:custGeom>
            <a:avLst/>
            <a:gdLst/>
            <a:ahLst/>
            <a:cxnLst/>
            <a:rect l="l" t="t" r="r" b="b"/>
            <a:pathLst>
              <a:path w="96630" h="0">
                <a:moveTo>
                  <a:pt x="9663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529842" y="2134835"/>
            <a:ext cx="289891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89" name="Editable path 63"/>
          <p:cNvSpPr/>
          <p:nvPr/>
        </p:nvSpPr>
        <p:spPr>
          <a:xfrm>
            <a:off x="7017086" y="2316294"/>
            <a:ext cx="2290518" cy="637365"/>
          </a:xfrm>
          <a:custGeom>
            <a:avLst/>
            <a:gdLst/>
            <a:ahLst/>
            <a:cxnLst/>
            <a:rect l="l" t="t" r="r" b="b"/>
            <a:pathLst>
              <a:path w="2290518" h="637365">
                <a:moveTo>
                  <a:pt x="0" y="326498"/>
                </a:moveTo>
                <a:lnTo>
                  <a:pt x="818" y="327541"/>
                </a:lnTo>
                <a:lnTo>
                  <a:pt x="1635" y="325614"/>
                </a:lnTo>
                <a:lnTo>
                  <a:pt x="2453" y="324454"/>
                </a:lnTo>
                <a:lnTo>
                  <a:pt x="3271" y="326919"/>
                </a:lnTo>
                <a:lnTo>
                  <a:pt x="4089" y="329627"/>
                </a:lnTo>
                <a:lnTo>
                  <a:pt x="4906" y="326022"/>
                </a:lnTo>
                <a:lnTo>
                  <a:pt x="6542" y="322696"/>
                </a:lnTo>
                <a:lnTo>
                  <a:pt x="8995" y="339557"/>
                </a:lnTo>
                <a:lnTo>
                  <a:pt x="9813" y="326212"/>
                </a:lnTo>
                <a:lnTo>
                  <a:pt x="12266" y="330208"/>
                </a:lnTo>
                <a:lnTo>
                  <a:pt x="14719" y="332362"/>
                </a:lnTo>
                <a:lnTo>
                  <a:pt x="15537" y="329179"/>
                </a:lnTo>
                <a:lnTo>
                  <a:pt x="17173" y="320380"/>
                </a:lnTo>
                <a:lnTo>
                  <a:pt x="17990" y="321527"/>
                </a:lnTo>
                <a:lnTo>
                  <a:pt x="18808" y="332957"/>
                </a:lnTo>
                <a:lnTo>
                  <a:pt x="19626" y="324171"/>
                </a:lnTo>
                <a:lnTo>
                  <a:pt x="21261" y="301014"/>
                </a:lnTo>
                <a:lnTo>
                  <a:pt x="22897" y="318257"/>
                </a:lnTo>
                <a:lnTo>
                  <a:pt x="23715" y="317515"/>
                </a:lnTo>
                <a:lnTo>
                  <a:pt x="26168" y="337794"/>
                </a:lnTo>
                <a:lnTo>
                  <a:pt x="26985" y="327145"/>
                </a:lnTo>
                <a:lnTo>
                  <a:pt x="28621" y="313179"/>
                </a:lnTo>
                <a:lnTo>
                  <a:pt x="29439" y="320569"/>
                </a:lnTo>
                <a:lnTo>
                  <a:pt x="30257" y="331708"/>
                </a:lnTo>
                <a:lnTo>
                  <a:pt x="31892" y="320159"/>
                </a:lnTo>
                <a:lnTo>
                  <a:pt x="32710" y="324874"/>
                </a:lnTo>
                <a:lnTo>
                  <a:pt x="33527" y="320097"/>
                </a:lnTo>
                <a:lnTo>
                  <a:pt x="34346" y="328849"/>
                </a:lnTo>
                <a:lnTo>
                  <a:pt x="35163" y="330848"/>
                </a:lnTo>
                <a:lnTo>
                  <a:pt x="36799" y="316673"/>
                </a:lnTo>
                <a:lnTo>
                  <a:pt x="38434" y="323564"/>
                </a:lnTo>
                <a:lnTo>
                  <a:pt x="39252" y="340297"/>
                </a:lnTo>
                <a:lnTo>
                  <a:pt x="40888" y="328772"/>
                </a:lnTo>
                <a:lnTo>
                  <a:pt x="41705" y="325037"/>
                </a:lnTo>
                <a:lnTo>
                  <a:pt x="43341" y="328366"/>
                </a:lnTo>
                <a:lnTo>
                  <a:pt x="44158" y="330801"/>
                </a:lnTo>
                <a:lnTo>
                  <a:pt x="47430" y="314194"/>
                </a:lnTo>
                <a:lnTo>
                  <a:pt x="48247" y="317361"/>
                </a:lnTo>
                <a:lnTo>
                  <a:pt x="49065" y="330684"/>
                </a:lnTo>
                <a:lnTo>
                  <a:pt x="50700" y="315213"/>
                </a:lnTo>
                <a:lnTo>
                  <a:pt x="51518" y="312114"/>
                </a:lnTo>
                <a:lnTo>
                  <a:pt x="52336" y="312821"/>
                </a:lnTo>
                <a:lnTo>
                  <a:pt x="56425" y="335786"/>
                </a:lnTo>
                <a:lnTo>
                  <a:pt x="57242" y="333516"/>
                </a:lnTo>
                <a:lnTo>
                  <a:pt x="59696" y="313575"/>
                </a:lnTo>
                <a:lnTo>
                  <a:pt x="61331" y="317438"/>
                </a:lnTo>
                <a:lnTo>
                  <a:pt x="64602" y="334702"/>
                </a:lnTo>
                <a:lnTo>
                  <a:pt x="66238" y="325111"/>
                </a:lnTo>
                <a:lnTo>
                  <a:pt x="67873" y="346633"/>
                </a:lnTo>
                <a:lnTo>
                  <a:pt x="69509" y="344454"/>
                </a:lnTo>
                <a:lnTo>
                  <a:pt x="70326" y="343413"/>
                </a:lnTo>
                <a:lnTo>
                  <a:pt x="73598" y="334472"/>
                </a:lnTo>
                <a:lnTo>
                  <a:pt x="76868" y="338646"/>
                </a:lnTo>
                <a:lnTo>
                  <a:pt x="79322" y="330247"/>
                </a:lnTo>
                <a:lnTo>
                  <a:pt x="80139" y="337117"/>
                </a:lnTo>
                <a:lnTo>
                  <a:pt x="80957" y="338924"/>
                </a:lnTo>
                <a:lnTo>
                  <a:pt x="81775" y="331040"/>
                </a:lnTo>
                <a:lnTo>
                  <a:pt x="83410" y="344766"/>
                </a:lnTo>
                <a:lnTo>
                  <a:pt x="84228" y="332503"/>
                </a:lnTo>
                <a:lnTo>
                  <a:pt x="85046" y="332628"/>
                </a:lnTo>
                <a:lnTo>
                  <a:pt x="87499" y="353603"/>
                </a:lnTo>
                <a:lnTo>
                  <a:pt x="89135" y="351267"/>
                </a:lnTo>
                <a:lnTo>
                  <a:pt x="90770" y="341155"/>
                </a:lnTo>
                <a:lnTo>
                  <a:pt x="91588" y="346238"/>
                </a:lnTo>
                <a:lnTo>
                  <a:pt x="92406" y="357429"/>
                </a:lnTo>
                <a:lnTo>
                  <a:pt x="94041" y="344580"/>
                </a:lnTo>
                <a:lnTo>
                  <a:pt x="94859" y="342490"/>
                </a:lnTo>
                <a:lnTo>
                  <a:pt x="95677" y="347909"/>
                </a:lnTo>
                <a:lnTo>
                  <a:pt x="96494" y="348570"/>
                </a:lnTo>
                <a:lnTo>
                  <a:pt x="97312" y="346116"/>
                </a:lnTo>
                <a:lnTo>
                  <a:pt x="98130" y="341297"/>
                </a:lnTo>
                <a:lnTo>
                  <a:pt x="99765" y="347854"/>
                </a:lnTo>
                <a:lnTo>
                  <a:pt x="100583" y="348696"/>
                </a:lnTo>
                <a:lnTo>
                  <a:pt x="101401" y="347572"/>
                </a:lnTo>
                <a:lnTo>
                  <a:pt x="102219" y="338062"/>
                </a:lnTo>
                <a:lnTo>
                  <a:pt x="103037" y="350979"/>
                </a:lnTo>
                <a:lnTo>
                  <a:pt x="104672" y="340782"/>
                </a:lnTo>
                <a:lnTo>
                  <a:pt x="107943" y="379930"/>
                </a:lnTo>
                <a:lnTo>
                  <a:pt x="108761" y="370154"/>
                </a:lnTo>
                <a:lnTo>
                  <a:pt x="111214" y="347373"/>
                </a:lnTo>
                <a:lnTo>
                  <a:pt x="110396" y="372741"/>
                </a:lnTo>
                <a:lnTo>
                  <a:pt x="112849" y="357969"/>
                </a:lnTo>
                <a:lnTo>
                  <a:pt x="114485" y="349827"/>
                </a:lnTo>
                <a:lnTo>
                  <a:pt x="116121" y="350579"/>
                </a:lnTo>
                <a:lnTo>
                  <a:pt x="116938" y="355327"/>
                </a:lnTo>
                <a:lnTo>
                  <a:pt x="119391" y="352334"/>
                </a:lnTo>
                <a:lnTo>
                  <a:pt x="120209" y="350346"/>
                </a:lnTo>
                <a:lnTo>
                  <a:pt x="121844" y="364405"/>
                </a:lnTo>
                <a:lnTo>
                  <a:pt x="123480" y="362883"/>
                </a:lnTo>
                <a:lnTo>
                  <a:pt x="125933" y="349475"/>
                </a:lnTo>
                <a:lnTo>
                  <a:pt x="126751" y="352053"/>
                </a:lnTo>
                <a:lnTo>
                  <a:pt x="130022" y="362881"/>
                </a:lnTo>
                <a:lnTo>
                  <a:pt x="130840" y="360582"/>
                </a:lnTo>
                <a:lnTo>
                  <a:pt x="134929" y="347494"/>
                </a:lnTo>
                <a:lnTo>
                  <a:pt x="132475" y="363359"/>
                </a:lnTo>
                <a:lnTo>
                  <a:pt x="135747" y="348365"/>
                </a:lnTo>
                <a:lnTo>
                  <a:pt x="137382" y="372079"/>
                </a:lnTo>
                <a:lnTo>
                  <a:pt x="139017" y="356585"/>
                </a:lnTo>
                <a:lnTo>
                  <a:pt x="140653" y="351662"/>
                </a:lnTo>
                <a:lnTo>
                  <a:pt x="141471" y="370003"/>
                </a:lnTo>
                <a:lnTo>
                  <a:pt x="143924" y="363530"/>
                </a:lnTo>
                <a:lnTo>
                  <a:pt x="145559" y="361485"/>
                </a:lnTo>
                <a:lnTo>
                  <a:pt x="147195" y="386871"/>
                </a:lnTo>
                <a:lnTo>
                  <a:pt x="149648" y="379653"/>
                </a:lnTo>
                <a:lnTo>
                  <a:pt x="150466" y="385097"/>
                </a:lnTo>
                <a:lnTo>
                  <a:pt x="151284" y="365287"/>
                </a:lnTo>
                <a:lnTo>
                  <a:pt x="153737" y="370837"/>
                </a:lnTo>
                <a:lnTo>
                  <a:pt x="154555" y="364464"/>
                </a:lnTo>
                <a:lnTo>
                  <a:pt x="155373" y="378011"/>
                </a:lnTo>
                <a:lnTo>
                  <a:pt x="157008" y="371085"/>
                </a:lnTo>
                <a:lnTo>
                  <a:pt x="158643" y="384663"/>
                </a:lnTo>
                <a:lnTo>
                  <a:pt x="161914" y="357453"/>
                </a:lnTo>
                <a:lnTo>
                  <a:pt x="166821" y="385156"/>
                </a:lnTo>
                <a:lnTo>
                  <a:pt x="167639" y="382725"/>
                </a:lnTo>
                <a:lnTo>
                  <a:pt x="173363" y="372100"/>
                </a:lnTo>
                <a:lnTo>
                  <a:pt x="174998" y="370705"/>
                </a:lnTo>
                <a:lnTo>
                  <a:pt x="175816" y="377261"/>
                </a:lnTo>
                <a:lnTo>
                  <a:pt x="177452" y="366604"/>
                </a:lnTo>
                <a:lnTo>
                  <a:pt x="179905" y="367198"/>
                </a:lnTo>
                <a:lnTo>
                  <a:pt x="184812" y="398599"/>
                </a:lnTo>
                <a:lnTo>
                  <a:pt x="185629" y="402412"/>
                </a:lnTo>
                <a:lnTo>
                  <a:pt x="187265" y="373598"/>
                </a:lnTo>
                <a:lnTo>
                  <a:pt x="189718" y="378614"/>
                </a:lnTo>
                <a:lnTo>
                  <a:pt x="190536" y="378200"/>
                </a:lnTo>
                <a:lnTo>
                  <a:pt x="191354" y="385333"/>
                </a:lnTo>
                <a:lnTo>
                  <a:pt x="192989" y="382786"/>
                </a:lnTo>
                <a:lnTo>
                  <a:pt x="195442" y="371025"/>
                </a:lnTo>
                <a:lnTo>
                  <a:pt x="198713" y="410826"/>
                </a:lnTo>
                <a:lnTo>
                  <a:pt x="199531" y="397776"/>
                </a:lnTo>
                <a:lnTo>
                  <a:pt x="200349" y="399579"/>
                </a:lnTo>
                <a:lnTo>
                  <a:pt x="201166" y="397124"/>
                </a:lnTo>
                <a:lnTo>
                  <a:pt x="202802" y="398395"/>
                </a:lnTo>
                <a:lnTo>
                  <a:pt x="204438" y="391093"/>
                </a:lnTo>
                <a:lnTo>
                  <a:pt x="208526" y="413611"/>
                </a:lnTo>
                <a:lnTo>
                  <a:pt x="210980" y="389971"/>
                </a:lnTo>
                <a:lnTo>
                  <a:pt x="212615" y="400083"/>
                </a:lnTo>
                <a:lnTo>
                  <a:pt x="215068" y="418363"/>
                </a:lnTo>
                <a:lnTo>
                  <a:pt x="216704" y="411639"/>
                </a:lnTo>
                <a:lnTo>
                  <a:pt x="218339" y="397484"/>
                </a:lnTo>
                <a:lnTo>
                  <a:pt x="219975" y="399393"/>
                </a:lnTo>
                <a:lnTo>
                  <a:pt x="224064" y="406205"/>
                </a:lnTo>
                <a:lnTo>
                  <a:pt x="225699" y="399333"/>
                </a:lnTo>
                <a:lnTo>
                  <a:pt x="226517" y="403196"/>
                </a:lnTo>
                <a:lnTo>
                  <a:pt x="227334" y="410881"/>
                </a:lnTo>
                <a:lnTo>
                  <a:pt x="228152" y="406029"/>
                </a:lnTo>
                <a:lnTo>
                  <a:pt x="228970" y="395093"/>
                </a:lnTo>
                <a:lnTo>
                  <a:pt x="231423" y="395279"/>
                </a:lnTo>
                <a:lnTo>
                  <a:pt x="232241" y="392995"/>
                </a:lnTo>
                <a:lnTo>
                  <a:pt x="233059" y="398021"/>
                </a:lnTo>
                <a:lnTo>
                  <a:pt x="235512" y="409847"/>
                </a:lnTo>
                <a:lnTo>
                  <a:pt x="237148" y="408300"/>
                </a:lnTo>
                <a:lnTo>
                  <a:pt x="239601" y="397297"/>
                </a:lnTo>
                <a:lnTo>
                  <a:pt x="240418" y="399441"/>
                </a:lnTo>
                <a:lnTo>
                  <a:pt x="242872" y="400803"/>
                </a:lnTo>
                <a:lnTo>
                  <a:pt x="246960" y="417053"/>
                </a:lnTo>
                <a:lnTo>
                  <a:pt x="248596" y="421300"/>
                </a:lnTo>
                <a:lnTo>
                  <a:pt x="251867" y="408523"/>
                </a:lnTo>
                <a:lnTo>
                  <a:pt x="253502" y="407618"/>
                </a:lnTo>
                <a:lnTo>
                  <a:pt x="255138" y="419407"/>
                </a:lnTo>
                <a:lnTo>
                  <a:pt x="257591" y="412416"/>
                </a:lnTo>
                <a:lnTo>
                  <a:pt x="256773" y="426005"/>
                </a:lnTo>
                <a:lnTo>
                  <a:pt x="258409" y="412974"/>
                </a:lnTo>
                <a:lnTo>
                  <a:pt x="262498" y="431540"/>
                </a:lnTo>
                <a:lnTo>
                  <a:pt x="264133" y="418973"/>
                </a:lnTo>
                <a:lnTo>
                  <a:pt x="264951" y="431695"/>
                </a:lnTo>
                <a:lnTo>
                  <a:pt x="265769" y="397627"/>
                </a:lnTo>
                <a:lnTo>
                  <a:pt x="267404" y="412756"/>
                </a:lnTo>
                <a:lnTo>
                  <a:pt x="268222" y="433037"/>
                </a:lnTo>
                <a:lnTo>
                  <a:pt x="270675" y="424176"/>
                </a:lnTo>
                <a:lnTo>
                  <a:pt x="271493" y="430925"/>
                </a:lnTo>
                <a:lnTo>
                  <a:pt x="272311" y="422552"/>
                </a:lnTo>
                <a:lnTo>
                  <a:pt x="273946" y="406901"/>
                </a:lnTo>
                <a:lnTo>
                  <a:pt x="276399" y="407270"/>
                </a:lnTo>
                <a:lnTo>
                  <a:pt x="277217" y="407219"/>
                </a:lnTo>
                <a:lnTo>
                  <a:pt x="278035" y="418479"/>
                </a:lnTo>
                <a:lnTo>
                  <a:pt x="279671" y="406322"/>
                </a:lnTo>
                <a:lnTo>
                  <a:pt x="280488" y="397146"/>
                </a:lnTo>
                <a:lnTo>
                  <a:pt x="282124" y="399283"/>
                </a:lnTo>
                <a:lnTo>
                  <a:pt x="282941" y="411474"/>
                </a:lnTo>
                <a:lnTo>
                  <a:pt x="284577" y="400557"/>
                </a:lnTo>
                <a:lnTo>
                  <a:pt x="286213" y="401849"/>
                </a:lnTo>
                <a:lnTo>
                  <a:pt x="288666" y="412970"/>
                </a:lnTo>
                <a:lnTo>
                  <a:pt x="289483" y="402881"/>
                </a:lnTo>
                <a:lnTo>
                  <a:pt x="290301" y="400788"/>
                </a:lnTo>
                <a:lnTo>
                  <a:pt x="291119" y="405094"/>
                </a:lnTo>
                <a:lnTo>
                  <a:pt x="291937" y="412924"/>
                </a:lnTo>
                <a:lnTo>
                  <a:pt x="293572" y="399477"/>
                </a:lnTo>
                <a:lnTo>
                  <a:pt x="294390" y="401746"/>
                </a:lnTo>
                <a:lnTo>
                  <a:pt x="295208" y="416131"/>
                </a:lnTo>
                <a:lnTo>
                  <a:pt x="296843" y="404683"/>
                </a:lnTo>
                <a:lnTo>
                  <a:pt x="298479" y="392974"/>
                </a:lnTo>
                <a:lnTo>
                  <a:pt x="299297" y="408868"/>
                </a:lnTo>
                <a:lnTo>
                  <a:pt x="300114" y="407089"/>
                </a:lnTo>
                <a:lnTo>
                  <a:pt x="300932" y="418318"/>
                </a:lnTo>
                <a:lnTo>
                  <a:pt x="303385" y="416084"/>
                </a:lnTo>
                <a:lnTo>
                  <a:pt x="304203" y="407611"/>
                </a:lnTo>
                <a:lnTo>
                  <a:pt x="305839" y="414408"/>
                </a:lnTo>
                <a:lnTo>
                  <a:pt x="309927" y="421208"/>
                </a:lnTo>
                <a:lnTo>
                  <a:pt x="307474" y="412961"/>
                </a:lnTo>
                <a:lnTo>
                  <a:pt x="310745" y="420379"/>
                </a:lnTo>
                <a:lnTo>
                  <a:pt x="311563" y="411054"/>
                </a:lnTo>
                <a:lnTo>
                  <a:pt x="313198" y="420349"/>
                </a:lnTo>
                <a:lnTo>
                  <a:pt x="314016" y="424833"/>
                </a:lnTo>
                <a:lnTo>
                  <a:pt x="314834" y="424581"/>
                </a:lnTo>
                <a:lnTo>
                  <a:pt x="316469" y="411985"/>
                </a:lnTo>
                <a:lnTo>
                  <a:pt x="318105" y="419071"/>
                </a:lnTo>
                <a:lnTo>
                  <a:pt x="320558" y="420508"/>
                </a:lnTo>
                <a:lnTo>
                  <a:pt x="322193" y="412312"/>
                </a:lnTo>
                <a:lnTo>
                  <a:pt x="324647" y="427061"/>
                </a:lnTo>
                <a:lnTo>
                  <a:pt x="327100" y="422061"/>
                </a:lnTo>
                <a:lnTo>
                  <a:pt x="327918" y="407591"/>
                </a:lnTo>
                <a:lnTo>
                  <a:pt x="329553" y="410158"/>
                </a:lnTo>
                <a:lnTo>
                  <a:pt x="330371" y="423156"/>
                </a:lnTo>
                <a:lnTo>
                  <a:pt x="332006" y="412186"/>
                </a:lnTo>
                <a:lnTo>
                  <a:pt x="332824" y="409275"/>
                </a:lnTo>
                <a:lnTo>
                  <a:pt x="335277" y="410248"/>
                </a:lnTo>
                <a:lnTo>
                  <a:pt x="336095" y="409847"/>
                </a:lnTo>
                <a:lnTo>
                  <a:pt x="337731" y="418071"/>
                </a:lnTo>
                <a:lnTo>
                  <a:pt x="339366" y="412491"/>
                </a:lnTo>
                <a:lnTo>
                  <a:pt x="343455" y="420578"/>
                </a:lnTo>
                <a:lnTo>
                  <a:pt x="345908" y="409059"/>
                </a:lnTo>
                <a:lnTo>
                  <a:pt x="346726" y="415310"/>
                </a:lnTo>
                <a:lnTo>
                  <a:pt x="351632" y="425971"/>
                </a:lnTo>
                <a:lnTo>
                  <a:pt x="353268" y="408673"/>
                </a:lnTo>
                <a:lnTo>
                  <a:pt x="354086" y="417175"/>
                </a:lnTo>
                <a:lnTo>
                  <a:pt x="354903" y="428013"/>
                </a:lnTo>
                <a:lnTo>
                  <a:pt x="357357" y="427331"/>
                </a:lnTo>
                <a:lnTo>
                  <a:pt x="358992" y="421339"/>
                </a:lnTo>
                <a:lnTo>
                  <a:pt x="359810" y="410684"/>
                </a:lnTo>
                <a:lnTo>
                  <a:pt x="361446" y="414434"/>
                </a:lnTo>
                <a:lnTo>
                  <a:pt x="362263" y="427082"/>
                </a:lnTo>
                <a:lnTo>
                  <a:pt x="363899" y="407759"/>
                </a:lnTo>
                <a:lnTo>
                  <a:pt x="365534" y="389159"/>
                </a:lnTo>
                <a:lnTo>
                  <a:pt x="367169" y="401833"/>
                </a:lnTo>
                <a:lnTo>
                  <a:pt x="371258" y="426712"/>
                </a:lnTo>
                <a:lnTo>
                  <a:pt x="372076" y="426251"/>
                </a:lnTo>
                <a:lnTo>
                  <a:pt x="373712" y="415615"/>
                </a:lnTo>
                <a:lnTo>
                  <a:pt x="374530" y="419220"/>
                </a:lnTo>
                <a:lnTo>
                  <a:pt x="376165" y="431366"/>
                </a:lnTo>
                <a:lnTo>
                  <a:pt x="377800" y="423263"/>
                </a:lnTo>
                <a:lnTo>
                  <a:pt x="381072" y="417155"/>
                </a:lnTo>
                <a:lnTo>
                  <a:pt x="381889" y="419061"/>
                </a:lnTo>
                <a:lnTo>
                  <a:pt x="384342" y="426232"/>
                </a:lnTo>
                <a:lnTo>
                  <a:pt x="385160" y="425488"/>
                </a:lnTo>
                <a:lnTo>
                  <a:pt x="387614" y="418075"/>
                </a:lnTo>
                <a:lnTo>
                  <a:pt x="388431" y="419226"/>
                </a:lnTo>
                <a:lnTo>
                  <a:pt x="389249" y="427436"/>
                </a:lnTo>
                <a:lnTo>
                  <a:pt x="391702" y="423601"/>
                </a:lnTo>
                <a:lnTo>
                  <a:pt x="398244" y="409665"/>
                </a:lnTo>
                <a:lnTo>
                  <a:pt x="400698" y="429227"/>
                </a:lnTo>
                <a:lnTo>
                  <a:pt x="401515" y="425108"/>
                </a:lnTo>
                <a:lnTo>
                  <a:pt x="403151" y="410101"/>
                </a:lnTo>
                <a:lnTo>
                  <a:pt x="403968" y="415657"/>
                </a:lnTo>
                <a:lnTo>
                  <a:pt x="404786" y="424076"/>
                </a:lnTo>
                <a:lnTo>
                  <a:pt x="405604" y="410267"/>
                </a:lnTo>
                <a:lnTo>
                  <a:pt x="406422" y="404814"/>
                </a:lnTo>
                <a:lnTo>
                  <a:pt x="407240" y="406194"/>
                </a:lnTo>
                <a:lnTo>
                  <a:pt x="408057" y="418374"/>
                </a:lnTo>
                <a:lnTo>
                  <a:pt x="410510" y="413859"/>
                </a:lnTo>
                <a:lnTo>
                  <a:pt x="412964" y="423835"/>
                </a:lnTo>
                <a:lnTo>
                  <a:pt x="414599" y="420274"/>
                </a:lnTo>
                <a:lnTo>
                  <a:pt x="415417" y="422391"/>
                </a:lnTo>
                <a:lnTo>
                  <a:pt x="416235" y="419345"/>
                </a:lnTo>
                <a:lnTo>
                  <a:pt x="419506" y="412151"/>
                </a:lnTo>
                <a:lnTo>
                  <a:pt x="420323" y="415301"/>
                </a:lnTo>
                <a:lnTo>
                  <a:pt x="421959" y="414601"/>
                </a:lnTo>
                <a:lnTo>
                  <a:pt x="422777" y="419800"/>
                </a:lnTo>
                <a:lnTo>
                  <a:pt x="428501" y="390276"/>
                </a:lnTo>
                <a:lnTo>
                  <a:pt x="429319" y="393569"/>
                </a:lnTo>
                <a:lnTo>
                  <a:pt x="430954" y="392723"/>
                </a:lnTo>
                <a:lnTo>
                  <a:pt x="431772" y="375290"/>
                </a:lnTo>
                <a:lnTo>
                  <a:pt x="433407" y="394062"/>
                </a:lnTo>
                <a:lnTo>
                  <a:pt x="434225" y="393252"/>
                </a:lnTo>
                <a:lnTo>
                  <a:pt x="435861" y="384350"/>
                </a:lnTo>
                <a:lnTo>
                  <a:pt x="436679" y="394334"/>
                </a:lnTo>
                <a:lnTo>
                  <a:pt x="439949" y="387244"/>
                </a:lnTo>
                <a:lnTo>
                  <a:pt x="441585" y="388526"/>
                </a:lnTo>
                <a:lnTo>
                  <a:pt x="442403" y="388882"/>
                </a:lnTo>
                <a:lnTo>
                  <a:pt x="443221" y="398307"/>
                </a:lnTo>
                <a:lnTo>
                  <a:pt x="444038" y="388555"/>
                </a:lnTo>
                <a:lnTo>
                  <a:pt x="445674" y="394865"/>
                </a:lnTo>
                <a:lnTo>
                  <a:pt x="446491" y="399685"/>
                </a:lnTo>
                <a:lnTo>
                  <a:pt x="447309" y="387383"/>
                </a:lnTo>
                <a:lnTo>
                  <a:pt x="448127" y="381464"/>
                </a:lnTo>
                <a:lnTo>
                  <a:pt x="449763" y="391537"/>
                </a:lnTo>
                <a:lnTo>
                  <a:pt x="452216" y="408278"/>
                </a:lnTo>
                <a:lnTo>
                  <a:pt x="454669" y="407888"/>
                </a:lnTo>
                <a:lnTo>
                  <a:pt x="456305" y="388281"/>
                </a:lnTo>
                <a:lnTo>
                  <a:pt x="457940" y="402798"/>
                </a:lnTo>
                <a:lnTo>
                  <a:pt x="462029" y="391611"/>
                </a:lnTo>
                <a:lnTo>
                  <a:pt x="463664" y="406509"/>
                </a:lnTo>
                <a:lnTo>
                  <a:pt x="465300" y="399559"/>
                </a:lnTo>
                <a:lnTo>
                  <a:pt x="468571" y="395371"/>
                </a:lnTo>
                <a:lnTo>
                  <a:pt x="470206" y="397471"/>
                </a:lnTo>
                <a:lnTo>
                  <a:pt x="472659" y="403954"/>
                </a:lnTo>
                <a:lnTo>
                  <a:pt x="473477" y="402835"/>
                </a:lnTo>
                <a:lnTo>
                  <a:pt x="478384" y="387860"/>
                </a:lnTo>
                <a:lnTo>
                  <a:pt x="480837" y="392259"/>
                </a:lnTo>
                <a:lnTo>
                  <a:pt x="481655" y="406119"/>
                </a:lnTo>
                <a:lnTo>
                  <a:pt x="483290" y="396453"/>
                </a:lnTo>
                <a:lnTo>
                  <a:pt x="484108" y="395556"/>
                </a:lnTo>
                <a:lnTo>
                  <a:pt x="484926" y="399893"/>
                </a:lnTo>
                <a:lnTo>
                  <a:pt x="485743" y="389645"/>
                </a:lnTo>
                <a:lnTo>
                  <a:pt x="487379" y="393673"/>
                </a:lnTo>
                <a:lnTo>
                  <a:pt x="489015" y="383953"/>
                </a:lnTo>
                <a:lnTo>
                  <a:pt x="494739" y="402902"/>
                </a:lnTo>
                <a:lnTo>
                  <a:pt x="495557" y="406579"/>
                </a:lnTo>
                <a:lnTo>
                  <a:pt x="496374" y="399483"/>
                </a:lnTo>
                <a:lnTo>
                  <a:pt x="497192" y="404233"/>
                </a:lnTo>
                <a:lnTo>
                  <a:pt x="498827" y="405862"/>
                </a:lnTo>
                <a:lnTo>
                  <a:pt x="500463" y="389867"/>
                </a:lnTo>
                <a:lnTo>
                  <a:pt x="507823" y="422988"/>
                </a:lnTo>
                <a:lnTo>
                  <a:pt x="508640" y="417727"/>
                </a:lnTo>
                <a:lnTo>
                  <a:pt x="512729" y="391254"/>
                </a:lnTo>
                <a:lnTo>
                  <a:pt x="515182" y="383861"/>
                </a:lnTo>
                <a:lnTo>
                  <a:pt x="520089" y="411894"/>
                </a:lnTo>
                <a:lnTo>
                  <a:pt x="520907" y="407522"/>
                </a:lnTo>
                <a:lnTo>
                  <a:pt x="524178" y="384668"/>
                </a:lnTo>
                <a:lnTo>
                  <a:pt x="525813" y="399113"/>
                </a:lnTo>
                <a:lnTo>
                  <a:pt x="528266" y="402745"/>
                </a:lnTo>
                <a:lnTo>
                  <a:pt x="530720" y="410220"/>
                </a:lnTo>
                <a:lnTo>
                  <a:pt x="531538" y="408046"/>
                </a:lnTo>
                <a:lnTo>
                  <a:pt x="532355" y="410360"/>
                </a:lnTo>
                <a:lnTo>
                  <a:pt x="533991" y="394209"/>
                </a:lnTo>
                <a:lnTo>
                  <a:pt x="535626" y="403910"/>
                </a:lnTo>
                <a:lnTo>
                  <a:pt x="538897" y="392889"/>
                </a:lnTo>
                <a:lnTo>
                  <a:pt x="540533" y="409137"/>
                </a:lnTo>
                <a:lnTo>
                  <a:pt x="542168" y="396992"/>
                </a:lnTo>
                <a:lnTo>
                  <a:pt x="544622" y="405004"/>
                </a:lnTo>
                <a:lnTo>
                  <a:pt x="545439" y="394829"/>
                </a:lnTo>
                <a:lnTo>
                  <a:pt x="547075" y="398242"/>
                </a:lnTo>
                <a:lnTo>
                  <a:pt x="549528" y="415554"/>
                </a:lnTo>
                <a:lnTo>
                  <a:pt x="551164" y="409540"/>
                </a:lnTo>
                <a:lnTo>
                  <a:pt x="551981" y="407164"/>
                </a:lnTo>
                <a:lnTo>
                  <a:pt x="554434" y="424904"/>
                </a:lnTo>
                <a:lnTo>
                  <a:pt x="555252" y="424846"/>
                </a:lnTo>
                <a:lnTo>
                  <a:pt x="556070" y="418158"/>
                </a:lnTo>
                <a:lnTo>
                  <a:pt x="556888" y="427383"/>
                </a:lnTo>
                <a:lnTo>
                  <a:pt x="558523" y="431378"/>
                </a:lnTo>
                <a:lnTo>
                  <a:pt x="561794" y="407430"/>
                </a:lnTo>
                <a:lnTo>
                  <a:pt x="563430" y="429015"/>
                </a:lnTo>
                <a:lnTo>
                  <a:pt x="565065" y="417445"/>
                </a:lnTo>
                <a:lnTo>
                  <a:pt x="566701" y="402645"/>
                </a:lnTo>
                <a:lnTo>
                  <a:pt x="567518" y="419754"/>
                </a:lnTo>
                <a:lnTo>
                  <a:pt x="569154" y="409448"/>
                </a:lnTo>
                <a:lnTo>
                  <a:pt x="573243" y="427785"/>
                </a:lnTo>
                <a:lnTo>
                  <a:pt x="579785" y="413551"/>
                </a:lnTo>
                <a:lnTo>
                  <a:pt x="580602" y="425624"/>
                </a:lnTo>
                <a:lnTo>
                  <a:pt x="581420" y="413304"/>
                </a:lnTo>
                <a:lnTo>
                  <a:pt x="583056" y="417390"/>
                </a:lnTo>
                <a:lnTo>
                  <a:pt x="583873" y="418848"/>
                </a:lnTo>
                <a:lnTo>
                  <a:pt x="587962" y="438849"/>
                </a:lnTo>
                <a:lnTo>
                  <a:pt x="589598" y="429764"/>
                </a:lnTo>
                <a:lnTo>
                  <a:pt x="591233" y="453225"/>
                </a:lnTo>
                <a:lnTo>
                  <a:pt x="592869" y="436509"/>
                </a:lnTo>
                <a:lnTo>
                  <a:pt x="593686" y="440786"/>
                </a:lnTo>
                <a:lnTo>
                  <a:pt x="594504" y="431691"/>
                </a:lnTo>
                <a:lnTo>
                  <a:pt x="595322" y="437324"/>
                </a:lnTo>
                <a:lnTo>
                  <a:pt x="596140" y="429735"/>
                </a:lnTo>
                <a:lnTo>
                  <a:pt x="596957" y="438987"/>
                </a:lnTo>
                <a:lnTo>
                  <a:pt x="597775" y="443927"/>
                </a:lnTo>
                <a:lnTo>
                  <a:pt x="598593" y="435406"/>
                </a:lnTo>
                <a:lnTo>
                  <a:pt x="599411" y="436141"/>
                </a:lnTo>
                <a:lnTo>
                  <a:pt x="600228" y="437524"/>
                </a:lnTo>
                <a:lnTo>
                  <a:pt x="601046" y="432844"/>
                </a:lnTo>
                <a:lnTo>
                  <a:pt x="603499" y="436346"/>
                </a:lnTo>
                <a:lnTo>
                  <a:pt x="604317" y="435553"/>
                </a:lnTo>
                <a:lnTo>
                  <a:pt x="605135" y="437003"/>
                </a:lnTo>
                <a:lnTo>
                  <a:pt x="605953" y="443899"/>
                </a:lnTo>
                <a:lnTo>
                  <a:pt x="608406" y="442074"/>
                </a:lnTo>
                <a:lnTo>
                  <a:pt x="609224" y="441927"/>
                </a:lnTo>
                <a:lnTo>
                  <a:pt x="614948" y="468670"/>
                </a:lnTo>
                <a:lnTo>
                  <a:pt x="610859" y="441295"/>
                </a:lnTo>
                <a:lnTo>
                  <a:pt x="615766" y="465267"/>
                </a:lnTo>
                <a:lnTo>
                  <a:pt x="622308" y="452405"/>
                </a:lnTo>
                <a:lnTo>
                  <a:pt x="624761" y="474502"/>
                </a:lnTo>
                <a:lnTo>
                  <a:pt x="626397" y="470811"/>
                </a:lnTo>
                <a:lnTo>
                  <a:pt x="628032" y="457437"/>
                </a:lnTo>
                <a:lnTo>
                  <a:pt x="629667" y="465021"/>
                </a:lnTo>
                <a:lnTo>
                  <a:pt x="633756" y="471000"/>
                </a:lnTo>
                <a:lnTo>
                  <a:pt x="634574" y="468227"/>
                </a:lnTo>
                <a:lnTo>
                  <a:pt x="636209" y="469592"/>
                </a:lnTo>
                <a:lnTo>
                  <a:pt x="637027" y="466995"/>
                </a:lnTo>
                <a:lnTo>
                  <a:pt x="641116" y="489461"/>
                </a:lnTo>
                <a:lnTo>
                  <a:pt x="641934" y="488468"/>
                </a:lnTo>
                <a:lnTo>
                  <a:pt x="646840" y="469384"/>
                </a:lnTo>
                <a:lnTo>
                  <a:pt x="650111" y="500168"/>
                </a:lnTo>
                <a:lnTo>
                  <a:pt x="653382" y="491089"/>
                </a:lnTo>
                <a:lnTo>
                  <a:pt x="655835" y="491214"/>
                </a:lnTo>
                <a:lnTo>
                  <a:pt x="659107" y="504290"/>
                </a:lnTo>
                <a:lnTo>
                  <a:pt x="659924" y="491383"/>
                </a:lnTo>
                <a:lnTo>
                  <a:pt x="662377" y="492595"/>
                </a:lnTo>
                <a:lnTo>
                  <a:pt x="666466" y="500395"/>
                </a:lnTo>
                <a:lnTo>
                  <a:pt x="669737" y="513345"/>
                </a:lnTo>
                <a:lnTo>
                  <a:pt x="673826" y="498595"/>
                </a:lnTo>
                <a:lnTo>
                  <a:pt x="676279" y="497567"/>
                </a:lnTo>
                <a:lnTo>
                  <a:pt x="677097" y="500379"/>
                </a:lnTo>
                <a:lnTo>
                  <a:pt x="679550" y="498614"/>
                </a:lnTo>
                <a:lnTo>
                  <a:pt x="681186" y="510006"/>
                </a:lnTo>
                <a:lnTo>
                  <a:pt x="684457" y="514400"/>
                </a:lnTo>
                <a:lnTo>
                  <a:pt x="688546" y="524024"/>
                </a:lnTo>
                <a:lnTo>
                  <a:pt x="690999" y="515280"/>
                </a:lnTo>
                <a:lnTo>
                  <a:pt x="691816" y="516265"/>
                </a:lnTo>
                <a:lnTo>
                  <a:pt x="693452" y="524555"/>
                </a:lnTo>
                <a:lnTo>
                  <a:pt x="695088" y="518935"/>
                </a:lnTo>
                <a:lnTo>
                  <a:pt x="696723" y="512295"/>
                </a:lnTo>
                <a:lnTo>
                  <a:pt x="698358" y="516250"/>
                </a:lnTo>
                <a:lnTo>
                  <a:pt x="700812" y="543571"/>
                </a:lnTo>
                <a:lnTo>
                  <a:pt x="701630" y="542681"/>
                </a:lnTo>
                <a:lnTo>
                  <a:pt x="704900" y="516173"/>
                </a:lnTo>
                <a:lnTo>
                  <a:pt x="708172" y="541811"/>
                </a:lnTo>
                <a:lnTo>
                  <a:pt x="713078" y="540059"/>
                </a:lnTo>
                <a:lnTo>
                  <a:pt x="714714" y="542318"/>
                </a:lnTo>
                <a:lnTo>
                  <a:pt x="716349" y="540359"/>
                </a:lnTo>
                <a:lnTo>
                  <a:pt x="717167" y="534081"/>
                </a:lnTo>
                <a:lnTo>
                  <a:pt x="719620" y="537498"/>
                </a:lnTo>
                <a:lnTo>
                  <a:pt x="725344" y="569390"/>
                </a:lnTo>
                <a:lnTo>
                  <a:pt x="726162" y="568888"/>
                </a:lnTo>
                <a:lnTo>
                  <a:pt x="726980" y="575040"/>
                </a:lnTo>
                <a:lnTo>
                  <a:pt x="729433" y="572454"/>
                </a:lnTo>
                <a:lnTo>
                  <a:pt x="730251" y="566043"/>
                </a:lnTo>
                <a:lnTo>
                  <a:pt x="732704" y="570907"/>
                </a:lnTo>
                <a:lnTo>
                  <a:pt x="733522" y="577898"/>
                </a:lnTo>
                <a:lnTo>
                  <a:pt x="735157" y="577598"/>
                </a:lnTo>
                <a:lnTo>
                  <a:pt x="736793" y="562990"/>
                </a:lnTo>
                <a:lnTo>
                  <a:pt x="737610" y="585673"/>
                </a:lnTo>
                <a:lnTo>
                  <a:pt x="739246" y="566073"/>
                </a:lnTo>
                <a:lnTo>
                  <a:pt x="740064" y="565966"/>
                </a:lnTo>
                <a:lnTo>
                  <a:pt x="742517" y="574090"/>
                </a:lnTo>
                <a:lnTo>
                  <a:pt x="744152" y="569958"/>
                </a:lnTo>
                <a:lnTo>
                  <a:pt x="745788" y="570107"/>
                </a:lnTo>
                <a:lnTo>
                  <a:pt x="753148" y="611950"/>
                </a:lnTo>
                <a:lnTo>
                  <a:pt x="754783" y="604404"/>
                </a:lnTo>
                <a:lnTo>
                  <a:pt x="756419" y="593113"/>
                </a:lnTo>
                <a:lnTo>
                  <a:pt x="758054" y="597794"/>
                </a:lnTo>
                <a:lnTo>
                  <a:pt x="762143" y="614414"/>
                </a:lnTo>
                <a:lnTo>
                  <a:pt x="764596" y="589322"/>
                </a:lnTo>
                <a:lnTo>
                  <a:pt x="765414" y="599634"/>
                </a:lnTo>
                <a:lnTo>
                  <a:pt x="766232" y="606222"/>
                </a:lnTo>
                <a:lnTo>
                  <a:pt x="768685" y="603000"/>
                </a:lnTo>
                <a:lnTo>
                  <a:pt x="771956" y="612855"/>
                </a:lnTo>
                <a:lnTo>
                  <a:pt x="772774" y="604276"/>
                </a:lnTo>
                <a:lnTo>
                  <a:pt x="774409" y="607806"/>
                </a:lnTo>
                <a:lnTo>
                  <a:pt x="776863" y="607187"/>
                </a:lnTo>
                <a:lnTo>
                  <a:pt x="778498" y="635670"/>
                </a:lnTo>
                <a:lnTo>
                  <a:pt x="779316" y="622845"/>
                </a:lnTo>
                <a:lnTo>
                  <a:pt x="781769" y="627860"/>
                </a:lnTo>
                <a:lnTo>
                  <a:pt x="785040" y="637365"/>
                </a:lnTo>
                <a:lnTo>
                  <a:pt x="785858" y="634807"/>
                </a:lnTo>
                <a:lnTo>
                  <a:pt x="793217" y="586443"/>
                </a:lnTo>
                <a:lnTo>
                  <a:pt x="798124" y="543904"/>
                </a:lnTo>
                <a:lnTo>
                  <a:pt x="799759" y="532320"/>
                </a:lnTo>
                <a:lnTo>
                  <a:pt x="810390" y="443311"/>
                </a:lnTo>
                <a:lnTo>
                  <a:pt x="811208" y="446212"/>
                </a:lnTo>
                <a:lnTo>
                  <a:pt x="821021" y="359500"/>
                </a:lnTo>
                <a:lnTo>
                  <a:pt x="821839" y="359658"/>
                </a:lnTo>
                <a:lnTo>
                  <a:pt x="835741" y="291711"/>
                </a:lnTo>
                <a:lnTo>
                  <a:pt x="836558" y="290823"/>
                </a:lnTo>
                <a:lnTo>
                  <a:pt x="837376" y="293133"/>
                </a:lnTo>
                <a:lnTo>
                  <a:pt x="838194" y="294161"/>
                </a:lnTo>
                <a:lnTo>
                  <a:pt x="839011" y="291225"/>
                </a:lnTo>
                <a:lnTo>
                  <a:pt x="839829" y="287218"/>
                </a:lnTo>
                <a:lnTo>
                  <a:pt x="840647" y="293850"/>
                </a:lnTo>
                <a:lnTo>
                  <a:pt x="843100" y="296800"/>
                </a:lnTo>
                <a:lnTo>
                  <a:pt x="843918" y="295346"/>
                </a:lnTo>
                <a:lnTo>
                  <a:pt x="844736" y="291369"/>
                </a:lnTo>
                <a:lnTo>
                  <a:pt x="845554" y="294452"/>
                </a:lnTo>
                <a:lnTo>
                  <a:pt x="846371" y="304557"/>
                </a:lnTo>
                <a:lnTo>
                  <a:pt x="848007" y="289079"/>
                </a:lnTo>
                <a:lnTo>
                  <a:pt x="857002" y="334721"/>
                </a:lnTo>
                <a:lnTo>
                  <a:pt x="857820" y="329598"/>
                </a:lnTo>
                <a:lnTo>
                  <a:pt x="858638" y="327197"/>
                </a:lnTo>
                <a:lnTo>
                  <a:pt x="859455" y="328719"/>
                </a:lnTo>
                <a:lnTo>
                  <a:pt x="862726" y="342492"/>
                </a:lnTo>
                <a:lnTo>
                  <a:pt x="863544" y="361784"/>
                </a:lnTo>
                <a:lnTo>
                  <a:pt x="864362" y="340351"/>
                </a:lnTo>
                <a:lnTo>
                  <a:pt x="865997" y="357283"/>
                </a:lnTo>
                <a:lnTo>
                  <a:pt x="867633" y="365967"/>
                </a:lnTo>
                <a:lnTo>
                  <a:pt x="869268" y="344299"/>
                </a:lnTo>
                <a:lnTo>
                  <a:pt x="871722" y="366402"/>
                </a:lnTo>
                <a:lnTo>
                  <a:pt x="870904" y="343441"/>
                </a:lnTo>
                <a:lnTo>
                  <a:pt x="872539" y="353227"/>
                </a:lnTo>
                <a:lnTo>
                  <a:pt x="873357" y="347403"/>
                </a:lnTo>
                <a:lnTo>
                  <a:pt x="874175" y="359121"/>
                </a:lnTo>
                <a:lnTo>
                  <a:pt x="874992" y="356981"/>
                </a:lnTo>
                <a:lnTo>
                  <a:pt x="876628" y="370652"/>
                </a:lnTo>
                <a:lnTo>
                  <a:pt x="878264" y="363876"/>
                </a:lnTo>
                <a:lnTo>
                  <a:pt x="879081" y="367463"/>
                </a:lnTo>
                <a:lnTo>
                  <a:pt x="879899" y="344889"/>
                </a:lnTo>
                <a:lnTo>
                  <a:pt x="881534" y="381758"/>
                </a:lnTo>
                <a:lnTo>
                  <a:pt x="882352" y="377331"/>
                </a:lnTo>
                <a:lnTo>
                  <a:pt x="883170" y="381321"/>
                </a:lnTo>
                <a:lnTo>
                  <a:pt x="886441" y="406478"/>
                </a:lnTo>
                <a:lnTo>
                  <a:pt x="887259" y="395846"/>
                </a:lnTo>
                <a:lnTo>
                  <a:pt x="888894" y="397292"/>
                </a:lnTo>
                <a:lnTo>
                  <a:pt x="890530" y="405964"/>
                </a:lnTo>
                <a:lnTo>
                  <a:pt x="892165" y="400521"/>
                </a:lnTo>
                <a:lnTo>
                  <a:pt x="892983" y="397956"/>
                </a:lnTo>
                <a:lnTo>
                  <a:pt x="893801" y="404181"/>
                </a:lnTo>
                <a:lnTo>
                  <a:pt x="895436" y="414039"/>
                </a:lnTo>
                <a:lnTo>
                  <a:pt x="896254" y="406663"/>
                </a:lnTo>
                <a:lnTo>
                  <a:pt x="897890" y="395577"/>
                </a:lnTo>
                <a:lnTo>
                  <a:pt x="899525" y="380736"/>
                </a:lnTo>
                <a:lnTo>
                  <a:pt x="900343" y="383059"/>
                </a:lnTo>
                <a:lnTo>
                  <a:pt x="904432" y="407230"/>
                </a:lnTo>
                <a:lnTo>
                  <a:pt x="906885" y="403225"/>
                </a:lnTo>
                <a:lnTo>
                  <a:pt x="907702" y="407027"/>
                </a:lnTo>
                <a:lnTo>
                  <a:pt x="909338" y="437059"/>
                </a:lnTo>
                <a:lnTo>
                  <a:pt x="911791" y="428286"/>
                </a:lnTo>
                <a:lnTo>
                  <a:pt x="915880" y="477679"/>
                </a:lnTo>
                <a:lnTo>
                  <a:pt x="916698" y="498613"/>
                </a:lnTo>
                <a:lnTo>
                  <a:pt x="918333" y="484169"/>
                </a:lnTo>
                <a:lnTo>
                  <a:pt x="923240" y="462165"/>
                </a:lnTo>
                <a:lnTo>
                  <a:pt x="924875" y="473586"/>
                </a:lnTo>
                <a:lnTo>
                  <a:pt x="926511" y="447089"/>
                </a:lnTo>
                <a:lnTo>
                  <a:pt x="931417" y="500055"/>
                </a:lnTo>
                <a:lnTo>
                  <a:pt x="932235" y="501044"/>
                </a:lnTo>
                <a:lnTo>
                  <a:pt x="936324" y="463956"/>
                </a:lnTo>
                <a:lnTo>
                  <a:pt x="937141" y="465781"/>
                </a:lnTo>
                <a:lnTo>
                  <a:pt x="941230" y="491691"/>
                </a:lnTo>
                <a:lnTo>
                  <a:pt x="939595" y="464927"/>
                </a:lnTo>
                <a:lnTo>
                  <a:pt x="942048" y="486398"/>
                </a:lnTo>
                <a:lnTo>
                  <a:pt x="943683" y="453710"/>
                </a:lnTo>
                <a:lnTo>
                  <a:pt x="945319" y="465729"/>
                </a:lnTo>
                <a:lnTo>
                  <a:pt x="946955" y="458440"/>
                </a:lnTo>
                <a:lnTo>
                  <a:pt x="947772" y="462480"/>
                </a:lnTo>
                <a:lnTo>
                  <a:pt x="948590" y="470466"/>
                </a:lnTo>
                <a:lnTo>
                  <a:pt x="949408" y="469445"/>
                </a:lnTo>
                <a:lnTo>
                  <a:pt x="952679" y="446033"/>
                </a:lnTo>
                <a:lnTo>
                  <a:pt x="953497" y="447979"/>
                </a:lnTo>
                <a:lnTo>
                  <a:pt x="954314" y="448607"/>
                </a:lnTo>
                <a:lnTo>
                  <a:pt x="955132" y="439056"/>
                </a:lnTo>
                <a:lnTo>
                  <a:pt x="955950" y="453865"/>
                </a:lnTo>
                <a:lnTo>
                  <a:pt x="956767" y="459809"/>
                </a:lnTo>
                <a:lnTo>
                  <a:pt x="959221" y="436951"/>
                </a:lnTo>
                <a:lnTo>
                  <a:pt x="960039" y="440265"/>
                </a:lnTo>
                <a:lnTo>
                  <a:pt x="967398" y="422131"/>
                </a:lnTo>
                <a:lnTo>
                  <a:pt x="971487" y="435306"/>
                </a:lnTo>
                <a:lnTo>
                  <a:pt x="973123" y="436813"/>
                </a:lnTo>
                <a:lnTo>
                  <a:pt x="974758" y="456633"/>
                </a:lnTo>
                <a:lnTo>
                  <a:pt x="977211" y="448246"/>
                </a:lnTo>
                <a:lnTo>
                  <a:pt x="989477" y="509846"/>
                </a:lnTo>
                <a:lnTo>
                  <a:pt x="991113" y="508321"/>
                </a:lnTo>
                <a:lnTo>
                  <a:pt x="991931" y="503910"/>
                </a:lnTo>
                <a:lnTo>
                  <a:pt x="992749" y="511063"/>
                </a:lnTo>
                <a:lnTo>
                  <a:pt x="1006650" y="559788"/>
                </a:lnTo>
                <a:lnTo>
                  <a:pt x="1007468" y="557930"/>
                </a:lnTo>
                <a:lnTo>
                  <a:pt x="1008286" y="561851"/>
                </a:lnTo>
                <a:lnTo>
                  <a:pt x="1009921" y="572960"/>
                </a:lnTo>
                <a:lnTo>
                  <a:pt x="1010739" y="565163"/>
                </a:lnTo>
                <a:lnTo>
                  <a:pt x="1011557" y="559105"/>
                </a:lnTo>
                <a:lnTo>
                  <a:pt x="1012374" y="567454"/>
                </a:lnTo>
                <a:lnTo>
                  <a:pt x="1014828" y="583260"/>
                </a:lnTo>
                <a:lnTo>
                  <a:pt x="1015645" y="583123"/>
                </a:lnTo>
                <a:lnTo>
                  <a:pt x="1018099" y="575957"/>
                </a:lnTo>
                <a:lnTo>
                  <a:pt x="1018916" y="582772"/>
                </a:lnTo>
                <a:lnTo>
                  <a:pt x="1022188" y="594952"/>
                </a:lnTo>
                <a:lnTo>
                  <a:pt x="1023005" y="594265"/>
                </a:lnTo>
                <a:lnTo>
                  <a:pt x="1023823" y="591381"/>
                </a:lnTo>
                <a:lnTo>
                  <a:pt x="1024641" y="595110"/>
                </a:lnTo>
                <a:lnTo>
                  <a:pt x="1025458" y="601742"/>
                </a:lnTo>
                <a:lnTo>
                  <a:pt x="1027912" y="598953"/>
                </a:lnTo>
                <a:lnTo>
                  <a:pt x="1031183" y="602703"/>
                </a:lnTo>
                <a:lnTo>
                  <a:pt x="1033636" y="595091"/>
                </a:lnTo>
                <a:lnTo>
                  <a:pt x="1034454" y="597899"/>
                </a:lnTo>
                <a:lnTo>
                  <a:pt x="1035272" y="602780"/>
                </a:lnTo>
                <a:lnTo>
                  <a:pt x="1037725" y="600924"/>
                </a:lnTo>
                <a:lnTo>
                  <a:pt x="1039360" y="596081"/>
                </a:lnTo>
                <a:lnTo>
                  <a:pt x="1040178" y="602919"/>
                </a:lnTo>
                <a:lnTo>
                  <a:pt x="1040996" y="605957"/>
                </a:lnTo>
                <a:lnTo>
                  <a:pt x="1041814" y="601005"/>
                </a:lnTo>
                <a:lnTo>
                  <a:pt x="1042631" y="603214"/>
                </a:lnTo>
                <a:lnTo>
                  <a:pt x="1043449" y="602575"/>
                </a:lnTo>
                <a:lnTo>
                  <a:pt x="1045084" y="591480"/>
                </a:lnTo>
                <a:lnTo>
                  <a:pt x="1045902" y="594773"/>
                </a:lnTo>
                <a:lnTo>
                  <a:pt x="1048356" y="604884"/>
                </a:lnTo>
                <a:lnTo>
                  <a:pt x="1049173" y="598462"/>
                </a:lnTo>
                <a:lnTo>
                  <a:pt x="1049991" y="590507"/>
                </a:lnTo>
                <a:lnTo>
                  <a:pt x="1052444" y="595262"/>
                </a:lnTo>
                <a:lnTo>
                  <a:pt x="1058168" y="580299"/>
                </a:lnTo>
                <a:lnTo>
                  <a:pt x="1058986" y="591106"/>
                </a:lnTo>
                <a:lnTo>
                  <a:pt x="1060622" y="579345"/>
                </a:lnTo>
                <a:lnTo>
                  <a:pt x="1061440" y="583085"/>
                </a:lnTo>
                <a:lnTo>
                  <a:pt x="1062257" y="583010"/>
                </a:lnTo>
                <a:lnTo>
                  <a:pt x="1067982" y="563475"/>
                </a:lnTo>
                <a:lnTo>
                  <a:pt x="1068799" y="562505"/>
                </a:lnTo>
                <a:lnTo>
                  <a:pt x="1074524" y="530409"/>
                </a:lnTo>
                <a:lnTo>
                  <a:pt x="1075341" y="533717"/>
                </a:lnTo>
                <a:lnTo>
                  <a:pt x="1076977" y="528381"/>
                </a:lnTo>
                <a:lnTo>
                  <a:pt x="1084336" y="480981"/>
                </a:lnTo>
                <a:lnTo>
                  <a:pt x="1086790" y="474026"/>
                </a:lnTo>
                <a:lnTo>
                  <a:pt x="1092514" y="428971"/>
                </a:lnTo>
                <a:lnTo>
                  <a:pt x="1100691" y="391264"/>
                </a:lnTo>
                <a:lnTo>
                  <a:pt x="1101509" y="394715"/>
                </a:lnTo>
                <a:lnTo>
                  <a:pt x="1102327" y="397320"/>
                </a:lnTo>
                <a:lnTo>
                  <a:pt x="1103963" y="384715"/>
                </a:lnTo>
                <a:lnTo>
                  <a:pt x="1104780" y="401578"/>
                </a:lnTo>
                <a:lnTo>
                  <a:pt x="1105598" y="389071"/>
                </a:lnTo>
                <a:lnTo>
                  <a:pt x="1106416" y="391553"/>
                </a:lnTo>
                <a:lnTo>
                  <a:pt x="1107233" y="387879"/>
                </a:lnTo>
                <a:lnTo>
                  <a:pt x="1108051" y="383209"/>
                </a:lnTo>
                <a:lnTo>
                  <a:pt x="1108869" y="392883"/>
                </a:lnTo>
                <a:lnTo>
                  <a:pt x="1109687" y="388712"/>
                </a:lnTo>
                <a:lnTo>
                  <a:pt x="1111322" y="391297"/>
                </a:lnTo>
                <a:lnTo>
                  <a:pt x="1112140" y="382478"/>
                </a:lnTo>
                <a:lnTo>
                  <a:pt x="1112958" y="392530"/>
                </a:lnTo>
                <a:lnTo>
                  <a:pt x="1114593" y="383971"/>
                </a:lnTo>
                <a:lnTo>
                  <a:pt x="1116229" y="387058"/>
                </a:lnTo>
                <a:lnTo>
                  <a:pt x="1117047" y="381595"/>
                </a:lnTo>
                <a:lnTo>
                  <a:pt x="1119500" y="386783"/>
                </a:lnTo>
                <a:lnTo>
                  <a:pt x="1120317" y="384264"/>
                </a:lnTo>
                <a:lnTo>
                  <a:pt x="1123589" y="369296"/>
                </a:lnTo>
                <a:lnTo>
                  <a:pt x="1124406" y="371723"/>
                </a:lnTo>
                <a:lnTo>
                  <a:pt x="1125224" y="384682"/>
                </a:lnTo>
                <a:lnTo>
                  <a:pt x="1126859" y="380412"/>
                </a:lnTo>
                <a:lnTo>
                  <a:pt x="1128495" y="370510"/>
                </a:lnTo>
                <a:lnTo>
                  <a:pt x="1129313" y="378526"/>
                </a:lnTo>
                <a:lnTo>
                  <a:pt x="1130131" y="380958"/>
                </a:lnTo>
                <a:lnTo>
                  <a:pt x="1131766" y="365224"/>
                </a:lnTo>
                <a:lnTo>
                  <a:pt x="1132584" y="371140"/>
                </a:lnTo>
                <a:lnTo>
                  <a:pt x="1133401" y="384741"/>
                </a:lnTo>
                <a:lnTo>
                  <a:pt x="1135037" y="361694"/>
                </a:lnTo>
                <a:lnTo>
                  <a:pt x="1135855" y="361752"/>
                </a:lnTo>
                <a:lnTo>
                  <a:pt x="1137490" y="374533"/>
                </a:lnTo>
                <a:lnTo>
                  <a:pt x="1139943" y="332965"/>
                </a:lnTo>
                <a:lnTo>
                  <a:pt x="1140761" y="346656"/>
                </a:lnTo>
                <a:lnTo>
                  <a:pt x="1141579" y="374603"/>
                </a:lnTo>
                <a:lnTo>
                  <a:pt x="1143215" y="347391"/>
                </a:lnTo>
                <a:lnTo>
                  <a:pt x="1145668" y="359313"/>
                </a:lnTo>
                <a:lnTo>
                  <a:pt x="1146485" y="354041"/>
                </a:lnTo>
                <a:lnTo>
                  <a:pt x="1148121" y="341950"/>
                </a:lnTo>
                <a:lnTo>
                  <a:pt x="1148939" y="346863"/>
                </a:lnTo>
                <a:lnTo>
                  <a:pt x="1149757" y="361126"/>
                </a:lnTo>
                <a:lnTo>
                  <a:pt x="1150574" y="333397"/>
                </a:lnTo>
                <a:lnTo>
                  <a:pt x="1151392" y="318162"/>
                </a:lnTo>
                <a:lnTo>
                  <a:pt x="1152210" y="322129"/>
                </a:lnTo>
                <a:lnTo>
                  <a:pt x="1153027" y="345052"/>
                </a:lnTo>
                <a:lnTo>
                  <a:pt x="1155481" y="338056"/>
                </a:lnTo>
                <a:lnTo>
                  <a:pt x="1156299" y="349605"/>
                </a:lnTo>
                <a:lnTo>
                  <a:pt x="1157116" y="321476"/>
                </a:lnTo>
                <a:lnTo>
                  <a:pt x="1157934" y="310908"/>
                </a:lnTo>
                <a:lnTo>
                  <a:pt x="1158752" y="334980"/>
                </a:lnTo>
                <a:lnTo>
                  <a:pt x="1160387" y="326722"/>
                </a:lnTo>
                <a:lnTo>
                  <a:pt x="1162023" y="331169"/>
                </a:lnTo>
                <a:lnTo>
                  <a:pt x="1162841" y="331962"/>
                </a:lnTo>
                <a:lnTo>
                  <a:pt x="1163658" y="330129"/>
                </a:lnTo>
                <a:lnTo>
                  <a:pt x="1165294" y="322086"/>
                </a:lnTo>
                <a:lnTo>
                  <a:pt x="1166111" y="332346"/>
                </a:lnTo>
                <a:lnTo>
                  <a:pt x="1168565" y="318922"/>
                </a:lnTo>
                <a:lnTo>
                  <a:pt x="1171018" y="326134"/>
                </a:lnTo>
                <a:lnTo>
                  <a:pt x="1171836" y="326047"/>
                </a:lnTo>
                <a:lnTo>
                  <a:pt x="1173471" y="300339"/>
                </a:lnTo>
                <a:lnTo>
                  <a:pt x="1174289" y="332949"/>
                </a:lnTo>
                <a:lnTo>
                  <a:pt x="1175107" y="315722"/>
                </a:lnTo>
                <a:lnTo>
                  <a:pt x="1175924" y="326205"/>
                </a:lnTo>
                <a:lnTo>
                  <a:pt x="1176742" y="323401"/>
                </a:lnTo>
                <a:lnTo>
                  <a:pt x="1179196" y="327717"/>
                </a:lnTo>
                <a:lnTo>
                  <a:pt x="1180013" y="303871"/>
                </a:lnTo>
                <a:lnTo>
                  <a:pt x="1180831" y="303510"/>
                </a:lnTo>
                <a:lnTo>
                  <a:pt x="1182466" y="329382"/>
                </a:lnTo>
                <a:lnTo>
                  <a:pt x="1183284" y="305677"/>
                </a:lnTo>
                <a:lnTo>
                  <a:pt x="1184920" y="292663"/>
                </a:lnTo>
                <a:lnTo>
                  <a:pt x="1185738" y="303545"/>
                </a:lnTo>
                <a:lnTo>
                  <a:pt x="1186555" y="332975"/>
                </a:lnTo>
                <a:lnTo>
                  <a:pt x="1188191" y="299095"/>
                </a:lnTo>
                <a:lnTo>
                  <a:pt x="1189008" y="297929"/>
                </a:lnTo>
                <a:lnTo>
                  <a:pt x="1192280" y="314126"/>
                </a:lnTo>
                <a:lnTo>
                  <a:pt x="1193915" y="300499"/>
                </a:lnTo>
                <a:lnTo>
                  <a:pt x="1194733" y="313528"/>
                </a:lnTo>
                <a:lnTo>
                  <a:pt x="1195550" y="319450"/>
                </a:lnTo>
                <a:lnTo>
                  <a:pt x="1198004" y="251566"/>
                </a:lnTo>
                <a:lnTo>
                  <a:pt x="1198822" y="263379"/>
                </a:lnTo>
                <a:lnTo>
                  <a:pt x="1200457" y="334662"/>
                </a:lnTo>
                <a:lnTo>
                  <a:pt x="1201275" y="295089"/>
                </a:lnTo>
                <a:lnTo>
                  <a:pt x="1202910" y="247671"/>
                </a:lnTo>
                <a:lnTo>
                  <a:pt x="1204546" y="263784"/>
                </a:lnTo>
                <a:lnTo>
                  <a:pt x="1206181" y="312077"/>
                </a:lnTo>
                <a:lnTo>
                  <a:pt x="1206999" y="284890"/>
                </a:lnTo>
                <a:lnTo>
                  <a:pt x="1209452" y="264511"/>
                </a:lnTo>
                <a:lnTo>
                  <a:pt x="1210270" y="270973"/>
                </a:lnTo>
                <a:lnTo>
                  <a:pt x="1211088" y="326281"/>
                </a:lnTo>
                <a:lnTo>
                  <a:pt x="1213541" y="287745"/>
                </a:lnTo>
                <a:lnTo>
                  <a:pt x="1214359" y="264625"/>
                </a:lnTo>
                <a:lnTo>
                  <a:pt x="1215994" y="288499"/>
                </a:lnTo>
                <a:lnTo>
                  <a:pt x="1216812" y="292510"/>
                </a:lnTo>
                <a:lnTo>
                  <a:pt x="1217630" y="285404"/>
                </a:lnTo>
                <a:lnTo>
                  <a:pt x="1218448" y="275515"/>
                </a:lnTo>
                <a:lnTo>
                  <a:pt x="1219265" y="276661"/>
                </a:lnTo>
                <a:lnTo>
                  <a:pt x="1220083" y="303067"/>
                </a:lnTo>
                <a:lnTo>
                  <a:pt x="1221718" y="262307"/>
                </a:lnTo>
                <a:lnTo>
                  <a:pt x="1223354" y="243583"/>
                </a:lnTo>
                <a:lnTo>
                  <a:pt x="1224172" y="259343"/>
                </a:lnTo>
                <a:lnTo>
                  <a:pt x="1225807" y="322681"/>
                </a:lnTo>
                <a:lnTo>
                  <a:pt x="1227443" y="274944"/>
                </a:lnTo>
                <a:lnTo>
                  <a:pt x="1228260" y="253218"/>
                </a:lnTo>
                <a:lnTo>
                  <a:pt x="1229896" y="285123"/>
                </a:lnTo>
                <a:lnTo>
                  <a:pt x="1230714" y="296266"/>
                </a:lnTo>
                <a:lnTo>
                  <a:pt x="1234802" y="207587"/>
                </a:lnTo>
                <a:lnTo>
                  <a:pt x="1236438" y="304176"/>
                </a:lnTo>
                <a:lnTo>
                  <a:pt x="1238891" y="268057"/>
                </a:lnTo>
                <a:lnTo>
                  <a:pt x="1241344" y="232372"/>
                </a:lnTo>
                <a:lnTo>
                  <a:pt x="1242162" y="327069"/>
                </a:lnTo>
                <a:lnTo>
                  <a:pt x="1244616" y="275397"/>
                </a:lnTo>
                <a:lnTo>
                  <a:pt x="1246251" y="214695"/>
                </a:lnTo>
                <a:lnTo>
                  <a:pt x="1247886" y="260389"/>
                </a:lnTo>
                <a:lnTo>
                  <a:pt x="1248704" y="324792"/>
                </a:lnTo>
                <a:lnTo>
                  <a:pt x="1251158" y="319146"/>
                </a:lnTo>
                <a:lnTo>
                  <a:pt x="1253611" y="239289"/>
                </a:lnTo>
                <a:lnTo>
                  <a:pt x="1255246" y="252958"/>
                </a:lnTo>
                <a:lnTo>
                  <a:pt x="1256064" y="303191"/>
                </a:lnTo>
                <a:lnTo>
                  <a:pt x="1257700" y="269271"/>
                </a:lnTo>
                <a:lnTo>
                  <a:pt x="1258517" y="249668"/>
                </a:lnTo>
                <a:lnTo>
                  <a:pt x="1259335" y="252685"/>
                </a:lnTo>
                <a:lnTo>
                  <a:pt x="1262606" y="325123"/>
                </a:lnTo>
                <a:lnTo>
                  <a:pt x="1265059" y="166216"/>
                </a:lnTo>
                <a:lnTo>
                  <a:pt x="1266695" y="179532"/>
                </a:lnTo>
                <a:lnTo>
                  <a:pt x="1269148" y="319221"/>
                </a:lnTo>
                <a:lnTo>
                  <a:pt x="1270783" y="272035"/>
                </a:lnTo>
                <a:lnTo>
                  <a:pt x="1272419" y="218751"/>
                </a:lnTo>
                <a:lnTo>
                  <a:pt x="1274055" y="255407"/>
                </a:lnTo>
                <a:lnTo>
                  <a:pt x="1277325" y="332903"/>
                </a:lnTo>
                <a:lnTo>
                  <a:pt x="1278143" y="322680"/>
                </a:lnTo>
                <a:lnTo>
                  <a:pt x="1279779" y="156259"/>
                </a:lnTo>
                <a:lnTo>
                  <a:pt x="1282232" y="176716"/>
                </a:lnTo>
                <a:lnTo>
                  <a:pt x="1283867" y="314693"/>
                </a:lnTo>
                <a:lnTo>
                  <a:pt x="1286321" y="281865"/>
                </a:lnTo>
                <a:lnTo>
                  <a:pt x="1287139" y="270858"/>
                </a:lnTo>
                <a:lnTo>
                  <a:pt x="1287956" y="281660"/>
                </a:lnTo>
                <a:lnTo>
                  <a:pt x="1288774" y="296375"/>
                </a:lnTo>
                <a:lnTo>
                  <a:pt x="1289592" y="285454"/>
                </a:lnTo>
                <a:lnTo>
                  <a:pt x="1291227" y="242030"/>
                </a:lnTo>
                <a:lnTo>
                  <a:pt x="1292045" y="251438"/>
                </a:lnTo>
                <a:lnTo>
                  <a:pt x="1295316" y="312334"/>
                </a:lnTo>
                <a:lnTo>
                  <a:pt x="1296951" y="265620"/>
                </a:lnTo>
                <a:lnTo>
                  <a:pt x="1298587" y="282186"/>
                </a:lnTo>
                <a:lnTo>
                  <a:pt x="1300223" y="311061"/>
                </a:lnTo>
                <a:lnTo>
                  <a:pt x="1301858" y="289949"/>
                </a:lnTo>
                <a:lnTo>
                  <a:pt x="1303493" y="242475"/>
                </a:lnTo>
                <a:lnTo>
                  <a:pt x="1304311" y="264077"/>
                </a:lnTo>
                <a:lnTo>
                  <a:pt x="1308400" y="361556"/>
                </a:lnTo>
                <a:lnTo>
                  <a:pt x="1310853" y="199620"/>
                </a:lnTo>
                <a:lnTo>
                  <a:pt x="1312489" y="270856"/>
                </a:lnTo>
                <a:lnTo>
                  <a:pt x="1314942" y="325813"/>
                </a:lnTo>
                <a:lnTo>
                  <a:pt x="1316577" y="312183"/>
                </a:lnTo>
                <a:lnTo>
                  <a:pt x="1318213" y="228535"/>
                </a:lnTo>
                <a:lnTo>
                  <a:pt x="1319849" y="284121"/>
                </a:lnTo>
                <a:lnTo>
                  <a:pt x="1323937" y="322154"/>
                </a:lnTo>
                <a:lnTo>
                  <a:pt x="1325573" y="230472"/>
                </a:lnTo>
                <a:lnTo>
                  <a:pt x="1328026" y="255279"/>
                </a:lnTo>
                <a:lnTo>
                  <a:pt x="1332115" y="366279"/>
                </a:lnTo>
                <a:lnTo>
                  <a:pt x="1333750" y="221215"/>
                </a:lnTo>
                <a:lnTo>
                  <a:pt x="1336203" y="268783"/>
                </a:lnTo>
                <a:lnTo>
                  <a:pt x="1337839" y="335433"/>
                </a:lnTo>
                <a:lnTo>
                  <a:pt x="1338657" y="295287"/>
                </a:lnTo>
                <a:lnTo>
                  <a:pt x="1339475" y="259525"/>
                </a:lnTo>
                <a:lnTo>
                  <a:pt x="1341928" y="271208"/>
                </a:lnTo>
                <a:lnTo>
                  <a:pt x="1342745" y="279055"/>
                </a:lnTo>
                <a:lnTo>
                  <a:pt x="1343563" y="329304"/>
                </a:lnTo>
                <a:lnTo>
                  <a:pt x="1346016" y="307436"/>
                </a:lnTo>
                <a:lnTo>
                  <a:pt x="1346834" y="309090"/>
                </a:lnTo>
                <a:lnTo>
                  <a:pt x="1347652" y="321186"/>
                </a:lnTo>
                <a:lnTo>
                  <a:pt x="1348470" y="296135"/>
                </a:lnTo>
                <a:lnTo>
                  <a:pt x="1350105" y="248959"/>
                </a:lnTo>
                <a:lnTo>
                  <a:pt x="1351741" y="264797"/>
                </a:lnTo>
                <a:lnTo>
                  <a:pt x="1352558" y="332801"/>
                </a:lnTo>
                <a:lnTo>
                  <a:pt x="1355012" y="290567"/>
                </a:lnTo>
                <a:lnTo>
                  <a:pt x="1356647" y="316246"/>
                </a:lnTo>
                <a:lnTo>
                  <a:pt x="1358283" y="295943"/>
                </a:lnTo>
                <a:lnTo>
                  <a:pt x="1359100" y="286632"/>
                </a:lnTo>
                <a:lnTo>
                  <a:pt x="1360736" y="295164"/>
                </a:lnTo>
                <a:lnTo>
                  <a:pt x="1363189" y="340746"/>
                </a:lnTo>
                <a:lnTo>
                  <a:pt x="1364007" y="309772"/>
                </a:lnTo>
                <a:lnTo>
                  <a:pt x="1364825" y="326615"/>
                </a:lnTo>
                <a:lnTo>
                  <a:pt x="1365642" y="279584"/>
                </a:lnTo>
                <a:lnTo>
                  <a:pt x="1368096" y="281304"/>
                </a:lnTo>
                <a:lnTo>
                  <a:pt x="1371367" y="335238"/>
                </a:lnTo>
                <a:lnTo>
                  <a:pt x="1373002" y="238329"/>
                </a:lnTo>
                <a:lnTo>
                  <a:pt x="1374638" y="272915"/>
                </a:lnTo>
                <a:lnTo>
                  <a:pt x="1376273" y="328444"/>
                </a:lnTo>
                <a:lnTo>
                  <a:pt x="1377909" y="323521"/>
                </a:lnTo>
                <a:lnTo>
                  <a:pt x="1378726" y="326105"/>
                </a:lnTo>
                <a:lnTo>
                  <a:pt x="1380362" y="285568"/>
                </a:lnTo>
                <a:lnTo>
                  <a:pt x="1381998" y="294702"/>
                </a:lnTo>
                <a:lnTo>
                  <a:pt x="1382815" y="292676"/>
                </a:lnTo>
                <a:lnTo>
                  <a:pt x="1385268" y="350639"/>
                </a:lnTo>
                <a:lnTo>
                  <a:pt x="1386086" y="319267"/>
                </a:lnTo>
                <a:lnTo>
                  <a:pt x="1387722" y="223706"/>
                </a:lnTo>
                <a:lnTo>
                  <a:pt x="1389357" y="296241"/>
                </a:lnTo>
                <a:lnTo>
                  <a:pt x="1390175" y="344934"/>
                </a:lnTo>
                <a:lnTo>
                  <a:pt x="1391810" y="279603"/>
                </a:lnTo>
                <a:lnTo>
                  <a:pt x="1392628" y="275437"/>
                </a:lnTo>
                <a:lnTo>
                  <a:pt x="1393446" y="281026"/>
                </a:lnTo>
                <a:lnTo>
                  <a:pt x="1397535" y="314443"/>
                </a:lnTo>
                <a:lnTo>
                  <a:pt x="1399170" y="264964"/>
                </a:lnTo>
                <a:lnTo>
                  <a:pt x="1399988" y="274702"/>
                </a:lnTo>
                <a:lnTo>
                  <a:pt x="1402441" y="317580"/>
                </a:lnTo>
                <a:lnTo>
                  <a:pt x="1403259" y="315866"/>
                </a:lnTo>
                <a:lnTo>
                  <a:pt x="1404894" y="266195"/>
                </a:lnTo>
                <a:lnTo>
                  <a:pt x="1405712" y="286285"/>
                </a:lnTo>
                <a:lnTo>
                  <a:pt x="1406530" y="312177"/>
                </a:lnTo>
                <a:lnTo>
                  <a:pt x="1408166" y="300734"/>
                </a:lnTo>
                <a:lnTo>
                  <a:pt x="1408983" y="292231"/>
                </a:lnTo>
                <a:lnTo>
                  <a:pt x="1409801" y="297263"/>
                </a:lnTo>
                <a:lnTo>
                  <a:pt x="1410619" y="314144"/>
                </a:lnTo>
                <a:lnTo>
                  <a:pt x="1411436" y="312719"/>
                </a:lnTo>
                <a:lnTo>
                  <a:pt x="1415525" y="257463"/>
                </a:lnTo>
                <a:lnTo>
                  <a:pt x="1417978" y="318283"/>
                </a:lnTo>
                <a:lnTo>
                  <a:pt x="1420432" y="304503"/>
                </a:lnTo>
                <a:lnTo>
                  <a:pt x="1422885" y="247961"/>
                </a:lnTo>
                <a:lnTo>
                  <a:pt x="1423703" y="289449"/>
                </a:lnTo>
                <a:lnTo>
                  <a:pt x="1425338" y="346152"/>
                </a:lnTo>
                <a:lnTo>
                  <a:pt x="1426974" y="315765"/>
                </a:lnTo>
                <a:lnTo>
                  <a:pt x="1427792" y="309287"/>
                </a:lnTo>
                <a:lnTo>
                  <a:pt x="1429427" y="246668"/>
                </a:lnTo>
                <a:lnTo>
                  <a:pt x="1431062" y="273563"/>
                </a:lnTo>
                <a:lnTo>
                  <a:pt x="1431880" y="334802"/>
                </a:lnTo>
                <a:lnTo>
                  <a:pt x="1434333" y="299104"/>
                </a:lnTo>
                <a:lnTo>
                  <a:pt x="1436787" y="280468"/>
                </a:lnTo>
                <a:lnTo>
                  <a:pt x="1438422" y="320429"/>
                </a:lnTo>
                <a:lnTo>
                  <a:pt x="1440058" y="293216"/>
                </a:lnTo>
                <a:lnTo>
                  <a:pt x="1442511" y="247617"/>
                </a:lnTo>
                <a:lnTo>
                  <a:pt x="1444147" y="326310"/>
                </a:lnTo>
                <a:lnTo>
                  <a:pt x="1445782" y="320791"/>
                </a:lnTo>
                <a:lnTo>
                  <a:pt x="1447417" y="274218"/>
                </a:lnTo>
                <a:lnTo>
                  <a:pt x="1449053" y="288165"/>
                </a:lnTo>
                <a:lnTo>
                  <a:pt x="1452324" y="363585"/>
                </a:lnTo>
                <a:lnTo>
                  <a:pt x="1453959" y="228666"/>
                </a:lnTo>
                <a:lnTo>
                  <a:pt x="1455595" y="286955"/>
                </a:lnTo>
                <a:lnTo>
                  <a:pt x="1456413" y="269179"/>
                </a:lnTo>
                <a:lnTo>
                  <a:pt x="1457231" y="291917"/>
                </a:lnTo>
                <a:lnTo>
                  <a:pt x="1459684" y="351887"/>
                </a:lnTo>
                <a:lnTo>
                  <a:pt x="1460501" y="318676"/>
                </a:lnTo>
                <a:lnTo>
                  <a:pt x="1462137" y="207853"/>
                </a:lnTo>
                <a:lnTo>
                  <a:pt x="1463773" y="218399"/>
                </a:lnTo>
                <a:lnTo>
                  <a:pt x="1464590" y="225201"/>
                </a:lnTo>
                <a:lnTo>
                  <a:pt x="1467043" y="325879"/>
                </a:lnTo>
                <a:lnTo>
                  <a:pt x="1467861" y="306207"/>
                </a:lnTo>
                <a:lnTo>
                  <a:pt x="1469497" y="212429"/>
                </a:lnTo>
                <a:lnTo>
                  <a:pt x="1470315" y="263062"/>
                </a:lnTo>
                <a:lnTo>
                  <a:pt x="1472768" y="343166"/>
                </a:lnTo>
                <a:lnTo>
                  <a:pt x="1473585" y="286463"/>
                </a:lnTo>
                <a:lnTo>
                  <a:pt x="1476857" y="174153"/>
                </a:lnTo>
                <a:lnTo>
                  <a:pt x="1479310" y="320724"/>
                </a:lnTo>
                <a:lnTo>
                  <a:pt x="1480127" y="317733"/>
                </a:lnTo>
                <a:lnTo>
                  <a:pt x="1483399" y="259084"/>
                </a:lnTo>
                <a:lnTo>
                  <a:pt x="1485034" y="303003"/>
                </a:lnTo>
                <a:lnTo>
                  <a:pt x="1485852" y="384461"/>
                </a:lnTo>
                <a:lnTo>
                  <a:pt x="1487487" y="297425"/>
                </a:lnTo>
                <a:lnTo>
                  <a:pt x="1489123" y="279584"/>
                </a:lnTo>
                <a:lnTo>
                  <a:pt x="1489941" y="281783"/>
                </a:lnTo>
                <a:lnTo>
                  <a:pt x="1491576" y="349812"/>
                </a:lnTo>
                <a:lnTo>
                  <a:pt x="1493211" y="297541"/>
                </a:lnTo>
                <a:lnTo>
                  <a:pt x="1494847" y="248282"/>
                </a:lnTo>
                <a:lnTo>
                  <a:pt x="1495665" y="306988"/>
                </a:lnTo>
                <a:lnTo>
                  <a:pt x="1497300" y="372568"/>
                </a:lnTo>
                <a:lnTo>
                  <a:pt x="1499753" y="336998"/>
                </a:lnTo>
                <a:lnTo>
                  <a:pt x="1503025" y="264662"/>
                </a:lnTo>
                <a:lnTo>
                  <a:pt x="1503842" y="281243"/>
                </a:lnTo>
                <a:lnTo>
                  <a:pt x="1506295" y="339268"/>
                </a:lnTo>
                <a:lnTo>
                  <a:pt x="1507113" y="305837"/>
                </a:lnTo>
                <a:lnTo>
                  <a:pt x="1510384" y="332459"/>
                </a:lnTo>
                <a:lnTo>
                  <a:pt x="1512020" y="307910"/>
                </a:lnTo>
                <a:lnTo>
                  <a:pt x="1512837" y="330587"/>
                </a:lnTo>
                <a:lnTo>
                  <a:pt x="1513655" y="351305"/>
                </a:lnTo>
                <a:lnTo>
                  <a:pt x="1514473" y="297733"/>
                </a:lnTo>
                <a:lnTo>
                  <a:pt x="1515291" y="257446"/>
                </a:lnTo>
                <a:lnTo>
                  <a:pt x="1516108" y="290261"/>
                </a:lnTo>
                <a:lnTo>
                  <a:pt x="1518562" y="288725"/>
                </a:lnTo>
                <a:lnTo>
                  <a:pt x="1520197" y="364666"/>
                </a:lnTo>
                <a:lnTo>
                  <a:pt x="1525104" y="226693"/>
                </a:lnTo>
                <a:lnTo>
                  <a:pt x="1525922" y="235816"/>
                </a:lnTo>
                <a:lnTo>
                  <a:pt x="1527557" y="427024"/>
                </a:lnTo>
                <a:lnTo>
                  <a:pt x="1529192" y="339390"/>
                </a:lnTo>
                <a:lnTo>
                  <a:pt x="1530828" y="277780"/>
                </a:lnTo>
                <a:lnTo>
                  <a:pt x="1532464" y="298232"/>
                </a:lnTo>
                <a:lnTo>
                  <a:pt x="1534099" y="391299"/>
                </a:lnTo>
                <a:lnTo>
                  <a:pt x="1535734" y="319468"/>
                </a:lnTo>
                <a:lnTo>
                  <a:pt x="1537370" y="264079"/>
                </a:lnTo>
                <a:lnTo>
                  <a:pt x="1538188" y="306592"/>
                </a:lnTo>
                <a:lnTo>
                  <a:pt x="1541459" y="382938"/>
                </a:lnTo>
                <a:lnTo>
                  <a:pt x="1543912" y="301048"/>
                </a:lnTo>
                <a:lnTo>
                  <a:pt x="1544730" y="308230"/>
                </a:lnTo>
                <a:lnTo>
                  <a:pt x="1547183" y="408791"/>
                </a:lnTo>
                <a:lnTo>
                  <a:pt x="1548818" y="371533"/>
                </a:lnTo>
                <a:lnTo>
                  <a:pt x="1550454" y="216120"/>
                </a:lnTo>
                <a:lnTo>
                  <a:pt x="1552090" y="283719"/>
                </a:lnTo>
                <a:lnTo>
                  <a:pt x="1553725" y="422288"/>
                </a:lnTo>
                <a:lnTo>
                  <a:pt x="1555360" y="324149"/>
                </a:lnTo>
                <a:lnTo>
                  <a:pt x="1557814" y="211439"/>
                </a:lnTo>
                <a:lnTo>
                  <a:pt x="1558632" y="299200"/>
                </a:lnTo>
                <a:lnTo>
                  <a:pt x="1559449" y="291671"/>
                </a:lnTo>
                <a:lnTo>
                  <a:pt x="1561085" y="420580"/>
                </a:lnTo>
                <a:lnTo>
                  <a:pt x="1562720" y="361753"/>
                </a:lnTo>
                <a:lnTo>
                  <a:pt x="1565991" y="315594"/>
                </a:lnTo>
                <a:lnTo>
                  <a:pt x="1569262" y="434084"/>
                </a:lnTo>
                <a:lnTo>
                  <a:pt x="1573351" y="314276"/>
                </a:lnTo>
                <a:lnTo>
                  <a:pt x="1574986" y="462990"/>
                </a:lnTo>
                <a:lnTo>
                  <a:pt x="1576622" y="362291"/>
                </a:lnTo>
                <a:lnTo>
                  <a:pt x="1578258" y="289661"/>
                </a:lnTo>
                <a:lnTo>
                  <a:pt x="1579893" y="306843"/>
                </a:lnTo>
                <a:lnTo>
                  <a:pt x="1580711" y="318882"/>
                </a:lnTo>
                <a:lnTo>
                  <a:pt x="1581528" y="415893"/>
                </a:lnTo>
                <a:lnTo>
                  <a:pt x="1583982" y="350536"/>
                </a:lnTo>
                <a:lnTo>
                  <a:pt x="1584800" y="341782"/>
                </a:lnTo>
                <a:lnTo>
                  <a:pt x="1588070" y="429351"/>
                </a:lnTo>
                <a:lnTo>
                  <a:pt x="1590524" y="258378"/>
                </a:lnTo>
                <a:lnTo>
                  <a:pt x="1592159" y="275905"/>
                </a:lnTo>
                <a:lnTo>
                  <a:pt x="1594612" y="434796"/>
                </a:lnTo>
                <a:lnTo>
                  <a:pt x="1596248" y="353732"/>
                </a:lnTo>
                <a:lnTo>
                  <a:pt x="1597066" y="324069"/>
                </a:lnTo>
                <a:lnTo>
                  <a:pt x="1598701" y="342307"/>
                </a:lnTo>
                <a:lnTo>
                  <a:pt x="1604425" y="433367"/>
                </a:lnTo>
                <a:lnTo>
                  <a:pt x="1605243" y="405739"/>
                </a:lnTo>
                <a:lnTo>
                  <a:pt x="1606879" y="333155"/>
                </a:lnTo>
                <a:lnTo>
                  <a:pt x="1607697" y="386806"/>
                </a:lnTo>
                <a:lnTo>
                  <a:pt x="1610150" y="453572"/>
                </a:lnTo>
                <a:lnTo>
                  <a:pt x="1610967" y="501499"/>
                </a:lnTo>
                <a:lnTo>
                  <a:pt x="1611785" y="437701"/>
                </a:lnTo>
                <a:lnTo>
                  <a:pt x="1613421" y="328687"/>
                </a:lnTo>
                <a:lnTo>
                  <a:pt x="1615056" y="364313"/>
                </a:lnTo>
                <a:lnTo>
                  <a:pt x="1615874" y="368639"/>
                </a:lnTo>
                <a:lnTo>
                  <a:pt x="1616692" y="468811"/>
                </a:lnTo>
                <a:lnTo>
                  <a:pt x="1619145" y="410900"/>
                </a:lnTo>
                <a:lnTo>
                  <a:pt x="1619963" y="345003"/>
                </a:lnTo>
                <a:lnTo>
                  <a:pt x="1621598" y="436152"/>
                </a:lnTo>
                <a:lnTo>
                  <a:pt x="1623234" y="448210"/>
                </a:lnTo>
                <a:lnTo>
                  <a:pt x="1628140" y="289464"/>
                </a:lnTo>
                <a:lnTo>
                  <a:pt x="1629776" y="483872"/>
                </a:lnTo>
                <a:lnTo>
                  <a:pt x="1631411" y="405515"/>
                </a:lnTo>
                <a:lnTo>
                  <a:pt x="1634682" y="252656"/>
                </a:lnTo>
                <a:lnTo>
                  <a:pt x="1635500" y="282593"/>
                </a:lnTo>
                <a:lnTo>
                  <a:pt x="1637135" y="444965"/>
                </a:lnTo>
                <a:lnTo>
                  <a:pt x="1638771" y="354821"/>
                </a:lnTo>
                <a:lnTo>
                  <a:pt x="1639589" y="340835"/>
                </a:lnTo>
                <a:lnTo>
                  <a:pt x="1640407" y="371014"/>
                </a:lnTo>
                <a:lnTo>
                  <a:pt x="1642042" y="412278"/>
                </a:lnTo>
                <a:lnTo>
                  <a:pt x="1645313" y="304043"/>
                </a:lnTo>
                <a:lnTo>
                  <a:pt x="1646949" y="408902"/>
                </a:lnTo>
                <a:lnTo>
                  <a:pt x="1648584" y="375554"/>
                </a:lnTo>
                <a:lnTo>
                  <a:pt x="1649402" y="421203"/>
                </a:lnTo>
                <a:lnTo>
                  <a:pt x="1651037" y="355312"/>
                </a:lnTo>
                <a:lnTo>
                  <a:pt x="1655944" y="398538"/>
                </a:lnTo>
                <a:lnTo>
                  <a:pt x="1660033" y="349133"/>
                </a:lnTo>
                <a:lnTo>
                  <a:pt x="1660850" y="341465"/>
                </a:lnTo>
                <a:lnTo>
                  <a:pt x="1662486" y="354900"/>
                </a:lnTo>
                <a:lnTo>
                  <a:pt x="1663303" y="407182"/>
                </a:lnTo>
                <a:lnTo>
                  <a:pt x="1665757" y="394258"/>
                </a:lnTo>
                <a:lnTo>
                  <a:pt x="1666575" y="381463"/>
                </a:lnTo>
                <a:lnTo>
                  <a:pt x="1668210" y="277813"/>
                </a:lnTo>
                <a:lnTo>
                  <a:pt x="1669845" y="314856"/>
                </a:lnTo>
                <a:lnTo>
                  <a:pt x="1670663" y="314019"/>
                </a:lnTo>
                <a:lnTo>
                  <a:pt x="1671481" y="414191"/>
                </a:lnTo>
                <a:lnTo>
                  <a:pt x="1673934" y="379154"/>
                </a:lnTo>
                <a:lnTo>
                  <a:pt x="1674752" y="395180"/>
                </a:lnTo>
                <a:lnTo>
                  <a:pt x="1675570" y="362400"/>
                </a:lnTo>
                <a:lnTo>
                  <a:pt x="1678023" y="295535"/>
                </a:lnTo>
                <a:lnTo>
                  <a:pt x="1678841" y="297950"/>
                </a:lnTo>
                <a:lnTo>
                  <a:pt x="1682112" y="391401"/>
                </a:lnTo>
                <a:lnTo>
                  <a:pt x="1682929" y="381011"/>
                </a:lnTo>
                <a:lnTo>
                  <a:pt x="1686200" y="288321"/>
                </a:lnTo>
                <a:lnTo>
                  <a:pt x="1689472" y="452756"/>
                </a:lnTo>
                <a:lnTo>
                  <a:pt x="1690289" y="430465"/>
                </a:lnTo>
                <a:lnTo>
                  <a:pt x="1691925" y="190956"/>
                </a:lnTo>
                <a:lnTo>
                  <a:pt x="1693560" y="276052"/>
                </a:lnTo>
                <a:lnTo>
                  <a:pt x="1696014" y="367148"/>
                </a:lnTo>
                <a:lnTo>
                  <a:pt x="1696831" y="421760"/>
                </a:lnTo>
                <a:lnTo>
                  <a:pt x="1699284" y="394438"/>
                </a:lnTo>
                <a:lnTo>
                  <a:pt x="1700920" y="251525"/>
                </a:lnTo>
                <a:lnTo>
                  <a:pt x="1702556" y="344889"/>
                </a:lnTo>
                <a:lnTo>
                  <a:pt x="1705009" y="344752"/>
                </a:lnTo>
                <a:lnTo>
                  <a:pt x="1706644" y="383067"/>
                </a:lnTo>
                <a:lnTo>
                  <a:pt x="1709098" y="325847"/>
                </a:lnTo>
                <a:lnTo>
                  <a:pt x="1709915" y="337998"/>
                </a:lnTo>
                <a:lnTo>
                  <a:pt x="1711551" y="398921"/>
                </a:lnTo>
                <a:lnTo>
                  <a:pt x="1712368" y="384497"/>
                </a:lnTo>
                <a:lnTo>
                  <a:pt x="1715640" y="328545"/>
                </a:lnTo>
                <a:lnTo>
                  <a:pt x="1716457" y="332775"/>
                </a:lnTo>
                <a:lnTo>
                  <a:pt x="1718910" y="389947"/>
                </a:lnTo>
                <a:lnTo>
                  <a:pt x="1721364" y="280282"/>
                </a:lnTo>
                <a:lnTo>
                  <a:pt x="1722182" y="333597"/>
                </a:lnTo>
                <a:lnTo>
                  <a:pt x="1725452" y="374146"/>
                </a:lnTo>
                <a:lnTo>
                  <a:pt x="1727906" y="269971"/>
                </a:lnTo>
                <a:lnTo>
                  <a:pt x="1729541" y="308086"/>
                </a:lnTo>
                <a:lnTo>
                  <a:pt x="1730359" y="313558"/>
                </a:lnTo>
                <a:lnTo>
                  <a:pt x="1731177" y="395547"/>
                </a:lnTo>
                <a:lnTo>
                  <a:pt x="1732812" y="260518"/>
                </a:lnTo>
                <a:lnTo>
                  <a:pt x="1736901" y="343942"/>
                </a:lnTo>
                <a:lnTo>
                  <a:pt x="1738536" y="264839"/>
                </a:lnTo>
                <a:lnTo>
                  <a:pt x="1740990" y="281950"/>
                </a:lnTo>
                <a:lnTo>
                  <a:pt x="1741808" y="346410"/>
                </a:lnTo>
                <a:lnTo>
                  <a:pt x="1743443" y="295345"/>
                </a:lnTo>
                <a:lnTo>
                  <a:pt x="1744261" y="291379"/>
                </a:lnTo>
                <a:lnTo>
                  <a:pt x="1745896" y="296722"/>
                </a:lnTo>
                <a:lnTo>
                  <a:pt x="1747532" y="394397"/>
                </a:lnTo>
                <a:lnTo>
                  <a:pt x="1748350" y="317773"/>
                </a:lnTo>
                <a:lnTo>
                  <a:pt x="1752438" y="183834"/>
                </a:lnTo>
                <a:lnTo>
                  <a:pt x="1754074" y="354909"/>
                </a:lnTo>
                <a:lnTo>
                  <a:pt x="1755709" y="292486"/>
                </a:lnTo>
                <a:lnTo>
                  <a:pt x="1757345" y="259797"/>
                </a:lnTo>
                <a:lnTo>
                  <a:pt x="1758162" y="325308"/>
                </a:lnTo>
                <a:lnTo>
                  <a:pt x="1760616" y="317786"/>
                </a:lnTo>
                <a:lnTo>
                  <a:pt x="1761434" y="328046"/>
                </a:lnTo>
                <a:lnTo>
                  <a:pt x="1765522" y="66221"/>
                </a:lnTo>
                <a:lnTo>
                  <a:pt x="1766340" y="108456"/>
                </a:lnTo>
                <a:lnTo>
                  <a:pt x="1767975" y="340943"/>
                </a:lnTo>
                <a:lnTo>
                  <a:pt x="1769611" y="151205"/>
                </a:lnTo>
                <a:lnTo>
                  <a:pt x="1771247" y="49416"/>
                </a:lnTo>
                <a:lnTo>
                  <a:pt x="1772882" y="306474"/>
                </a:lnTo>
                <a:lnTo>
                  <a:pt x="1774517" y="176265"/>
                </a:lnTo>
                <a:lnTo>
                  <a:pt x="1776153" y="125535"/>
                </a:lnTo>
                <a:lnTo>
                  <a:pt x="1776971" y="152110"/>
                </a:lnTo>
                <a:lnTo>
                  <a:pt x="1778606" y="302072"/>
                </a:lnTo>
                <a:lnTo>
                  <a:pt x="1781059" y="282859"/>
                </a:lnTo>
                <a:lnTo>
                  <a:pt x="1782695" y="247914"/>
                </a:lnTo>
                <a:lnTo>
                  <a:pt x="1784331" y="75429"/>
                </a:lnTo>
                <a:lnTo>
                  <a:pt x="1785966" y="119379"/>
                </a:lnTo>
                <a:lnTo>
                  <a:pt x="1789237" y="262650"/>
                </a:lnTo>
                <a:lnTo>
                  <a:pt x="1791690" y="282796"/>
                </a:lnTo>
                <a:lnTo>
                  <a:pt x="1792508" y="164683"/>
                </a:lnTo>
                <a:lnTo>
                  <a:pt x="1794961" y="213482"/>
                </a:lnTo>
                <a:lnTo>
                  <a:pt x="1796597" y="205239"/>
                </a:lnTo>
                <a:lnTo>
                  <a:pt x="1797415" y="192759"/>
                </a:lnTo>
                <a:lnTo>
                  <a:pt x="1798232" y="222684"/>
                </a:lnTo>
                <a:lnTo>
                  <a:pt x="1799050" y="293542"/>
                </a:lnTo>
                <a:lnTo>
                  <a:pt x="1801503" y="256612"/>
                </a:lnTo>
                <a:lnTo>
                  <a:pt x="1803957" y="224711"/>
                </a:lnTo>
                <a:lnTo>
                  <a:pt x="1804774" y="242899"/>
                </a:lnTo>
                <a:lnTo>
                  <a:pt x="1805592" y="243488"/>
                </a:lnTo>
                <a:lnTo>
                  <a:pt x="1806410" y="202294"/>
                </a:lnTo>
                <a:lnTo>
                  <a:pt x="1808045" y="254676"/>
                </a:lnTo>
                <a:lnTo>
                  <a:pt x="1809681" y="256786"/>
                </a:lnTo>
                <a:lnTo>
                  <a:pt x="1811316" y="189647"/>
                </a:lnTo>
                <a:lnTo>
                  <a:pt x="1812134" y="196737"/>
                </a:lnTo>
                <a:lnTo>
                  <a:pt x="1813769" y="282198"/>
                </a:lnTo>
                <a:lnTo>
                  <a:pt x="1815405" y="259959"/>
                </a:lnTo>
                <a:lnTo>
                  <a:pt x="1817858" y="164795"/>
                </a:lnTo>
                <a:lnTo>
                  <a:pt x="1819494" y="227974"/>
                </a:lnTo>
                <a:lnTo>
                  <a:pt x="1821129" y="232834"/>
                </a:lnTo>
                <a:lnTo>
                  <a:pt x="1824400" y="192749"/>
                </a:lnTo>
                <a:lnTo>
                  <a:pt x="1826036" y="223254"/>
                </a:lnTo>
                <a:lnTo>
                  <a:pt x="1827671" y="201674"/>
                </a:lnTo>
                <a:lnTo>
                  <a:pt x="1828489" y="177126"/>
                </a:lnTo>
                <a:lnTo>
                  <a:pt x="1829307" y="225665"/>
                </a:lnTo>
                <a:lnTo>
                  <a:pt x="1830125" y="212150"/>
                </a:lnTo>
                <a:lnTo>
                  <a:pt x="1831760" y="174559"/>
                </a:lnTo>
                <a:lnTo>
                  <a:pt x="1832578" y="178839"/>
                </a:lnTo>
                <a:lnTo>
                  <a:pt x="1833395" y="223383"/>
                </a:lnTo>
                <a:lnTo>
                  <a:pt x="1835031" y="178913"/>
                </a:lnTo>
                <a:lnTo>
                  <a:pt x="1835849" y="173882"/>
                </a:lnTo>
                <a:lnTo>
                  <a:pt x="1838302" y="236272"/>
                </a:lnTo>
                <a:lnTo>
                  <a:pt x="1839120" y="205670"/>
                </a:lnTo>
                <a:lnTo>
                  <a:pt x="1841573" y="142256"/>
                </a:lnTo>
                <a:lnTo>
                  <a:pt x="1842391" y="180078"/>
                </a:lnTo>
                <a:lnTo>
                  <a:pt x="1844844" y="220096"/>
                </a:lnTo>
                <a:lnTo>
                  <a:pt x="1845662" y="243814"/>
                </a:lnTo>
                <a:lnTo>
                  <a:pt x="1846479" y="188827"/>
                </a:lnTo>
                <a:lnTo>
                  <a:pt x="1849751" y="95927"/>
                </a:lnTo>
                <a:lnTo>
                  <a:pt x="1851386" y="212405"/>
                </a:lnTo>
                <a:lnTo>
                  <a:pt x="1853839" y="187928"/>
                </a:lnTo>
                <a:lnTo>
                  <a:pt x="1854657" y="188602"/>
                </a:lnTo>
                <a:lnTo>
                  <a:pt x="1857110" y="135632"/>
                </a:lnTo>
                <a:lnTo>
                  <a:pt x="1857928" y="158375"/>
                </a:lnTo>
                <a:lnTo>
                  <a:pt x="1858746" y="205633"/>
                </a:lnTo>
                <a:lnTo>
                  <a:pt x="1860381" y="189914"/>
                </a:lnTo>
                <a:lnTo>
                  <a:pt x="1864470" y="92229"/>
                </a:lnTo>
                <a:lnTo>
                  <a:pt x="1868559" y="188160"/>
                </a:lnTo>
                <a:lnTo>
                  <a:pt x="1870194" y="94014"/>
                </a:lnTo>
                <a:lnTo>
                  <a:pt x="1871830" y="167656"/>
                </a:lnTo>
                <a:lnTo>
                  <a:pt x="1872648" y="198260"/>
                </a:lnTo>
                <a:lnTo>
                  <a:pt x="1873465" y="198150"/>
                </a:lnTo>
                <a:lnTo>
                  <a:pt x="1875101" y="105770"/>
                </a:lnTo>
                <a:lnTo>
                  <a:pt x="1876736" y="169508"/>
                </a:lnTo>
                <a:lnTo>
                  <a:pt x="1877554" y="171186"/>
                </a:lnTo>
                <a:lnTo>
                  <a:pt x="1878372" y="133192"/>
                </a:lnTo>
                <a:lnTo>
                  <a:pt x="1880007" y="157621"/>
                </a:lnTo>
                <a:lnTo>
                  <a:pt x="1880825" y="163616"/>
                </a:lnTo>
                <a:lnTo>
                  <a:pt x="1881643" y="151788"/>
                </a:lnTo>
                <a:lnTo>
                  <a:pt x="1883278" y="128697"/>
                </a:lnTo>
                <a:lnTo>
                  <a:pt x="1884096" y="129996"/>
                </a:lnTo>
                <a:lnTo>
                  <a:pt x="1884914" y="176672"/>
                </a:lnTo>
                <a:lnTo>
                  <a:pt x="1885732" y="119494"/>
                </a:lnTo>
                <a:lnTo>
                  <a:pt x="1886549" y="136520"/>
                </a:lnTo>
                <a:lnTo>
                  <a:pt x="1887367" y="135737"/>
                </a:lnTo>
                <a:lnTo>
                  <a:pt x="1889002" y="184887"/>
                </a:lnTo>
                <a:lnTo>
                  <a:pt x="1889820" y="143356"/>
                </a:lnTo>
                <a:lnTo>
                  <a:pt x="1891456" y="112152"/>
                </a:lnTo>
                <a:lnTo>
                  <a:pt x="1892274" y="135459"/>
                </a:lnTo>
                <a:lnTo>
                  <a:pt x="1893909" y="126467"/>
                </a:lnTo>
                <a:lnTo>
                  <a:pt x="1895544" y="184235"/>
                </a:lnTo>
                <a:lnTo>
                  <a:pt x="1897180" y="95952"/>
                </a:lnTo>
                <a:lnTo>
                  <a:pt x="1897998" y="109204"/>
                </a:lnTo>
                <a:lnTo>
                  <a:pt x="1899633" y="178324"/>
                </a:lnTo>
                <a:lnTo>
                  <a:pt x="1901269" y="156704"/>
                </a:lnTo>
                <a:lnTo>
                  <a:pt x="1902086" y="177412"/>
                </a:lnTo>
                <a:lnTo>
                  <a:pt x="1902904" y="147836"/>
                </a:lnTo>
                <a:lnTo>
                  <a:pt x="1903722" y="110645"/>
                </a:lnTo>
                <a:lnTo>
                  <a:pt x="1905358" y="147572"/>
                </a:lnTo>
                <a:lnTo>
                  <a:pt x="1906175" y="144718"/>
                </a:lnTo>
                <a:lnTo>
                  <a:pt x="1907811" y="171770"/>
                </a:lnTo>
                <a:lnTo>
                  <a:pt x="1908628" y="167655"/>
                </a:lnTo>
                <a:lnTo>
                  <a:pt x="1910264" y="110213"/>
                </a:lnTo>
                <a:lnTo>
                  <a:pt x="1911082" y="164861"/>
                </a:lnTo>
                <a:lnTo>
                  <a:pt x="1911900" y="158941"/>
                </a:lnTo>
                <a:lnTo>
                  <a:pt x="1913535" y="122543"/>
                </a:lnTo>
                <a:lnTo>
                  <a:pt x="1914353" y="142361"/>
                </a:lnTo>
                <a:lnTo>
                  <a:pt x="1915988" y="233057"/>
                </a:lnTo>
                <a:lnTo>
                  <a:pt x="1916806" y="190150"/>
                </a:lnTo>
                <a:lnTo>
                  <a:pt x="1919259" y="98626"/>
                </a:lnTo>
                <a:lnTo>
                  <a:pt x="1920895" y="116428"/>
                </a:lnTo>
                <a:lnTo>
                  <a:pt x="1922530" y="98662"/>
                </a:lnTo>
                <a:lnTo>
                  <a:pt x="1925801" y="169509"/>
                </a:lnTo>
                <a:lnTo>
                  <a:pt x="1928254" y="108744"/>
                </a:lnTo>
                <a:lnTo>
                  <a:pt x="1930708" y="116956"/>
                </a:lnTo>
                <a:lnTo>
                  <a:pt x="1933161" y="198069"/>
                </a:lnTo>
                <a:lnTo>
                  <a:pt x="1933979" y="143069"/>
                </a:lnTo>
                <a:lnTo>
                  <a:pt x="1934796" y="107542"/>
                </a:lnTo>
                <a:lnTo>
                  <a:pt x="1936432" y="141909"/>
                </a:lnTo>
                <a:lnTo>
                  <a:pt x="1937250" y="138921"/>
                </a:lnTo>
                <a:lnTo>
                  <a:pt x="1938067" y="111877"/>
                </a:lnTo>
                <a:lnTo>
                  <a:pt x="1939703" y="134067"/>
                </a:lnTo>
                <a:lnTo>
                  <a:pt x="1941339" y="168279"/>
                </a:lnTo>
                <a:lnTo>
                  <a:pt x="1942974" y="60609"/>
                </a:lnTo>
                <a:lnTo>
                  <a:pt x="1944609" y="82460"/>
                </a:lnTo>
                <a:lnTo>
                  <a:pt x="1947881" y="157119"/>
                </a:lnTo>
                <a:lnTo>
                  <a:pt x="1948698" y="115060"/>
                </a:lnTo>
                <a:lnTo>
                  <a:pt x="1951151" y="116584"/>
                </a:lnTo>
                <a:lnTo>
                  <a:pt x="1954423" y="153220"/>
                </a:lnTo>
                <a:lnTo>
                  <a:pt x="1956058" y="102439"/>
                </a:lnTo>
                <a:lnTo>
                  <a:pt x="1957693" y="148062"/>
                </a:lnTo>
                <a:lnTo>
                  <a:pt x="1959329" y="132415"/>
                </a:lnTo>
                <a:lnTo>
                  <a:pt x="1960147" y="146968"/>
                </a:lnTo>
                <a:lnTo>
                  <a:pt x="1963418" y="71446"/>
                </a:lnTo>
                <a:lnTo>
                  <a:pt x="1967507" y="159514"/>
                </a:lnTo>
                <a:lnTo>
                  <a:pt x="1970777" y="101069"/>
                </a:lnTo>
                <a:lnTo>
                  <a:pt x="1973231" y="154718"/>
                </a:lnTo>
                <a:lnTo>
                  <a:pt x="1974049" y="142137"/>
                </a:lnTo>
                <a:lnTo>
                  <a:pt x="1976502" y="86709"/>
                </a:lnTo>
                <a:lnTo>
                  <a:pt x="1977319" y="116485"/>
                </a:lnTo>
                <a:lnTo>
                  <a:pt x="1978955" y="93034"/>
                </a:lnTo>
                <a:lnTo>
                  <a:pt x="1981408" y="156275"/>
                </a:lnTo>
                <a:lnTo>
                  <a:pt x="1983044" y="171251"/>
                </a:lnTo>
                <a:lnTo>
                  <a:pt x="1984679" y="95771"/>
                </a:lnTo>
                <a:lnTo>
                  <a:pt x="1986315" y="115705"/>
                </a:lnTo>
                <a:lnTo>
                  <a:pt x="1987133" y="147555"/>
                </a:lnTo>
                <a:lnTo>
                  <a:pt x="1987950" y="91873"/>
                </a:lnTo>
                <a:lnTo>
                  <a:pt x="1989586" y="142637"/>
                </a:lnTo>
                <a:lnTo>
                  <a:pt x="1991221" y="98867"/>
                </a:lnTo>
                <a:lnTo>
                  <a:pt x="1993675" y="112848"/>
                </a:lnTo>
                <a:lnTo>
                  <a:pt x="1994492" y="164115"/>
                </a:lnTo>
                <a:lnTo>
                  <a:pt x="1996128" y="124968"/>
                </a:lnTo>
                <a:lnTo>
                  <a:pt x="1996945" y="111237"/>
                </a:lnTo>
                <a:lnTo>
                  <a:pt x="1997763" y="119283"/>
                </a:lnTo>
                <a:lnTo>
                  <a:pt x="2000217" y="151779"/>
                </a:lnTo>
                <a:lnTo>
                  <a:pt x="2001852" y="88386"/>
                </a:lnTo>
                <a:lnTo>
                  <a:pt x="2002670" y="133011"/>
                </a:lnTo>
                <a:lnTo>
                  <a:pt x="2003487" y="148527"/>
                </a:lnTo>
                <a:lnTo>
                  <a:pt x="2004305" y="100867"/>
                </a:lnTo>
                <a:lnTo>
                  <a:pt x="2005941" y="122112"/>
                </a:lnTo>
                <a:lnTo>
                  <a:pt x="2007576" y="89373"/>
                </a:lnTo>
                <a:lnTo>
                  <a:pt x="2009212" y="169933"/>
                </a:lnTo>
                <a:lnTo>
                  <a:pt x="2010847" y="98956"/>
                </a:lnTo>
                <a:lnTo>
                  <a:pt x="2011665" y="99769"/>
                </a:lnTo>
                <a:lnTo>
                  <a:pt x="2012483" y="166638"/>
                </a:lnTo>
                <a:lnTo>
                  <a:pt x="2014118" y="116272"/>
                </a:lnTo>
                <a:lnTo>
                  <a:pt x="2014936" y="101415"/>
                </a:lnTo>
                <a:lnTo>
                  <a:pt x="2015754" y="101655"/>
                </a:lnTo>
                <a:lnTo>
                  <a:pt x="2017389" y="159858"/>
                </a:lnTo>
                <a:lnTo>
                  <a:pt x="2019025" y="57175"/>
                </a:lnTo>
                <a:lnTo>
                  <a:pt x="2020660" y="119654"/>
                </a:lnTo>
                <a:lnTo>
                  <a:pt x="2021478" y="155004"/>
                </a:lnTo>
                <a:lnTo>
                  <a:pt x="2022296" y="85262"/>
                </a:lnTo>
                <a:lnTo>
                  <a:pt x="2023114" y="74182"/>
                </a:lnTo>
                <a:lnTo>
                  <a:pt x="2024749" y="147270"/>
                </a:lnTo>
                <a:lnTo>
                  <a:pt x="2025567" y="84502"/>
                </a:lnTo>
                <a:lnTo>
                  <a:pt x="2026384" y="77026"/>
                </a:lnTo>
                <a:lnTo>
                  <a:pt x="2028020" y="146890"/>
                </a:lnTo>
                <a:lnTo>
                  <a:pt x="2030473" y="143973"/>
                </a:lnTo>
                <a:lnTo>
                  <a:pt x="2032926" y="71473"/>
                </a:lnTo>
                <a:lnTo>
                  <a:pt x="2033744" y="73029"/>
                </a:lnTo>
                <a:lnTo>
                  <a:pt x="2035380" y="128060"/>
                </a:lnTo>
                <a:lnTo>
                  <a:pt x="2036198" y="83279"/>
                </a:lnTo>
                <a:lnTo>
                  <a:pt x="2037015" y="62733"/>
                </a:lnTo>
                <a:lnTo>
                  <a:pt x="2037833" y="92035"/>
                </a:lnTo>
                <a:lnTo>
                  <a:pt x="2043557" y="152572"/>
                </a:lnTo>
                <a:lnTo>
                  <a:pt x="2047646" y="34730"/>
                </a:lnTo>
                <a:lnTo>
                  <a:pt x="2048464" y="59942"/>
                </a:lnTo>
                <a:lnTo>
                  <a:pt x="2052552" y="138116"/>
                </a:lnTo>
                <a:lnTo>
                  <a:pt x="2055824" y="116015"/>
                </a:lnTo>
                <a:lnTo>
                  <a:pt x="2056641" y="120005"/>
                </a:lnTo>
                <a:lnTo>
                  <a:pt x="2057459" y="115554"/>
                </a:lnTo>
                <a:lnTo>
                  <a:pt x="2058277" y="116784"/>
                </a:lnTo>
                <a:lnTo>
                  <a:pt x="2059912" y="82535"/>
                </a:lnTo>
                <a:lnTo>
                  <a:pt x="2060730" y="126673"/>
                </a:lnTo>
                <a:lnTo>
                  <a:pt x="2061548" y="112362"/>
                </a:lnTo>
                <a:lnTo>
                  <a:pt x="2062366" y="145504"/>
                </a:lnTo>
                <a:lnTo>
                  <a:pt x="2063183" y="79994"/>
                </a:lnTo>
                <a:lnTo>
                  <a:pt x="2064001" y="127291"/>
                </a:lnTo>
                <a:lnTo>
                  <a:pt x="2067272" y="34750"/>
                </a:lnTo>
                <a:lnTo>
                  <a:pt x="2068090" y="80653"/>
                </a:lnTo>
                <a:lnTo>
                  <a:pt x="2070543" y="132323"/>
                </a:lnTo>
                <a:lnTo>
                  <a:pt x="2071361" y="109075"/>
                </a:lnTo>
                <a:lnTo>
                  <a:pt x="2074632" y="180469"/>
                </a:lnTo>
                <a:lnTo>
                  <a:pt x="2075450" y="124920"/>
                </a:lnTo>
                <a:lnTo>
                  <a:pt x="2076267" y="26438"/>
                </a:lnTo>
                <a:lnTo>
                  <a:pt x="2078720" y="84832"/>
                </a:lnTo>
                <a:lnTo>
                  <a:pt x="2081992" y="139626"/>
                </a:lnTo>
                <a:lnTo>
                  <a:pt x="2082809" y="94262"/>
                </a:lnTo>
                <a:lnTo>
                  <a:pt x="2083627" y="156432"/>
                </a:lnTo>
                <a:lnTo>
                  <a:pt x="2084445" y="174801"/>
                </a:lnTo>
                <a:lnTo>
                  <a:pt x="2085262" y="147652"/>
                </a:lnTo>
                <a:lnTo>
                  <a:pt x="2086898" y="60263"/>
                </a:lnTo>
                <a:lnTo>
                  <a:pt x="2088534" y="96366"/>
                </a:lnTo>
                <a:lnTo>
                  <a:pt x="2090169" y="94623"/>
                </a:lnTo>
                <a:lnTo>
                  <a:pt x="2091804" y="184520"/>
                </a:lnTo>
                <a:lnTo>
                  <a:pt x="2095076" y="48344"/>
                </a:lnTo>
                <a:lnTo>
                  <a:pt x="2095893" y="200330"/>
                </a:lnTo>
                <a:lnTo>
                  <a:pt x="2098347" y="104999"/>
                </a:lnTo>
                <a:lnTo>
                  <a:pt x="2099164" y="209212"/>
                </a:lnTo>
                <a:lnTo>
                  <a:pt x="2100800" y="138092"/>
                </a:lnTo>
                <a:lnTo>
                  <a:pt x="2101618" y="80313"/>
                </a:lnTo>
                <a:lnTo>
                  <a:pt x="2103253" y="92954"/>
                </a:lnTo>
                <a:lnTo>
                  <a:pt x="2104071" y="278799"/>
                </a:lnTo>
                <a:lnTo>
                  <a:pt x="2105706" y="9874"/>
                </a:lnTo>
                <a:lnTo>
                  <a:pt x="2107342" y="152754"/>
                </a:lnTo>
                <a:lnTo>
                  <a:pt x="2108977" y="92568"/>
                </a:lnTo>
                <a:lnTo>
                  <a:pt x="2109795" y="91203"/>
                </a:lnTo>
                <a:lnTo>
                  <a:pt x="2113884" y="169862"/>
                </a:lnTo>
                <a:lnTo>
                  <a:pt x="2114701" y="134596"/>
                </a:lnTo>
                <a:lnTo>
                  <a:pt x="2117155" y="144920"/>
                </a:lnTo>
                <a:lnTo>
                  <a:pt x="2118790" y="149813"/>
                </a:lnTo>
                <a:lnTo>
                  <a:pt x="2120426" y="125844"/>
                </a:lnTo>
                <a:lnTo>
                  <a:pt x="2121243" y="144325"/>
                </a:lnTo>
                <a:lnTo>
                  <a:pt x="2122061" y="161786"/>
                </a:lnTo>
                <a:lnTo>
                  <a:pt x="2122879" y="154797"/>
                </a:lnTo>
                <a:lnTo>
                  <a:pt x="2123697" y="98076"/>
                </a:lnTo>
                <a:lnTo>
                  <a:pt x="2125332" y="175109"/>
                </a:lnTo>
                <a:lnTo>
                  <a:pt x="2126150" y="137637"/>
                </a:lnTo>
                <a:lnTo>
                  <a:pt x="2126968" y="127775"/>
                </a:lnTo>
                <a:lnTo>
                  <a:pt x="2128603" y="178075"/>
                </a:lnTo>
                <a:lnTo>
                  <a:pt x="2129421" y="108113"/>
                </a:lnTo>
                <a:lnTo>
                  <a:pt x="2130239" y="91610"/>
                </a:lnTo>
                <a:lnTo>
                  <a:pt x="2131057" y="141884"/>
                </a:lnTo>
                <a:lnTo>
                  <a:pt x="2132692" y="88492"/>
                </a:lnTo>
                <a:lnTo>
                  <a:pt x="2133510" y="119481"/>
                </a:lnTo>
                <a:lnTo>
                  <a:pt x="2135145" y="173186"/>
                </a:lnTo>
                <a:lnTo>
                  <a:pt x="2135963" y="78092"/>
                </a:lnTo>
                <a:lnTo>
                  <a:pt x="2137599" y="132165"/>
                </a:lnTo>
                <a:lnTo>
                  <a:pt x="2138416" y="171874"/>
                </a:lnTo>
                <a:lnTo>
                  <a:pt x="2140052" y="124278"/>
                </a:lnTo>
                <a:lnTo>
                  <a:pt x="2140869" y="156658"/>
                </a:lnTo>
                <a:lnTo>
                  <a:pt x="2144141" y="177527"/>
                </a:lnTo>
                <a:lnTo>
                  <a:pt x="2146594" y="179554"/>
                </a:lnTo>
                <a:lnTo>
                  <a:pt x="2149865" y="90993"/>
                </a:lnTo>
                <a:lnTo>
                  <a:pt x="2152318" y="172130"/>
                </a:lnTo>
                <a:lnTo>
                  <a:pt x="2153136" y="78097"/>
                </a:lnTo>
                <a:lnTo>
                  <a:pt x="2154771" y="124315"/>
                </a:lnTo>
                <a:lnTo>
                  <a:pt x="2156407" y="175583"/>
                </a:lnTo>
                <a:lnTo>
                  <a:pt x="2157225" y="111269"/>
                </a:lnTo>
                <a:lnTo>
                  <a:pt x="2158042" y="109043"/>
                </a:lnTo>
                <a:lnTo>
                  <a:pt x="2159678" y="214025"/>
                </a:lnTo>
                <a:lnTo>
                  <a:pt x="2160495" y="96944"/>
                </a:lnTo>
                <a:lnTo>
                  <a:pt x="2161313" y="7358"/>
                </a:lnTo>
                <a:lnTo>
                  <a:pt x="2162949" y="128647"/>
                </a:lnTo>
                <a:lnTo>
                  <a:pt x="2163767" y="171498"/>
                </a:lnTo>
                <a:lnTo>
                  <a:pt x="2165402" y="102379"/>
                </a:lnTo>
                <a:lnTo>
                  <a:pt x="2169491" y="180091"/>
                </a:lnTo>
                <a:lnTo>
                  <a:pt x="2171126" y="81862"/>
                </a:lnTo>
                <a:lnTo>
                  <a:pt x="2172762" y="150237"/>
                </a:lnTo>
                <a:lnTo>
                  <a:pt x="2173579" y="226323"/>
                </a:lnTo>
                <a:lnTo>
                  <a:pt x="2174397" y="73801"/>
                </a:lnTo>
                <a:lnTo>
                  <a:pt x="2175215" y="3689"/>
                </a:lnTo>
                <a:lnTo>
                  <a:pt x="2177668" y="48246"/>
                </a:lnTo>
                <a:lnTo>
                  <a:pt x="2179304" y="188669"/>
                </a:lnTo>
                <a:lnTo>
                  <a:pt x="2181757" y="150203"/>
                </a:lnTo>
                <a:lnTo>
                  <a:pt x="2185846" y="90065"/>
                </a:lnTo>
                <a:lnTo>
                  <a:pt x="2187481" y="172372"/>
                </a:lnTo>
                <a:lnTo>
                  <a:pt x="2188299" y="95546"/>
                </a:lnTo>
                <a:lnTo>
                  <a:pt x="2189117" y="92925"/>
                </a:lnTo>
                <a:lnTo>
                  <a:pt x="2189935" y="167596"/>
                </a:lnTo>
                <a:lnTo>
                  <a:pt x="2191570" y="155727"/>
                </a:lnTo>
                <a:lnTo>
                  <a:pt x="2193206" y="27768"/>
                </a:lnTo>
                <a:lnTo>
                  <a:pt x="2194023" y="119379"/>
                </a:lnTo>
                <a:lnTo>
                  <a:pt x="2194841" y="181756"/>
                </a:lnTo>
                <a:lnTo>
                  <a:pt x="2196476" y="86823"/>
                </a:lnTo>
                <a:lnTo>
                  <a:pt x="2198930" y="150334"/>
                </a:lnTo>
                <a:lnTo>
                  <a:pt x="2199748" y="188180"/>
                </a:lnTo>
                <a:lnTo>
                  <a:pt x="2200565" y="104752"/>
                </a:lnTo>
                <a:lnTo>
                  <a:pt x="2202201" y="184338"/>
                </a:lnTo>
                <a:lnTo>
                  <a:pt x="2203836" y="117663"/>
                </a:lnTo>
                <a:lnTo>
                  <a:pt x="2204654" y="138311"/>
                </a:lnTo>
                <a:lnTo>
                  <a:pt x="2205472" y="208370"/>
                </a:lnTo>
                <a:lnTo>
                  <a:pt x="2206290" y="136955"/>
                </a:lnTo>
                <a:lnTo>
                  <a:pt x="2207107" y="69268"/>
                </a:lnTo>
                <a:lnTo>
                  <a:pt x="2208743" y="179334"/>
                </a:lnTo>
                <a:lnTo>
                  <a:pt x="2211196" y="191955"/>
                </a:lnTo>
                <a:lnTo>
                  <a:pt x="2212832" y="71055"/>
                </a:lnTo>
                <a:lnTo>
                  <a:pt x="2216102" y="170984"/>
                </a:lnTo>
                <a:lnTo>
                  <a:pt x="2216920" y="132926"/>
                </a:lnTo>
                <a:lnTo>
                  <a:pt x="2217738" y="135071"/>
                </a:lnTo>
                <a:lnTo>
                  <a:pt x="2218556" y="203514"/>
                </a:lnTo>
                <a:lnTo>
                  <a:pt x="2219374" y="86605"/>
                </a:lnTo>
                <a:lnTo>
                  <a:pt x="2220191" y="40089"/>
                </a:lnTo>
                <a:lnTo>
                  <a:pt x="2221009" y="111022"/>
                </a:lnTo>
                <a:lnTo>
                  <a:pt x="2225098" y="237678"/>
                </a:lnTo>
                <a:lnTo>
                  <a:pt x="2227551" y="0"/>
                </a:lnTo>
                <a:lnTo>
                  <a:pt x="2228369" y="89963"/>
                </a:lnTo>
                <a:lnTo>
                  <a:pt x="2230822" y="171921"/>
                </a:lnTo>
                <a:lnTo>
                  <a:pt x="2231640" y="103089"/>
                </a:lnTo>
                <a:lnTo>
                  <a:pt x="2233275" y="149649"/>
                </a:lnTo>
                <a:lnTo>
                  <a:pt x="2234093" y="191330"/>
                </a:lnTo>
                <a:lnTo>
                  <a:pt x="2234911" y="104565"/>
                </a:lnTo>
                <a:lnTo>
                  <a:pt x="2237364" y="65442"/>
                </a:lnTo>
                <a:lnTo>
                  <a:pt x="2241453" y="183237"/>
                </a:lnTo>
                <a:lnTo>
                  <a:pt x="2245542" y="94855"/>
                </a:lnTo>
                <a:lnTo>
                  <a:pt x="2246359" y="95990"/>
                </a:lnTo>
                <a:lnTo>
                  <a:pt x="2247177" y="242184"/>
                </a:lnTo>
                <a:lnTo>
                  <a:pt x="2248812" y="116007"/>
                </a:lnTo>
                <a:lnTo>
                  <a:pt x="2249630" y="121486"/>
                </a:lnTo>
                <a:lnTo>
                  <a:pt x="2250448" y="194348"/>
                </a:lnTo>
                <a:lnTo>
                  <a:pt x="2252084" y="67287"/>
                </a:lnTo>
                <a:lnTo>
                  <a:pt x="2254537" y="180203"/>
                </a:lnTo>
                <a:lnTo>
                  <a:pt x="2258626" y="153899"/>
                </a:lnTo>
                <a:lnTo>
                  <a:pt x="2260261" y="148786"/>
                </a:lnTo>
                <a:lnTo>
                  <a:pt x="2261079" y="199980"/>
                </a:lnTo>
                <a:lnTo>
                  <a:pt x="2261896" y="122782"/>
                </a:lnTo>
                <a:lnTo>
                  <a:pt x="2262714" y="149757"/>
                </a:lnTo>
                <a:lnTo>
                  <a:pt x="2263532" y="143304"/>
                </a:lnTo>
                <a:lnTo>
                  <a:pt x="2264350" y="200070"/>
                </a:lnTo>
                <a:lnTo>
                  <a:pt x="2265985" y="107980"/>
                </a:lnTo>
                <a:lnTo>
                  <a:pt x="2266803" y="173747"/>
                </a:lnTo>
                <a:lnTo>
                  <a:pt x="2268438" y="191519"/>
                </a:lnTo>
                <a:lnTo>
                  <a:pt x="2270074" y="112381"/>
                </a:lnTo>
                <a:lnTo>
                  <a:pt x="2270892" y="191043"/>
                </a:lnTo>
                <a:lnTo>
                  <a:pt x="2273345" y="158460"/>
                </a:lnTo>
                <a:lnTo>
                  <a:pt x="2274981" y="109177"/>
                </a:lnTo>
                <a:lnTo>
                  <a:pt x="2275798" y="115100"/>
                </a:lnTo>
                <a:lnTo>
                  <a:pt x="2276616" y="202201"/>
                </a:lnTo>
                <a:lnTo>
                  <a:pt x="2278251" y="99548"/>
                </a:lnTo>
                <a:lnTo>
                  <a:pt x="2279069" y="181290"/>
                </a:lnTo>
                <a:lnTo>
                  <a:pt x="2282340" y="142003"/>
                </a:lnTo>
                <a:lnTo>
                  <a:pt x="2283976" y="136662"/>
                </a:lnTo>
                <a:lnTo>
                  <a:pt x="2284793" y="171109"/>
                </a:lnTo>
                <a:lnTo>
                  <a:pt x="2285611" y="129923"/>
                </a:lnTo>
                <a:lnTo>
                  <a:pt x="2286429" y="185899"/>
                </a:lnTo>
                <a:lnTo>
                  <a:pt x="2287247" y="138907"/>
                </a:lnTo>
                <a:lnTo>
                  <a:pt x="2288065" y="185897"/>
                </a:lnTo>
                <a:lnTo>
                  <a:pt x="2289700" y="155082"/>
                </a:lnTo>
                <a:lnTo>
                  <a:pt x="2290518" y="127623"/>
                </a:lnTo>
              </a:path>
            </a:pathLst>
          </a:custGeom>
          <a:noFill/>
          <a:ln w="2208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path 64"/>
          <p:cNvSpPr/>
          <p:nvPr/>
        </p:nvSpPr>
        <p:spPr>
          <a:xfrm>
            <a:off x="7017086" y="2411583"/>
            <a:ext cx="2290518" cy="576573"/>
          </a:xfrm>
          <a:custGeom>
            <a:avLst/>
            <a:gdLst/>
            <a:ahLst/>
            <a:cxnLst/>
            <a:rect l="l" t="t" r="r" b="b"/>
            <a:pathLst>
              <a:path w="2290518" h="576573">
                <a:moveTo>
                  <a:pt x="0" y="252508"/>
                </a:moveTo>
                <a:lnTo>
                  <a:pt x="818" y="260035"/>
                </a:lnTo>
                <a:lnTo>
                  <a:pt x="2453" y="253030"/>
                </a:lnTo>
                <a:lnTo>
                  <a:pt x="3271" y="253676"/>
                </a:lnTo>
                <a:lnTo>
                  <a:pt x="4089" y="262883"/>
                </a:lnTo>
                <a:lnTo>
                  <a:pt x="6542" y="261644"/>
                </a:lnTo>
                <a:lnTo>
                  <a:pt x="8177" y="268012"/>
                </a:lnTo>
                <a:lnTo>
                  <a:pt x="9813" y="266260"/>
                </a:lnTo>
                <a:lnTo>
                  <a:pt x="10631" y="261152"/>
                </a:lnTo>
                <a:lnTo>
                  <a:pt x="11448" y="270969"/>
                </a:lnTo>
                <a:lnTo>
                  <a:pt x="12266" y="271231"/>
                </a:lnTo>
                <a:lnTo>
                  <a:pt x="15537" y="266343"/>
                </a:lnTo>
                <a:lnTo>
                  <a:pt x="17990" y="269943"/>
                </a:lnTo>
                <a:lnTo>
                  <a:pt x="18808" y="273311"/>
                </a:lnTo>
                <a:lnTo>
                  <a:pt x="19626" y="271844"/>
                </a:lnTo>
                <a:lnTo>
                  <a:pt x="20444" y="265053"/>
                </a:lnTo>
                <a:lnTo>
                  <a:pt x="22897" y="269827"/>
                </a:lnTo>
                <a:lnTo>
                  <a:pt x="26168" y="280090"/>
                </a:lnTo>
                <a:lnTo>
                  <a:pt x="26985" y="274673"/>
                </a:lnTo>
                <a:lnTo>
                  <a:pt x="28621" y="265306"/>
                </a:lnTo>
                <a:lnTo>
                  <a:pt x="29439" y="273021"/>
                </a:lnTo>
                <a:lnTo>
                  <a:pt x="31074" y="280070"/>
                </a:lnTo>
                <a:lnTo>
                  <a:pt x="32710" y="277853"/>
                </a:lnTo>
                <a:lnTo>
                  <a:pt x="36799" y="273495"/>
                </a:lnTo>
                <a:lnTo>
                  <a:pt x="37616" y="277679"/>
                </a:lnTo>
                <a:lnTo>
                  <a:pt x="39252" y="284127"/>
                </a:lnTo>
                <a:lnTo>
                  <a:pt x="40888" y="280755"/>
                </a:lnTo>
                <a:lnTo>
                  <a:pt x="41705" y="279076"/>
                </a:lnTo>
                <a:lnTo>
                  <a:pt x="42523" y="281715"/>
                </a:lnTo>
                <a:lnTo>
                  <a:pt x="43341" y="285144"/>
                </a:lnTo>
                <a:lnTo>
                  <a:pt x="44976" y="281440"/>
                </a:lnTo>
                <a:lnTo>
                  <a:pt x="48247" y="278235"/>
                </a:lnTo>
                <a:lnTo>
                  <a:pt x="49065" y="282031"/>
                </a:lnTo>
                <a:lnTo>
                  <a:pt x="51518" y="279645"/>
                </a:lnTo>
                <a:lnTo>
                  <a:pt x="55607" y="288971"/>
                </a:lnTo>
                <a:lnTo>
                  <a:pt x="58060" y="285908"/>
                </a:lnTo>
                <a:lnTo>
                  <a:pt x="59696" y="279146"/>
                </a:lnTo>
                <a:lnTo>
                  <a:pt x="61331" y="282913"/>
                </a:lnTo>
                <a:lnTo>
                  <a:pt x="62967" y="280733"/>
                </a:lnTo>
                <a:lnTo>
                  <a:pt x="63784" y="284478"/>
                </a:lnTo>
                <a:lnTo>
                  <a:pt x="65420" y="286750"/>
                </a:lnTo>
                <a:lnTo>
                  <a:pt x="68691" y="293169"/>
                </a:lnTo>
                <a:lnTo>
                  <a:pt x="69509" y="291689"/>
                </a:lnTo>
                <a:lnTo>
                  <a:pt x="72780" y="288338"/>
                </a:lnTo>
                <a:lnTo>
                  <a:pt x="73598" y="289082"/>
                </a:lnTo>
                <a:lnTo>
                  <a:pt x="78504" y="289510"/>
                </a:lnTo>
                <a:lnTo>
                  <a:pt x="80139" y="290175"/>
                </a:lnTo>
                <a:lnTo>
                  <a:pt x="81775" y="286198"/>
                </a:lnTo>
                <a:lnTo>
                  <a:pt x="83410" y="291694"/>
                </a:lnTo>
                <a:lnTo>
                  <a:pt x="85046" y="289248"/>
                </a:lnTo>
                <a:lnTo>
                  <a:pt x="86681" y="292624"/>
                </a:lnTo>
                <a:lnTo>
                  <a:pt x="88317" y="290464"/>
                </a:lnTo>
                <a:lnTo>
                  <a:pt x="94041" y="289748"/>
                </a:lnTo>
                <a:lnTo>
                  <a:pt x="95677" y="286558"/>
                </a:lnTo>
                <a:lnTo>
                  <a:pt x="96494" y="288179"/>
                </a:lnTo>
                <a:lnTo>
                  <a:pt x="99765" y="293420"/>
                </a:lnTo>
                <a:lnTo>
                  <a:pt x="100583" y="292435"/>
                </a:lnTo>
                <a:lnTo>
                  <a:pt x="103854" y="288664"/>
                </a:lnTo>
                <a:lnTo>
                  <a:pt x="104672" y="289980"/>
                </a:lnTo>
                <a:lnTo>
                  <a:pt x="107943" y="298878"/>
                </a:lnTo>
                <a:lnTo>
                  <a:pt x="108761" y="296825"/>
                </a:lnTo>
                <a:lnTo>
                  <a:pt x="115302" y="291775"/>
                </a:lnTo>
                <a:lnTo>
                  <a:pt x="120209" y="295541"/>
                </a:lnTo>
                <a:lnTo>
                  <a:pt x="121844" y="297733"/>
                </a:lnTo>
                <a:lnTo>
                  <a:pt x="122663" y="296829"/>
                </a:lnTo>
                <a:lnTo>
                  <a:pt x="125116" y="288956"/>
                </a:lnTo>
                <a:lnTo>
                  <a:pt x="126751" y="292056"/>
                </a:lnTo>
                <a:lnTo>
                  <a:pt x="129205" y="292586"/>
                </a:lnTo>
                <a:lnTo>
                  <a:pt x="130840" y="293545"/>
                </a:lnTo>
                <a:lnTo>
                  <a:pt x="133293" y="288608"/>
                </a:lnTo>
                <a:lnTo>
                  <a:pt x="141471" y="293631"/>
                </a:lnTo>
                <a:lnTo>
                  <a:pt x="142289" y="290804"/>
                </a:lnTo>
                <a:lnTo>
                  <a:pt x="144742" y="293253"/>
                </a:lnTo>
                <a:lnTo>
                  <a:pt x="147195" y="300505"/>
                </a:lnTo>
                <a:lnTo>
                  <a:pt x="148831" y="295418"/>
                </a:lnTo>
                <a:lnTo>
                  <a:pt x="152101" y="296292"/>
                </a:lnTo>
                <a:lnTo>
                  <a:pt x="154555" y="293277"/>
                </a:lnTo>
                <a:lnTo>
                  <a:pt x="155373" y="296823"/>
                </a:lnTo>
                <a:lnTo>
                  <a:pt x="156190" y="298340"/>
                </a:lnTo>
                <a:lnTo>
                  <a:pt x="157008" y="293527"/>
                </a:lnTo>
                <a:lnTo>
                  <a:pt x="161097" y="288505"/>
                </a:lnTo>
                <a:lnTo>
                  <a:pt x="158643" y="295840"/>
                </a:lnTo>
                <a:lnTo>
                  <a:pt x="161914" y="292283"/>
                </a:lnTo>
                <a:lnTo>
                  <a:pt x="166003" y="297909"/>
                </a:lnTo>
                <a:lnTo>
                  <a:pt x="167639" y="295634"/>
                </a:lnTo>
                <a:lnTo>
                  <a:pt x="171727" y="293084"/>
                </a:lnTo>
                <a:lnTo>
                  <a:pt x="175816" y="290234"/>
                </a:lnTo>
                <a:lnTo>
                  <a:pt x="176634" y="288040"/>
                </a:lnTo>
                <a:lnTo>
                  <a:pt x="178269" y="291411"/>
                </a:lnTo>
                <a:lnTo>
                  <a:pt x="185629" y="305061"/>
                </a:lnTo>
                <a:lnTo>
                  <a:pt x="187265" y="300117"/>
                </a:lnTo>
                <a:lnTo>
                  <a:pt x="195442" y="294250"/>
                </a:lnTo>
                <a:lnTo>
                  <a:pt x="196260" y="296547"/>
                </a:lnTo>
                <a:lnTo>
                  <a:pt x="198713" y="307577"/>
                </a:lnTo>
                <a:lnTo>
                  <a:pt x="201984" y="303332"/>
                </a:lnTo>
                <a:lnTo>
                  <a:pt x="202802" y="304171"/>
                </a:lnTo>
                <a:lnTo>
                  <a:pt x="203619" y="302338"/>
                </a:lnTo>
                <a:lnTo>
                  <a:pt x="205255" y="303181"/>
                </a:lnTo>
                <a:lnTo>
                  <a:pt x="206073" y="300792"/>
                </a:lnTo>
                <a:lnTo>
                  <a:pt x="207708" y="302983"/>
                </a:lnTo>
                <a:lnTo>
                  <a:pt x="208526" y="302415"/>
                </a:lnTo>
                <a:lnTo>
                  <a:pt x="210980" y="296758"/>
                </a:lnTo>
                <a:lnTo>
                  <a:pt x="212615" y="299239"/>
                </a:lnTo>
                <a:lnTo>
                  <a:pt x="215068" y="306881"/>
                </a:lnTo>
                <a:lnTo>
                  <a:pt x="215886" y="304890"/>
                </a:lnTo>
                <a:lnTo>
                  <a:pt x="218339" y="299710"/>
                </a:lnTo>
                <a:lnTo>
                  <a:pt x="219975" y="300709"/>
                </a:lnTo>
                <a:lnTo>
                  <a:pt x="222428" y="302061"/>
                </a:lnTo>
                <a:lnTo>
                  <a:pt x="223246" y="300783"/>
                </a:lnTo>
                <a:lnTo>
                  <a:pt x="226517" y="301446"/>
                </a:lnTo>
                <a:lnTo>
                  <a:pt x="233059" y="301431"/>
                </a:lnTo>
                <a:lnTo>
                  <a:pt x="235512" y="300250"/>
                </a:lnTo>
                <a:lnTo>
                  <a:pt x="237148" y="296495"/>
                </a:lnTo>
                <a:lnTo>
                  <a:pt x="237965" y="298378"/>
                </a:lnTo>
                <a:lnTo>
                  <a:pt x="240418" y="305365"/>
                </a:lnTo>
                <a:lnTo>
                  <a:pt x="241236" y="305139"/>
                </a:lnTo>
                <a:lnTo>
                  <a:pt x="242872" y="299728"/>
                </a:lnTo>
                <a:lnTo>
                  <a:pt x="244507" y="302183"/>
                </a:lnTo>
                <a:lnTo>
                  <a:pt x="248596" y="307847"/>
                </a:lnTo>
                <a:lnTo>
                  <a:pt x="250231" y="304762"/>
                </a:lnTo>
                <a:lnTo>
                  <a:pt x="254320" y="308872"/>
                </a:lnTo>
                <a:lnTo>
                  <a:pt x="259227" y="321473"/>
                </a:lnTo>
                <a:lnTo>
                  <a:pt x="256773" y="307197"/>
                </a:lnTo>
                <a:lnTo>
                  <a:pt x="260044" y="317063"/>
                </a:lnTo>
                <a:lnTo>
                  <a:pt x="264133" y="308681"/>
                </a:lnTo>
                <a:lnTo>
                  <a:pt x="264951" y="307712"/>
                </a:lnTo>
                <a:lnTo>
                  <a:pt x="265769" y="309333"/>
                </a:lnTo>
                <a:lnTo>
                  <a:pt x="269857" y="320425"/>
                </a:lnTo>
                <a:lnTo>
                  <a:pt x="270675" y="319456"/>
                </a:lnTo>
                <a:lnTo>
                  <a:pt x="271493" y="319288"/>
                </a:lnTo>
                <a:lnTo>
                  <a:pt x="273129" y="309095"/>
                </a:lnTo>
                <a:lnTo>
                  <a:pt x="274764" y="317086"/>
                </a:lnTo>
                <a:lnTo>
                  <a:pt x="283759" y="309124"/>
                </a:lnTo>
                <a:lnTo>
                  <a:pt x="288666" y="315905"/>
                </a:lnTo>
                <a:lnTo>
                  <a:pt x="290301" y="311767"/>
                </a:lnTo>
                <a:lnTo>
                  <a:pt x="291119" y="312058"/>
                </a:lnTo>
                <a:lnTo>
                  <a:pt x="291937" y="318347"/>
                </a:lnTo>
                <a:lnTo>
                  <a:pt x="294390" y="315093"/>
                </a:lnTo>
                <a:lnTo>
                  <a:pt x="295208" y="315901"/>
                </a:lnTo>
                <a:lnTo>
                  <a:pt x="296025" y="314381"/>
                </a:lnTo>
                <a:lnTo>
                  <a:pt x="297661" y="309579"/>
                </a:lnTo>
                <a:lnTo>
                  <a:pt x="298479" y="314385"/>
                </a:lnTo>
                <a:lnTo>
                  <a:pt x="302567" y="323780"/>
                </a:lnTo>
                <a:lnTo>
                  <a:pt x="304203" y="321120"/>
                </a:lnTo>
                <a:lnTo>
                  <a:pt x="307474" y="319749"/>
                </a:lnTo>
                <a:lnTo>
                  <a:pt x="310745" y="321565"/>
                </a:lnTo>
                <a:lnTo>
                  <a:pt x="313198" y="320749"/>
                </a:lnTo>
                <a:lnTo>
                  <a:pt x="314016" y="321535"/>
                </a:lnTo>
                <a:lnTo>
                  <a:pt x="314834" y="322697"/>
                </a:lnTo>
                <a:lnTo>
                  <a:pt x="315651" y="319718"/>
                </a:lnTo>
                <a:lnTo>
                  <a:pt x="318923" y="320038"/>
                </a:lnTo>
                <a:lnTo>
                  <a:pt x="320558" y="322764"/>
                </a:lnTo>
                <a:lnTo>
                  <a:pt x="321376" y="322119"/>
                </a:lnTo>
                <a:lnTo>
                  <a:pt x="322193" y="319090"/>
                </a:lnTo>
                <a:lnTo>
                  <a:pt x="323829" y="321084"/>
                </a:lnTo>
                <a:lnTo>
                  <a:pt x="326282" y="321967"/>
                </a:lnTo>
                <a:lnTo>
                  <a:pt x="327918" y="314539"/>
                </a:lnTo>
                <a:lnTo>
                  <a:pt x="330371" y="316436"/>
                </a:lnTo>
                <a:lnTo>
                  <a:pt x="334460" y="317543"/>
                </a:lnTo>
                <a:lnTo>
                  <a:pt x="335277" y="314080"/>
                </a:lnTo>
                <a:lnTo>
                  <a:pt x="336913" y="317428"/>
                </a:lnTo>
                <a:lnTo>
                  <a:pt x="344273" y="316510"/>
                </a:lnTo>
                <a:lnTo>
                  <a:pt x="345908" y="316343"/>
                </a:lnTo>
                <a:lnTo>
                  <a:pt x="346726" y="318393"/>
                </a:lnTo>
                <a:lnTo>
                  <a:pt x="349997" y="320506"/>
                </a:lnTo>
                <a:lnTo>
                  <a:pt x="350815" y="319534"/>
                </a:lnTo>
                <a:lnTo>
                  <a:pt x="352450" y="313078"/>
                </a:lnTo>
                <a:lnTo>
                  <a:pt x="354086" y="315359"/>
                </a:lnTo>
                <a:lnTo>
                  <a:pt x="355721" y="318217"/>
                </a:lnTo>
                <a:lnTo>
                  <a:pt x="357357" y="315446"/>
                </a:lnTo>
                <a:lnTo>
                  <a:pt x="359810" y="313803"/>
                </a:lnTo>
                <a:lnTo>
                  <a:pt x="361446" y="316717"/>
                </a:lnTo>
                <a:lnTo>
                  <a:pt x="362263" y="313126"/>
                </a:lnTo>
                <a:lnTo>
                  <a:pt x="365534" y="301743"/>
                </a:lnTo>
                <a:lnTo>
                  <a:pt x="366352" y="306300"/>
                </a:lnTo>
                <a:lnTo>
                  <a:pt x="367169" y="307905"/>
                </a:lnTo>
                <a:lnTo>
                  <a:pt x="370441" y="319574"/>
                </a:lnTo>
                <a:lnTo>
                  <a:pt x="373712" y="311195"/>
                </a:lnTo>
                <a:lnTo>
                  <a:pt x="374530" y="312853"/>
                </a:lnTo>
                <a:lnTo>
                  <a:pt x="375347" y="318030"/>
                </a:lnTo>
                <a:lnTo>
                  <a:pt x="376983" y="314785"/>
                </a:lnTo>
                <a:lnTo>
                  <a:pt x="378618" y="312341"/>
                </a:lnTo>
                <a:lnTo>
                  <a:pt x="379436" y="314688"/>
                </a:lnTo>
                <a:lnTo>
                  <a:pt x="380254" y="316668"/>
                </a:lnTo>
                <a:lnTo>
                  <a:pt x="381072" y="315456"/>
                </a:lnTo>
                <a:lnTo>
                  <a:pt x="383525" y="312211"/>
                </a:lnTo>
                <a:lnTo>
                  <a:pt x="384342" y="313951"/>
                </a:lnTo>
                <a:lnTo>
                  <a:pt x="387614" y="310505"/>
                </a:lnTo>
                <a:lnTo>
                  <a:pt x="388431" y="312466"/>
                </a:lnTo>
                <a:lnTo>
                  <a:pt x="389249" y="316348"/>
                </a:lnTo>
                <a:lnTo>
                  <a:pt x="390884" y="312434"/>
                </a:lnTo>
                <a:lnTo>
                  <a:pt x="391702" y="311554"/>
                </a:lnTo>
                <a:lnTo>
                  <a:pt x="392520" y="313368"/>
                </a:lnTo>
                <a:lnTo>
                  <a:pt x="393338" y="314952"/>
                </a:lnTo>
                <a:lnTo>
                  <a:pt x="394973" y="312265"/>
                </a:lnTo>
                <a:lnTo>
                  <a:pt x="396609" y="309168"/>
                </a:lnTo>
                <a:lnTo>
                  <a:pt x="398244" y="311548"/>
                </a:lnTo>
                <a:lnTo>
                  <a:pt x="401515" y="310548"/>
                </a:lnTo>
                <a:lnTo>
                  <a:pt x="406422" y="305263"/>
                </a:lnTo>
                <a:lnTo>
                  <a:pt x="413781" y="310730"/>
                </a:lnTo>
                <a:lnTo>
                  <a:pt x="414599" y="308784"/>
                </a:lnTo>
                <a:lnTo>
                  <a:pt x="425230" y="305445"/>
                </a:lnTo>
                <a:lnTo>
                  <a:pt x="429319" y="297568"/>
                </a:lnTo>
                <a:lnTo>
                  <a:pt x="439132" y="297691"/>
                </a:lnTo>
                <a:lnTo>
                  <a:pt x="439949" y="295994"/>
                </a:lnTo>
                <a:lnTo>
                  <a:pt x="441585" y="299263"/>
                </a:lnTo>
                <a:lnTo>
                  <a:pt x="442403" y="297231"/>
                </a:lnTo>
                <a:lnTo>
                  <a:pt x="446491" y="302642"/>
                </a:lnTo>
                <a:lnTo>
                  <a:pt x="448945" y="294290"/>
                </a:lnTo>
                <a:lnTo>
                  <a:pt x="449763" y="298314"/>
                </a:lnTo>
                <a:lnTo>
                  <a:pt x="453851" y="302200"/>
                </a:lnTo>
                <a:lnTo>
                  <a:pt x="455486" y="296623"/>
                </a:lnTo>
                <a:lnTo>
                  <a:pt x="456305" y="297948"/>
                </a:lnTo>
                <a:lnTo>
                  <a:pt x="457940" y="305303"/>
                </a:lnTo>
                <a:lnTo>
                  <a:pt x="459575" y="301381"/>
                </a:lnTo>
                <a:lnTo>
                  <a:pt x="460393" y="300399"/>
                </a:lnTo>
                <a:lnTo>
                  <a:pt x="462029" y="301913"/>
                </a:lnTo>
                <a:lnTo>
                  <a:pt x="463664" y="303998"/>
                </a:lnTo>
                <a:lnTo>
                  <a:pt x="464482" y="302602"/>
                </a:lnTo>
                <a:lnTo>
                  <a:pt x="467753" y="300021"/>
                </a:lnTo>
                <a:lnTo>
                  <a:pt x="468571" y="301117"/>
                </a:lnTo>
                <a:lnTo>
                  <a:pt x="473477" y="296915"/>
                </a:lnTo>
                <a:lnTo>
                  <a:pt x="474295" y="295034"/>
                </a:lnTo>
                <a:lnTo>
                  <a:pt x="476748" y="296571"/>
                </a:lnTo>
                <a:lnTo>
                  <a:pt x="480019" y="296385"/>
                </a:lnTo>
                <a:lnTo>
                  <a:pt x="483290" y="296501"/>
                </a:lnTo>
                <a:lnTo>
                  <a:pt x="485743" y="291179"/>
                </a:lnTo>
                <a:lnTo>
                  <a:pt x="486561" y="291749"/>
                </a:lnTo>
                <a:lnTo>
                  <a:pt x="490650" y="296980"/>
                </a:lnTo>
                <a:lnTo>
                  <a:pt x="491468" y="294239"/>
                </a:lnTo>
                <a:lnTo>
                  <a:pt x="493103" y="296527"/>
                </a:lnTo>
                <a:lnTo>
                  <a:pt x="497192" y="300851"/>
                </a:lnTo>
                <a:lnTo>
                  <a:pt x="500463" y="293759"/>
                </a:lnTo>
                <a:lnTo>
                  <a:pt x="501281" y="294564"/>
                </a:lnTo>
                <a:lnTo>
                  <a:pt x="504552" y="299931"/>
                </a:lnTo>
                <a:lnTo>
                  <a:pt x="505369" y="297656"/>
                </a:lnTo>
                <a:lnTo>
                  <a:pt x="507005" y="300005"/>
                </a:lnTo>
                <a:lnTo>
                  <a:pt x="508640" y="302719"/>
                </a:lnTo>
                <a:lnTo>
                  <a:pt x="512729" y="290221"/>
                </a:lnTo>
                <a:lnTo>
                  <a:pt x="513547" y="287068"/>
                </a:lnTo>
                <a:lnTo>
                  <a:pt x="515182" y="289094"/>
                </a:lnTo>
                <a:lnTo>
                  <a:pt x="518454" y="301816"/>
                </a:lnTo>
                <a:lnTo>
                  <a:pt x="520089" y="301087"/>
                </a:lnTo>
                <a:lnTo>
                  <a:pt x="524178" y="294544"/>
                </a:lnTo>
                <a:lnTo>
                  <a:pt x="526631" y="296475"/>
                </a:lnTo>
                <a:lnTo>
                  <a:pt x="530720" y="303108"/>
                </a:lnTo>
                <a:lnTo>
                  <a:pt x="533991" y="299377"/>
                </a:lnTo>
                <a:lnTo>
                  <a:pt x="535626" y="303418"/>
                </a:lnTo>
                <a:lnTo>
                  <a:pt x="537262" y="299832"/>
                </a:lnTo>
                <a:lnTo>
                  <a:pt x="538080" y="299298"/>
                </a:lnTo>
                <a:lnTo>
                  <a:pt x="538897" y="300844"/>
                </a:lnTo>
                <a:lnTo>
                  <a:pt x="540533" y="304737"/>
                </a:lnTo>
                <a:lnTo>
                  <a:pt x="541350" y="301608"/>
                </a:lnTo>
                <a:lnTo>
                  <a:pt x="542986" y="300059"/>
                </a:lnTo>
                <a:lnTo>
                  <a:pt x="543804" y="301404"/>
                </a:lnTo>
                <a:lnTo>
                  <a:pt x="545439" y="302654"/>
                </a:lnTo>
                <a:lnTo>
                  <a:pt x="546257" y="300606"/>
                </a:lnTo>
                <a:lnTo>
                  <a:pt x="547075" y="300989"/>
                </a:lnTo>
                <a:lnTo>
                  <a:pt x="551164" y="309255"/>
                </a:lnTo>
                <a:lnTo>
                  <a:pt x="551981" y="306920"/>
                </a:lnTo>
                <a:lnTo>
                  <a:pt x="552799" y="310895"/>
                </a:lnTo>
                <a:lnTo>
                  <a:pt x="557706" y="316990"/>
                </a:lnTo>
                <a:lnTo>
                  <a:pt x="558523" y="315205"/>
                </a:lnTo>
                <a:lnTo>
                  <a:pt x="560976" y="307968"/>
                </a:lnTo>
                <a:lnTo>
                  <a:pt x="561794" y="309514"/>
                </a:lnTo>
                <a:lnTo>
                  <a:pt x="563430" y="316549"/>
                </a:lnTo>
                <a:lnTo>
                  <a:pt x="565065" y="311524"/>
                </a:lnTo>
                <a:lnTo>
                  <a:pt x="566701" y="309438"/>
                </a:lnTo>
                <a:lnTo>
                  <a:pt x="567518" y="313126"/>
                </a:lnTo>
                <a:lnTo>
                  <a:pt x="572425" y="315106"/>
                </a:lnTo>
                <a:lnTo>
                  <a:pt x="579785" y="307432"/>
                </a:lnTo>
                <a:lnTo>
                  <a:pt x="580602" y="310528"/>
                </a:lnTo>
                <a:lnTo>
                  <a:pt x="581420" y="304508"/>
                </a:lnTo>
                <a:lnTo>
                  <a:pt x="583056" y="307920"/>
                </a:lnTo>
                <a:lnTo>
                  <a:pt x="583873" y="307257"/>
                </a:lnTo>
                <a:lnTo>
                  <a:pt x="587962" y="316080"/>
                </a:lnTo>
                <a:lnTo>
                  <a:pt x="589598" y="312519"/>
                </a:lnTo>
                <a:lnTo>
                  <a:pt x="590415" y="315228"/>
                </a:lnTo>
                <a:lnTo>
                  <a:pt x="591233" y="318082"/>
                </a:lnTo>
                <a:lnTo>
                  <a:pt x="592051" y="316901"/>
                </a:lnTo>
                <a:lnTo>
                  <a:pt x="596140" y="303839"/>
                </a:lnTo>
                <a:lnTo>
                  <a:pt x="597775" y="306964"/>
                </a:lnTo>
                <a:lnTo>
                  <a:pt x="599411" y="305727"/>
                </a:lnTo>
                <a:lnTo>
                  <a:pt x="604317" y="298795"/>
                </a:lnTo>
                <a:lnTo>
                  <a:pt x="607588" y="301273"/>
                </a:lnTo>
                <a:lnTo>
                  <a:pt x="608406" y="300419"/>
                </a:lnTo>
                <a:lnTo>
                  <a:pt x="614130" y="298636"/>
                </a:lnTo>
                <a:lnTo>
                  <a:pt x="616583" y="310919"/>
                </a:lnTo>
                <a:lnTo>
                  <a:pt x="617401" y="301141"/>
                </a:lnTo>
                <a:lnTo>
                  <a:pt x="623943" y="294274"/>
                </a:lnTo>
                <a:lnTo>
                  <a:pt x="626397" y="300099"/>
                </a:lnTo>
                <a:lnTo>
                  <a:pt x="627214" y="295470"/>
                </a:lnTo>
                <a:lnTo>
                  <a:pt x="628032" y="293918"/>
                </a:lnTo>
                <a:lnTo>
                  <a:pt x="628850" y="297300"/>
                </a:lnTo>
                <a:lnTo>
                  <a:pt x="629667" y="296604"/>
                </a:lnTo>
                <a:lnTo>
                  <a:pt x="632939" y="297164"/>
                </a:lnTo>
                <a:lnTo>
                  <a:pt x="636209" y="287281"/>
                </a:lnTo>
                <a:lnTo>
                  <a:pt x="637027" y="289444"/>
                </a:lnTo>
                <a:lnTo>
                  <a:pt x="640298" y="290132"/>
                </a:lnTo>
                <a:lnTo>
                  <a:pt x="641116" y="293158"/>
                </a:lnTo>
                <a:lnTo>
                  <a:pt x="642751" y="290972"/>
                </a:lnTo>
                <a:lnTo>
                  <a:pt x="646840" y="276299"/>
                </a:lnTo>
                <a:lnTo>
                  <a:pt x="647658" y="281295"/>
                </a:lnTo>
                <a:lnTo>
                  <a:pt x="648476" y="280046"/>
                </a:lnTo>
                <a:lnTo>
                  <a:pt x="650111" y="296449"/>
                </a:lnTo>
                <a:lnTo>
                  <a:pt x="652565" y="291665"/>
                </a:lnTo>
                <a:lnTo>
                  <a:pt x="658289" y="279522"/>
                </a:lnTo>
                <a:lnTo>
                  <a:pt x="659107" y="283365"/>
                </a:lnTo>
                <a:lnTo>
                  <a:pt x="660742" y="282407"/>
                </a:lnTo>
                <a:lnTo>
                  <a:pt x="664831" y="273381"/>
                </a:lnTo>
                <a:lnTo>
                  <a:pt x="665649" y="273804"/>
                </a:lnTo>
                <a:lnTo>
                  <a:pt x="668102" y="280838"/>
                </a:lnTo>
                <a:lnTo>
                  <a:pt x="669737" y="278266"/>
                </a:lnTo>
                <a:lnTo>
                  <a:pt x="674644" y="266006"/>
                </a:lnTo>
                <a:lnTo>
                  <a:pt x="677915" y="264550"/>
                </a:lnTo>
                <a:lnTo>
                  <a:pt x="679550" y="258470"/>
                </a:lnTo>
                <a:lnTo>
                  <a:pt x="681186" y="261607"/>
                </a:lnTo>
                <a:lnTo>
                  <a:pt x="682821" y="261797"/>
                </a:lnTo>
                <a:lnTo>
                  <a:pt x="685274" y="263442"/>
                </a:lnTo>
                <a:lnTo>
                  <a:pt x="686910" y="255339"/>
                </a:lnTo>
                <a:lnTo>
                  <a:pt x="688546" y="257134"/>
                </a:lnTo>
                <a:lnTo>
                  <a:pt x="690999" y="243245"/>
                </a:lnTo>
                <a:lnTo>
                  <a:pt x="692634" y="245870"/>
                </a:lnTo>
                <a:lnTo>
                  <a:pt x="693452" y="245438"/>
                </a:lnTo>
                <a:lnTo>
                  <a:pt x="696723" y="226758"/>
                </a:lnTo>
                <a:lnTo>
                  <a:pt x="698358" y="229911"/>
                </a:lnTo>
                <a:lnTo>
                  <a:pt x="700812" y="240178"/>
                </a:lnTo>
                <a:lnTo>
                  <a:pt x="701630" y="237145"/>
                </a:lnTo>
                <a:lnTo>
                  <a:pt x="704900" y="216756"/>
                </a:lnTo>
                <a:lnTo>
                  <a:pt x="708172" y="239836"/>
                </a:lnTo>
                <a:lnTo>
                  <a:pt x="708989" y="234979"/>
                </a:lnTo>
                <a:lnTo>
                  <a:pt x="712260" y="223477"/>
                </a:lnTo>
                <a:lnTo>
                  <a:pt x="713078" y="223805"/>
                </a:lnTo>
                <a:lnTo>
                  <a:pt x="715531" y="224741"/>
                </a:lnTo>
                <a:lnTo>
                  <a:pt x="719620" y="211629"/>
                </a:lnTo>
                <a:lnTo>
                  <a:pt x="720438" y="213764"/>
                </a:lnTo>
                <a:lnTo>
                  <a:pt x="722073" y="212196"/>
                </a:lnTo>
                <a:lnTo>
                  <a:pt x="724526" y="217356"/>
                </a:lnTo>
                <a:lnTo>
                  <a:pt x="731886" y="205724"/>
                </a:lnTo>
                <a:lnTo>
                  <a:pt x="735157" y="210139"/>
                </a:lnTo>
                <a:lnTo>
                  <a:pt x="736793" y="199998"/>
                </a:lnTo>
                <a:lnTo>
                  <a:pt x="739246" y="202045"/>
                </a:lnTo>
                <a:lnTo>
                  <a:pt x="744152" y="192789"/>
                </a:lnTo>
                <a:lnTo>
                  <a:pt x="746606" y="191985"/>
                </a:lnTo>
                <a:lnTo>
                  <a:pt x="748241" y="197331"/>
                </a:lnTo>
                <a:lnTo>
                  <a:pt x="749877" y="193624"/>
                </a:lnTo>
                <a:lnTo>
                  <a:pt x="752330" y="195057"/>
                </a:lnTo>
                <a:lnTo>
                  <a:pt x="753148" y="198114"/>
                </a:lnTo>
                <a:lnTo>
                  <a:pt x="753965" y="197637"/>
                </a:lnTo>
                <a:lnTo>
                  <a:pt x="759690" y="175378"/>
                </a:lnTo>
                <a:lnTo>
                  <a:pt x="762143" y="178800"/>
                </a:lnTo>
                <a:lnTo>
                  <a:pt x="767049" y="155591"/>
                </a:lnTo>
                <a:lnTo>
                  <a:pt x="774409" y="137991"/>
                </a:lnTo>
                <a:lnTo>
                  <a:pt x="776045" y="140241"/>
                </a:lnTo>
                <a:lnTo>
                  <a:pt x="776863" y="136760"/>
                </a:lnTo>
                <a:lnTo>
                  <a:pt x="777680" y="136947"/>
                </a:lnTo>
                <a:lnTo>
                  <a:pt x="778498" y="141748"/>
                </a:lnTo>
                <a:lnTo>
                  <a:pt x="780133" y="136816"/>
                </a:lnTo>
                <a:lnTo>
                  <a:pt x="797306" y="76902"/>
                </a:lnTo>
                <a:lnTo>
                  <a:pt x="805484" y="50112"/>
                </a:lnTo>
                <a:lnTo>
                  <a:pt x="807119" y="50610"/>
                </a:lnTo>
                <a:lnTo>
                  <a:pt x="807937" y="49155"/>
                </a:lnTo>
                <a:lnTo>
                  <a:pt x="808755" y="48545"/>
                </a:lnTo>
                <a:lnTo>
                  <a:pt x="809573" y="50471"/>
                </a:lnTo>
                <a:lnTo>
                  <a:pt x="819385" y="110258"/>
                </a:lnTo>
                <a:lnTo>
                  <a:pt x="840647" y="242788"/>
                </a:lnTo>
                <a:lnTo>
                  <a:pt x="857002" y="291772"/>
                </a:lnTo>
                <a:lnTo>
                  <a:pt x="858638" y="290356"/>
                </a:lnTo>
                <a:lnTo>
                  <a:pt x="859455" y="291581"/>
                </a:lnTo>
                <a:lnTo>
                  <a:pt x="863544" y="296891"/>
                </a:lnTo>
                <a:lnTo>
                  <a:pt x="866815" y="290795"/>
                </a:lnTo>
                <a:lnTo>
                  <a:pt x="867633" y="295084"/>
                </a:lnTo>
                <a:lnTo>
                  <a:pt x="869268" y="290472"/>
                </a:lnTo>
                <a:lnTo>
                  <a:pt x="870904" y="290589"/>
                </a:lnTo>
                <a:lnTo>
                  <a:pt x="871722" y="294932"/>
                </a:lnTo>
                <a:lnTo>
                  <a:pt x="873357" y="288809"/>
                </a:lnTo>
                <a:lnTo>
                  <a:pt x="876628" y="293779"/>
                </a:lnTo>
                <a:lnTo>
                  <a:pt x="878264" y="290316"/>
                </a:lnTo>
                <a:lnTo>
                  <a:pt x="879081" y="289857"/>
                </a:lnTo>
                <a:lnTo>
                  <a:pt x="879899" y="285149"/>
                </a:lnTo>
                <a:lnTo>
                  <a:pt x="881534" y="291244"/>
                </a:lnTo>
                <a:lnTo>
                  <a:pt x="883170" y="288026"/>
                </a:lnTo>
                <a:lnTo>
                  <a:pt x="884806" y="288679"/>
                </a:lnTo>
                <a:lnTo>
                  <a:pt x="886441" y="290948"/>
                </a:lnTo>
                <a:lnTo>
                  <a:pt x="888076" y="288141"/>
                </a:lnTo>
                <a:lnTo>
                  <a:pt x="892983" y="283379"/>
                </a:lnTo>
                <a:lnTo>
                  <a:pt x="897072" y="286298"/>
                </a:lnTo>
                <a:lnTo>
                  <a:pt x="897890" y="284172"/>
                </a:lnTo>
                <a:lnTo>
                  <a:pt x="898707" y="280927"/>
                </a:lnTo>
                <a:lnTo>
                  <a:pt x="900343" y="281719"/>
                </a:lnTo>
                <a:lnTo>
                  <a:pt x="904432" y="288560"/>
                </a:lnTo>
                <a:lnTo>
                  <a:pt x="909338" y="299946"/>
                </a:lnTo>
                <a:lnTo>
                  <a:pt x="910156" y="298284"/>
                </a:lnTo>
                <a:lnTo>
                  <a:pt x="919969" y="315843"/>
                </a:lnTo>
                <a:lnTo>
                  <a:pt x="924057" y="311713"/>
                </a:lnTo>
                <a:lnTo>
                  <a:pt x="925693" y="314322"/>
                </a:lnTo>
                <a:lnTo>
                  <a:pt x="927328" y="311910"/>
                </a:lnTo>
                <a:lnTo>
                  <a:pt x="932235" y="302274"/>
                </a:lnTo>
                <a:lnTo>
                  <a:pt x="935506" y="308266"/>
                </a:lnTo>
                <a:lnTo>
                  <a:pt x="936324" y="306261"/>
                </a:lnTo>
                <a:lnTo>
                  <a:pt x="938777" y="299197"/>
                </a:lnTo>
                <a:lnTo>
                  <a:pt x="940413" y="302165"/>
                </a:lnTo>
                <a:lnTo>
                  <a:pt x="943683" y="292120"/>
                </a:lnTo>
                <a:lnTo>
                  <a:pt x="947772" y="287583"/>
                </a:lnTo>
                <a:lnTo>
                  <a:pt x="957585" y="271695"/>
                </a:lnTo>
                <a:lnTo>
                  <a:pt x="959221" y="271685"/>
                </a:lnTo>
                <a:lnTo>
                  <a:pt x="960039" y="270624"/>
                </a:lnTo>
                <a:lnTo>
                  <a:pt x="964127" y="270624"/>
                </a:lnTo>
                <a:lnTo>
                  <a:pt x="972305" y="268570"/>
                </a:lnTo>
                <a:lnTo>
                  <a:pt x="975576" y="261188"/>
                </a:lnTo>
                <a:lnTo>
                  <a:pt x="976393" y="261981"/>
                </a:lnTo>
                <a:lnTo>
                  <a:pt x="982118" y="253379"/>
                </a:lnTo>
                <a:lnTo>
                  <a:pt x="985389" y="243000"/>
                </a:lnTo>
                <a:lnTo>
                  <a:pt x="986207" y="245856"/>
                </a:lnTo>
                <a:lnTo>
                  <a:pt x="987024" y="244342"/>
                </a:lnTo>
                <a:lnTo>
                  <a:pt x="991113" y="237026"/>
                </a:lnTo>
                <a:lnTo>
                  <a:pt x="996837" y="232167"/>
                </a:lnTo>
                <a:lnTo>
                  <a:pt x="1000108" y="218660"/>
                </a:lnTo>
                <a:lnTo>
                  <a:pt x="1001744" y="219645"/>
                </a:lnTo>
                <a:lnTo>
                  <a:pt x="1005832" y="230870"/>
                </a:lnTo>
                <a:lnTo>
                  <a:pt x="1009103" y="225330"/>
                </a:lnTo>
                <a:lnTo>
                  <a:pt x="1009921" y="225890"/>
                </a:lnTo>
                <a:lnTo>
                  <a:pt x="1010739" y="222936"/>
                </a:lnTo>
                <a:lnTo>
                  <a:pt x="1011557" y="214388"/>
                </a:lnTo>
                <a:lnTo>
                  <a:pt x="1014010" y="220395"/>
                </a:lnTo>
                <a:lnTo>
                  <a:pt x="1018099" y="213105"/>
                </a:lnTo>
                <a:lnTo>
                  <a:pt x="1018916" y="216051"/>
                </a:lnTo>
                <a:lnTo>
                  <a:pt x="1023005" y="216967"/>
                </a:lnTo>
                <a:lnTo>
                  <a:pt x="1027094" y="213100"/>
                </a:lnTo>
                <a:lnTo>
                  <a:pt x="1031183" y="216736"/>
                </a:lnTo>
                <a:lnTo>
                  <a:pt x="1032000" y="215978"/>
                </a:lnTo>
                <a:lnTo>
                  <a:pt x="1034454" y="215140"/>
                </a:lnTo>
                <a:lnTo>
                  <a:pt x="1036089" y="222940"/>
                </a:lnTo>
                <a:lnTo>
                  <a:pt x="1037725" y="221042"/>
                </a:lnTo>
                <a:lnTo>
                  <a:pt x="1038542" y="220066"/>
                </a:lnTo>
                <a:lnTo>
                  <a:pt x="1042631" y="208815"/>
                </a:lnTo>
                <a:lnTo>
                  <a:pt x="1047538" y="200406"/>
                </a:lnTo>
                <a:lnTo>
                  <a:pt x="1048356" y="200702"/>
                </a:lnTo>
                <a:lnTo>
                  <a:pt x="1049173" y="200906"/>
                </a:lnTo>
                <a:lnTo>
                  <a:pt x="1054898" y="190366"/>
                </a:lnTo>
                <a:lnTo>
                  <a:pt x="1072888" y="146892"/>
                </a:lnTo>
                <a:lnTo>
                  <a:pt x="1082701" y="109510"/>
                </a:lnTo>
                <a:lnTo>
                  <a:pt x="1089243" y="90314"/>
                </a:lnTo>
                <a:lnTo>
                  <a:pt x="1090061" y="91500"/>
                </a:lnTo>
                <a:lnTo>
                  <a:pt x="1090878" y="88819"/>
                </a:lnTo>
                <a:lnTo>
                  <a:pt x="1099056" y="75235"/>
                </a:lnTo>
                <a:lnTo>
                  <a:pt x="1102327" y="74923"/>
                </a:lnTo>
                <a:lnTo>
                  <a:pt x="1103963" y="71564"/>
                </a:lnTo>
                <a:lnTo>
                  <a:pt x="1105598" y="72920"/>
                </a:lnTo>
                <a:lnTo>
                  <a:pt x="1107233" y="70153"/>
                </a:lnTo>
                <a:lnTo>
                  <a:pt x="1108051" y="69531"/>
                </a:lnTo>
                <a:lnTo>
                  <a:pt x="1112958" y="80627"/>
                </a:lnTo>
                <a:lnTo>
                  <a:pt x="1114593" y="78846"/>
                </a:lnTo>
                <a:lnTo>
                  <a:pt x="1116229" y="81027"/>
                </a:lnTo>
                <a:lnTo>
                  <a:pt x="1119500" y="78333"/>
                </a:lnTo>
                <a:lnTo>
                  <a:pt x="1129313" y="55746"/>
                </a:lnTo>
                <a:lnTo>
                  <a:pt x="1130948" y="52849"/>
                </a:lnTo>
                <a:lnTo>
                  <a:pt x="1139943" y="22299"/>
                </a:lnTo>
                <a:lnTo>
                  <a:pt x="1142397" y="27257"/>
                </a:lnTo>
                <a:lnTo>
                  <a:pt x="1144850" y="16484"/>
                </a:lnTo>
                <a:lnTo>
                  <a:pt x="1146485" y="16794"/>
                </a:lnTo>
                <a:lnTo>
                  <a:pt x="1152210" y="1463"/>
                </a:lnTo>
                <a:lnTo>
                  <a:pt x="1153027" y="9044"/>
                </a:lnTo>
                <a:lnTo>
                  <a:pt x="1155481" y="4664"/>
                </a:lnTo>
                <a:lnTo>
                  <a:pt x="1156299" y="7438"/>
                </a:lnTo>
                <a:lnTo>
                  <a:pt x="1157116" y="4500"/>
                </a:lnTo>
                <a:lnTo>
                  <a:pt x="1157934" y="0"/>
                </a:lnTo>
                <a:lnTo>
                  <a:pt x="1159569" y="5506"/>
                </a:lnTo>
                <a:lnTo>
                  <a:pt x="1160387" y="4678"/>
                </a:lnTo>
                <a:lnTo>
                  <a:pt x="1162023" y="6766"/>
                </a:lnTo>
                <a:lnTo>
                  <a:pt x="1170200" y="8158"/>
                </a:lnTo>
                <a:lnTo>
                  <a:pt x="1171018" y="10200"/>
                </a:lnTo>
                <a:lnTo>
                  <a:pt x="1172653" y="6187"/>
                </a:lnTo>
                <a:lnTo>
                  <a:pt x="1173471" y="2295"/>
                </a:lnTo>
                <a:lnTo>
                  <a:pt x="1174289" y="12534"/>
                </a:lnTo>
                <a:lnTo>
                  <a:pt x="1177560" y="10939"/>
                </a:lnTo>
                <a:lnTo>
                  <a:pt x="1178378" y="11412"/>
                </a:lnTo>
                <a:lnTo>
                  <a:pt x="1182466" y="19865"/>
                </a:lnTo>
                <a:lnTo>
                  <a:pt x="1185738" y="18296"/>
                </a:lnTo>
                <a:lnTo>
                  <a:pt x="1190644" y="36481"/>
                </a:lnTo>
                <a:lnTo>
                  <a:pt x="1193915" y="44412"/>
                </a:lnTo>
                <a:lnTo>
                  <a:pt x="1198822" y="56607"/>
                </a:lnTo>
                <a:lnTo>
                  <a:pt x="1210270" y="111218"/>
                </a:lnTo>
                <a:lnTo>
                  <a:pt x="1215994" y="148203"/>
                </a:lnTo>
                <a:lnTo>
                  <a:pt x="1224172" y="177763"/>
                </a:lnTo>
                <a:lnTo>
                  <a:pt x="1229078" y="203484"/>
                </a:lnTo>
                <a:lnTo>
                  <a:pt x="1231532" y="219587"/>
                </a:lnTo>
                <a:lnTo>
                  <a:pt x="1233167" y="219228"/>
                </a:lnTo>
                <a:lnTo>
                  <a:pt x="1236438" y="232413"/>
                </a:lnTo>
                <a:lnTo>
                  <a:pt x="1241344" y="260521"/>
                </a:lnTo>
                <a:lnTo>
                  <a:pt x="1243798" y="278892"/>
                </a:lnTo>
                <a:lnTo>
                  <a:pt x="1244616" y="278219"/>
                </a:lnTo>
                <a:lnTo>
                  <a:pt x="1247069" y="260202"/>
                </a:lnTo>
                <a:lnTo>
                  <a:pt x="1247886" y="268928"/>
                </a:lnTo>
                <a:lnTo>
                  <a:pt x="1251158" y="294036"/>
                </a:lnTo>
                <a:lnTo>
                  <a:pt x="1252793" y="287175"/>
                </a:lnTo>
                <a:lnTo>
                  <a:pt x="1254428" y="279705"/>
                </a:lnTo>
                <a:lnTo>
                  <a:pt x="1255246" y="281912"/>
                </a:lnTo>
                <a:lnTo>
                  <a:pt x="1256882" y="294024"/>
                </a:lnTo>
                <a:lnTo>
                  <a:pt x="1259335" y="291151"/>
                </a:lnTo>
                <a:lnTo>
                  <a:pt x="1260153" y="287927"/>
                </a:lnTo>
                <a:lnTo>
                  <a:pt x="1260970" y="291100"/>
                </a:lnTo>
                <a:lnTo>
                  <a:pt x="1262606" y="303959"/>
                </a:lnTo>
                <a:lnTo>
                  <a:pt x="1264241" y="296868"/>
                </a:lnTo>
                <a:lnTo>
                  <a:pt x="1267512" y="283815"/>
                </a:lnTo>
                <a:lnTo>
                  <a:pt x="1270783" y="303393"/>
                </a:lnTo>
                <a:lnTo>
                  <a:pt x="1272419" y="298121"/>
                </a:lnTo>
                <a:lnTo>
                  <a:pt x="1273237" y="298491"/>
                </a:lnTo>
                <a:lnTo>
                  <a:pt x="1274055" y="288400"/>
                </a:lnTo>
                <a:lnTo>
                  <a:pt x="1274872" y="296888"/>
                </a:lnTo>
                <a:lnTo>
                  <a:pt x="1275690" y="307119"/>
                </a:lnTo>
                <a:lnTo>
                  <a:pt x="1278143" y="305926"/>
                </a:lnTo>
                <a:lnTo>
                  <a:pt x="1282232" y="283037"/>
                </a:lnTo>
                <a:lnTo>
                  <a:pt x="1283050" y="287257"/>
                </a:lnTo>
                <a:lnTo>
                  <a:pt x="1284685" y="304506"/>
                </a:lnTo>
                <a:lnTo>
                  <a:pt x="1286321" y="297697"/>
                </a:lnTo>
                <a:lnTo>
                  <a:pt x="1289592" y="306394"/>
                </a:lnTo>
                <a:lnTo>
                  <a:pt x="1290409" y="300899"/>
                </a:lnTo>
                <a:lnTo>
                  <a:pt x="1292863" y="297793"/>
                </a:lnTo>
                <a:lnTo>
                  <a:pt x="1296134" y="303843"/>
                </a:lnTo>
                <a:lnTo>
                  <a:pt x="1297769" y="294202"/>
                </a:lnTo>
                <a:lnTo>
                  <a:pt x="1299405" y="300083"/>
                </a:lnTo>
                <a:lnTo>
                  <a:pt x="1301040" y="304528"/>
                </a:lnTo>
                <a:lnTo>
                  <a:pt x="1301858" y="301038"/>
                </a:lnTo>
                <a:lnTo>
                  <a:pt x="1305129" y="287179"/>
                </a:lnTo>
                <a:lnTo>
                  <a:pt x="1305947" y="293566"/>
                </a:lnTo>
                <a:lnTo>
                  <a:pt x="1308400" y="300354"/>
                </a:lnTo>
                <a:lnTo>
                  <a:pt x="1309218" y="299414"/>
                </a:lnTo>
                <a:lnTo>
                  <a:pt x="1312489" y="272665"/>
                </a:lnTo>
                <a:lnTo>
                  <a:pt x="1313307" y="275774"/>
                </a:lnTo>
                <a:lnTo>
                  <a:pt x="1315760" y="290107"/>
                </a:lnTo>
                <a:lnTo>
                  <a:pt x="1316577" y="288441"/>
                </a:lnTo>
                <a:lnTo>
                  <a:pt x="1319849" y="271846"/>
                </a:lnTo>
                <a:lnTo>
                  <a:pt x="1321484" y="281132"/>
                </a:lnTo>
                <a:lnTo>
                  <a:pt x="1323119" y="285442"/>
                </a:lnTo>
                <a:lnTo>
                  <a:pt x="1324755" y="282028"/>
                </a:lnTo>
                <a:lnTo>
                  <a:pt x="1328026" y="263000"/>
                </a:lnTo>
                <a:lnTo>
                  <a:pt x="1328844" y="264990"/>
                </a:lnTo>
                <a:lnTo>
                  <a:pt x="1332115" y="286146"/>
                </a:lnTo>
                <a:lnTo>
                  <a:pt x="1332933" y="280984"/>
                </a:lnTo>
                <a:lnTo>
                  <a:pt x="1336203" y="263198"/>
                </a:lnTo>
                <a:lnTo>
                  <a:pt x="1337021" y="266971"/>
                </a:lnTo>
                <a:lnTo>
                  <a:pt x="1337839" y="275742"/>
                </a:lnTo>
                <a:lnTo>
                  <a:pt x="1340292" y="270322"/>
                </a:lnTo>
                <a:lnTo>
                  <a:pt x="1341928" y="267170"/>
                </a:lnTo>
                <a:lnTo>
                  <a:pt x="1342745" y="265133"/>
                </a:lnTo>
                <a:lnTo>
                  <a:pt x="1343563" y="267582"/>
                </a:lnTo>
                <a:lnTo>
                  <a:pt x="1344381" y="273347"/>
                </a:lnTo>
                <a:lnTo>
                  <a:pt x="1346834" y="271461"/>
                </a:lnTo>
                <a:lnTo>
                  <a:pt x="1350923" y="259033"/>
                </a:lnTo>
                <a:lnTo>
                  <a:pt x="1352558" y="263349"/>
                </a:lnTo>
                <a:lnTo>
                  <a:pt x="1356647" y="269329"/>
                </a:lnTo>
                <a:lnTo>
                  <a:pt x="1358283" y="269178"/>
                </a:lnTo>
                <a:lnTo>
                  <a:pt x="1361554" y="265716"/>
                </a:lnTo>
                <a:lnTo>
                  <a:pt x="1363189" y="264572"/>
                </a:lnTo>
                <a:lnTo>
                  <a:pt x="1364007" y="270022"/>
                </a:lnTo>
                <a:lnTo>
                  <a:pt x="1365642" y="264476"/>
                </a:lnTo>
                <a:lnTo>
                  <a:pt x="1366460" y="262189"/>
                </a:lnTo>
                <a:lnTo>
                  <a:pt x="1367278" y="264674"/>
                </a:lnTo>
                <a:lnTo>
                  <a:pt x="1370549" y="272299"/>
                </a:lnTo>
                <a:lnTo>
                  <a:pt x="1372184" y="270669"/>
                </a:lnTo>
                <a:lnTo>
                  <a:pt x="1373002" y="270376"/>
                </a:lnTo>
                <a:lnTo>
                  <a:pt x="1378726" y="287250"/>
                </a:lnTo>
                <a:lnTo>
                  <a:pt x="1379544" y="285841"/>
                </a:lnTo>
                <a:lnTo>
                  <a:pt x="1380362" y="284301"/>
                </a:lnTo>
                <a:lnTo>
                  <a:pt x="1381998" y="286390"/>
                </a:lnTo>
                <a:lnTo>
                  <a:pt x="1384451" y="293699"/>
                </a:lnTo>
                <a:lnTo>
                  <a:pt x="1386086" y="290553"/>
                </a:lnTo>
                <a:lnTo>
                  <a:pt x="1398352" y="314364"/>
                </a:lnTo>
                <a:lnTo>
                  <a:pt x="1400806" y="311922"/>
                </a:lnTo>
                <a:lnTo>
                  <a:pt x="1403259" y="316357"/>
                </a:lnTo>
                <a:lnTo>
                  <a:pt x="1404077" y="315968"/>
                </a:lnTo>
                <a:lnTo>
                  <a:pt x="1405712" y="313227"/>
                </a:lnTo>
                <a:lnTo>
                  <a:pt x="1406530" y="315005"/>
                </a:lnTo>
                <a:lnTo>
                  <a:pt x="1407348" y="319934"/>
                </a:lnTo>
                <a:lnTo>
                  <a:pt x="1409801" y="316776"/>
                </a:lnTo>
                <a:lnTo>
                  <a:pt x="1413072" y="320558"/>
                </a:lnTo>
                <a:lnTo>
                  <a:pt x="1413890" y="318955"/>
                </a:lnTo>
                <a:lnTo>
                  <a:pt x="1417161" y="317392"/>
                </a:lnTo>
                <a:lnTo>
                  <a:pt x="1418796" y="325382"/>
                </a:lnTo>
                <a:lnTo>
                  <a:pt x="1421250" y="322619"/>
                </a:lnTo>
                <a:lnTo>
                  <a:pt x="1423703" y="319825"/>
                </a:lnTo>
                <a:lnTo>
                  <a:pt x="1426156" y="325764"/>
                </a:lnTo>
                <a:lnTo>
                  <a:pt x="1426974" y="324459"/>
                </a:lnTo>
                <a:lnTo>
                  <a:pt x="1430245" y="318178"/>
                </a:lnTo>
                <a:lnTo>
                  <a:pt x="1431062" y="316759"/>
                </a:lnTo>
                <a:lnTo>
                  <a:pt x="1433516" y="325373"/>
                </a:lnTo>
                <a:lnTo>
                  <a:pt x="1434333" y="324532"/>
                </a:lnTo>
                <a:lnTo>
                  <a:pt x="1437605" y="324836"/>
                </a:lnTo>
                <a:lnTo>
                  <a:pt x="1438422" y="324404"/>
                </a:lnTo>
                <a:lnTo>
                  <a:pt x="1439240" y="329181"/>
                </a:lnTo>
                <a:lnTo>
                  <a:pt x="1440875" y="322964"/>
                </a:lnTo>
                <a:lnTo>
                  <a:pt x="1441693" y="327615"/>
                </a:lnTo>
                <a:lnTo>
                  <a:pt x="1443329" y="320763"/>
                </a:lnTo>
                <a:lnTo>
                  <a:pt x="1444147" y="325888"/>
                </a:lnTo>
                <a:lnTo>
                  <a:pt x="1445782" y="331590"/>
                </a:lnTo>
                <a:lnTo>
                  <a:pt x="1447417" y="328215"/>
                </a:lnTo>
                <a:lnTo>
                  <a:pt x="1450689" y="331731"/>
                </a:lnTo>
                <a:lnTo>
                  <a:pt x="1452324" y="328067"/>
                </a:lnTo>
                <a:lnTo>
                  <a:pt x="1453959" y="320256"/>
                </a:lnTo>
                <a:lnTo>
                  <a:pt x="1455595" y="315919"/>
                </a:lnTo>
                <a:lnTo>
                  <a:pt x="1457231" y="317273"/>
                </a:lnTo>
                <a:lnTo>
                  <a:pt x="1458866" y="325304"/>
                </a:lnTo>
                <a:lnTo>
                  <a:pt x="1460501" y="321294"/>
                </a:lnTo>
                <a:lnTo>
                  <a:pt x="1461319" y="321572"/>
                </a:lnTo>
                <a:lnTo>
                  <a:pt x="1462955" y="312189"/>
                </a:lnTo>
                <a:lnTo>
                  <a:pt x="1465408" y="314957"/>
                </a:lnTo>
                <a:lnTo>
                  <a:pt x="1468679" y="322207"/>
                </a:lnTo>
                <a:lnTo>
                  <a:pt x="1469497" y="320040"/>
                </a:lnTo>
                <a:lnTo>
                  <a:pt x="1470315" y="317409"/>
                </a:lnTo>
                <a:lnTo>
                  <a:pt x="1471132" y="320789"/>
                </a:lnTo>
                <a:lnTo>
                  <a:pt x="1471950" y="319502"/>
                </a:lnTo>
                <a:lnTo>
                  <a:pt x="1474403" y="327565"/>
                </a:lnTo>
                <a:lnTo>
                  <a:pt x="1475221" y="321261"/>
                </a:lnTo>
                <a:lnTo>
                  <a:pt x="1476039" y="320704"/>
                </a:lnTo>
                <a:lnTo>
                  <a:pt x="1480945" y="339892"/>
                </a:lnTo>
                <a:lnTo>
                  <a:pt x="1477674" y="316596"/>
                </a:lnTo>
                <a:lnTo>
                  <a:pt x="1481763" y="332510"/>
                </a:lnTo>
                <a:lnTo>
                  <a:pt x="1484216" y="329399"/>
                </a:lnTo>
                <a:lnTo>
                  <a:pt x="1485034" y="325455"/>
                </a:lnTo>
                <a:lnTo>
                  <a:pt x="1486669" y="332460"/>
                </a:lnTo>
                <a:lnTo>
                  <a:pt x="1487487" y="336821"/>
                </a:lnTo>
                <a:lnTo>
                  <a:pt x="1489123" y="333706"/>
                </a:lnTo>
                <a:lnTo>
                  <a:pt x="1490758" y="331245"/>
                </a:lnTo>
                <a:lnTo>
                  <a:pt x="1491576" y="333445"/>
                </a:lnTo>
                <a:lnTo>
                  <a:pt x="1493211" y="337398"/>
                </a:lnTo>
                <a:lnTo>
                  <a:pt x="1494029" y="333659"/>
                </a:lnTo>
                <a:lnTo>
                  <a:pt x="1494847" y="330570"/>
                </a:lnTo>
                <a:lnTo>
                  <a:pt x="1497300" y="332480"/>
                </a:lnTo>
                <a:lnTo>
                  <a:pt x="1503025" y="332715"/>
                </a:lnTo>
                <a:lnTo>
                  <a:pt x="1503842" y="323389"/>
                </a:lnTo>
                <a:lnTo>
                  <a:pt x="1506295" y="329038"/>
                </a:lnTo>
                <a:lnTo>
                  <a:pt x="1507113" y="337049"/>
                </a:lnTo>
                <a:lnTo>
                  <a:pt x="1509567" y="331198"/>
                </a:lnTo>
                <a:lnTo>
                  <a:pt x="1511202" y="330957"/>
                </a:lnTo>
                <a:lnTo>
                  <a:pt x="1512020" y="327763"/>
                </a:lnTo>
                <a:lnTo>
                  <a:pt x="1513655" y="328185"/>
                </a:lnTo>
                <a:lnTo>
                  <a:pt x="1514473" y="330799"/>
                </a:lnTo>
                <a:lnTo>
                  <a:pt x="1515291" y="327750"/>
                </a:lnTo>
                <a:lnTo>
                  <a:pt x="1516108" y="320241"/>
                </a:lnTo>
                <a:lnTo>
                  <a:pt x="1518562" y="324706"/>
                </a:lnTo>
                <a:lnTo>
                  <a:pt x="1519380" y="322335"/>
                </a:lnTo>
                <a:lnTo>
                  <a:pt x="1520197" y="325024"/>
                </a:lnTo>
                <a:lnTo>
                  <a:pt x="1521015" y="328995"/>
                </a:lnTo>
                <a:lnTo>
                  <a:pt x="1521833" y="323988"/>
                </a:lnTo>
                <a:lnTo>
                  <a:pt x="1522650" y="319470"/>
                </a:lnTo>
                <a:lnTo>
                  <a:pt x="1525104" y="322604"/>
                </a:lnTo>
                <a:lnTo>
                  <a:pt x="1528375" y="332854"/>
                </a:lnTo>
                <a:lnTo>
                  <a:pt x="1529192" y="336798"/>
                </a:lnTo>
                <a:lnTo>
                  <a:pt x="1530010" y="333086"/>
                </a:lnTo>
                <a:lnTo>
                  <a:pt x="1532464" y="322887"/>
                </a:lnTo>
                <a:lnTo>
                  <a:pt x="1534099" y="326609"/>
                </a:lnTo>
                <a:lnTo>
                  <a:pt x="1535734" y="330446"/>
                </a:lnTo>
                <a:lnTo>
                  <a:pt x="1536552" y="327694"/>
                </a:lnTo>
                <a:lnTo>
                  <a:pt x="1537370" y="325976"/>
                </a:lnTo>
                <a:lnTo>
                  <a:pt x="1539006" y="327224"/>
                </a:lnTo>
                <a:lnTo>
                  <a:pt x="1540641" y="334138"/>
                </a:lnTo>
                <a:lnTo>
                  <a:pt x="1541459" y="325570"/>
                </a:lnTo>
                <a:lnTo>
                  <a:pt x="1544730" y="326128"/>
                </a:lnTo>
                <a:lnTo>
                  <a:pt x="1545548" y="323296"/>
                </a:lnTo>
                <a:lnTo>
                  <a:pt x="1547183" y="325062"/>
                </a:lnTo>
                <a:lnTo>
                  <a:pt x="1550454" y="328766"/>
                </a:lnTo>
                <a:lnTo>
                  <a:pt x="1551272" y="328117"/>
                </a:lnTo>
                <a:lnTo>
                  <a:pt x="1552907" y="323384"/>
                </a:lnTo>
                <a:lnTo>
                  <a:pt x="1553725" y="325737"/>
                </a:lnTo>
                <a:lnTo>
                  <a:pt x="1557814" y="340324"/>
                </a:lnTo>
                <a:lnTo>
                  <a:pt x="1558632" y="335452"/>
                </a:lnTo>
                <a:lnTo>
                  <a:pt x="1560267" y="337733"/>
                </a:lnTo>
                <a:lnTo>
                  <a:pt x="1561902" y="349972"/>
                </a:lnTo>
                <a:lnTo>
                  <a:pt x="1563538" y="346098"/>
                </a:lnTo>
                <a:lnTo>
                  <a:pt x="1564356" y="342312"/>
                </a:lnTo>
                <a:lnTo>
                  <a:pt x="1565174" y="354878"/>
                </a:lnTo>
                <a:lnTo>
                  <a:pt x="1567627" y="349405"/>
                </a:lnTo>
                <a:lnTo>
                  <a:pt x="1572533" y="338373"/>
                </a:lnTo>
                <a:lnTo>
                  <a:pt x="1573351" y="347613"/>
                </a:lnTo>
                <a:lnTo>
                  <a:pt x="1575804" y="345703"/>
                </a:lnTo>
                <a:lnTo>
                  <a:pt x="1576622" y="348720"/>
                </a:lnTo>
                <a:lnTo>
                  <a:pt x="1577440" y="342802"/>
                </a:lnTo>
                <a:lnTo>
                  <a:pt x="1579893" y="344467"/>
                </a:lnTo>
                <a:lnTo>
                  <a:pt x="1581528" y="338994"/>
                </a:lnTo>
                <a:lnTo>
                  <a:pt x="1583982" y="347990"/>
                </a:lnTo>
                <a:lnTo>
                  <a:pt x="1584800" y="345827"/>
                </a:lnTo>
                <a:lnTo>
                  <a:pt x="1587253" y="336065"/>
                </a:lnTo>
                <a:lnTo>
                  <a:pt x="1588070" y="341429"/>
                </a:lnTo>
                <a:lnTo>
                  <a:pt x="1588888" y="343685"/>
                </a:lnTo>
                <a:lnTo>
                  <a:pt x="1589706" y="339302"/>
                </a:lnTo>
                <a:lnTo>
                  <a:pt x="1590524" y="340386"/>
                </a:lnTo>
                <a:lnTo>
                  <a:pt x="1593795" y="329057"/>
                </a:lnTo>
                <a:lnTo>
                  <a:pt x="1595430" y="332410"/>
                </a:lnTo>
                <a:lnTo>
                  <a:pt x="1596248" y="340570"/>
                </a:lnTo>
                <a:lnTo>
                  <a:pt x="1597884" y="334954"/>
                </a:lnTo>
                <a:lnTo>
                  <a:pt x="1601154" y="326444"/>
                </a:lnTo>
                <a:lnTo>
                  <a:pt x="1601972" y="328474"/>
                </a:lnTo>
                <a:lnTo>
                  <a:pt x="1606879" y="327843"/>
                </a:lnTo>
                <a:lnTo>
                  <a:pt x="1610967" y="317356"/>
                </a:lnTo>
                <a:lnTo>
                  <a:pt x="1612603" y="322471"/>
                </a:lnTo>
                <a:lnTo>
                  <a:pt x="1613421" y="319176"/>
                </a:lnTo>
                <a:lnTo>
                  <a:pt x="1616692" y="309021"/>
                </a:lnTo>
                <a:lnTo>
                  <a:pt x="1617509" y="313956"/>
                </a:lnTo>
                <a:lnTo>
                  <a:pt x="1618327" y="317380"/>
                </a:lnTo>
                <a:lnTo>
                  <a:pt x="1620781" y="315981"/>
                </a:lnTo>
                <a:lnTo>
                  <a:pt x="1626505" y="303208"/>
                </a:lnTo>
                <a:lnTo>
                  <a:pt x="1628140" y="308963"/>
                </a:lnTo>
                <a:lnTo>
                  <a:pt x="1631411" y="297001"/>
                </a:lnTo>
                <a:lnTo>
                  <a:pt x="1634682" y="310513"/>
                </a:lnTo>
                <a:lnTo>
                  <a:pt x="1636318" y="298098"/>
                </a:lnTo>
                <a:lnTo>
                  <a:pt x="1637953" y="302257"/>
                </a:lnTo>
                <a:lnTo>
                  <a:pt x="1638771" y="303663"/>
                </a:lnTo>
                <a:lnTo>
                  <a:pt x="1640407" y="300659"/>
                </a:lnTo>
                <a:lnTo>
                  <a:pt x="1642042" y="298445"/>
                </a:lnTo>
                <a:lnTo>
                  <a:pt x="1642860" y="309311"/>
                </a:lnTo>
                <a:lnTo>
                  <a:pt x="1645313" y="306566"/>
                </a:lnTo>
                <a:lnTo>
                  <a:pt x="1646949" y="298967"/>
                </a:lnTo>
                <a:lnTo>
                  <a:pt x="1648584" y="300013"/>
                </a:lnTo>
                <a:lnTo>
                  <a:pt x="1649402" y="299455"/>
                </a:lnTo>
                <a:lnTo>
                  <a:pt x="1650219" y="301752"/>
                </a:lnTo>
                <a:lnTo>
                  <a:pt x="1651037" y="303741"/>
                </a:lnTo>
                <a:lnTo>
                  <a:pt x="1651855" y="297837"/>
                </a:lnTo>
                <a:lnTo>
                  <a:pt x="1653491" y="299860"/>
                </a:lnTo>
                <a:lnTo>
                  <a:pt x="1655126" y="296361"/>
                </a:lnTo>
                <a:lnTo>
                  <a:pt x="1661668" y="293611"/>
                </a:lnTo>
                <a:lnTo>
                  <a:pt x="1663303" y="291326"/>
                </a:lnTo>
                <a:lnTo>
                  <a:pt x="1664121" y="295199"/>
                </a:lnTo>
                <a:lnTo>
                  <a:pt x="1664939" y="293517"/>
                </a:lnTo>
                <a:lnTo>
                  <a:pt x="1666575" y="291368"/>
                </a:lnTo>
                <a:lnTo>
                  <a:pt x="1668210" y="300255"/>
                </a:lnTo>
                <a:lnTo>
                  <a:pt x="1669028" y="290164"/>
                </a:lnTo>
                <a:lnTo>
                  <a:pt x="1670663" y="292147"/>
                </a:lnTo>
                <a:lnTo>
                  <a:pt x="1671481" y="287780"/>
                </a:lnTo>
                <a:lnTo>
                  <a:pt x="1672299" y="295727"/>
                </a:lnTo>
                <a:lnTo>
                  <a:pt x="1673117" y="294443"/>
                </a:lnTo>
                <a:lnTo>
                  <a:pt x="1676387" y="290239"/>
                </a:lnTo>
                <a:lnTo>
                  <a:pt x="1678023" y="297763"/>
                </a:lnTo>
                <a:lnTo>
                  <a:pt x="1678841" y="294385"/>
                </a:lnTo>
                <a:lnTo>
                  <a:pt x="1680476" y="289886"/>
                </a:lnTo>
                <a:lnTo>
                  <a:pt x="1682112" y="290281"/>
                </a:lnTo>
                <a:lnTo>
                  <a:pt x="1682929" y="290170"/>
                </a:lnTo>
                <a:lnTo>
                  <a:pt x="1685383" y="301808"/>
                </a:lnTo>
                <a:lnTo>
                  <a:pt x="1686200" y="299919"/>
                </a:lnTo>
                <a:lnTo>
                  <a:pt x="1690289" y="283076"/>
                </a:lnTo>
                <a:lnTo>
                  <a:pt x="1691925" y="294194"/>
                </a:lnTo>
                <a:lnTo>
                  <a:pt x="1692742" y="284490"/>
                </a:lnTo>
                <a:lnTo>
                  <a:pt x="1694378" y="277271"/>
                </a:lnTo>
                <a:lnTo>
                  <a:pt x="1696014" y="280856"/>
                </a:lnTo>
                <a:lnTo>
                  <a:pt x="1705009" y="295037"/>
                </a:lnTo>
                <a:lnTo>
                  <a:pt x="1706644" y="290595"/>
                </a:lnTo>
                <a:lnTo>
                  <a:pt x="1709915" y="302828"/>
                </a:lnTo>
                <a:lnTo>
                  <a:pt x="1711551" y="295448"/>
                </a:lnTo>
                <a:lnTo>
                  <a:pt x="1713186" y="301615"/>
                </a:lnTo>
                <a:lnTo>
                  <a:pt x="1716457" y="302955"/>
                </a:lnTo>
                <a:lnTo>
                  <a:pt x="1717275" y="297727"/>
                </a:lnTo>
                <a:lnTo>
                  <a:pt x="1718910" y="299479"/>
                </a:lnTo>
                <a:lnTo>
                  <a:pt x="1722182" y="306581"/>
                </a:lnTo>
                <a:lnTo>
                  <a:pt x="1722999" y="301517"/>
                </a:lnTo>
                <a:lnTo>
                  <a:pt x="1725452" y="303875"/>
                </a:lnTo>
                <a:lnTo>
                  <a:pt x="1729541" y="317548"/>
                </a:lnTo>
                <a:lnTo>
                  <a:pt x="1731177" y="309614"/>
                </a:lnTo>
                <a:lnTo>
                  <a:pt x="1731994" y="322041"/>
                </a:lnTo>
                <a:lnTo>
                  <a:pt x="1733630" y="320957"/>
                </a:lnTo>
                <a:lnTo>
                  <a:pt x="1735266" y="326561"/>
                </a:lnTo>
                <a:lnTo>
                  <a:pt x="1736083" y="322610"/>
                </a:lnTo>
                <a:lnTo>
                  <a:pt x="1737719" y="327659"/>
                </a:lnTo>
                <a:lnTo>
                  <a:pt x="1740172" y="336581"/>
                </a:lnTo>
                <a:lnTo>
                  <a:pt x="1740990" y="336290"/>
                </a:lnTo>
                <a:lnTo>
                  <a:pt x="1741808" y="332093"/>
                </a:lnTo>
                <a:lnTo>
                  <a:pt x="1742625" y="336213"/>
                </a:lnTo>
                <a:lnTo>
                  <a:pt x="1745896" y="346068"/>
                </a:lnTo>
                <a:lnTo>
                  <a:pt x="1747532" y="336623"/>
                </a:lnTo>
                <a:lnTo>
                  <a:pt x="1748350" y="346696"/>
                </a:lnTo>
                <a:lnTo>
                  <a:pt x="1752438" y="357051"/>
                </a:lnTo>
                <a:lnTo>
                  <a:pt x="1749985" y="343125"/>
                </a:lnTo>
                <a:lnTo>
                  <a:pt x="1753256" y="353542"/>
                </a:lnTo>
                <a:lnTo>
                  <a:pt x="1754074" y="351909"/>
                </a:lnTo>
                <a:lnTo>
                  <a:pt x="1759798" y="396581"/>
                </a:lnTo>
                <a:lnTo>
                  <a:pt x="1760616" y="393395"/>
                </a:lnTo>
                <a:lnTo>
                  <a:pt x="1761434" y="397544"/>
                </a:lnTo>
                <a:lnTo>
                  <a:pt x="1765522" y="415738"/>
                </a:lnTo>
                <a:lnTo>
                  <a:pt x="1767975" y="406512"/>
                </a:lnTo>
                <a:lnTo>
                  <a:pt x="1771247" y="432710"/>
                </a:lnTo>
                <a:lnTo>
                  <a:pt x="1772882" y="418847"/>
                </a:lnTo>
                <a:lnTo>
                  <a:pt x="1773700" y="432440"/>
                </a:lnTo>
                <a:lnTo>
                  <a:pt x="1774517" y="431921"/>
                </a:lnTo>
                <a:lnTo>
                  <a:pt x="1775335" y="434550"/>
                </a:lnTo>
                <a:lnTo>
                  <a:pt x="1780242" y="452738"/>
                </a:lnTo>
                <a:lnTo>
                  <a:pt x="1781059" y="447158"/>
                </a:lnTo>
                <a:lnTo>
                  <a:pt x="1781877" y="454790"/>
                </a:lnTo>
                <a:lnTo>
                  <a:pt x="1783513" y="467260"/>
                </a:lnTo>
                <a:lnTo>
                  <a:pt x="1784331" y="465896"/>
                </a:lnTo>
                <a:lnTo>
                  <a:pt x="1786784" y="445856"/>
                </a:lnTo>
                <a:lnTo>
                  <a:pt x="1787601" y="452112"/>
                </a:lnTo>
                <a:lnTo>
                  <a:pt x="1790055" y="465340"/>
                </a:lnTo>
                <a:lnTo>
                  <a:pt x="1790873" y="459135"/>
                </a:lnTo>
                <a:lnTo>
                  <a:pt x="1791690" y="454960"/>
                </a:lnTo>
                <a:lnTo>
                  <a:pt x="1793326" y="469850"/>
                </a:lnTo>
                <a:lnTo>
                  <a:pt x="1794961" y="459274"/>
                </a:lnTo>
                <a:lnTo>
                  <a:pt x="1796597" y="457012"/>
                </a:lnTo>
                <a:lnTo>
                  <a:pt x="1798232" y="459271"/>
                </a:lnTo>
                <a:lnTo>
                  <a:pt x="1799050" y="457856"/>
                </a:lnTo>
                <a:lnTo>
                  <a:pt x="1803139" y="468702"/>
                </a:lnTo>
                <a:lnTo>
                  <a:pt x="1803957" y="469313"/>
                </a:lnTo>
                <a:lnTo>
                  <a:pt x="1804774" y="466209"/>
                </a:lnTo>
                <a:lnTo>
                  <a:pt x="1809681" y="469243"/>
                </a:lnTo>
                <a:lnTo>
                  <a:pt x="1812134" y="477566"/>
                </a:lnTo>
                <a:lnTo>
                  <a:pt x="1813769" y="474658"/>
                </a:lnTo>
                <a:lnTo>
                  <a:pt x="1817041" y="483929"/>
                </a:lnTo>
                <a:lnTo>
                  <a:pt x="1821947" y="497838"/>
                </a:lnTo>
                <a:lnTo>
                  <a:pt x="1823583" y="499693"/>
                </a:lnTo>
                <a:lnTo>
                  <a:pt x="1828489" y="510024"/>
                </a:lnTo>
                <a:lnTo>
                  <a:pt x="1829307" y="507454"/>
                </a:lnTo>
                <a:lnTo>
                  <a:pt x="1830942" y="510855"/>
                </a:lnTo>
                <a:lnTo>
                  <a:pt x="1835031" y="519603"/>
                </a:lnTo>
                <a:lnTo>
                  <a:pt x="1838302" y="518902"/>
                </a:lnTo>
                <a:lnTo>
                  <a:pt x="1840755" y="530216"/>
                </a:lnTo>
                <a:lnTo>
                  <a:pt x="1842391" y="526341"/>
                </a:lnTo>
                <a:lnTo>
                  <a:pt x="1843209" y="525477"/>
                </a:lnTo>
                <a:lnTo>
                  <a:pt x="1844844" y="528154"/>
                </a:lnTo>
                <a:lnTo>
                  <a:pt x="1845662" y="529322"/>
                </a:lnTo>
                <a:lnTo>
                  <a:pt x="1848933" y="545588"/>
                </a:lnTo>
                <a:lnTo>
                  <a:pt x="1849751" y="541608"/>
                </a:lnTo>
                <a:lnTo>
                  <a:pt x="1851386" y="534351"/>
                </a:lnTo>
                <a:lnTo>
                  <a:pt x="1852204" y="537731"/>
                </a:lnTo>
                <a:lnTo>
                  <a:pt x="1857110" y="552808"/>
                </a:lnTo>
                <a:lnTo>
                  <a:pt x="1860381" y="549270"/>
                </a:lnTo>
                <a:lnTo>
                  <a:pt x="1862017" y="554063"/>
                </a:lnTo>
                <a:lnTo>
                  <a:pt x="1862834" y="551145"/>
                </a:lnTo>
                <a:lnTo>
                  <a:pt x="1865288" y="544423"/>
                </a:lnTo>
                <a:lnTo>
                  <a:pt x="1866106" y="546751"/>
                </a:lnTo>
                <a:lnTo>
                  <a:pt x="1866923" y="557197"/>
                </a:lnTo>
                <a:lnTo>
                  <a:pt x="1869376" y="549491"/>
                </a:lnTo>
                <a:lnTo>
                  <a:pt x="1870194" y="553688"/>
                </a:lnTo>
                <a:lnTo>
                  <a:pt x="1872648" y="550338"/>
                </a:lnTo>
                <a:lnTo>
                  <a:pt x="1873465" y="551073"/>
                </a:lnTo>
                <a:lnTo>
                  <a:pt x="1874283" y="556256"/>
                </a:lnTo>
                <a:lnTo>
                  <a:pt x="1875918" y="550780"/>
                </a:lnTo>
                <a:lnTo>
                  <a:pt x="1876736" y="550594"/>
                </a:lnTo>
                <a:lnTo>
                  <a:pt x="1878372" y="556276"/>
                </a:lnTo>
                <a:lnTo>
                  <a:pt x="1880007" y="552284"/>
                </a:lnTo>
                <a:lnTo>
                  <a:pt x="1883278" y="557333"/>
                </a:lnTo>
                <a:lnTo>
                  <a:pt x="1884096" y="555381"/>
                </a:lnTo>
                <a:lnTo>
                  <a:pt x="1884914" y="550815"/>
                </a:lnTo>
                <a:lnTo>
                  <a:pt x="1885732" y="557699"/>
                </a:lnTo>
                <a:lnTo>
                  <a:pt x="1886549" y="555312"/>
                </a:lnTo>
                <a:lnTo>
                  <a:pt x="1887367" y="557321"/>
                </a:lnTo>
                <a:lnTo>
                  <a:pt x="1888185" y="555467"/>
                </a:lnTo>
                <a:lnTo>
                  <a:pt x="1889002" y="552917"/>
                </a:lnTo>
                <a:lnTo>
                  <a:pt x="1889820" y="557309"/>
                </a:lnTo>
                <a:lnTo>
                  <a:pt x="1891456" y="559061"/>
                </a:lnTo>
                <a:lnTo>
                  <a:pt x="1892274" y="557490"/>
                </a:lnTo>
                <a:lnTo>
                  <a:pt x="1893909" y="558310"/>
                </a:lnTo>
                <a:lnTo>
                  <a:pt x="1895544" y="551864"/>
                </a:lnTo>
                <a:lnTo>
                  <a:pt x="1896362" y="558934"/>
                </a:lnTo>
                <a:lnTo>
                  <a:pt x="1898816" y="555139"/>
                </a:lnTo>
                <a:lnTo>
                  <a:pt x="1900451" y="557213"/>
                </a:lnTo>
                <a:lnTo>
                  <a:pt x="1901269" y="556139"/>
                </a:lnTo>
                <a:lnTo>
                  <a:pt x="1902086" y="554884"/>
                </a:lnTo>
                <a:lnTo>
                  <a:pt x="1902904" y="557043"/>
                </a:lnTo>
                <a:lnTo>
                  <a:pt x="1903722" y="562593"/>
                </a:lnTo>
                <a:lnTo>
                  <a:pt x="1905358" y="558061"/>
                </a:lnTo>
                <a:lnTo>
                  <a:pt x="1906993" y="555437"/>
                </a:lnTo>
                <a:lnTo>
                  <a:pt x="1908628" y="558544"/>
                </a:lnTo>
                <a:lnTo>
                  <a:pt x="1912717" y="564898"/>
                </a:lnTo>
                <a:lnTo>
                  <a:pt x="1914353" y="567053"/>
                </a:lnTo>
                <a:lnTo>
                  <a:pt x="1915988" y="559495"/>
                </a:lnTo>
                <a:lnTo>
                  <a:pt x="1916806" y="566125"/>
                </a:lnTo>
                <a:lnTo>
                  <a:pt x="1917624" y="569776"/>
                </a:lnTo>
                <a:lnTo>
                  <a:pt x="1918442" y="565570"/>
                </a:lnTo>
                <a:lnTo>
                  <a:pt x="1919259" y="556367"/>
                </a:lnTo>
                <a:lnTo>
                  <a:pt x="1920895" y="561865"/>
                </a:lnTo>
                <a:lnTo>
                  <a:pt x="1921712" y="564319"/>
                </a:lnTo>
                <a:lnTo>
                  <a:pt x="1922530" y="559929"/>
                </a:lnTo>
                <a:lnTo>
                  <a:pt x="1923348" y="556572"/>
                </a:lnTo>
                <a:lnTo>
                  <a:pt x="1924984" y="561750"/>
                </a:lnTo>
                <a:lnTo>
                  <a:pt x="1928254" y="565621"/>
                </a:lnTo>
                <a:lnTo>
                  <a:pt x="1929890" y="560169"/>
                </a:lnTo>
                <a:lnTo>
                  <a:pt x="1931526" y="565025"/>
                </a:lnTo>
                <a:lnTo>
                  <a:pt x="1933979" y="572755"/>
                </a:lnTo>
                <a:lnTo>
                  <a:pt x="1934796" y="565151"/>
                </a:lnTo>
                <a:lnTo>
                  <a:pt x="1937250" y="569013"/>
                </a:lnTo>
                <a:lnTo>
                  <a:pt x="1938067" y="571789"/>
                </a:lnTo>
                <a:lnTo>
                  <a:pt x="1938885" y="568787"/>
                </a:lnTo>
                <a:lnTo>
                  <a:pt x="1943792" y="551115"/>
                </a:lnTo>
                <a:lnTo>
                  <a:pt x="1946245" y="555713"/>
                </a:lnTo>
                <a:lnTo>
                  <a:pt x="1948698" y="566267"/>
                </a:lnTo>
                <a:lnTo>
                  <a:pt x="1951151" y="564738"/>
                </a:lnTo>
                <a:lnTo>
                  <a:pt x="1951969" y="561990"/>
                </a:lnTo>
                <a:lnTo>
                  <a:pt x="1954423" y="564289"/>
                </a:lnTo>
                <a:lnTo>
                  <a:pt x="1956058" y="565871"/>
                </a:lnTo>
                <a:lnTo>
                  <a:pt x="1959329" y="558962"/>
                </a:lnTo>
                <a:lnTo>
                  <a:pt x="1962600" y="562388"/>
                </a:lnTo>
                <a:lnTo>
                  <a:pt x="1964235" y="551886"/>
                </a:lnTo>
                <a:lnTo>
                  <a:pt x="1965871" y="558095"/>
                </a:lnTo>
                <a:lnTo>
                  <a:pt x="1968324" y="567226"/>
                </a:lnTo>
                <a:lnTo>
                  <a:pt x="1970777" y="564627"/>
                </a:lnTo>
                <a:lnTo>
                  <a:pt x="1971595" y="560853"/>
                </a:lnTo>
                <a:lnTo>
                  <a:pt x="1972413" y="565709"/>
                </a:lnTo>
                <a:lnTo>
                  <a:pt x="1973231" y="562551"/>
                </a:lnTo>
                <a:lnTo>
                  <a:pt x="1975684" y="567340"/>
                </a:lnTo>
                <a:lnTo>
                  <a:pt x="1976502" y="563573"/>
                </a:lnTo>
                <a:lnTo>
                  <a:pt x="1979773" y="556280"/>
                </a:lnTo>
                <a:lnTo>
                  <a:pt x="1983044" y="576573"/>
                </a:lnTo>
                <a:lnTo>
                  <a:pt x="1983861" y="574342"/>
                </a:lnTo>
                <a:lnTo>
                  <a:pt x="1988768" y="559597"/>
                </a:lnTo>
                <a:lnTo>
                  <a:pt x="1991221" y="569178"/>
                </a:lnTo>
                <a:lnTo>
                  <a:pt x="1992857" y="565481"/>
                </a:lnTo>
                <a:lnTo>
                  <a:pt x="1996945" y="573949"/>
                </a:lnTo>
                <a:lnTo>
                  <a:pt x="1998581" y="571183"/>
                </a:lnTo>
                <a:lnTo>
                  <a:pt x="2001852" y="568305"/>
                </a:lnTo>
                <a:lnTo>
                  <a:pt x="2002670" y="563049"/>
                </a:lnTo>
                <a:lnTo>
                  <a:pt x="2004305" y="570983"/>
                </a:lnTo>
                <a:lnTo>
                  <a:pt x="2005123" y="566449"/>
                </a:lnTo>
                <a:lnTo>
                  <a:pt x="2005941" y="572531"/>
                </a:lnTo>
                <a:lnTo>
                  <a:pt x="2007576" y="568059"/>
                </a:lnTo>
                <a:lnTo>
                  <a:pt x="2008394" y="560904"/>
                </a:lnTo>
                <a:lnTo>
                  <a:pt x="2009212" y="567463"/>
                </a:lnTo>
                <a:lnTo>
                  <a:pt x="2010029" y="573682"/>
                </a:lnTo>
                <a:lnTo>
                  <a:pt x="2011665" y="564033"/>
                </a:lnTo>
                <a:lnTo>
                  <a:pt x="2012483" y="562811"/>
                </a:lnTo>
                <a:lnTo>
                  <a:pt x="2013301" y="565179"/>
                </a:lnTo>
                <a:lnTo>
                  <a:pt x="2014118" y="565373"/>
                </a:lnTo>
                <a:lnTo>
                  <a:pt x="2014936" y="568421"/>
                </a:lnTo>
                <a:lnTo>
                  <a:pt x="2015754" y="564057"/>
                </a:lnTo>
                <a:lnTo>
                  <a:pt x="2019843" y="549274"/>
                </a:lnTo>
                <a:lnTo>
                  <a:pt x="2017389" y="567274"/>
                </a:lnTo>
                <a:lnTo>
                  <a:pt x="2020660" y="549841"/>
                </a:lnTo>
                <a:lnTo>
                  <a:pt x="2022296" y="569981"/>
                </a:lnTo>
                <a:lnTo>
                  <a:pt x="2023931" y="554689"/>
                </a:lnTo>
                <a:lnTo>
                  <a:pt x="2025567" y="568316"/>
                </a:lnTo>
                <a:lnTo>
                  <a:pt x="2026384" y="559067"/>
                </a:lnTo>
                <a:lnTo>
                  <a:pt x="2027202" y="554738"/>
                </a:lnTo>
                <a:lnTo>
                  <a:pt x="2028020" y="561729"/>
                </a:lnTo>
                <a:lnTo>
                  <a:pt x="2029656" y="569165"/>
                </a:lnTo>
                <a:lnTo>
                  <a:pt x="2031291" y="566470"/>
                </a:lnTo>
                <a:lnTo>
                  <a:pt x="2034562" y="548822"/>
                </a:lnTo>
                <a:lnTo>
                  <a:pt x="2035380" y="561674"/>
                </a:lnTo>
                <a:lnTo>
                  <a:pt x="2037015" y="555584"/>
                </a:lnTo>
                <a:lnTo>
                  <a:pt x="2037833" y="553245"/>
                </a:lnTo>
                <a:lnTo>
                  <a:pt x="2039468" y="554860"/>
                </a:lnTo>
                <a:lnTo>
                  <a:pt x="2044375" y="571914"/>
                </a:lnTo>
                <a:lnTo>
                  <a:pt x="2045193" y="571061"/>
                </a:lnTo>
                <a:lnTo>
                  <a:pt x="2048464" y="538184"/>
                </a:lnTo>
                <a:lnTo>
                  <a:pt x="2050099" y="553021"/>
                </a:lnTo>
                <a:lnTo>
                  <a:pt x="2053370" y="562797"/>
                </a:lnTo>
                <a:lnTo>
                  <a:pt x="2054188" y="560713"/>
                </a:lnTo>
                <a:lnTo>
                  <a:pt x="2059094" y="556953"/>
                </a:lnTo>
                <a:lnTo>
                  <a:pt x="2060730" y="552225"/>
                </a:lnTo>
                <a:lnTo>
                  <a:pt x="2061548" y="557705"/>
                </a:lnTo>
                <a:lnTo>
                  <a:pt x="2063183" y="561479"/>
                </a:lnTo>
                <a:lnTo>
                  <a:pt x="2064001" y="555111"/>
                </a:lnTo>
                <a:lnTo>
                  <a:pt x="2065636" y="555455"/>
                </a:lnTo>
                <a:lnTo>
                  <a:pt x="2066454" y="553103"/>
                </a:lnTo>
                <a:lnTo>
                  <a:pt x="2068090" y="540133"/>
                </a:lnTo>
                <a:lnTo>
                  <a:pt x="2068908" y="549936"/>
                </a:lnTo>
                <a:lnTo>
                  <a:pt x="2071361" y="558984"/>
                </a:lnTo>
                <a:lnTo>
                  <a:pt x="2072178" y="554951"/>
                </a:lnTo>
                <a:lnTo>
                  <a:pt x="2075450" y="560946"/>
                </a:lnTo>
                <a:lnTo>
                  <a:pt x="2076267" y="562101"/>
                </a:lnTo>
                <a:lnTo>
                  <a:pt x="2079538" y="538620"/>
                </a:lnTo>
                <a:lnTo>
                  <a:pt x="2080356" y="539538"/>
                </a:lnTo>
                <a:lnTo>
                  <a:pt x="2081174" y="547020"/>
                </a:lnTo>
                <a:lnTo>
                  <a:pt x="2081992" y="538632"/>
                </a:lnTo>
                <a:lnTo>
                  <a:pt x="2082809" y="542780"/>
                </a:lnTo>
                <a:lnTo>
                  <a:pt x="2084445" y="533107"/>
                </a:lnTo>
                <a:lnTo>
                  <a:pt x="2086080" y="536478"/>
                </a:lnTo>
                <a:lnTo>
                  <a:pt x="2086898" y="536728"/>
                </a:lnTo>
                <a:lnTo>
                  <a:pt x="2091804" y="521907"/>
                </a:lnTo>
                <a:lnTo>
                  <a:pt x="2092622" y="527331"/>
                </a:lnTo>
                <a:lnTo>
                  <a:pt x="2095076" y="523285"/>
                </a:lnTo>
                <a:lnTo>
                  <a:pt x="2095893" y="510788"/>
                </a:lnTo>
                <a:lnTo>
                  <a:pt x="2097529" y="524529"/>
                </a:lnTo>
                <a:lnTo>
                  <a:pt x="2098347" y="519842"/>
                </a:lnTo>
                <a:lnTo>
                  <a:pt x="2099164" y="514467"/>
                </a:lnTo>
                <a:lnTo>
                  <a:pt x="2099982" y="522639"/>
                </a:lnTo>
                <a:lnTo>
                  <a:pt x="2100800" y="528645"/>
                </a:lnTo>
                <a:lnTo>
                  <a:pt x="2102435" y="522999"/>
                </a:lnTo>
                <a:lnTo>
                  <a:pt x="2104071" y="508422"/>
                </a:lnTo>
                <a:lnTo>
                  <a:pt x="2108159" y="513964"/>
                </a:lnTo>
                <a:lnTo>
                  <a:pt x="2109795" y="512819"/>
                </a:lnTo>
                <a:lnTo>
                  <a:pt x="2110613" y="503180"/>
                </a:lnTo>
                <a:lnTo>
                  <a:pt x="2113066" y="508362"/>
                </a:lnTo>
                <a:lnTo>
                  <a:pt x="2113884" y="502003"/>
                </a:lnTo>
                <a:lnTo>
                  <a:pt x="2116337" y="504148"/>
                </a:lnTo>
                <a:lnTo>
                  <a:pt x="2119608" y="496273"/>
                </a:lnTo>
                <a:lnTo>
                  <a:pt x="2121243" y="498096"/>
                </a:lnTo>
                <a:lnTo>
                  <a:pt x="2123697" y="508073"/>
                </a:lnTo>
                <a:lnTo>
                  <a:pt x="2124515" y="506928"/>
                </a:lnTo>
                <a:lnTo>
                  <a:pt x="2127785" y="499505"/>
                </a:lnTo>
                <a:lnTo>
                  <a:pt x="2128603" y="499564"/>
                </a:lnTo>
                <a:lnTo>
                  <a:pt x="2130239" y="505722"/>
                </a:lnTo>
                <a:lnTo>
                  <a:pt x="2131874" y="502366"/>
                </a:lnTo>
                <a:lnTo>
                  <a:pt x="2132692" y="503486"/>
                </a:lnTo>
                <a:lnTo>
                  <a:pt x="2133510" y="497407"/>
                </a:lnTo>
                <a:lnTo>
                  <a:pt x="2135145" y="500398"/>
                </a:lnTo>
                <a:lnTo>
                  <a:pt x="2135963" y="505967"/>
                </a:lnTo>
                <a:lnTo>
                  <a:pt x="2137599" y="496240"/>
                </a:lnTo>
                <a:lnTo>
                  <a:pt x="2138416" y="495044"/>
                </a:lnTo>
                <a:lnTo>
                  <a:pt x="2140052" y="501784"/>
                </a:lnTo>
                <a:lnTo>
                  <a:pt x="2140869" y="493523"/>
                </a:lnTo>
                <a:lnTo>
                  <a:pt x="2144141" y="487807"/>
                </a:lnTo>
                <a:lnTo>
                  <a:pt x="2144958" y="488659"/>
                </a:lnTo>
                <a:lnTo>
                  <a:pt x="2145776" y="488353"/>
                </a:lnTo>
                <a:lnTo>
                  <a:pt x="2146594" y="482963"/>
                </a:lnTo>
                <a:lnTo>
                  <a:pt x="2149047" y="485237"/>
                </a:lnTo>
                <a:lnTo>
                  <a:pt x="2149865" y="484808"/>
                </a:lnTo>
                <a:lnTo>
                  <a:pt x="2152318" y="473139"/>
                </a:lnTo>
                <a:lnTo>
                  <a:pt x="2153136" y="478915"/>
                </a:lnTo>
                <a:lnTo>
                  <a:pt x="2156407" y="476602"/>
                </a:lnTo>
                <a:lnTo>
                  <a:pt x="2157225" y="481112"/>
                </a:lnTo>
                <a:lnTo>
                  <a:pt x="2158042" y="476810"/>
                </a:lnTo>
                <a:lnTo>
                  <a:pt x="2159678" y="470867"/>
                </a:lnTo>
                <a:lnTo>
                  <a:pt x="2161313" y="486088"/>
                </a:lnTo>
                <a:lnTo>
                  <a:pt x="2162949" y="474379"/>
                </a:lnTo>
                <a:lnTo>
                  <a:pt x="2163767" y="474375"/>
                </a:lnTo>
                <a:lnTo>
                  <a:pt x="2167855" y="488198"/>
                </a:lnTo>
                <a:lnTo>
                  <a:pt x="2168673" y="484666"/>
                </a:lnTo>
                <a:lnTo>
                  <a:pt x="2169491" y="487055"/>
                </a:lnTo>
                <a:lnTo>
                  <a:pt x="2170309" y="491877"/>
                </a:lnTo>
                <a:lnTo>
                  <a:pt x="2171944" y="486635"/>
                </a:lnTo>
                <a:lnTo>
                  <a:pt x="2173579" y="478353"/>
                </a:lnTo>
                <a:lnTo>
                  <a:pt x="2174397" y="487608"/>
                </a:lnTo>
                <a:lnTo>
                  <a:pt x="2175215" y="488798"/>
                </a:lnTo>
                <a:lnTo>
                  <a:pt x="2176033" y="485685"/>
                </a:lnTo>
                <a:lnTo>
                  <a:pt x="2178486" y="481388"/>
                </a:lnTo>
                <a:lnTo>
                  <a:pt x="2179304" y="478439"/>
                </a:lnTo>
                <a:lnTo>
                  <a:pt x="2180939" y="488828"/>
                </a:lnTo>
                <a:lnTo>
                  <a:pt x="2182575" y="485759"/>
                </a:lnTo>
                <a:lnTo>
                  <a:pt x="2183393" y="482558"/>
                </a:lnTo>
                <a:lnTo>
                  <a:pt x="2184210" y="486632"/>
                </a:lnTo>
                <a:lnTo>
                  <a:pt x="2185028" y="485688"/>
                </a:lnTo>
                <a:lnTo>
                  <a:pt x="2185846" y="489402"/>
                </a:lnTo>
                <a:lnTo>
                  <a:pt x="2186664" y="483954"/>
                </a:lnTo>
                <a:lnTo>
                  <a:pt x="2187481" y="481025"/>
                </a:lnTo>
                <a:lnTo>
                  <a:pt x="2188299" y="487101"/>
                </a:lnTo>
                <a:lnTo>
                  <a:pt x="2189117" y="486720"/>
                </a:lnTo>
                <a:lnTo>
                  <a:pt x="2192388" y="474479"/>
                </a:lnTo>
                <a:lnTo>
                  <a:pt x="2193206" y="482707"/>
                </a:lnTo>
                <a:lnTo>
                  <a:pt x="2194841" y="469760"/>
                </a:lnTo>
                <a:lnTo>
                  <a:pt x="2195659" y="478272"/>
                </a:lnTo>
                <a:lnTo>
                  <a:pt x="2196476" y="480770"/>
                </a:lnTo>
                <a:lnTo>
                  <a:pt x="2197294" y="480470"/>
                </a:lnTo>
                <a:lnTo>
                  <a:pt x="2199748" y="469911"/>
                </a:lnTo>
                <a:lnTo>
                  <a:pt x="2203018" y="481431"/>
                </a:lnTo>
                <a:lnTo>
                  <a:pt x="2211196" y="468436"/>
                </a:lnTo>
                <a:lnTo>
                  <a:pt x="2212014" y="475293"/>
                </a:lnTo>
                <a:lnTo>
                  <a:pt x="2213649" y="465178"/>
                </a:lnTo>
                <a:lnTo>
                  <a:pt x="2217738" y="470336"/>
                </a:lnTo>
                <a:lnTo>
                  <a:pt x="2218556" y="466948"/>
                </a:lnTo>
                <a:lnTo>
                  <a:pt x="2219374" y="475184"/>
                </a:lnTo>
                <a:lnTo>
                  <a:pt x="2221827" y="473088"/>
                </a:lnTo>
                <a:lnTo>
                  <a:pt x="2222644" y="473715"/>
                </a:lnTo>
                <a:lnTo>
                  <a:pt x="2226733" y="487672"/>
                </a:lnTo>
                <a:lnTo>
                  <a:pt x="2228369" y="476855"/>
                </a:lnTo>
                <a:lnTo>
                  <a:pt x="2229186" y="469933"/>
                </a:lnTo>
                <a:lnTo>
                  <a:pt x="2230004" y="477819"/>
                </a:lnTo>
                <a:lnTo>
                  <a:pt x="2230822" y="474285"/>
                </a:lnTo>
                <a:lnTo>
                  <a:pt x="2231640" y="477426"/>
                </a:lnTo>
                <a:lnTo>
                  <a:pt x="2233275" y="471782"/>
                </a:lnTo>
                <a:lnTo>
                  <a:pt x="2239000" y="451465"/>
                </a:lnTo>
                <a:lnTo>
                  <a:pt x="2240635" y="460595"/>
                </a:lnTo>
                <a:lnTo>
                  <a:pt x="2242270" y="458059"/>
                </a:lnTo>
                <a:lnTo>
                  <a:pt x="2246359" y="455280"/>
                </a:lnTo>
                <a:lnTo>
                  <a:pt x="2248812" y="458411"/>
                </a:lnTo>
                <a:lnTo>
                  <a:pt x="2250448" y="447124"/>
                </a:lnTo>
                <a:lnTo>
                  <a:pt x="2252084" y="456603"/>
                </a:lnTo>
                <a:lnTo>
                  <a:pt x="2253719" y="452645"/>
                </a:lnTo>
                <a:lnTo>
                  <a:pt x="2254537" y="451083"/>
                </a:lnTo>
                <a:lnTo>
                  <a:pt x="2255354" y="454895"/>
                </a:lnTo>
                <a:lnTo>
                  <a:pt x="2256172" y="455322"/>
                </a:lnTo>
                <a:lnTo>
                  <a:pt x="2257808" y="447955"/>
                </a:lnTo>
                <a:lnTo>
                  <a:pt x="2260261" y="449070"/>
                </a:lnTo>
                <a:lnTo>
                  <a:pt x="2261079" y="447404"/>
                </a:lnTo>
                <a:lnTo>
                  <a:pt x="2265168" y="456112"/>
                </a:lnTo>
                <a:lnTo>
                  <a:pt x="2265985" y="457008"/>
                </a:lnTo>
                <a:lnTo>
                  <a:pt x="2268438" y="447805"/>
                </a:lnTo>
                <a:lnTo>
                  <a:pt x="2269256" y="453030"/>
                </a:lnTo>
                <a:lnTo>
                  <a:pt x="2270074" y="453594"/>
                </a:lnTo>
                <a:lnTo>
                  <a:pt x="2270892" y="445855"/>
                </a:lnTo>
                <a:lnTo>
                  <a:pt x="2273345" y="450124"/>
                </a:lnTo>
                <a:lnTo>
                  <a:pt x="2275798" y="452830"/>
                </a:lnTo>
                <a:lnTo>
                  <a:pt x="2279069" y="443930"/>
                </a:lnTo>
                <a:lnTo>
                  <a:pt x="2279887" y="446161"/>
                </a:lnTo>
                <a:lnTo>
                  <a:pt x="2285611" y="447501"/>
                </a:lnTo>
                <a:lnTo>
                  <a:pt x="2288065" y="439148"/>
                </a:lnTo>
                <a:lnTo>
                  <a:pt x="2288882" y="441061"/>
                </a:lnTo>
                <a:lnTo>
                  <a:pt x="2290518" y="443378"/>
                </a:lnTo>
              </a:path>
            </a:pathLst>
          </a:custGeom>
          <a:noFill/>
          <a:ln w="2208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65"/>
          <p:cNvSpPr/>
          <p:nvPr/>
        </p:nvSpPr>
        <p:spPr>
          <a:xfrm>
            <a:off x="7017086" y="2160056"/>
            <a:ext cx="2290518" cy="503904"/>
          </a:xfrm>
          <a:custGeom>
            <a:avLst/>
            <a:gdLst/>
            <a:ahLst/>
            <a:cxnLst/>
            <a:rect l="l" t="t" r="r" b="b"/>
            <a:pathLst>
              <a:path w="2290518" h="503904">
                <a:moveTo>
                  <a:pt x="0" y="430963"/>
                </a:moveTo>
                <a:lnTo>
                  <a:pt x="4089" y="427991"/>
                </a:lnTo>
                <a:lnTo>
                  <a:pt x="7360" y="426554"/>
                </a:lnTo>
                <a:lnTo>
                  <a:pt x="8995" y="421139"/>
                </a:lnTo>
                <a:lnTo>
                  <a:pt x="9813" y="424970"/>
                </a:lnTo>
                <a:lnTo>
                  <a:pt x="10631" y="430666"/>
                </a:lnTo>
                <a:lnTo>
                  <a:pt x="12266" y="422730"/>
                </a:lnTo>
                <a:lnTo>
                  <a:pt x="17990" y="431469"/>
                </a:lnTo>
                <a:lnTo>
                  <a:pt x="18808" y="426747"/>
                </a:lnTo>
                <a:lnTo>
                  <a:pt x="19626" y="427561"/>
                </a:lnTo>
                <a:lnTo>
                  <a:pt x="21261" y="444151"/>
                </a:lnTo>
                <a:lnTo>
                  <a:pt x="22897" y="438938"/>
                </a:lnTo>
                <a:lnTo>
                  <a:pt x="26168" y="422920"/>
                </a:lnTo>
                <a:lnTo>
                  <a:pt x="27804" y="432818"/>
                </a:lnTo>
                <a:lnTo>
                  <a:pt x="28621" y="435956"/>
                </a:lnTo>
                <a:lnTo>
                  <a:pt x="29439" y="433807"/>
                </a:lnTo>
                <a:lnTo>
                  <a:pt x="31074" y="428335"/>
                </a:lnTo>
                <a:lnTo>
                  <a:pt x="32710" y="429906"/>
                </a:lnTo>
                <a:lnTo>
                  <a:pt x="35163" y="428741"/>
                </a:lnTo>
                <a:lnTo>
                  <a:pt x="35981" y="430713"/>
                </a:lnTo>
                <a:lnTo>
                  <a:pt x="36799" y="433757"/>
                </a:lnTo>
                <a:lnTo>
                  <a:pt x="37616" y="430631"/>
                </a:lnTo>
                <a:lnTo>
                  <a:pt x="39252" y="424420"/>
                </a:lnTo>
                <a:lnTo>
                  <a:pt x="40888" y="426597"/>
                </a:lnTo>
                <a:lnTo>
                  <a:pt x="42523" y="426480"/>
                </a:lnTo>
                <a:lnTo>
                  <a:pt x="43341" y="424294"/>
                </a:lnTo>
                <a:lnTo>
                  <a:pt x="44976" y="426841"/>
                </a:lnTo>
                <a:lnTo>
                  <a:pt x="48247" y="433757"/>
                </a:lnTo>
                <a:lnTo>
                  <a:pt x="49065" y="430468"/>
                </a:lnTo>
                <a:lnTo>
                  <a:pt x="51518" y="433652"/>
                </a:lnTo>
                <a:lnTo>
                  <a:pt x="52336" y="431639"/>
                </a:lnTo>
                <a:lnTo>
                  <a:pt x="53972" y="427893"/>
                </a:lnTo>
                <a:lnTo>
                  <a:pt x="55607" y="421899"/>
                </a:lnTo>
                <a:lnTo>
                  <a:pt x="57242" y="423835"/>
                </a:lnTo>
                <a:lnTo>
                  <a:pt x="58878" y="426886"/>
                </a:lnTo>
                <a:lnTo>
                  <a:pt x="60514" y="434224"/>
                </a:lnTo>
                <a:lnTo>
                  <a:pt x="62149" y="432108"/>
                </a:lnTo>
                <a:lnTo>
                  <a:pt x="66238" y="421051"/>
                </a:lnTo>
                <a:lnTo>
                  <a:pt x="68691" y="415245"/>
                </a:lnTo>
                <a:lnTo>
                  <a:pt x="69509" y="416621"/>
                </a:lnTo>
                <a:lnTo>
                  <a:pt x="72780" y="422068"/>
                </a:lnTo>
                <a:lnTo>
                  <a:pt x="74415" y="420897"/>
                </a:lnTo>
                <a:lnTo>
                  <a:pt x="78504" y="419523"/>
                </a:lnTo>
                <a:lnTo>
                  <a:pt x="81775" y="424114"/>
                </a:lnTo>
                <a:lnTo>
                  <a:pt x="83410" y="417513"/>
                </a:lnTo>
                <a:lnTo>
                  <a:pt x="85046" y="420942"/>
                </a:lnTo>
                <a:lnTo>
                  <a:pt x="92406" y="411008"/>
                </a:lnTo>
                <a:lnTo>
                  <a:pt x="95677" y="417328"/>
                </a:lnTo>
                <a:lnTo>
                  <a:pt x="96494" y="416609"/>
                </a:lnTo>
                <a:lnTo>
                  <a:pt x="99765" y="408201"/>
                </a:lnTo>
                <a:lnTo>
                  <a:pt x="100583" y="410506"/>
                </a:lnTo>
                <a:lnTo>
                  <a:pt x="102219" y="415465"/>
                </a:lnTo>
                <a:lnTo>
                  <a:pt x="103854" y="416690"/>
                </a:lnTo>
                <a:lnTo>
                  <a:pt x="104672" y="415542"/>
                </a:lnTo>
                <a:lnTo>
                  <a:pt x="107943" y="397108"/>
                </a:lnTo>
                <a:lnTo>
                  <a:pt x="108761" y="398114"/>
                </a:lnTo>
                <a:lnTo>
                  <a:pt x="116121" y="410558"/>
                </a:lnTo>
                <a:lnTo>
                  <a:pt x="121027" y="405881"/>
                </a:lnTo>
                <a:lnTo>
                  <a:pt x="121844" y="403715"/>
                </a:lnTo>
                <a:lnTo>
                  <a:pt x="123480" y="405087"/>
                </a:lnTo>
                <a:lnTo>
                  <a:pt x="126751" y="410865"/>
                </a:lnTo>
                <a:lnTo>
                  <a:pt x="127569" y="410036"/>
                </a:lnTo>
                <a:lnTo>
                  <a:pt x="131658" y="405191"/>
                </a:lnTo>
                <a:lnTo>
                  <a:pt x="135747" y="413075"/>
                </a:lnTo>
                <a:lnTo>
                  <a:pt x="138200" y="401834"/>
                </a:lnTo>
                <a:lnTo>
                  <a:pt x="139835" y="406546"/>
                </a:lnTo>
                <a:lnTo>
                  <a:pt x="142289" y="411307"/>
                </a:lnTo>
                <a:lnTo>
                  <a:pt x="143106" y="409283"/>
                </a:lnTo>
                <a:lnTo>
                  <a:pt x="151284" y="394984"/>
                </a:lnTo>
                <a:lnTo>
                  <a:pt x="154555" y="403756"/>
                </a:lnTo>
                <a:lnTo>
                  <a:pt x="155373" y="402589"/>
                </a:lnTo>
                <a:lnTo>
                  <a:pt x="156190" y="398777"/>
                </a:lnTo>
                <a:lnTo>
                  <a:pt x="157826" y="403280"/>
                </a:lnTo>
                <a:lnTo>
                  <a:pt x="158643" y="401830"/>
                </a:lnTo>
                <a:lnTo>
                  <a:pt x="159461" y="401012"/>
                </a:lnTo>
                <a:lnTo>
                  <a:pt x="160279" y="404105"/>
                </a:lnTo>
                <a:lnTo>
                  <a:pt x="161097" y="406893"/>
                </a:lnTo>
                <a:lnTo>
                  <a:pt x="161914" y="404491"/>
                </a:lnTo>
                <a:lnTo>
                  <a:pt x="163550" y="399531"/>
                </a:lnTo>
                <a:lnTo>
                  <a:pt x="165185" y="399830"/>
                </a:lnTo>
                <a:lnTo>
                  <a:pt x="169274" y="399923"/>
                </a:lnTo>
                <a:lnTo>
                  <a:pt x="177452" y="406628"/>
                </a:lnTo>
                <a:lnTo>
                  <a:pt x="178269" y="405371"/>
                </a:lnTo>
                <a:lnTo>
                  <a:pt x="186447" y="384017"/>
                </a:lnTo>
                <a:lnTo>
                  <a:pt x="187265" y="389842"/>
                </a:lnTo>
                <a:lnTo>
                  <a:pt x="191354" y="399870"/>
                </a:lnTo>
                <a:lnTo>
                  <a:pt x="193807" y="399701"/>
                </a:lnTo>
                <a:lnTo>
                  <a:pt x="195442" y="409421"/>
                </a:lnTo>
                <a:lnTo>
                  <a:pt x="197077" y="401489"/>
                </a:lnTo>
                <a:lnTo>
                  <a:pt x="198713" y="388903"/>
                </a:lnTo>
                <a:lnTo>
                  <a:pt x="201166" y="393979"/>
                </a:lnTo>
                <a:lnTo>
                  <a:pt x="208526" y="394320"/>
                </a:lnTo>
                <a:lnTo>
                  <a:pt x="210980" y="398117"/>
                </a:lnTo>
                <a:lnTo>
                  <a:pt x="212615" y="397026"/>
                </a:lnTo>
                <a:lnTo>
                  <a:pt x="215068" y="390312"/>
                </a:lnTo>
                <a:lnTo>
                  <a:pt x="216704" y="392667"/>
                </a:lnTo>
                <a:lnTo>
                  <a:pt x="223246" y="395259"/>
                </a:lnTo>
                <a:lnTo>
                  <a:pt x="236330" y="401059"/>
                </a:lnTo>
                <a:lnTo>
                  <a:pt x="237148" y="403100"/>
                </a:lnTo>
                <a:lnTo>
                  <a:pt x="237965" y="400333"/>
                </a:lnTo>
                <a:lnTo>
                  <a:pt x="240418" y="394096"/>
                </a:lnTo>
                <a:lnTo>
                  <a:pt x="242054" y="397286"/>
                </a:lnTo>
                <a:lnTo>
                  <a:pt x="242872" y="398703"/>
                </a:lnTo>
                <a:lnTo>
                  <a:pt x="243689" y="397579"/>
                </a:lnTo>
                <a:lnTo>
                  <a:pt x="248596" y="392497"/>
                </a:lnTo>
                <a:lnTo>
                  <a:pt x="251867" y="394208"/>
                </a:lnTo>
                <a:lnTo>
                  <a:pt x="252685" y="395690"/>
                </a:lnTo>
                <a:lnTo>
                  <a:pt x="254320" y="394174"/>
                </a:lnTo>
                <a:lnTo>
                  <a:pt x="259227" y="380516"/>
                </a:lnTo>
                <a:lnTo>
                  <a:pt x="260044" y="382835"/>
                </a:lnTo>
                <a:lnTo>
                  <a:pt x="264951" y="396287"/>
                </a:lnTo>
                <a:lnTo>
                  <a:pt x="269040" y="385112"/>
                </a:lnTo>
                <a:lnTo>
                  <a:pt x="269857" y="385841"/>
                </a:lnTo>
                <a:lnTo>
                  <a:pt x="273129" y="396921"/>
                </a:lnTo>
                <a:lnTo>
                  <a:pt x="276399" y="395513"/>
                </a:lnTo>
                <a:lnTo>
                  <a:pt x="281306" y="399411"/>
                </a:lnTo>
                <a:lnTo>
                  <a:pt x="287848" y="402302"/>
                </a:lnTo>
                <a:lnTo>
                  <a:pt x="289483" y="397832"/>
                </a:lnTo>
                <a:lnTo>
                  <a:pt x="291119" y="400127"/>
                </a:lnTo>
                <a:lnTo>
                  <a:pt x="292755" y="396750"/>
                </a:lnTo>
                <a:lnTo>
                  <a:pt x="294390" y="398507"/>
                </a:lnTo>
                <a:lnTo>
                  <a:pt x="297661" y="404980"/>
                </a:lnTo>
                <a:lnTo>
                  <a:pt x="298479" y="402180"/>
                </a:lnTo>
                <a:lnTo>
                  <a:pt x="303385" y="392367"/>
                </a:lnTo>
                <a:lnTo>
                  <a:pt x="309927" y="393643"/>
                </a:lnTo>
                <a:lnTo>
                  <a:pt x="311563" y="392434"/>
                </a:lnTo>
                <a:lnTo>
                  <a:pt x="312381" y="393967"/>
                </a:lnTo>
                <a:lnTo>
                  <a:pt x="316469" y="395484"/>
                </a:lnTo>
                <a:lnTo>
                  <a:pt x="321376" y="393046"/>
                </a:lnTo>
                <a:lnTo>
                  <a:pt x="323829" y="397285"/>
                </a:lnTo>
                <a:lnTo>
                  <a:pt x="324647" y="394003"/>
                </a:lnTo>
                <a:lnTo>
                  <a:pt x="326282" y="392885"/>
                </a:lnTo>
                <a:lnTo>
                  <a:pt x="327100" y="395863"/>
                </a:lnTo>
                <a:lnTo>
                  <a:pt x="331189" y="401701"/>
                </a:lnTo>
                <a:lnTo>
                  <a:pt x="334460" y="398594"/>
                </a:lnTo>
                <a:lnTo>
                  <a:pt x="335277" y="401347"/>
                </a:lnTo>
                <a:lnTo>
                  <a:pt x="339366" y="400511"/>
                </a:lnTo>
                <a:lnTo>
                  <a:pt x="343455" y="401202"/>
                </a:lnTo>
                <a:lnTo>
                  <a:pt x="346726" y="399445"/>
                </a:lnTo>
                <a:lnTo>
                  <a:pt x="349997" y="397902"/>
                </a:lnTo>
                <a:lnTo>
                  <a:pt x="351632" y="401342"/>
                </a:lnTo>
                <a:lnTo>
                  <a:pt x="354903" y="401388"/>
                </a:lnTo>
                <a:lnTo>
                  <a:pt x="356539" y="400017"/>
                </a:lnTo>
                <a:lnTo>
                  <a:pt x="357357" y="401089"/>
                </a:lnTo>
                <a:lnTo>
                  <a:pt x="358174" y="402103"/>
                </a:lnTo>
                <a:lnTo>
                  <a:pt x="359810" y="400679"/>
                </a:lnTo>
                <a:lnTo>
                  <a:pt x="361446" y="398348"/>
                </a:lnTo>
                <a:lnTo>
                  <a:pt x="362263" y="402119"/>
                </a:lnTo>
                <a:lnTo>
                  <a:pt x="363899" y="406554"/>
                </a:lnTo>
                <a:lnTo>
                  <a:pt x="365534" y="423803"/>
                </a:lnTo>
                <a:lnTo>
                  <a:pt x="367169" y="413538"/>
                </a:lnTo>
                <a:lnTo>
                  <a:pt x="370441" y="398791"/>
                </a:lnTo>
                <a:lnTo>
                  <a:pt x="372894" y="400627"/>
                </a:lnTo>
                <a:lnTo>
                  <a:pt x="374530" y="405967"/>
                </a:lnTo>
                <a:lnTo>
                  <a:pt x="376165" y="401375"/>
                </a:lnTo>
                <a:lnTo>
                  <a:pt x="378618" y="403870"/>
                </a:lnTo>
                <a:lnTo>
                  <a:pt x="379436" y="402848"/>
                </a:lnTo>
                <a:lnTo>
                  <a:pt x="381889" y="401395"/>
                </a:lnTo>
                <a:lnTo>
                  <a:pt x="382707" y="402983"/>
                </a:lnTo>
                <a:lnTo>
                  <a:pt x="386796" y="403209"/>
                </a:lnTo>
                <a:lnTo>
                  <a:pt x="388431" y="405165"/>
                </a:lnTo>
                <a:lnTo>
                  <a:pt x="390067" y="404062"/>
                </a:lnTo>
                <a:lnTo>
                  <a:pt x="400698" y="407993"/>
                </a:lnTo>
                <a:lnTo>
                  <a:pt x="401515" y="407174"/>
                </a:lnTo>
                <a:lnTo>
                  <a:pt x="405604" y="414403"/>
                </a:lnTo>
                <a:lnTo>
                  <a:pt x="406422" y="416254"/>
                </a:lnTo>
                <a:lnTo>
                  <a:pt x="408057" y="413929"/>
                </a:lnTo>
                <a:lnTo>
                  <a:pt x="410510" y="410299"/>
                </a:lnTo>
                <a:lnTo>
                  <a:pt x="412146" y="411040"/>
                </a:lnTo>
                <a:lnTo>
                  <a:pt x="416235" y="411299"/>
                </a:lnTo>
                <a:lnTo>
                  <a:pt x="425230" y="414754"/>
                </a:lnTo>
                <a:lnTo>
                  <a:pt x="429319" y="431844"/>
                </a:lnTo>
                <a:lnTo>
                  <a:pt x="430136" y="431109"/>
                </a:lnTo>
                <a:lnTo>
                  <a:pt x="430954" y="431012"/>
                </a:lnTo>
                <a:lnTo>
                  <a:pt x="431772" y="440728"/>
                </a:lnTo>
                <a:lnTo>
                  <a:pt x="433407" y="434095"/>
                </a:lnTo>
                <a:lnTo>
                  <a:pt x="435861" y="435848"/>
                </a:lnTo>
                <a:lnTo>
                  <a:pt x="438314" y="431499"/>
                </a:lnTo>
                <a:lnTo>
                  <a:pt x="442403" y="432865"/>
                </a:lnTo>
                <a:lnTo>
                  <a:pt x="447309" y="432406"/>
                </a:lnTo>
                <a:lnTo>
                  <a:pt x="448945" y="436844"/>
                </a:lnTo>
                <a:lnTo>
                  <a:pt x="449763" y="435153"/>
                </a:lnTo>
                <a:lnTo>
                  <a:pt x="453033" y="426185"/>
                </a:lnTo>
                <a:lnTo>
                  <a:pt x="453851" y="426704"/>
                </a:lnTo>
                <a:lnTo>
                  <a:pt x="456305" y="436155"/>
                </a:lnTo>
                <a:lnTo>
                  <a:pt x="457122" y="430510"/>
                </a:lnTo>
                <a:lnTo>
                  <a:pt x="457940" y="425882"/>
                </a:lnTo>
                <a:lnTo>
                  <a:pt x="459575" y="429000"/>
                </a:lnTo>
                <a:lnTo>
                  <a:pt x="460393" y="431723"/>
                </a:lnTo>
                <a:lnTo>
                  <a:pt x="462029" y="430029"/>
                </a:lnTo>
                <a:lnTo>
                  <a:pt x="463664" y="426105"/>
                </a:lnTo>
                <a:lnTo>
                  <a:pt x="465300" y="429365"/>
                </a:lnTo>
                <a:lnTo>
                  <a:pt x="480837" y="432098"/>
                </a:lnTo>
                <a:lnTo>
                  <a:pt x="481655" y="429966"/>
                </a:lnTo>
                <a:lnTo>
                  <a:pt x="483290" y="430966"/>
                </a:lnTo>
                <a:lnTo>
                  <a:pt x="486561" y="441897"/>
                </a:lnTo>
                <a:lnTo>
                  <a:pt x="489015" y="439323"/>
                </a:lnTo>
                <a:lnTo>
                  <a:pt x="495557" y="431276"/>
                </a:lnTo>
                <a:lnTo>
                  <a:pt x="499645" y="425469"/>
                </a:lnTo>
                <a:lnTo>
                  <a:pt x="501281" y="432660"/>
                </a:lnTo>
                <a:lnTo>
                  <a:pt x="502916" y="428012"/>
                </a:lnTo>
                <a:lnTo>
                  <a:pt x="507005" y="423250"/>
                </a:lnTo>
                <a:lnTo>
                  <a:pt x="508640" y="418835"/>
                </a:lnTo>
                <a:lnTo>
                  <a:pt x="512729" y="436732"/>
                </a:lnTo>
                <a:lnTo>
                  <a:pt x="513547" y="441415"/>
                </a:lnTo>
                <a:lnTo>
                  <a:pt x="515182" y="439243"/>
                </a:lnTo>
                <a:lnTo>
                  <a:pt x="518454" y="426668"/>
                </a:lnTo>
                <a:lnTo>
                  <a:pt x="520907" y="429467"/>
                </a:lnTo>
                <a:lnTo>
                  <a:pt x="522542" y="434289"/>
                </a:lnTo>
                <a:lnTo>
                  <a:pt x="524178" y="444689"/>
                </a:lnTo>
                <a:lnTo>
                  <a:pt x="525813" y="442448"/>
                </a:lnTo>
                <a:lnTo>
                  <a:pt x="530720" y="431910"/>
                </a:lnTo>
                <a:lnTo>
                  <a:pt x="531538" y="433398"/>
                </a:lnTo>
                <a:lnTo>
                  <a:pt x="533991" y="441922"/>
                </a:lnTo>
                <a:lnTo>
                  <a:pt x="534808" y="439136"/>
                </a:lnTo>
                <a:lnTo>
                  <a:pt x="535626" y="433957"/>
                </a:lnTo>
                <a:lnTo>
                  <a:pt x="537262" y="440149"/>
                </a:lnTo>
                <a:lnTo>
                  <a:pt x="538080" y="441939"/>
                </a:lnTo>
                <a:lnTo>
                  <a:pt x="539715" y="439674"/>
                </a:lnTo>
                <a:lnTo>
                  <a:pt x="540533" y="437278"/>
                </a:lnTo>
                <a:lnTo>
                  <a:pt x="541350" y="439624"/>
                </a:lnTo>
                <a:lnTo>
                  <a:pt x="542986" y="446445"/>
                </a:lnTo>
                <a:lnTo>
                  <a:pt x="544622" y="443580"/>
                </a:lnTo>
                <a:lnTo>
                  <a:pt x="545439" y="441916"/>
                </a:lnTo>
                <a:lnTo>
                  <a:pt x="546257" y="447019"/>
                </a:lnTo>
                <a:lnTo>
                  <a:pt x="547075" y="449327"/>
                </a:lnTo>
                <a:lnTo>
                  <a:pt x="547892" y="445348"/>
                </a:lnTo>
                <a:lnTo>
                  <a:pt x="554434" y="429550"/>
                </a:lnTo>
                <a:lnTo>
                  <a:pt x="555252" y="430616"/>
                </a:lnTo>
                <a:lnTo>
                  <a:pt x="556070" y="433291"/>
                </a:lnTo>
                <a:lnTo>
                  <a:pt x="556888" y="429982"/>
                </a:lnTo>
                <a:lnTo>
                  <a:pt x="557706" y="426150"/>
                </a:lnTo>
                <a:lnTo>
                  <a:pt x="558523" y="429747"/>
                </a:lnTo>
                <a:lnTo>
                  <a:pt x="561794" y="443423"/>
                </a:lnTo>
                <a:lnTo>
                  <a:pt x="562612" y="440874"/>
                </a:lnTo>
                <a:lnTo>
                  <a:pt x="564248" y="435461"/>
                </a:lnTo>
                <a:lnTo>
                  <a:pt x="565065" y="440684"/>
                </a:lnTo>
                <a:lnTo>
                  <a:pt x="566701" y="450040"/>
                </a:lnTo>
                <a:lnTo>
                  <a:pt x="568336" y="442432"/>
                </a:lnTo>
                <a:lnTo>
                  <a:pt x="569972" y="442803"/>
                </a:lnTo>
                <a:lnTo>
                  <a:pt x="574060" y="445709"/>
                </a:lnTo>
                <a:lnTo>
                  <a:pt x="578967" y="445357"/>
                </a:lnTo>
                <a:lnTo>
                  <a:pt x="579785" y="449237"/>
                </a:lnTo>
                <a:lnTo>
                  <a:pt x="582238" y="448567"/>
                </a:lnTo>
                <a:lnTo>
                  <a:pt x="591233" y="432059"/>
                </a:lnTo>
                <a:lnTo>
                  <a:pt x="593686" y="436310"/>
                </a:lnTo>
                <a:lnTo>
                  <a:pt x="594504" y="433300"/>
                </a:lnTo>
                <a:lnTo>
                  <a:pt x="595322" y="432829"/>
                </a:lnTo>
                <a:lnTo>
                  <a:pt x="596140" y="435486"/>
                </a:lnTo>
                <a:lnTo>
                  <a:pt x="601046" y="437730"/>
                </a:lnTo>
                <a:lnTo>
                  <a:pt x="607588" y="434559"/>
                </a:lnTo>
                <a:lnTo>
                  <a:pt x="610859" y="431658"/>
                </a:lnTo>
                <a:lnTo>
                  <a:pt x="616583" y="419675"/>
                </a:lnTo>
                <a:lnTo>
                  <a:pt x="618219" y="426765"/>
                </a:lnTo>
                <a:lnTo>
                  <a:pt x="619855" y="423220"/>
                </a:lnTo>
                <a:lnTo>
                  <a:pt x="623125" y="426001"/>
                </a:lnTo>
                <a:lnTo>
                  <a:pt x="624761" y="424700"/>
                </a:lnTo>
                <a:lnTo>
                  <a:pt x="628850" y="420737"/>
                </a:lnTo>
                <a:lnTo>
                  <a:pt x="632939" y="418120"/>
                </a:lnTo>
                <a:lnTo>
                  <a:pt x="633756" y="419188"/>
                </a:lnTo>
                <a:lnTo>
                  <a:pt x="636209" y="420601"/>
                </a:lnTo>
                <a:lnTo>
                  <a:pt x="637027" y="418337"/>
                </a:lnTo>
                <a:lnTo>
                  <a:pt x="640298" y="416044"/>
                </a:lnTo>
                <a:lnTo>
                  <a:pt x="641934" y="415736"/>
                </a:lnTo>
                <a:lnTo>
                  <a:pt x="642751" y="416550"/>
                </a:lnTo>
                <a:lnTo>
                  <a:pt x="646840" y="421534"/>
                </a:lnTo>
                <a:lnTo>
                  <a:pt x="653382" y="409885"/>
                </a:lnTo>
                <a:lnTo>
                  <a:pt x="658289" y="415279"/>
                </a:lnTo>
                <a:lnTo>
                  <a:pt x="660742" y="407913"/>
                </a:lnTo>
                <a:lnTo>
                  <a:pt x="662377" y="412835"/>
                </a:lnTo>
                <a:lnTo>
                  <a:pt x="666466" y="413160"/>
                </a:lnTo>
                <a:lnTo>
                  <a:pt x="668102" y="410943"/>
                </a:lnTo>
                <a:lnTo>
                  <a:pt x="669737" y="412111"/>
                </a:lnTo>
                <a:lnTo>
                  <a:pt x="673826" y="414181"/>
                </a:lnTo>
                <a:lnTo>
                  <a:pt x="677097" y="411975"/>
                </a:lnTo>
                <a:lnTo>
                  <a:pt x="677915" y="411549"/>
                </a:lnTo>
                <a:lnTo>
                  <a:pt x="678732" y="413268"/>
                </a:lnTo>
                <a:lnTo>
                  <a:pt x="681186" y="414011"/>
                </a:lnTo>
                <a:lnTo>
                  <a:pt x="682003" y="413014"/>
                </a:lnTo>
                <a:lnTo>
                  <a:pt x="688546" y="404518"/>
                </a:lnTo>
                <a:lnTo>
                  <a:pt x="696723" y="414029"/>
                </a:lnTo>
                <a:lnTo>
                  <a:pt x="697541" y="415143"/>
                </a:lnTo>
                <a:lnTo>
                  <a:pt x="698358" y="413732"/>
                </a:lnTo>
                <a:lnTo>
                  <a:pt x="700812" y="405096"/>
                </a:lnTo>
                <a:lnTo>
                  <a:pt x="702447" y="407514"/>
                </a:lnTo>
                <a:lnTo>
                  <a:pt x="705718" y="413759"/>
                </a:lnTo>
                <a:lnTo>
                  <a:pt x="708172" y="399834"/>
                </a:lnTo>
                <a:lnTo>
                  <a:pt x="709807" y="405571"/>
                </a:lnTo>
                <a:lnTo>
                  <a:pt x="713078" y="411458"/>
                </a:lnTo>
                <a:lnTo>
                  <a:pt x="713896" y="410333"/>
                </a:lnTo>
                <a:lnTo>
                  <a:pt x="715531" y="406987"/>
                </a:lnTo>
                <a:lnTo>
                  <a:pt x="717167" y="410081"/>
                </a:lnTo>
                <a:lnTo>
                  <a:pt x="720438" y="410116"/>
                </a:lnTo>
                <a:lnTo>
                  <a:pt x="727798" y="394447"/>
                </a:lnTo>
                <a:lnTo>
                  <a:pt x="731068" y="396057"/>
                </a:lnTo>
                <a:lnTo>
                  <a:pt x="735157" y="389184"/>
                </a:lnTo>
                <a:lnTo>
                  <a:pt x="736793" y="396768"/>
                </a:lnTo>
                <a:lnTo>
                  <a:pt x="737610" y="388813"/>
                </a:lnTo>
                <a:lnTo>
                  <a:pt x="738428" y="381096"/>
                </a:lnTo>
                <a:lnTo>
                  <a:pt x="740882" y="385768"/>
                </a:lnTo>
                <a:lnTo>
                  <a:pt x="752330" y="368899"/>
                </a:lnTo>
                <a:lnTo>
                  <a:pt x="754783" y="353968"/>
                </a:lnTo>
                <a:lnTo>
                  <a:pt x="756419" y="357897"/>
                </a:lnTo>
                <a:lnTo>
                  <a:pt x="759690" y="353799"/>
                </a:lnTo>
                <a:lnTo>
                  <a:pt x="767867" y="335606"/>
                </a:lnTo>
                <a:lnTo>
                  <a:pt x="782587" y="294924"/>
                </a:lnTo>
                <a:lnTo>
                  <a:pt x="788311" y="278866"/>
                </a:lnTo>
                <a:lnTo>
                  <a:pt x="794035" y="285230"/>
                </a:lnTo>
                <a:lnTo>
                  <a:pt x="801395" y="297091"/>
                </a:lnTo>
                <a:lnTo>
                  <a:pt x="806301" y="295472"/>
                </a:lnTo>
                <a:lnTo>
                  <a:pt x="821839" y="339732"/>
                </a:lnTo>
                <a:lnTo>
                  <a:pt x="838194" y="402497"/>
                </a:lnTo>
                <a:lnTo>
                  <a:pt x="844736" y="419590"/>
                </a:lnTo>
                <a:lnTo>
                  <a:pt x="852096" y="449711"/>
                </a:lnTo>
                <a:lnTo>
                  <a:pt x="853731" y="447252"/>
                </a:lnTo>
                <a:lnTo>
                  <a:pt x="855366" y="440090"/>
                </a:lnTo>
                <a:lnTo>
                  <a:pt x="857820" y="442345"/>
                </a:lnTo>
                <a:lnTo>
                  <a:pt x="861908" y="445246"/>
                </a:lnTo>
                <a:lnTo>
                  <a:pt x="868450" y="438344"/>
                </a:lnTo>
                <a:lnTo>
                  <a:pt x="870086" y="444453"/>
                </a:lnTo>
                <a:lnTo>
                  <a:pt x="870904" y="441588"/>
                </a:lnTo>
                <a:lnTo>
                  <a:pt x="871722" y="438851"/>
                </a:lnTo>
                <a:lnTo>
                  <a:pt x="873357" y="443904"/>
                </a:lnTo>
                <a:lnTo>
                  <a:pt x="874175" y="445183"/>
                </a:lnTo>
                <a:lnTo>
                  <a:pt x="874992" y="442876"/>
                </a:lnTo>
                <a:lnTo>
                  <a:pt x="876628" y="439328"/>
                </a:lnTo>
                <a:lnTo>
                  <a:pt x="877446" y="441755"/>
                </a:lnTo>
                <a:lnTo>
                  <a:pt x="880717" y="445594"/>
                </a:lnTo>
                <a:lnTo>
                  <a:pt x="884806" y="439860"/>
                </a:lnTo>
                <a:lnTo>
                  <a:pt x="889712" y="438897"/>
                </a:lnTo>
                <a:lnTo>
                  <a:pt x="892165" y="439820"/>
                </a:lnTo>
                <a:lnTo>
                  <a:pt x="895436" y="441835"/>
                </a:lnTo>
                <a:lnTo>
                  <a:pt x="896254" y="440521"/>
                </a:lnTo>
                <a:lnTo>
                  <a:pt x="897890" y="444737"/>
                </a:lnTo>
                <a:lnTo>
                  <a:pt x="899525" y="453989"/>
                </a:lnTo>
                <a:lnTo>
                  <a:pt x="901160" y="450442"/>
                </a:lnTo>
                <a:lnTo>
                  <a:pt x="901978" y="449591"/>
                </a:lnTo>
                <a:lnTo>
                  <a:pt x="903614" y="455216"/>
                </a:lnTo>
                <a:lnTo>
                  <a:pt x="905249" y="452001"/>
                </a:lnTo>
                <a:lnTo>
                  <a:pt x="906067" y="449577"/>
                </a:lnTo>
                <a:lnTo>
                  <a:pt x="907702" y="453770"/>
                </a:lnTo>
                <a:lnTo>
                  <a:pt x="910156" y="455899"/>
                </a:lnTo>
                <a:lnTo>
                  <a:pt x="910974" y="458856"/>
                </a:lnTo>
                <a:lnTo>
                  <a:pt x="911791" y="456849"/>
                </a:lnTo>
                <a:lnTo>
                  <a:pt x="917516" y="443023"/>
                </a:lnTo>
                <a:lnTo>
                  <a:pt x="924057" y="447407"/>
                </a:lnTo>
                <a:lnTo>
                  <a:pt x="925693" y="443983"/>
                </a:lnTo>
                <a:lnTo>
                  <a:pt x="926511" y="448253"/>
                </a:lnTo>
                <a:lnTo>
                  <a:pt x="927328" y="445774"/>
                </a:lnTo>
                <a:lnTo>
                  <a:pt x="933053" y="459309"/>
                </a:lnTo>
                <a:lnTo>
                  <a:pt x="937141" y="466022"/>
                </a:lnTo>
                <a:lnTo>
                  <a:pt x="941230" y="468717"/>
                </a:lnTo>
                <a:lnTo>
                  <a:pt x="942866" y="471748"/>
                </a:lnTo>
                <a:lnTo>
                  <a:pt x="943683" y="475189"/>
                </a:lnTo>
                <a:lnTo>
                  <a:pt x="945319" y="471858"/>
                </a:lnTo>
                <a:lnTo>
                  <a:pt x="951043" y="472452"/>
                </a:lnTo>
                <a:lnTo>
                  <a:pt x="955950" y="479076"/>
                </a:lnTo>
                <a:lnTo>
                  <a:pt x="957585" y="475769"/>
                </a:lnTo>
                <a:lnTo>
                  <a:pt x="958403" y="479854"/>
                </a:lnTo>
                <a:lnTo>
                  <a:pt x="964127" y="489729"/>
                </a:lnTo>
                <a:lnTo>
                  <a:pt x="972305" y="501942"/>
                </a:lnTo>
                <a:lnTo>
                  <a:pt x="973940" y="499270"/>
                </a:lnTo>
                <a:lnTo>
                  <a:pt x="974758" y="498038"/>
                </a:lnTo>
                <a:lnTo>
                  <a:pt x="975576" y="499165"/>
                </a:lnTo>
                <a:lnTo>
                  <a:pt x="977211" y="503904"/>
                </a:lnTo>
                <a:lnTo>
                  <a:pt x="978847" y="501730"/>
                </a:lnTo>
                <a:lnTo>
                  <a:pt x="991113" y="500461"/>
                </a:lnTo>
                <a:lnTo>
                  <a:pt x="992749" y="501707"/>
                </a:lnTo>
                <a:lnTo>
                  <a:pt x="993566" y="498992"/>
                </a:lnTo>
                <a:lnTo>
                  <a:pt x="996837" y="494903"/>
                </a:lnTo>
                <a:lnTo>
                  <a:pt x="998473" y="487016"/>
                </a:lnTo>
                <a:lnTo>
                  <a:pt x="1000108" y="489591"/>
                </a:lnTo>
                <a:lnTo>
                  <a:pt x="1004197" y="494513"/>
                </a:lnTo>
                <a:lnTo>
                  <a:pt x="1005832" y="492923"/>
                </a:lnTo>
                <a:lnTo>
                  <a:pt x="1009103" y="497239"/>
                </a:lnTo>
                <a:lnTo>
                  <a:pt x="1010739" y="494207"/>
                </a:lnTo>
                <a:lnTo>
                  <a:pt x="1012374" y="499987"/>
                </a:lnTo>
                <a:lnTo>
                  <a:pt x="1013192" y="497996"/>
                </a:lnTo>
                <a:lnTo>
                  <a:pt x="1015645" y="494025"/>
                </a:lnTo>
                <a:lnTo>
                  <a:pt x="1016463" y="494951"/>
                </a:lnTo>
                <a:lnTo>
                  <a:pt x="1019734" y="495642"/>
                </a:lnTo>
                <a:lnTo>
                  <a:pt x="1023823" y="491218"/>
                </a:lnTo>
                <a:lnTo>
                  <a:pt x="1026276" y="490982"/>
                </a:lnTo>
                <a:lnTo>
                  <a:pt x="1031183" y="483101"/>
                </a:lnTo>
                <a:lnTo>
                  <a:pt x="1037725" y="481490"/>
                </a:lnTo>
                <a:lnTo>
                  <a:pt x="1038542" y="480406"/>
                </a:lnTo>
                <a:lnTo>
                  <a:pt x="1039360" y="483978"/>
                </a:lnTo>
                <a:lnTo>
                  <a:pt x="1040178" y="484394"/>
                </a:lnTo>
                <a:lnTo>
                  <a:pt x="1041814" y="479478"/>
                </a:lnTo>
                <a:lnTo>
                  <a:pt x="1043449" y="480293"/>
                </a:lnTo>
                <a:lnTo>
                  <a:pt x="1047538" y="484157"/>
                </a:lnTo>
                <a:lnTo>
                  <a:pt x="1048356" y="483334"/>
                </a:lnTo>
                <a:lnTo>
                  <a:pt x="1049173" y="480738"/>
                </a:lnTo>
                <a:lnTo>
                  <a:pt x="1050809" y="483424"/>
                </a:lnTo>
                <a:lnTo>
                  <a:pt x="1051626" y="484952"/>
                </a:lnTo>
                <a:lnTo>
                  <a:pt x="1053262" y="483635"/>
                </a:lnTo>
                <a:lnTo>
                  <a:pt x="1063893" y="478893"/>
                </a:lnTo>
                <a:lnTo>
                  <a:pt x="1077794" y="482149"/>
                </a:lnTo>
                <a:lnTo>
                  <a:pt x="1083519" y="468409"/>
                </a:lnTo>
                <a:lnTo>
                  <a:pt x="1085154" y="470273"/>
                </a:lnTo>
                <a:lnTo>
                  <a:pt x="1089243" y="479135"/>
                </a:lnTo>
                <a:lnTo>
                  <a:pt x="1087608" y="468524"/>
                </a:lnTo>
                <a:lnTo>
                  <a:pt x="1090061" y="477758"/>
                </a:lnTo>
                <a:lnTo>
                  <a:pt x="1090878" y="474518"/>
                </a:lnTo>
                <a:lnTo>
                  <a:pt x="1092514" y="480065"/>
                </a:lnTo>
                <a:lnTo>
                  <a:pt x="1096603" y="487687"/>
                </a:lnTo>
                <a:lnTo>
                  <a:pt x="1097420" y="486879"/>
                </a:lnTo>
                <a:lnTo>
                  <a:pt x="1098238" y="485073"/>
                </a:lnTo>
                <a:lnTo>
                  <a:pt x="1100691" y="486943"/>
                </a:lnTo>
                <a:lnTo>
                  <a:pt x="1103963" y="488438"/>
                </a:lnTo>
                <a:lnTo>
                  <a:pt x="1105598" y="482850"/>
                </a:lnTo>
                <a:lnTo>
                  <a:pt x="1107233" y="485886"/>
                </a:lnTo>
                <a:lnTo>
                  <a:pt x="1108051" y="486711"/>
                </a:lnTo>
                <a:lnTo>
                  <a:pt x="1108869" y="483492"/>
                </a:lnTo>
                <a:lnTo>
                  <a:pt x="1119500" y="460896"/>
                </a:lnTo>
                <a:lnTo>
                  <a:pt x="1125224" y="458359"/>
                </a:lnTo>
                <a:lnTo>
                  <a:pt x="1130948" y="451897"/>
                </a:lnTo>
                <a:lnTo>
                  <a:pt x="1131766" y="454179"/>
                </a:lnTo>
                <a:lnTo>
                  <a:pt x="1133401" y="453484"/>
                </a:lnTo>
                <a:lnTo>
                  <a:pt x="1137490" y="446487"/>
                </a:lnTo>
                <a:lnTo>
                  <a:pt x="1138308" y="448360"/>
                </a:lnTo>
                <a:lnTo>
                  <a:pt x="1139943" y="452836"/>
                </a:lnTo>
                <a:lnTo>
                  <a:pt x="1140761" y="449361"/>
                </a:lnTo>
                <a:lnTo>
                  <a:pt x="1147303" y="422795"/>
                </a:lnTo>
                <a:lnTo>
                  <a:pt x="1148939" y="419696"/>
                </a:lnTo>
                <a:lnTo>
                  <a:pt x="1153845" y="404006"/>
                </a:lnTo>
                <a:lnTo>
                  <a:pt x="1154663" y="405668"/>
                </a:lnTo>
                <a:lnTo>
                  <a:pt x="1155481" y="403184"/>
                </a:lnTo>
                <a:lnTo>
                  <a:pt x="1160387" y="393092"/>
                </a:lnTo>
                <a:lnTo>
                  <a:pt x="1162841" y="389910"/>
                </a:lnTo>
                <a:lnTo>
                  <a:pt x="1168565" y="378953"/>
                </a:lnTo>
                <a:lnTo>
                  <a:pt x="1170200" y="375829"/>
                </a:lnTo>
                <a:lnTo>
                  <a:pt x="1171836" y="373880"/>
                </a:lnTo>
                <a:lnTo>
                  <a:pt x="1172653" y="375688"/>
                </a:lnTo>
                <a:lnTo>
                  <a:pt x="1173471" y="377732"/>
                </a:lnTo>
                <a:lnTo>
                  <a:pt x="1174289" y="373249"/>
                </a:lnTo>
                <a:lnTo>
                  <a:pt x="1179196" y="365275"/>
                </a:lnTo>
                <a:lnTo>
                  <a:pt x="1181649" y="367128"/>
                </a:lnTo>
                <a:lnTo>
                  <a:pt x="1182466" y="361341"/>
                </a:lnTo>
                <a:lnTo>
                  <a:pt x="1184920" y="362127"/>
                </a:lnTo>
                <a:lnTo>
                  <a:pt x="1199639" y="329309"/>
                </a:lnTo>
                <a:lnTo>
                  <a:pt x="1200457" y="320032"/>
                </a:lnTo>
                <a:lnTo>
                  <a:pt x="1202910" y="326035"/>
                </a:lnTo>
                <a:lnTo>
                  <a:pt x="1203728" y="326348"/>
                </a:lnTo>
                <a:lnTo>
                  <a:pt x="1206181" y="314691"/>
                </a:lnTo>
                <a:lnTo>
                  <a:pt x="1208634" y="317223"/>
                </a:lnTo>
                <a:lnTo>
                  <a:pt x="1211906" y="312408"/>
                </a:lnTo>
                <a:lnTo>
                  <a:pt x="1212723" y="313802"/>
                </a:lnTo>
                <a:lnTo>
                  <a:pt x="1224172" y="323182"/>
                </a:lnTo>
                <a:lnTo>
                  <a:pt x="1225807" y="317930"/>
                </a:lnTo>
                <a:lnTo>
                  <a:pt x="1228260" y="322518"/>
                </a:lnTo>
                <a:lnTo>
                  <a:pt x="1232349" y="330575"/>
                </a:lnTo>
                <a:lnTo>
                  <a:pt x="1234802" y="331834"/>
                </a:lnTo>
                <a:lnTo>
                  <a:pt x="1235620" y="337189"/>
                </a:lnTo>
                <a:lnTo>
                  <a:pt x="1237256" y="328417"/>
                </a:lnTo>
                <a:lnTo>
                  <a:pt x="1242162" y="342317"/>
                </a:lnTo>
                <a:lnTo>
                  <a:pt x="1244616" y="334586"/>
                </a:lnTo>
                <a:lnTo>
                  <a:pt x="1245433" y="335785"/>
                </a:lnTo>
                <a:lnTo>
                  <a:pt x="1247069" y="346389"/>
                </a:lnTo>
                <a:lnTo>
                  <a:pt x="1248704" y="344371"/>
                </a:lnTo>
                <a:lnTo>
                  <a:pt x="1251975" y="331352"/>
                </a:lnTo>
                <a:lnTo>
                  <a:pt x="1252793" y="334480"/>
                </a:lnTo>
                <a:lnTo>
                  <a:pt x="1255246" y="345304"/>
                </a:lnTo>
                <a:lnTo>
                  <a:pt x="1256064" y="342236"/>
                </a:lnTo>
                <a:lnTo>
                  <a:pt x="1257700" y="338245"/>
                </a:lnTo>
                <a:lnTo>
                  <a:pt x="1259335" y="341748"/>
                </a:lnTo>
                <a:lnTo>
                  <a:pt x="1266695" y="356106"/>
                </a:lnTo>
                <a:lnTo>
                  <a:pt x="1268330" y="352883"/>
                </a:lnTo>
                <a:lnTo>
                  <a:pt x="1270783" y="340146"/>
                </a:lnTo>
                <a:lnTo>
                  <a:pt x="1273237" y="342427"/>
                </a:lnTo>
                <a:lnTo>
                  <a:pt x="1274055" y="343228"/>
                </a:lnTo>
                <a:lnTo>
                  <a:pt x="1278961" y="324668"/>
                </a:lnTo>
                <a:lnTo>
                  <a:pt x="1279779" y="330029"/>
                </a:lnTo>
                <a:lnTo>
                  <a:pt x="1281414" y="334263"/>
                </a:lnTo>
                <a:lnTo>
                  <a:pt x="1282232" y="332623"/>
                </a:lnTo>
                <a:lnTo>
                  <a:pt x="1287956" y="314823"/>
                </a:lnTo>
                <a:lnTo>
                  <a:pt x="1289592" y="315339"/>
                </a:lnTo>
                <a:lnTo>
                  <a:pt x="1305129" y="284305"/>
                </a:lnTo>
                <a:lnTo>
                  <a:pt x="1309218" y="271305"/>
                </a:lnTo>
                <a:lnTo>
                  <a:pt x="1311671" y="278368"/>
                </a:lnTo>
                <a:lnTo>
                  <a:pt x="1313307" y="272142"/>
                </a:lnTo>
                <a:lnTo>
                  <a:pt x="1317395" y="258382"/>
                </a:lnTo>
                <a:lnTo>
                  <a:pt x="1318213" y="259430"/>
                </a:lnTo>
                <a:lnTo>
                  <a:pt x="1319031" y="260852"/>
                </a:lnTo>
                <a:lnTo>
                  <a:pt x="1319849" y="256510"/>
                </a:lnTo>
                <a:lnTo>
                  <a:pt x="1332933" y="221055"/>
                </a:lnTo>
                <a:lnTo>
                  <a:pt x="1334568" y="229771"/>
                </a:lnTo>
                <a:lnTo>
                  <a:pt x="1335386" y="231872"/>
                </a:lnTo>
                <a:lnTo>
                  <a:pt x="1337021" y="228175"/>
                </a:lnTo>
                <a:lnTo>
                  <a:pt x="1338657" y="220320"/>
                </a:lnTo>
                <a:lnTo>
                  <a:pt x="1340292" y="221408"/>
                </a:lnTo>
                <a:lnTo>
                  <a:pt x="1343563" y="215341"/>
                </a:lnTo>
                <a:lnTo>
                  <a:pt x="1346834" y="204692"/>
                </a:lnTo>
                <a:lnTo>
                  <a:pt x="1347652" y="206564"/>
                </a:lnTo>
                <a:lnTo>
                  <a:pt x="1350923" y="207179"/>
                </a:lnTo>
                <a:lnTo>
                  <a:pt x="1355830" y="198664"/>
                </a:lnTo>
                <a:lnTo>
                  <a:pt x="1367278" y="182925"/>
                </a:lnTo>
                <a:lnTo>
                  <a:pt x="1381180" y="160155"/>
                </a:lnTo>
                <a:lnTo>
                  <a:pt x="1390175" y="146236"/>
                </a:lnTo>
                <a:lnTo>
                  <a:pt x="1394264" y="139731"/>
                </a:lnTo>
                <a:lnTo>
                  <a:pt x="1398352" y="133303"/>
                </a:lnTo>
                <a:lnTo>
                  <a:pt x="1415525" y="101344"/>
                </a:lnTo>
                <a:lnTo>
                  <a:pt x="1416343" y="104069"/>
                </a:lnTo>
                <a:lnTo>
                  <a:pt x="1417978" y="101177"/>
                </a:lnTo>
                <a:lnTo>
                  <a:pt x="1422885" y="89943"/>
                </a:lnTo>
                <a:lnTo>
                  <a:pt x="1423703" y="91072"/>
                </a:lnTo>
                <a:lnTo>
                  <a:pt x="1424520" y="90251"/>
                </a:lnTo>
                <a:lnTo>
                  <a:pt x="1429427" y="83010"/>
                </a:lnTo>
                <a:lnTo>
                  <a:pt x="1431062" y="86632"/>
                </a:lnTo>
                <a:lnTo>
                  <a:pt x="1432698" y="83742"/>
                </a:lnTo>
                <a:lnTo>
                  <a:pt x="1438422" y="75822"/>
                </a:lnTo>
                <a:lnTo>
                  <a:pt x="1442511" y="66767"/>
                </a:lnTo>
                <a:lnTo>
                  <a:pt x="1443329" y="68772"/>
                </a:lnTo>
                <a:lnTo>
                  <a:pt x="1444147" y="66685"/>
                </a:lnTo>
                <a:lnTo>
                  <a:pt x="1447417" y="57256"/>
                </a:lnTo>
                <a:lnTo>
                  <a:pt x="1449053" y="58718"/>
                </a:lnTo>
                <a:lnTo>
                  <a:pt x="1452324" y="57272"/>
                </a:lnTo>
                <a:lnTo>
                  <a:pt x="1456413" y="52769"/>
                </a:lnTo>
                <a:lnTo>
                  <a:pt x="1461319" y="49904"/>
                </a:lnTo>
                <a:lnTo>
                  <a:pt x="1462137" y="49389"/>
                </a:lnTo>
                <a:lnTo>
                  <a:pt x="1462955" y="54880"/>
                </a:lnTo>
                <a:lnTo>
                  <a:pt x="1465408" y="54428"/>
                </a:lnTo>
                <a:lnTo>
                  <a:pt x="1469497" y="45044"/>
                </a:lnTo>
                <a:lnTo>
                  <a:pt x="1470315" y="47378"/>
                </a:lnTo>
                <a:lnTo>
                  <a:pt x="1476857" y="36092"/>
                </a:lnTo>
                <a:lnTo>
                  <a:pt x="1477674" y="45481"/>
                </a:lnTo>
                <a:lnTo>
                  <a:pt x="1479310" y="37900"/>
                </a:lnTo>
                <a:lnTo>
                  <a:pt x="1484216" y="29530"/>
                </a:lnTo>
                <a:lnTo>
                  <a:pt x="1485852" y="34111"/>
                </a:lnTo>
                <a:lnTo>
                  <a:pt x="1486669" y="30344"/>
                </a:lnTo>
                <a:lnTo>
                  <a:pt x="1489941" y="22456"/>
                </a:lnTo>
                <a:lnTo>
                  <a:pt x="1490758" y="22685"/>
                </a:lnTo>
                <a:lnTo>
                  <a:pt x="1491576" y="23320"/>
                </a:lnTo>
                <a:lnTo>
                  <a:pt x="1492394" y="21390"/>
                </a:lnTo>
                <a:lnTo>
                  <a:pt x="1498936" y="14357"/>
                </a:lnTo>
                <a:lnTo>
                  <a:pt x="1504660" y="18626"/>
                </a:lnTo>
                <a:lnTo>
                  <a:pt x="1507113" y="12942"/>
                </a:lnTo>
                <a:lnTo>
                  <a:pt x="1507931" y="14391"/>
                </a:lnTo>
                <a:lnTo>
                  <a:pt x="1522650" y="9082"/>
                </a:lnTo>
                <a:lnTo>
                  <a:pt x="1524286" y="7665"/>
                </a:lnTo>
                <a:lnTo>
                  <a:pt x="1525104" y="8879"/>
                </a:lnTo>
                <a:lnTo>
                  <a:pt x="1527557" y="15676"/>
                </a:lnTo>
                <a:lnTo>
                  <a:pt x="1528375" y="13212"/>
                </a:lnTo>
                <a:lnTo>
                  <a:pt x="1530828" y="4427"/>
                </a:lnTo>
                <a:lnTo>
                  <a:pt x="1531646" y="6254"/>
                </a:lnTo>
                <a:lnTo>
                  <a:pt x="1533281" y="11855"/>
                </a:lnTo>
                <a:lnTo>
                  <a:pt x="1534917" y="7444"/>
                </a:lnTo>
                <a:lnTo>
                  <a:pt x="1535734" y="4436"/>
                </a:lnTo>
                <a:lnTo>
                  <a:pt x="1537370" y="6900"/>
                </a:lnTo>
                <a:lnTo>
                  <a:pt x="1539006" y="9520"/>
                </a:lnTo>
                <a:lnTo>
                  <a:pt x="1539823" y="6678"/>
                </a:lnTo>
                <a:lnTo>
                  <a:pt x="1540641" y="4323"/>
                </a:lnTo>
                <a:lnTo>
                  <a:pt x="1541459" y="8112"/>
                </a:lnTo>
                <a:lnTo>
                  <a:pt x="1543094" y="6587"/>
                </a:lnTo>
                <a:lnTo>
                  <a:pt x="1547183" y="9226"/>
                </a:lnTo>
                <a:lnTo>
                  <a:pt x="1548001" y="6577"/>
                </a:lnTo>
                <a:lnTo>
                  <a:pt x="1550454" y="0"/>
                </a:lnTo>
                <a:lnTo>
                  <a:pt x="1551272" y="1310"/>
                </a:lnTo>
                <a:lnTo>
                  <a:pt x="1553725" y="12086"/>
                </a:lnTo>
                <a:lnTo>
                  <a:pt x="1554543" y="10175"/>
                </a:lnTo>
                <a:lnTo>
                  <a:pt x="1555360" y="8482"/>
                </a:lnTo>
                <a:lnTo>
                  <a:pt x="1556178" y="11096"/>
                </a:lnTo>
                <a:lnTo>
                  <a:pt x="1556996" y="13581"/>
                </a:lnTo>
                <a:lnTo>
                  <a:pt x="1558632" y="8946"/>
                </a:lnTo>
                <a:lnTo>
                  <a:pt x="1559449" y="6414"/>
                </a:lnTo>
                <a:lnTo>
                  <a:pt x="1560267" y="11312"/>
                </a:lnTo>
                <a:lnTo>
                  <a:pt x="1561085" y="9644"/>
                </a:lnTo>
                <a:lnTo>
                  <a:pt x="1565991" y="7669"/>
                </a:lnTo>
                <a:lnTo>
                  <a:pt x="1569262" y="12540"/>
                </a:lnTo>
                <a:lnTo>
                  <a:pt x="1570898" y="9312"/>
                </a:lnTo>
                <a:lnTo>
                  <a:pt x="1571716" y="12383"/>
                </a:lnTo>
                <a:lnTo>
                  <a:pt x="1573351" y="14450"/>
                </a:lnTo>
                <a:lnTo>
                  <a:pt x="1574986" y="20486"/>
                </a:lnTo>
                <a:lnTo>
                  <a:pt x="1576622" y="16366"/>
                </a:lnTo>
                <a:lnTo>
                  <a:pt x="1579893" y="13010"/>
                </a:lnTo>
                <a:lnTo>
                  <a:pt x="1580711" y="15610"/>
                </a:lnTo>
                <a:lnTo>
                  <a:pt x="1585617" y="23299"/>
                </a:lnTo>
                <a:lnTo>
                  <a:pt x="1588070" y="26327"/>
                </a:lnTo>
                <a:lnTo>
                  <a:pt x="1588888" y="19956"/>
                </a:lnTo>
                <a:lnTo>
                  <a:pt x="1590524" y="22664"/>
                </a:lnTo>
                <a:lnTo>
                  <a:pt x="1594612" y="35870"/>
                </a:lnTo>
                <a:lnTo>
                  <a:pt x="1595430" y="35568"/>
                </a:lnTo>
                <a:lnTo>
                  <a:pt x="1597066" y="32654"/>
                </a:lnTo>
                <a:lnTo>
                  <a:pt x="1597884" y="35380"/>
                </a:lnTo>
                <a:lnTo>
                  <a:pt x="1604425" y="44841"/>
                </a:lnTo>
                <a:lnTo>
                  <a:pt x="1606879" y="41687"/>
                </a:lnTo>
                <a:lnTo>
                  <a:pt x="1610967" y="49107"/>
                </a:lnTo>
                <a:lnTo>
                  <a:pt x="1613421" y="41318"/>
                </a:lnTo>
                <a:lnTo>
                  <a:pt x="1614239" y="45812"/>
                </a:lnTo>
                <a:lnTo>
                  <a:pt x="1616692" y="55498"/>
                </a:lnTo>
                <a:lnTo>
                  <a:pt x="1618327" y="53688"/>
                </a:lnTo>
                <a:lnTo>
                  <a:pt x="1619963" y="48536"/>
                </a:lnTo>
                <a:lnTo>
                  <a:pt x="1620781" y="49674"/>
                </a:lnTo>
                <a:lnTo>
                  <a:pt x="1621598" y="53646"/>
                </a:lnTo>
                <a:lnTo>
                  <a:pt x="1624051" y="51573"/>
                </a:lnTo>
                <a:lnTo>
                  <a:pt x="1628140" y="51839"/>
                </a:lnTo>
                <a:lnTo>
                  <a:pt x="1629776" y="62702"/>
                </a:lnTo>
                <a:lnTo>
                  <a:pt x="1631411" y="58125"/>
                </a:lnTo>
                <a:lnTo>
                  <a:pt x="1632229" y="58882"/>
                </a:lnTo>
                <a:lnTo>
                  <a:pt x="1633865" y="56512"/>
                </a:lnTo>
                <a:lnTo>
                  <a:pt x="1635500" y="58412"/>
                </a:lnTo>
                <a:lnTo>
                  <a:pt x="1637135" y="65877"/>
                </a:lnTo>
                <a:lnTo>
                  <a:pt x="1638771" y="64185"/>
                </a:lnTo>
                <a:lnTo>
                  <a:pt x="1639589" y="62400"/>
                </a:lnTo>
                <a:lnTo>
                  <a:pt x="1641224" y="65822"/>
                </a:lnTo>
                <a:lnTo>
                  <a:pt x="1642042" y="66908"/>
                </a:lnTo>
                <a:lnTo>
                  <a:pt x="1642860" y="62802"/>
                </a:lnTo>
                <a:lnTo>
                  <a:pt x="1645313" y="65157"/>
                </a:lnTo>
                <a:lnTo>
                  <a:pt x="1646949" y="72464"/>
                </a:lnTo>
                <a:lnTo>
                  <a:pt x="1648584" y="70791"/>
                </a:lnTo>
                <a:lnTo>
                  <a:pt x="1654308" y="75932"/>
                </a:lnTo>
                <a:lnTo>
                  <a:pt x="1659215" y="80273"/>
                </a:lnTo>
                <a:lnTo>
                  <a:pt x="1660850" y="79646"/>
                </a:lnTo>
                <a:lnTo>
                  <a:pt x="1661668" y="82063"/>
                </a:lnTo>
                <a:lnTo>
                  <a:pt x="1666575" y="87478"/>
                </a:lnTo>
                <a:lnTo>
                  <a:pt x="1668210" y="87061"/>
                </a:lnTo>
                <a:lnTo>
                  <a:pt x="1671481" y="97283"/>
                </a:lnTo>
                <a:lnTo>
                  <a:pt x="1673117" y="96412"/>
                </a:lnTo>
                <a:lnTo>
                  <a:pt x="1674752" y="100358"/>
                </a:lnTo>
                <a:lnTo>
                  <a:pt x="1676387" y="98215"/>
                </a:lnTo>
                <a:lnTo>
                  <a:pt x="1678023" y="98682"/>
                </a:lnTo>
                <a:lnTo>
                  <a:pt x="1682112" y="109217"/>
                </a:lnTo>
                <a:lnTo>
                  <a:pt x="1682929" y="107309"/>
                </a:lnTo>
                <a:lnTo>
                  <a:pt x="1684565" y="104366"/>
                </a:lnTo>
                <a:lnTo>
                  <a:pt x="1685383" y="108118"/>
                </a:lnTo>
                <a:lnTo>
                  <a:pt x="1686200" y="107138"/>
                </a:lnTo>
                <a:lnTo>
                  <a:pt x="1690289" y="124602"/>
                </a:lnTo>
                <a:lnTo>
                  <a:pt x="1691925" y="118346"/>
                </a:lnTo>
                <a:lnTo>
                  <a:pt x="1692742" y="124965"/>
                </a:lnTo>
                <a:lnTo>
                  <a:pt x="1699284" y="138108"/>
                </a:lnTo>
                <a:lnTo>
                  <a:pt x="1700102" y="133030"/>
                </a:lnTo>
                <a:lnTo>
                  <a:pt x="1701738" y="137046"/>
                </a:lnTo>
                <a:lnTo>
                  <a:pt x="1705826" y="142021"/>
                </a:lnTo>
                <a:lnTo>
                  <a:pt x="1711551" y="151469"/>
                </a:lnTo>
                <a:lnTo>
                  <a:pt x="1716457" y="154270"/>
                </a:lnTo>
                <a:lnTo>
                  <a:pt x="1720546" y="163365"/>
                </a:lnTo>
                <a:lnTo>
                  <a:pt x="1721364" y="158732"/>
                </a:lnTo>
                <a:lnTo>
                  <a:pt x="1722999" y="163926"/>
                </a:lnTo>
                <a:lnTo>
                  <a:pt x="1723817" y="162792"/>
                </a:lnTo>
                <a:lnTo>
                  <a:pt x="1724635" y="164837"/>
                </a:lnTo>
                <a:lnTo>
                  <a:pt x="1725452" y="167739"/>
                </a:lnTo>
                <a:lnTo>
                  <a:pt x="1727088" y="163488"/>
                </a:lnTo>
                <a:lnTo>
                  <a:pt x="1731177" y="171937"/>
                </a:lnTo>
                <a:lnTo>
                  <a:pt x="1731994" y="168644"/>
                </a:lnTo>
                <a:lnTo>
                  <a:pt x="1732812" y="164835"/>
                </a:lnTo>
                <a:lnTo>
                  <a:pt x="1735266" y="165682"/>
                </a:lnTo>
                <a:lnTo>
                  <a:pt x="1736083" y="172701"/>
                </a:lnTo>
                <a:lnTo>
                  <a:pt x="1738536" y="169153"/>
                </a:lnTo>
                <a:lnTo>
                  <a:pt x="1741808" y="180033"/>
                </a:lnTo>
                <a:lnTo>
                  <a:pt x="1742625" y="179786"/>
                </a:lnTo>
                <a:lnTo>
                  <a:pt x="1743443" y="177547"/>
                </a:lnTo>
                <a:lnTo>
                  <a:pt x="1745078" y="178518"/>
                </a:lnTo>
                <a:lnTo>
                  <a:pt x="1747532" y="185518"/>
                </a:lnTo>
                <a:lnTo>
                  <a:pt x="1748350" y="181847"/>
                </a:lnTo>
                <a:lnTo>
                  <a:pt x="1749167" y="177291"/>
                </a:lnTo>
                <a:lnTo>
                  <a:pt x="1751620" y="180288"/>
                </a:lnTo>
                <a:lnTo>
                  <a:pt x="1752438" y="179242"/>
                </a:lnTo>
                <a:lnTo>
                  <a:pt x="1754074" y="183611"/>
                </a:lnTo>
                <a:lnTo>
                  <a:pt x="1754892" y="178850"/>
                </a:lnTo>
                <a:lnTo>
                  <a:pt x="1759798" y="167339"/>
                </a:lnTo>
                <a:lnTo>
                  <a:pt x="1760616" y="168542"/>
                </a:lnTo>
                <a:lnTo>
                  <a:pt x="1763069" y="158361"/>
                </a:lnTo>
                <a:lnTo>
                  <a:pt x="1763887" y="160840"/>
                </a:lnTo>
                <a:lnTo>
                  <a:pt x="1791690" y="254933"/>
                </a:lnTo>
                <a:lnTo>
                  <a:pt x="1792508" y="253167"/>
                </a:lnTo>
                <a:lnTo>
                  <a:pt x="1797415" y="271918"/>
                </a:lnTo>
                <a:lnTo>
                  <a:pt x="1802321" y="282195"/>
                </a:lnTo>
                <a:lnTo>
                  <a:pt x="1807227" y="287709"/>
                </a:lnTo>
                <a:lnTo>
                  <a:pt x="1809681" y="298041"/>
                </a:lnTo>
                <a:lnTo>
                  <a:pt x="1811316" y="294109"/>
                </a:lnTo>
                <a:lnTo>
                  <a:pt x="1816223" y="311305"/>
                </a:lnTo>
                <a:lnTo>
                  <a:pt x="1817041" y="310105"/>
                </a:lnTo>
                <a:lnTo>
                  <a:pt x="1817858" y="305571"/>
                </a:lnTo>
                <a:lnTo>
                  <a:pt x="1820311" y="308733"/>
                </a:lnTo>
                <a:lnTo>
                  <a:pt x="1821947" y="304444"/>
                </a:lnTo>
                <a:lnTo>
                  <a:pt x="1824400" y="306289"/>
                </a:lnTo>
                <a:lnTo>
                  <a:pt x="1829307" y="312677"/>
                </a:lnTo>
                <a:lnTo>
                  <a:pt x="1831760" y="312959"/>
                </a:lnTo>
                <a:lnTo>
                  <a:pt x="1844844" y="332723"/>
                </a:lnTo>
                <a:lnTo>
                  <a:pt x="1846479" y="329325"/>
                </a:lnTo>
                <a:lnTo>
                  <a:pt x="1847297" y="327275"/>
                </a:lnTo>
                <a:lnTo>
                  <a:pt x="1848115" y="328645"/>
                </a:lnTo>
                <a:lnTo>
                  <a:pt x="1854657" y="344939"/>
                </a:lnTo>
                <a:lnTo>
                  <a:pt x="1857110" y="344862"/>
                </a:lnTo>
                <a:lnTo>
                  <a:pt x="1860381" y="352843"/>
                </a:lnTo>
                <a:lnTo>
                  <a:pt x="1861199" y="351208"/>
                </a:lnTo>
                <a:lnTo>
                  <a:pt x="1862017" y="354052"/>
                </a:lnTo>
                <a:lnTo>
                  <a:pt x="1864470" y="361004"/>
                </a:lnTo>
                <a:lnTo>
                  <a:pt x="1866106" y="360484"/>
                </a:lnTo>
                <a:lnTo>
                  <a:pt x="1866923" y="360015"/>
                </a:lnTo>
                <a:lnTo>
                  <a:pt x="1872648" y="374000"/>
                </a:lnTo>
                <a:lnTo>
                  <a:pt x="1875918" y="376357"/>
                </a:lnTo>
                <a:lnTo>
                  <a:pt x="1880825" y="384026"/>
                </a:lnTo>
                <a:lnTo>
                  <a:pt x="1882460" y="381880"/>
                </a:lnTo>
                <a:lnTo>
                  <a:pt x="1883278" y="383784"/>
                </a:lnTo>
                <a:lnTo>
                  <a:pt x="1886549" y="390619"/>
                </a:lnTo>
                <a:lnTo>
                  <a:pt x="1887367" y="390283"/>
                </a:lnTo>
                <a:lnTo>
                  <a:pt x="1894727" y="401426"/>
                </a:lnTo>
                <a:lnTo>
                  <a:pt x="1895544" y="400879"/>
                </a:lnTo>
                <a:lnTo>
                  <a:pt x="1897180" y="397510"/>
                </a:lnTo>
                <a:lnTo>
                  <a:pt x="1897998" y="400477"/>
                </a:lnTo>
                <a:lnTo>
                  <a:pt x="1902086" y="411329"/>
                </a:lnTo>
                <a:lnTo>
                  <a:pt x="1903722" y="408053"/>
                </a:lnTo>
                <a:lnTo>
                  <a:pt x="1904540" y="409108"/>
                </a:lnTo>
                <a:lnTo>
                  <a:pt x="1907811" y="418109"/>
                </a:lnTo>
                <a:lnTo>
                  <a:pt x="1908628" y="417296"/>
                </a:lnTo>
                <a:lnTo>
                  <a:pt x="1910264" y="413875"/>
                </a:lnTo>
                <a:lnTo>
                  <a:pt x="1911082" y="417611"/>
                </a:lnTo>
                <a:lnTo>
                  <a:pt x="1913535" y="418667"/>
                </a:lnTo>
                <a:lnTo>
                  <a:pt x="1915988" y="424777"/>
                </a:lnTo>
                <a:lnTo>
                  <a:pt x="1916806" y="423232"/>
                </a:lnTo>
                <a:lnTo>
                  <a:pt x="1917624" y="420840"/>
                </a:lnTo>
                <a:lnTo>
                  <a:pt x="1919259" y="422947"/>
                </a:lnTo>
                <a:lnTo>
                  <a:pt x="1927437" y="436727"/>
                </a:lnTo>
                <a:lnTo>
                  <a:pt x="1928254" y="435104"/>
                </a:lnTo>
                <a:lnTo>
                  <a:pt x="1929890" y="437071"/>
                </a:lnTo>
                <a:lnTo>
                  <a:pt x="1942156" y="446245"/>
                </a:lnTo>
                <a:lnTo>
                  <a:pt x="1952787" y="455359"/>
                </a:lnTo>
                <a:lnTo>
                  <a:pt x="1956058" y="452675"/>
                </a:lnTo>
                <a:lnTo>
                  <a:pt x="1956876" y="456026"/>
                </a:lnTo>
                <a:lnTo>
                  <a:pt x="1960147" y="457795"/>
                </a:lnTo>
                <a:lnTo>
                  <a:pt x="1962600" y="456759"/>
                </a:lnTo>
                <a:lnTo>
                  <a:pt x="1963418" y="458031"/>
                </a:lnTo>
                <a:lnTo>
                  <a:pt x="1964235" y="461066"/>
                </a:lnTo>
                <a:lnTo>
                  <a:pt x="1966689" y="460139"/>
                </a:lnTo>
                <a:lnTo>
                  <a:pt x="1976502" y="462192"/>
                </a:lnTo>
                <a:lnTo>
                  <a:pt x="1979773" y="463246"/>
                </a:lnTo>
                <a:lnTo>
                  <a:pt x="1984679" y="459912"/>
                </a:lnTo>
                <a:lnTo>
                  <a:pt x="1985497" y="462034"/>
                </a:lnTo>
                <a:lnTo>
                  <a:pt x="1988768" y="466226"/>
                </a:lnTo>
                <a:lnTo>
                  <a:pt x="1989586" y="465516"/>
                </a:lnTo>
                <a:lnTo>
                  <a:pt x="1991221" y="462756"/>
                </a:lnTo>
                <a:lnTo>
                  <a:pt x="1992039" y="464257"/>
                </a:lnTo>
                <a:lnTo>
                  <a:pt x="1992857" y="465898"/>
                </a:lnTo>
                <a:lnTo>
                  <a:pt x="1994492" y="462332"/>
                </a:lnTo>
                <a:lnTo>
                  <a:pt x="1996945" y="461320"/>
                </a:lnTo>
                <a:lnTo>
                  <a:pt x="2000217" y="466084"/>
                </a:lnTo>
                <a:lnTo>
                  <a:pt x="2001034" y="465301"/>
                </a:lnTo>
                <a:lnTo>
                  <a:pt x="2004305" y="459431"/>
                </a:lnTo>
                <a:lnTo>
                  <a:pt x="2005123" y="460416"/>
                </a:lnTo>
                <a:lnTo>
                  <a:pt x="2008394" y="462422"/>
                </a:lnTo>
                <a:lnTo>
                  <a:pt x="2017389" y="467589"/>
                </a:lnTo>
                <a:lnTo>
                  <a:pt x="2018207" y="466106"/>
                </a:lnTo>
                <a:lnTo>
                  <a:pt x="2033744" y="469260"/>
                </a:lnTo>
                <a:lnTo>
                  <a:pt x="2034562" y="471383"/>
                </a:lnTo>
                <a:lnTo>
                  <a:pt x="2035380" y="468174"/>
                </a:lnTo>
                <a:lnTo>
                  <a:pt x="2039468" y="463994"/>
                </a:lnTo>
                <a:lnTo>
                  <a:pt x="2041104" y="467505"/>
                </a:lnTo>
                <a:lnTo>
                  <a:pt x="2043557" y="466147"/>
                </a:lnTo>
                <a:lnTo>
                  <a:pt x="2044375" y="464043"/>
                </a:lnTo>
                <a:lnTo>
                  <a:pt x="2046010" y="467538"/>
                </a:lnTo>
                <a:lnTo>
                  <a:pt x="2048464" y="467536"/>
                </a:lnTo>
                <a:lnTo>
                  <a:pt x="2049282" y="464754"/>
                </a:lnTo>
                <a:lnTo>
                  <a:pt x="2050917" y="469398"/>
                </a:lnTo>
                <a:lnTo>
                  <a:pt x="2054188" y="473299"/>
                </a:lnTo>
                <a:lnTo>
                  <a:pt x="2055006" y="470276"/>
                </a:lnTo>
                <a:lnTo>
                  <a:pt x="2057459" y="472354"/>
                </a:lnTo>
                <a:lnTo>
                  <a:pt x="2059094" y="476262"/>
                </a:lnTo>
                <a:lnTo>
                  <a:pt x="2059912" y="478633"/>
                </a:lnTo>
                <a:lnTo>
                  <a:pt x="2061548" y="474132"/>
                </a:lnTo>
                <a:lnTo>
                  <a:pt x="2063183" y="475983"/>
                </a:lnTo>
                <a:lnTo>
                  <a:pt x="2064001" y="479984"/>
                </a:lnTo>
                <a:lnTo>
                  <a:pt x="2066454" y="478664"/>
                </a:lnTo>
                <a:lnTo>
                  <a:pt x="2067272" y="478835"/>
                </a:lnTo>
                <a:lnTo>
                  <a:pt x="2068908" y="474454"/>
                </a:lnTo>
                <a:lnTo>
                  <a:pt x="2070543" y="477112"/>
                </a:lnTo>
                <a:lnTo>
                  <a:pt x="2074632" y="481094"/>
                </a:lnTo>
                <a:lnTo>
                  <a:pt x="2076267" y="473120"/>
                </a:lnTo>
                <a:lnTo>
                  <a:pt x="2077903" y="479515"/>
                </a:lnTo>
                <a:lnTo>
                  <a:pt x="2078720" y="480870"/>
                </a:lnTo>
                <a:lnTo>
                  <a:pt x="2079538" y="478058"/>
                </a:lnTo>
                <a:lnTo>
                  <a:pt x="2080356" y="477836"/>
                </a:lnTo>
                <a:lnTo>
                  <a:pt x="2084445" y="483095"/>
                </a:lnTo>
                <a:lnTo>
                  <a:pt x="2086898" y="475455"/>
                </a:lnTo>
                <a:lnTo>
                  <a:pt x="2087716" y="478295"/>
                </a:lnTo>
                <a:lnTo>
                  <a:pt x="2093440" y="483031"/>
                </a:lnTo>
                <a:lnTo>
                  <a:pt x="2094258" y="481102"/>
                </a:lnTo>
                <a:lnTo>
                  <a:pt x="2095076" y="481907"/>
                </a:lnTo>
                <a:lnTo>
                  <a:pt x="2099164" y="487018"/>
                </a:lnTo>
                <a:lnTo>
                  <a:pt x="2100800" y="482286"/>
                </a:lnTo>
                <a:lnTo>
                  <a:pt x="2101618" y="484202"/>
                </a:lnTo>
                <a:lnTo>
                  <a:pt x="2104071" y="495052"/>
                </a:lnTo>
                <a:lnTo>
                  <a:pt x="2104889" y="487983"/>
                </a:lnTo>
                <a:lnTo>
                  <a:pt x="2105706" y="488485"/>
                </a:lnTo>
                <a:lnTo>
                  <a:pt x="2106524" y="493031"/>
                </a:lnTo>
                <a:lnTo>
                  <a:pt x="2108159" y="488996"/>
                </a:lnTo>
                <a:lnTo>
                  <a:pt x="2117155" y="487341"/>
                </a:lnTo>
                <a:lnTo>
                  <a:pt x="2122879" y="484810"/>
                </a:lnTo>
                <a:lnTo>
                  <a:pt x="2128603" y="484339"/>
                </a:lnTo>
                <a:lnTo>
                  <a:pt x="2129421" y="481524"/>
                </a:lnTo>
                <a:lnTo>
                  <a:pt x="2131057" y="486866"/>
                </a:lnTo>
                <a:lnTo>
                  <a:pt x="2131874" y="483632"/>
                </a:lnTo>
                <a:lnTo>
                  <a:pt x="2138416" y="482865"/>
                </a:lnTo>
                <a:lnTo>
                  <a:pt x="2139234" y="481491"/>
                </a:lnTo>
                <a:lnTo>
                  <a:pt x="2140052" y="486020"/>
                </a:lnTo>
                <a:lnTo>
                  <a:pt x="2148229" y="475585"/>
                </a:lnTo>
                <a:lnTo>
                  <a:pt x="2149865" y="478543"/>
                </a:lnTo>
                <a:lnTo>
                  <a:pt x="2152318" y="477497"/>
                </a:lnTo>
                <a:lnTo>
                  <a:pt x="2153953" y="476038"/>
                </a:lnTo>
                <a:lnTo>
                  <a:pt x="2154771" y="478185"/>
                </a:lnTo>
                <a:lnTo>
                  <a:pt x="2155589" y="480066"/>
                </a:lnTo>
                <a:lnTo>
                  <a:pt x="2157225" y="477387"/>
                </a:lnTo>
                <a:lnTo>
                  <a:pt x="2158042" y="476633"/>
                </a:lnTo>
                <a:lnTo>
                  <a:pt x="2158860" y="479154"/>
                </a:lnTo>
                <a:lnTo>
                  <a:pt x="2159678" y="479745"/>
                </a:lnTo>
                <a:lnTo>
                  <a:pt x="2160495" y="477347"/>
                </a:lnTo>
                <a:lnTo>
                  <a:pt x="2161313" y="476216"/>
                </a:lnTo>
                <a:lnTo>
                  <a:pt x="2162949" y="477935"/>
                </a:lnTo>
                <a:lnTo>
                  <a:pt x="2163767" y="479219"/>
                </a:lnTo>
                <a:lnTo>
                  <a:pt x="2165402" y="476409"/>
                </a:lnTo>
                <a:lnTo>
                  <a:pt x="2167855" y="477753"/>
                </a:lnTo>
                <a:lnTo>
                  <a:pt x="2169491" y="481147"/>
                </a:lnTo>
                <a:lnTo>
                  <a:pt x="2170309" y="477916"/>
                </a:lnTo>
                <a:lnTo>
                  <a:pt x="2171126" y="477250"/>
                </a:lnTo>
                <a:lnTo>
                  <a:pt x="2171944" y="479674"/>
                </a:lnTo>
                <a:lnTo>
                  <a:pt x="2172762" y="483053"/>
                </a:lnTo>
                <a:lnTo>
                  <a:pt x="2174397" y="477548"/>
                </a:lnTo>
                <a:lnTo>
                  <a:pt x="2175215" y="476426"/>
                </a:lnTo>
                <a:lnTo>
                  <a:pt x="2176033" y="479041"/>
                </a:lnTo>
                <a:lnTo>
                  <a:pt x="2179304" y="478300"/>
                </a:lnTo>
                <a:lnTo>
                  <a:pt x="2189117" y="476744"/>
                </a:lnTo>
                <a:lnTo>
                  <a:pt x="2191570" y="479707"/>
                </a:lnTo>
                <a:lnTo>
                  <a:pt x="2192388" y="476875"/>
                </a:lnTo>
                <a:lnTo>
                  <a:pt x="2194023" y="478155"/>
                </a:lnTo>
                <a:lnTo>
                  <a:pt x="2195659" y="475370"/>
                </a:lnTo>
                <a:lnTo>
                  <a:pt x="2205472" y="481134"/>
                </a:lnTo>
                <a:lnTo>
                  <a:pt x="2207107" y="478135"/>
                </a:lnTo>
                <a:lnTo>
                  <a:pt x="2207925" y="479739"/>
                </a:lnTo>
                <a:lnTo>
                  <a:pt x="2210378" y="481987"/>
                </a:lnTo>
                <a:lnTo>
                  <a:pt x="2211196" y="480601"/>
                </a:lnTo>
                <a:lnTo>
                  <a:pt x="2212014" y="479360"/>
                </a:lnTo>
                <a:lnTo>
                  <a:pt x="2212832" y="481157"/>
                </a:lnTo>
                <a:lnTo>
                  <a:pt x="2214467" y="483271"/>
                </a:lnTo>
                <a:lnTo>
                  <a:pt x="2216102" y="482205"/>
                </a:lnTo>
                <a:lnTo>
                  <a:pt x="2219374" y="480432"/>
                </a:lnTo>
                <a:lnTo>
                  <a:pt x="2225098" y="485659"/>
                </a:lnTo>
                <a:lnTo>
                  <a:pt x="2226733" y="481640"/>
                </a:lnTo>
                <a:lnTo>
                  <a:pt x="2227551" y="482677"/>
                </a:lnTo>
                <a:lnTo>
                  <a:pt x="2230004" y="488979"/>
                </a:lnTo>
                <a:lnTo>
                  <a:pt x="2230822" y="487938"/>
                </a:lnTo>
                <a:lnTo>
                  <a:pt x="2233275" y="483702"/>
                </a:lnTo>
                <a:lnTo>
                  <a:pt x="2234093" y="483982"/>
                </a:lnTo>
                <a:lnTo>
                  <a:pt x="2239000" y="488513"/>
                </a:lnTo>
                <a:lnTo>
                  <a:pt x="2240635" y="485483"/>
                </a:lnTo>
                <a:lnTo>
                  <a:pt x="2242270" y="486063"/>
                </a:lnTo>
                <a:lnTo>
                  <a:pt x="2243088" y="487850"/>
                </a:lnTo>
                <a:lnTo>
                  <a:pt x="2243906" y="485298"/>
                </a:lnTo>
                <a:lnTo>
                  <a:pt x="2244724" y="482966"/>
                </a:lnTo>
                <a:lnTo>
                  <a:pt x="2246359" y="486708"/>
                </a:lnTo>
                <a:lnTo>
                  <a:pt x="2247177" y="488636"/>
                </a:lnTo>
                <a:lnTo>
                  <a:pt x="2249630" y="486638"/>
                </a:lnTo>
                <a:lnTo>
                  <a:pt x="2263532" y="486554"/>
                </a:lnTo>
                <a:lnTo>
                  <a:pt x="2265168" y="485831"/>
                </a:lnTo>
                <a:lnTo>
                  <a:pt x="2266803" y="488166"/>
                </a:lnTo>
                <a:lnTo>
                  <a:pt x="2270074" y="485487"/>
                </a:lnTo>
                <a:lnTo>
                  <a:pt x="2270892" y="488134"/>
                </a:lnTo>
                <a:lnTo>
                  <a:pt x="2273345" y="486847"/>
                </a:lnTo>
                <a:lnTo>
                  <a:pt x="2280705" y="489656"/>
                </a:lnTo>
                <a:lnTo>
                  <a:pt x="2281523" y="487350"/>
                </a:lnTo>
                <a:lnTo>
                  <a:pt x="2283976" y="488599"/>
                </a:lnTo>
                <a:lnTo>
                  <a:pt x="2290518" y="487047"/>
                </a:lnTo>
              </a:path>
            </a:pathLst>
          </a:custGeom>
          <a:noFill/>
          <a:ln w="2208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66"/>
          <p:cNvSpPr/>
          <p:nvPr/>
        </p:nvSpPr>
        <p:spPr>
          <a:xfrm>
            <a:off x="6902560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Editable path 67"/>
          <p:cNvSpPr/>
          <p:nvPr/>
        </p:nvSpPr>
        <p:spPr>
          <a:xfrm>
            <a:off x="9422130" y="2118651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ditable path 68"/>
          <p:cNvSpPr/>
          <p:nvPr/>
        </p:nvSpPr>
        <p:spPr>
          <a:xfrm>
            <a:off x="6902560" y="3029561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path 69"/>
          <p:cNvSpPr/>
          <p:nvPr/>
        </p:nvSpPr>
        <p:spPr>
          <a:xfrm>
            <a:off x="6902560" y="2118651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598092" y="1909735"/>
            <a:ext cx="1183883" cy="2252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78" b="0" i="0">
                <a:solidFill>
                  <a:srgbClr val="3B6CA8"/>
                </a:solidFill>
                <a:latin typeface="Times New Roman"/>
              </a:rPr>
              <a:t>Robot A · right</a:t>
            </a:r>
          </a:p>
        </p:txBody>
      </p:sp>
      <p:sp>
        <p:nvSpPr>
          <p:cNvPr id="97" name="Editable path 70"/>
          <p:cNvSpPr/>
          <p:nvPr/>
        </p:nvSpPr>
        <p:spPr>
          <a:xfrm>
            <a:off x="3627120" y="3380529"/>
            <a:ext cx="2519569" cy="910910"/>
          </a:xfrm>
          <a:custGeom>
            <a:avLst/>
            <a:gdLst/>
            <a:ahLst/>
            <a:cxnLst/>
            <a:rect l="l" t="t" r="r" b="b"/>
            <a:pathLst>
              <a:path w="2519569" h="910910">
                <a:moveTo>
                  <a:pt x="0" y="0"/>
                </a:moveTo>
                <a:lnTo>
                  <a:pt x="2519569" y="0"/>
                </a:lnTo>
                <a:lnTo>
                  <a:pt x="2519569" y="910910"/>
                </a:lnTo>
                <a:lnTo>
                  <a:pt x="0" y="9109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ditable path 71"/>
          <p:cNvSpPr/>
          <p:nvPr/>
        </p:nvSpPr>
        <p:spPr>
          <a:xfrm>
            <a:off x="3741645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path 72"/>
          <p:cNvSpPr/>
          <p:nvPr/>
        </p:nvSpPr>
        <p:spPr>
          <a:xfrm>
            <a:off x="3741645" y="4291439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700232" y="4393085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01" name="Editable path 73"/>
          <p:cNvSpPr/>
          <p:nvPr/>
        </p:nvSpPr>
        <p:spPr>
          <a:xfrm>
            <a:off x="4559395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path 74"/>
          <p:cNvSpPr/>
          <p:nvPr/>
        </p:nvSpPr>
        <p:spPr>
          <a:xfrm>
            <a:off x="4559395" y="4291439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76569" y="4393085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04" name="Editable path 75"/>
          <p:cNvSpPr/>
          <p:nvPr/>
        </p:nvSpPr>
        <p:spPr>
          <a:xfrm>
            <a:off x="5377145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Editable path 76"/>
          <p:cNvSpPr/>
          <p:nvPr/>
        </p:nvSpPr>
        <p:spPr>
          <a:xfrm>
            <a:off x="5377145" y="4291439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294319" y="4393085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07" name="Editable path 77"/>
          <p:cNvSpPr/>
          <p:nvPr/>
        </p:nvSpPr>
        <p:spPr>
          <a:xfrm>
            <a:off x="3627120" y="4044352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Editable path 78"/>
          <p:cNvSpPr/>
          <p:nvPr/>
        </p:nvSpPr>
        <p:spPr>
          <a:xfrm>
            <a:off x="3530489" y="4044352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20054" y="3965248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10" name="Editable path 79"/>
          <p:cNvSpPr/>
          <p:nvPr/>
        </p:nvSpPr>
        <p:spPr>
          <a:xfrm>
            <a:off x="3627120" y="3559159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ditable path 80"/>
          <p:cNvSpPr/>
          <p:nvPr/>
        </p:nvSpPr>
        <p:spPr>
          <a:xfrm>
            <a:off x="3530489" y="3559159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254402" y="3480055"/>
            <a:ext cx="289891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250</a:t>
            </a:r>
          </a:p>
        </p:txBody>
      </p:sp>
      <p:sp>
        <p:nvSpPr>
          <p:cNvPr id="113" name="TextBox 112"/>
          <p:cNvSpPr txBox="1"/>
          <p:nvPr/>
        </p:nvSpPr>
        <p:spPr>
          <a:xfrm rot="16200000">
            <a:off x="2715182" y="3725014"/>
            <a:ext cx="747436" cy="2153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13" b="0" i="0">
                <a:solidFill>
                  <a:srgbClr val="2B2B2B"/>
                </a:solidFill>
                <a:latin typeface="Times New Roman"/>
              </a:rPr>
              <a:t>Force (N)</a:t>
            </a:r>
          </a:p>
        </p:txBody>
      </p:sp>
      <p:sp>
        <p:nvSpPr>
          <p:cNvPr id="114" name="Editable path 81"/>
          <p:cNvSpPr/>
          <p:nvPr/>
        </p:nvSpPr>
        <p:spPr>
          <a:xfrm>
            <a:off x="3741645" y="3421934"/>
            <a:ext cx="2290518" cy="733361"/>
          </a:xfrm>
          <a:custGeom>
            <a:avLst/>
            <a:gdLst/>
            <a:ahLst/>
            <a:cxnLst/>
            <a:rect l="l" t="t" r="r" b="b"/>
            <a:pathLst>
              <a:path w="2290518" h="733361">
                <a:moveTo>
                  <a:pt x="0" y="620599"/>
                </a:moveTo>
                <a:lnTo>
                  <a:pt x="5725" y="624114"/>
                </a:lnTo>
                <a:lnTo>
                  <a:pt x="6542" y="638349"/>
                </a:lnTo>
                <a:lnTo>
                  <a:pt x="7360" y="614919"/>
                </a:lnTo>
                <a:lnTo>
                  <a:pt x="8178" y="633382"/>
                </a:lnTo>
                <a:lnTo>
                  <a:pt x="9813" y="622849"/>
                </a:lnTo>
                <a:lnTo>
                  <a:pt x="11449" y="625954"/>
                </a:lnTo>
                <a:lnTo>
                  <a:pt x="14720" y="626849"/>
                </a:lnTo>
                <a:lnTo>
                  <a:pt x="17173" y="621766"/>
                </a:lnTo>
                <a:lnTo>
                  <a:pt x="18809" y="630555"/>
                </a:lnTo>
                <a:lnTo>
                  <a:pt x="20444" y="627304"/>
                </a:lnTo>
                <a:lnTo>
                  <a:pt x="22897" y="620911"/>
                </a:lnTo>
                <a:lnTo>
                  <a:pt x="26168" y="630786"/>
                </a:lnTo>
                <a:lnTo>
                  <a:pt x="28622" y="624287"/>
                </a:lnTo>
                <a:lnTo>
                  <a:pt x="29439" y="626228"/>
                </a:lnTo>
                <a:lnTo>
                  <a:pt x="30257" y="624801"/>
                </a:lnTo>
                <a:lnTo>
                  <a:pt x="32710" y="633512"/>
                </a:lnTo>
                <a:lnTo>
                  <a:pt x="31893" y="623476"/>
                </a:lnTo>
                <a:lnTo>
                  <a:pt x="33528" y="627202"/>
                </a:lnTo>
                <a:lnTo>
                  <a:pt x="34346" y="629089"/>
                </a:lnTo>
                <a:lnTo>
                  <a:pt x="35164" y="619781"/>
                </a:lnTo>
                <a:lnTo>
                  <a:pt x="36799" y="625741"/>
                </a:lnTo>
                <a:lnTo>
                  <a:pt x="38435" y="642140"/>
                </a:lnTo>
                <a:lnTo>
                  <a:pt x="40070" y="633044"/>
                </a:lnTo>
                <a:lnTo>
                  <a:pt x="40888" y="625711"/>
                </a:lnTo>
                <a:lnTo>
                  <a:pt x="42523" y="635304"/>
                </a:lnTo>
                <a:lnTo>
                  <a:pt x="43341" y="638635"/>
                </a:lnTo>
                <a:lnTo>
                  <a:pt x="44159" y="623609"/>
                </a:lnTo>
                <a:lnTo>
                  <a:pt x="46612" y="627008"/>
                </a:lnTo>
                <a:lnTo>
                  <a:pt x="48248" y="633050"/>
                </a:lnTo>
                <a:lnTo>
                  <a:pt x="49883" y="630465"/>
                </a:lnTo>
                <a:lnTo>
                  <a:pt x="50701" y="631322"/>
                </a:lnTo>
                <a:lnTo>
                  <a:pt x="52336" y="645562"/>
                </a:lnTo>
                <a:lnTo>
                  <a:pt x="53154" y="639056"/>
                </a:lnTo>
                <a:lnTo>
                  <a:pt x="54790" y="639794"/>
                </a:lnTo>
                <a:lnTo>
                  <a:pt x="56425" y="627309"/>
                </a:lnTo>
                <a:lnTo>
                  <a:pt x="58878" y="636348"/>
                </a:lnTo>
                <a:lnTo>
                  <a:pt x="60514" y="634454"/>
                </a:lnTo>
                <a:lnTo>
                  <a:pt x="61332" y="633737"/>
                </a:lnTo>
                <a:lnTo>
                  <a:pt x="62149" y="619718"/>
                </a:lnTo>
                <a:lnTo>
                  <a:pt x="63785" y="632069"/>
                </a:lnTo>
                <a:lnTo>
                  <a:pt x="64603" y="631252"/>
                </a:lnTo>
                <a:lnTo>
                  <a:pt x="66238" y="655848"/>
                </a:lnTo>
                <a:lnTo>
                  <a:pt x="67874" y="640331"/>
                </a:lnTo>
                <a:lnTo>
                  <a:pt x="68691" y="640459"/>
                </a:lnTo>
                <a:lnTo>
                  <a:pt x="70327" y="630695"/>
                </a:lnTo>
                <a:lnTo>
                  <a:pt x="71962" y="634337"/>
                </a:lnTo>
                <a:lnTo>
                  <a:pt x="76051" y="643973"/>
                </a:lnTo>
                <a:lnTo>
                  <a:pt x="77687" y="644865"/>
                </a:lnTo>
                <a:lnTo>
                  <a:pt x="79322" y="634105"/>
                </a:lnTo>
                <a:lnTo>
                  <a:pt x="81775" y="629029"/>
                </a:lnTo>
                <a:lnTo>
                  <a:pt x="82593" y="653201"/>
                </a:lnTo>
                <a:lnTo>
                  <a:pt x="84229" y="636809"/>
                </a:lnTo>
                <a:lnTo>
                  <a:pt x="85864" y="641868"/>
                </a:lnTo>
                <a:lnTo>
                  <a:pt x="88317" y="631709"/>
                </a:lnTo>
                <a:lnTo>
                  <a:pt x="89135" y="636305"/>
                </a:lnTo>
                <a:lnTo>
                  <a:pt x="90771" y="650508"/>
                </a:lnTo>
                <a:lnTo>
                  <a:pt x="91588" y="647835"/>
                </a:lnTo>
                <a:lnTo>
                  <a:pt x="95677" y="621114"/>
                </a:lnTo>
                <a:lnTo>
                  <a:pt x="98130" y="658750"/>
                </a:lnTo>
                <a:lnTo>
                  <a:pt x="99766" y="645673"/>
                </a:lnTo>
                <a:lnTo>
                  <a:pt x="103855" y="628343"/>
                </a:lnTo>
                <a:lnTo>
                  <a:pt x="106308" y="645384"/>
                </a:lnTo>
                <a:lnTo>
                  <a:pt x="107126" y="640386"/>
                </a:lnTo>
                <a:lnTo>
                  <a:pt x="107943" y="636875"/>
                </a:lnTo>
                <a:lnTo>
                  <a:pt x="108761" y="640795"/>
                </a:lnTo>
                <a:lnTo>
                  <a:pt x="110397" y="633161"/>
                </a:lnTo>
                <a:lnTo>
                  <a:pt x="112032" y="649159"/>
                </a:lnTo>
                <a:lnTo>
                  <a:pt x="115303" y="635992"/>
                </a:lnTo>
                <a:lnTo>
                  <a:pt x="116121" y="639354"/>
                </a:lnTo>
                <a:lnTo>
                  <a:pt x="116939" y="632033"/>
                </a:lnTo>
                <a:lnTo>
                  <a:pt x="119392" y="633504"/>
                </a:lnTo>
                <a:lnTo>
                  <a:pt x="120210" y="650206"/>
                </a:lnTo>
                <a:lnTo>
                  <a:pt x="122663" y="643814"/>
                </a:lnTo>
                <a:lnTo>
                  <a:pt x="125116" y="628440"/>
                </a:lnTo>
                <a:lnTo>
                  <a:pt x="125934" y="638201"/>
                </a:lnTo>
                <a:lnTo>
                  <a:pt x="129205" y="643083"/>
                </a:lnTo>
                <a:lnTo>
                  <a:pt x="130840" y="643760"/>
                </a:lnTo>
                <a:lnTo>
                  <a:pt x="132476" y="629914"/>
                </a:lnTo>
                <a:lnTo>
                  <a:pt x="134929" y="650339"/>
                </a:lnTo>
                <a:lnTo>
                  <a:pt x="139018" y="645839"/>
                </a:lnTo>
                <a:lnTo>
                  <a:pt x="141471" y="629665"/>
                </a:lnTo>
                <a:lnTo>
                  <a:pt x="142289" y="637223"/>
                </a:lnTo>
                <a:lnTo>
                  <a:pt x="143107" y="644544"/>
                </a:lnTo>
                <a:lnTo>
                  <a:pt x="145560" y="643256"/>
                </a:lnTo>
                <a:lnTo>
                  <a:pt x="147195" y="641417"/>
                </a:lnTo>
                <a:lnTo>
                  <a:pt x="148831" y="643642"/>
                </a:lnTo>
                <a:lnTo>
                  <a:pt x="150466" y="635543"/>
                </a:lnTo>
                <a:lnTo>
                  <a:pt x="151284" y="655919"/>
                </a:lnTo>
                <a:lnTo>
                  <a:pt x="152920" y="639374"/>
                </a:lnTo>
                <a:lnTo>
                  <a:pt x="154555" y="641803"/>
                </a:lnTo>
                <a:lnTo>
                  <a:pt x="155373" y="639155"/>
                </a:lnTo>
                <a:lnTo>
                  <a:pt x="157826" y="618755"/>
                </a:lnTo>
                <a:lnTo>
                  <a:pt x="158644" y="625807"/>
                </a:lnTo>
                <a:lnTo>
                  <a:pt x="162733" y="657205"/>
                </a:lnTo>
                <a:lnTo>
                  <a:pt x="167639" y="634764"/>
                </a:lnTo>
                <a:lnTo>
                  <a:pt x="173363" y="642496"/>
                </a:lnTo>
                <a:lnTo>
                  <a:pt x="174181" y="637245"/>
                </a:lnTo>
                <a:lnTo>
                  <a:pt x="175817" y="625887"/>
                </a:lnTo>
                <a:lnTo>
                  <a:pt x="177452" y="636083"/>
                </a:lnTo>
                <a:lnTo>
                  <a:pt x="179905" y="649206"/>
                </a:lnTo>
                <a:lnTo>
                  <a:pt x="181541" y="622007"/>
                </a:lnTo>
                <a:lnTo>
                  <a:pt x="182359" y="636324"/>
                </a:lnTo>
                <a:lnTo>
                  <a:pt x="186447" y="660517"/>
                </a:lnTo>
                <a:lnTo>
                  <a:pt x="191354" y="632092"/>
                </a:lnTo>
                <a:lnTo>
                  <a:pt x="192172" y="633400"/>
                </a:lnTo>
                <a:lnTo>
                  <a:pt x="193807" y="642170"/>
                </a:lnTo>
                <a:lnTo>
                  <a:pt x="194625" y="637875"/>
                </a:lnTo>
                <a:lnTo>
                  <a:pt x="195443" y="632944"/>
                </a:lnTo>
                <a:lnTo>
                  <a:pt x="197078" y="636470"/>
                </a:lnTo>
                <a:lnTo>
                  <a:pt x="202802" y="650396"/>
                </a:lnTo>
                <a:lnTo>
                  <a:pt x="199531" y="634779"/>
                </a:lnTo>
                <a:lnTo>
                  <a:pt x="203620" y="644742"/>
                </a:lnTo>
                <a:lnTo>
                  <a:pt x="204438" y="644826"/>
                </a:lnTo>
                <a:lnTo>
                  <a:pt x="209344" y="623823"/>
                </a:lnTo>
                <a:lnTo>
                  <a:pt x="210162" y="626301"/>
                </a:lnTo>
                <a:lnTo>
                  <a:pt x="214251" y="657484"/>
                </a:lnTo>
                <a:lnTo>
                  <a:pt x="216704" y="634414"/>
                </a:lnTo>
                <a:lnTo>
                  <a:pt x="217522" y="637825"/>
                </a:lnTo>
                <a:lnTo>
                  <a:pt x="218340" y="646060"/>
                </a:lnTo>
                <a:lnTo>
                  <a:pt x="220793" y="643984"/>
                </a:lnTo>
                <a:lnTo>
                  <a:pt x="221611" y="640490"/>
                </a:lnTo>
                <a:lnTo>
                  <a:pt x="223246" y="643746"/>
                </a:lnTo>
                <a:lnTo>
                  <a:pt x="224882" y="641277"/>
                </a:lnTo>
                <a:lnTo>
                  <a:pt x="225699" y="643755"/>
                </a:lnTo>
                <a:lnTo>
                  <a:pt x="227335" y="630657"/>
                </a:lnTo>
                <a:lnTo>
                  <a:pt x="228970" y="639109"/>
                </a:lnTo>
                <a:lnTo>
                  <a:pt x="232241" y="653778"/>
                </a:lnTo>
                <a:lnTo>
                  <a:pt x="237148" y="618224"/>
                </a:lnTo>
                <a:lnTo>
                  <a:pt x="240419" y="660732"/>
                </a:lnTo>
                <a:lnTo>
                  <a:pt x="241237" y="652897"/>
                </a:lnTo>
                <a:lnTo>
                  <a:pt x="242872" y="636034"/>
                </a:lnTo>
                <a:lnTo>
                  <a:pt x="244508" y="640005"/>
                </a:lnTo>
                <a:lnTo>
                  <a:pt x="248596" y="643644"/>
                </a:lnTo>
                <a:lnTo>
                  <a:pt x="249414" y="641966"/>
                </a:lnTo>
                <a:lnTo>
                  <a:pt x="251050" y="644686"/>
                </a:lnTo>
                <a:lnTo>
                  <a:pt x="254321" y="651252"/>
                </a:lnTo>
                <a:lnTo>
                  <a:pt x="255956" y="665168"/>
                </a:lnTo>
                <a:lnTo>
                  <a:pt x="256774" y="633820"/>
                </a:lnTo>
                <a:lnTo>
                  <a:pt x="258409" y="687637"/>
                </a:lnTo>
                <a:lnTo>
                  <a:pt x="264951" y="623828"/>
                </a:lnTo>
                <a:lnTo>
                  <a:pt x="266587" y="680137"/>
                </a:lnTo>
                <a:lnTo>
                  <a:pt x="268222" y="662308"/>
                </a:lnTo>
                <a:lnTo>
                  <a:pt x="269858" y="672187"/>
                </a:lnTo>
                <a:lnTo>
                  <a:pt x="270676" y="664734"/>
                </a:lnTo>
                <a:lnTo>
                  <a:pt x="272311" y="639555"/>
                </a:lnTo>
                <a:lnTo>
                  <a:pt x="273129" y="656748"/>
                </a:lnTo>
                <a:lnTo>
                  <a:pt x="274764" y="671190"/>
                </a:lnTo>
                <a:lnTo>
                  <a:pt x="275582" y="663079"/>
                </a:lnTo>
                <a:lnTo>
                  <a:pt x="276400" y="655933"/>
                </a:lnTo>
                <a:lnTo>
                  <a:pt x="278035" y="666993"/>
                </a:lnTo>
                <a:lnTo>
                  <a:pt x="278853" y="666252"/>
                </a:lnTo>
                <a:lnTo>
                  <a:pt x="282942" y="654349"/>
                </a:lnTo>
                <a:lnTo>
                  <a:pt x="284577" y="665239"/>
                </a:lnTo>
                <a:lnTo>
                  <a:pt x="286213" y="660082"/>
                </a:lnTo>
                <a:lnTo>
                  <a:pt x="293573" y="677673"/>
                </a:lnTo>
                <a:lnTo>
                  <a:pt x="294390" y="677179"/>
                </a:lnTo>
                <a:lnTo>
                  <a:pt x="295208" y="659039"/>
                </a:lnTo>
                <a:lnTo>
                  <a:pt x="297661" y="668380"/>
                </a:lnTo>
                <a:lnTo>
                  <a:pt x="300115" y="691464"/>
                </a:lnTo>
                <a:lnTo>
                  <a:pt x="300932" y="683120"/>
                </a:lnTo>
                <a:lnTo>
                  <a:pt x="303386" y="689703"/>
                </a:lnTo>
                <a:lnTo>
                  <a:pt x="304203" y="686251"/>
                </a:lnTo>
                <a:lnTo>
                  <a:pt x="305839" y="676220"/>
                </a:lnTo>
                <a:lnTo>
                  <a:pt x="306657" y="681819"/>
                </a:lnTo>
                <a:lnTo>
                  <a:pt x="310745" y="691046"/>
                </a:lnTo>
                <a:lnTo>
                  <a:pt x="312381" y="688180"/>
                </a:lnTo>
                <a:lnTo>
                  <a:pt x="314016" y="672214"/>
                </a:lnTo>
                <a:lnTo>
                  <a:pt x="314834" y="680626"/>
                </a:lnTo>
                <a:lnTo>
                  <a:pt x="317287" y="689098"/>
                </a:lnTo>
                <a:lnTo>
                  <a:pt x="318105" y="685467"/>
                </a:lnTo>
                <a:lnTo>
                  <a:pt x="318923" y="685377"/>
                </a:lnTo>
                <a:lnTo>
                  <a:pt x="319741" y="689767"/>
                </a:lnTo>
                <a:lnTo>
                  <a:pt x="321376" y="689251"/>
                </a:lnTo>
                <a:lnTo>
                  <a:pt x="325465" y="681630"/>
                </a:lnTo>
                <a:lnTo>
                  <a:pt x="326283" y="682903"/>
                </a:lnTo>
                <a:lnTo>
                  <a:pt x="328736" y="685299"/>
                </a:lnTo>
                <a:lnTo>
                  <a:pt x="330371" y="665003"/>
                </a:lnTo>
                <a:lnTo>
                  <a:pt x="332825" y="686348"/>
                </a:lnTo>
                <a:lnTo>
                  <a:pt x="334460" y="686178"/>
                </a:lnTo>
                <a:lnTo>
                  <a:pt x="335278" y="676967"/>
                </a:lnTo>
                <a:lnTo>
                  <a:pt x="337731" y="679176"/>
                </a:lnTo>
                <a:lnTo>
                  <a:pt x="339367" y="684084"/>
                </a:lnTo>
                <a:lnTo>
                  <a:pt x="340184" y="682247"/>
                </a:lnTo>
                <a:lnTo>
                  <a:pt x="341820" y="672331"/>
                </a:lnTo>
                <a:lnTo>
                  <a:pt x="343455" y="676975"/>
                </a:lnTo>
                <a:lnTo>
                  <a:pt x="347544" y="692604"/>
                </a:lnTo>
                <a:lnTo>
                  <a:pt x="349180" y="684326"/>
                </a:lnTo>
                <a:lnTo>
                  <a:pt x="349997" y="683558"/>
                </a:lnTo>
                <a:lnTo>
                  <a:pt x="351633" y="663656"/>
                </a:lnTo>
                <a:lnTo>
                  <a:pt x="352451" y="681075"/>
                </a:lnTo>
                <a:lnTo>
                  <a:pt x="353268" y="692972"/>
                </a:lnTo>
                <a:lnTo>
                  <a:pt x="354904" y="677182"/>
                </a:lnTo>
                <a:lnTo>
                  <a:pt x="355722" y="686403"/>
                </a:lnTo>
                <a:lnTo>
                  <a:pt x="357357" y="666238"/>
                </a:lnTo>
                <a:lnTo>
                  <a:pt x="358993" y="678797"/>
                </a:lnTo>
                <a:lnTo>
                  <a:pt x="361446" y="704729"/>
                </a:lnTo>
                <a:lnTo>
                  <a:pt x="362264" y="674473"/>
                </a:lnTo>
                <a:lnTo>
                  <a:pt x="364717" y="674582"/>
                </a:lnTo>
                <a:lnTo>
                  <a:pt x="365535" y="667549"/>
                </a:lnTo>
                <a:lnTo>
                  <a:pt x="366352" y="685067"/>
                </a:lnTo>
                <a:lnTo>
                  <a:pt x="367988" y="708204"/>
                </a:lnTo>
                <a:lnTo>
                  <a:pt x="370441" y="701104"/>
                </a:lnTo>
                <a:lnTo>
                  <a:pt x="372894" y="688844"/>
                </a:lnTo>
                <a:lnTo>
                  <a:pt x="375348" y="690780"/>
                </a:lnTo>
                <a:lnTo>
                  <a:pt x="377801" y="691008"/>
                </a:lnTo>
                <a:lnTo>
                  <a:pt x="380254" y="703190"/>
                </a:lnTo>
                <a:lnTo>
                  <a:pt x="382707" y="695497"/>
                </a:lnTo>
                <a:lnTo>
                  <a:pt x="385161" y="692942"/>
                </a:lnTo>
                <a:lnTo>
                  <a:pt x="385978" y="695651"/>
                </a:lnTo>
                <a:lnTo>
                  <a:pt x="386796" y="695898"/>
                </a:lnTo>
                <a:lnTo>
                  <a:pt x="387614" y="691008"/>
                </a:lnTo>
                <a:lnTo>
                  <a:pt x="389249" y="697222"/>
                </a:lnTo>
                <a:lnTo>
                  <a:pt x="390067" y="693187"/>
                </a:lnTo>
                <a:lnTo>
                  <a:pt x="391703" y="691504"/>
                </a:lnTo>
                <a:lnTo>
                  <a:pt x="393338" y="700625"/>
                </a:lnTo>
                <a:lnTo>
                  <a:pt x="395791" y="699901"/>
                </a:lnTo>
                <a:lnTo>
                  <a:pt x="398245" y="700286"/>
                </a:lnTo>
                <a:lnTo>
                  <a:pt x="400698" y="683457"/>
                </a:lnTo>
                <a:lnTo>
                  <a:pt x="402333" y="686570"/>
                </a:lnTo>
                <a:lnTo>
                  <a:pt x="403969" y="697219"/>
                </a:lnTo>
                <a:lnTo>
                  <a:pt x="404787" y="689213"/>
                </a:lnTo>
                <a:lnTo>
                  <a:pt x="405604" y="682295"/>
                </a:lnTo>
                <a:lnTo>
                  <a:pt x="406422" y="692329"/>
                </a:lnTo>
                <a:lnTo>
                  <a:pt x="407240" y="697813"/>
                </a:lnTo>
                <a:lnTo>
                  <a:pt x="409693" y="695338"/>
                </a:lnTo>
                <a:lnTo>
                  <a:pt x="410511" y="695264"/>
                </a:lnTo>
                <a:lnTo>
                  <a:pt x="411329" y="689831"/>
                </a:lnTo>
                <a:lnTo>
                  <a:pt x="413782" y="691849"/>
                </a:lnTo>
                <a:lnTo>
                  <a:pt x="417871" y="688381"/>
                </a:lnTo>
                <a:lnTo>
                  <a:pt x="418688" y="689663"/>
                </a:lnTo>
                <a:lnTo>
                  <a:pt x="420324" y="700057"/>
                </a:lnTo>
                <a:lnTo>
                  <a:pt x="421959" y="693042"/>
                </a:lnTo>
                <a:lnTo>
                  <a:pt x="424413" y="681279"/>
                </a:lnTo>
                <a:lnTo>
                  <a:pt x="425230" y="694289"/>
                </a:lnTo>
                <a:lnTo>
                  <a:pt x="427684" y="686448"/>
                </a:lnTo>
                <a:lnTo>
                  <a:pt x="430137" y="684312"/>
                </a:lnTo>
                <a:lnTo>
                  <a:pt x="433408" y="691683"/>
                </a:lnTo>
                <a:lnTo>
                  <a:pt x="435043" y="684926"/>
                </a:lnTo>
                <a:lnTo>
                  <a:pt x="436679" y="688215"/>
                </a:lnTo>
                <a:lnTo>
                  <a:pt x="438314" y="681831"/>
                </a:lnTo>
                <a:lnTo>
                  <a:pt x="439950" y="686824"/>
                </a:lnTo>
                <a:lnTo>
                  <a:pt x="441585" y="689450"/>
                </a:lnTo>
                <a:lnTo>
                  <a:pt x="442403" y="685103"/>
                </a:lnTo>
                <a:lnTo>
                  <a:pt x="443221" y="678958"/>
                </a:lnTo>
                <a:lnTo>
                  <a:pt x="444856" y="687346"/>
                </a:lnTo>
                <a:lnTo>
                  <a:pt x="449763" y="681141"/>
                </a:lnTo>
                <a:lnTo>
                  <a:pt x="450581" y="685437"/>
                </a:lnTo>
                <a:lnTo>
                  <a:pt x="451398" y="688559"/>
                </a:lnTo>
                <a:lnTo>
                  <a:pt x="454669" y="672449"/>
                </a:lnTo>
                <a:lnTo>
                  <a:pt x="457940" y="690175"/>
                </a:lnTo>
                <a:lnTo>
                  <a:pt x="462029" y="688109"/>
                </a:lnTo>
                <a:lnTo>
                  <a:pt x="463665" y="684936"/>
                </a:lnTo>
                <a:lnTo>
                  <a:pt x="465300" y="682503"/>
                </a:lnTo>
                <a:lnTo>
                  <a:pt x="467753" y="678048"/>
                </a:lnTo>
                <a:lnTo>
                  <a:pt x="469389" y="685525"/>
                </a:lnTo>
                <a:lnTo>
                  <a:pt x="470207" y="684750"/>
                </a:lnTo>
                <a:lnTo>
                  <a:pt x="473478" y="663540"/>
                </a:lnTo>
                <a:lnTo>
                  <a:pt x="474295" y="664340"/>
                </a:lnTo>
                <a:lnTo>
                  <a:pt x="478384" y="685904"/>
                </a:lnTo>
                <a:lnTo>
                  <a:pt x="480837" y="682558"/>
                </a:lnTo>
                <a:lnTo>
                  <a:pt x="484926" y="658856"/>
                </a:lnTo>
                <a:lnTo>
                  <a:pt x="488197" y="681462"/>
                </a:lnTo>
                <a:lnTo>
                  <a:pt x="490650" y="678399"/>
                </a:lnTo>
                <a:lnTo>
                  <a:pt x="491468" y="679200"/>
                </a:lnTo>
                <a:lnTo>
                  <a:pt x="492286" y="667655"/>
                </a:lnTo>
                <a:lnTo>
                  <a:pt x="493921" y="682827"/>
                </a:lnTo>
                <a:lnTo>
                  <a:pt x="494739" y="674175"/>
                </a:lnTo>
                <a:lnTo>
                  <a:pt x="495557" y="669620"/>
                </a:lnTo>
                <a:lnTo>
                  <a:pt x="496375" y="671889"/>
                </a:lnTo>
                <a:lnTo>
                  <a:pt x="497192" y="683315"/>
                </a:lnTo>
                <a:lnTo>
                  <a:pt x="499646" y="682824"/>
                </a:lnTo>
                <a:lnTo>
                  <a:pt x="502917" y="664494"/>
                </a:lnTo>
                <a:lnTo>
                  <a:pt x="503734" y="669226"/>
                </a:lnTo>
                <a:lnTo>
                  <a:pt x="504552" y="680633"/>
                </a:lnTo>
                <a:lnTo>
                  <a:pt x="506188" y="666596"/>
                </a:lnTo>
                <a:lnTo>
                  <a:pt x="507005" y="675161"/>
                </a:lnTo>
                <a:lnTo>
                  <a:pt x="507823" y="673349"/>
                </a:lnTo>
                <a:lnTo>
                  <a:pt x="508641" y="674185"/>
                </a:lnTo>
                <a:lnTo>
                  <a:pt x="509459" y="661570"/>
                </a:lnTo>
                <a:lnTo>
                  <a:pt x="511912" y="667650"/>
                </a:lnTo>
                <a:lnTo>
                  <a:pt x="513547" y="656483"/>
                </a:lnTo>
                <a:lnTo>
                  <a:pt x="514365" y="661597"/>
                </a:lnTo>
                <a:lnTo>
                  <a:pt x="516818" y="680567"/>
                </a:lnTo>
                <a:lnTo>
                  <a:pt x="518454" y="668407"/>
                </a:lnTo>
                <a:lnTo>
                  <a:pt x="519272" y="662054"/>
                </a:lnTo>
                <a:lnTo>
                  <a:pt x="520907" y="663466"/>
                </a:lnTo>
                <a:lnTo>
                  <a:pt x="521725" y="668266"/>
                </a:lnTo>
                <a:lnTo>
                  <a:pt x="524178" y="665468"/>
                </a:lnTo>
                <a:lnTo>
                  <a:pt x="526631" y="658109"/>
                </a:lnTo>
                <a:lnTo>
                  <a:pt x="527449" y="664578"/>
                </a:lnTo>
                <a:lnTo>
                  <a:pt x="530720" y="669120"/>
                </a:lnTo>
                <a:lnTo>
                  <a:pt x="531538" y="660757"/>
                </a:lnTo>
                <a:lnTo>
                  <a:pt x="533991" y="666806"/>
                </a:lnTo>
                <a:lnTo>
                  <a:pt x="535627" y="676183"/>
                </a:lnTo>
                <a:lnTo>
                  <a:pt x="536444" y="666729"/>
                </a:lnTo>
                <a:lnTo>
                  <a:pt x="537262" y="663816"/>
                </a:lnTo>
                <a:lnTo>
                  <a:pt x="538080" y="666009"/>
                </a:lnTo>
                <a:lnTo>
                  <a:pt x="538898" y="674273"/>
                </a:lnTo>
                <a:lnTo>
                  <a:pt x="540533" y="668129"/>
                </a:lnTo>
                <a:lnTo>
                  <a:pt x="541351" y="659963"/>
                </a:lnTo>
                <a:lnTo>
                  <a:pt x="543804" y="662181"/>
                </a:lnTo>
                <a:lnTo>
                  <a:pt x="545440" y="669578"/>
                </a:lnTo>
                <a:lnTo>
                  <a:pt x="546257" y="662376"/>
                </a:lnTo>
                <a:lnTo>
                  <a:pt x="547075" y="660285"/>
                </a:lnTo>
                <a:lnTo>
                  <a:pt x="551164" y="674603"/>
                </a:lnTo>
                <a:lnTo>
                  <a:pt x="551982" y="671550"/>
                </a:lnTo>
                <a:lnTo>
                  <a:pt x="552799" y="676416"/>
                </a:lnTo>
                <a:lnTo>
                  <a:pt x="553617" y="680921"/>
                </a:lnTo>
                <a:lnTo>
                  <a:pt x="554435" y="678309"/>
                </a:lnTo>
                <a:lnTo>
                  <a:pt x="555253" y="668919"/>
                </a:lnTo>
                <a:lnTo>
                  <a:pt x="556888" y="674195"/>
                </a:lnTo>
                <a:lnTo>
                  <a:pt x="557706" y="680256"/>
                </a:lnTo>
                <a:lnTo>
                  <a:pt x="558524" y="671606"/>
                </a:lnTo>
                <a:lnTo>
                  <a:pt x="559341" y="674802"/>
                </a:lnTo>
                <a:lnTo>
                  <a:pt x="560159" y="661012"/>
                </a:lnTo>
                <a:lnTo>
                  <a:pt x="561795" y="669616"/>
                </a:lnTo>
                <a:lnTo>
                  <a:pt x="563430" y="672837"/>
                </a:lnTo>
                <a:lnTo>
                  <a:pt x="564248" y="667599"/>
                </a:lnTo>
                <a:lnTo>
                  <a:pt x="565883" y="662818"/>
                </a:lnTo>
                <a:lnTo>
                  <a:pt x="566701" y="667363"/>
                </a:lnTo>
                <a:lnTo>
                  <a:pt x="569154" y="681719"/>
                </a:lnTo>
                <a:lnTo>
                  <a:pt x="570790" y="662533"/>
                </a:lnTo>
                <a:lnTo>
                  <a:pt x="572425" y="663482"/>
                </a:lnTo>
                <a:lnTo>
                  <a:pt x="573243" y="661674"/>
                </a:lnTo>
                <a:lnTo>
                  <a:pt x="574061" y="651824"/>
                </a:lnTo>
                <a:lnTo>
                  <a:pt x="575696" y="661079"/>
                </a:lnTo>
                <a:lnTo>
                  <a:pt x="578967" y="667143"/>
                </a:lnTo>
                <a:lnTo>
                  <a:pt x="582238" y="660597"/>
                </a:lnTo>
                <a:lnTo>
                  <a:pt x="586327" y="674741"/>
                </a:lnTo>
                <a:lnTo>
                  <a:pt x="587145" y="673404"/>
                </a:lnTo>
                <a:lnTo>
                  <a:pt x="588780" y="673003"/>
                </a:lnTo>
                <a:lnTo>
                  <a:pt x="590416" y="679899"/>
                </a:lnTo>
                <a:lnTo>
                  <a:pt x="592869" y="661537"/>
                </a:lnTo>
                <a:lnTo>
                  <a:pt x="593687" y="674185"/>
                </a:lnTo>
                <a:lnTo>
                  <a:pt x="595322" y="678358"/>
                </a:lnTo>
                <a:lnTo>
                  <a:pt x="596140" y="670933"/>
                </a:lnTo>
                <a:lnTo>
                  <a:pt x="596958" y="673999"/>
                </a:lnTo>
                <a:lnTo>
                  <a:pt x="597776" y="666187"/>
                </a:lnTo>
                <a:lnTo>
                  <a:pt x="598593" y="668270"/>
                </a:lnTo>
                <a:lnTo>
                  <a:pt x="599411" y="670168"/>
                </a:lnTo>
                <a:lnTo>
                  <a:pt x="600229" y="662074"/>
                </a:lnTo>
                <a:lnTo>
                  <a:pt x="602682" y="665352"/>
                </a:lnTo>
                <a:lnTo>
                  <a:pt x="603500" y="660834"/>
                </a:lnTo>
                <a:lnTo>
                  <a:pt x="604318" y="664785"/>
                </a:lnTo>
                <a:lnTo>
                  <a:pt x="605135" y="669498"/>
                </a:lnTo>
                <a:lnTo>
                  <a:pt x="607589" y="668388"/>
                </a:lnTo>
                <a:lnTo>
                  <a:pt x="609224" y="674400"/>
                </a:lnTo>
                <a:lnTo>
                  <a:pt x="610042" y="666681"/>
                </a:lnTo>
                <a:lnTo>
                  <a:pt x="611677" y="680421"/>
                </a:lnTo>
                <a:lnTo>
                  <a:pt x="612495" y="665194"/>
                </a:lnTo>
                <a:lnTo>
                  <a:pt x="614948" y="670283"/>
                </a:lnTo>
                <a:lnTo>
                  <a:pt x="619855" y="680153"/>
                </a:lnTo>
                <a:lnTo>
                  <a:pt x="623126" y="660903"/>
                </a:lnTo>
                <a:lnTo>
                  <a:pt x="622308" y="681535"/>
                </a:lnTo>
                <a:lnTo>
                  <a:pt x="624761" y="665139"/>
                </a:lnTo>
                <a:lnTo>
                  <a:pt x="628850" y="682642"/>
                </a:lnTo>
                <a:lnTo>
                  <a:pt x="631303" y="670884"/>
                </a:lnTo>
                <a:lnTo>
                  <a:pt x="632121" y="679569"/>
                </a:lnTo>
                <a:lnTo>
                  <a:pt x="632939" y="679252"/>
                </a:lnTo>
                <a:lnTo>
                  <a:pt x="635392" y="679723"/>
                </a:lnTo>
                <a:lnTo>
                  <a:pt x="636210" y="664053"/>
                </a:lnTo>
                <a:lnTo>
                  <a:pt x="637028" y="683170"/>
                </a:lnTo>
                <a:lnTo>
                  <a:pt x="639481" y="678711"/>
                </a:lnTo>
                <a:lnTo>
                  <a:pt x="640299" y="680522"/>
                </a:lnTo>
                <a:lnTo>
                  <a:pt x="641934" y="666039"/>
                </a:lnTo>
                <a:lnTo>
                  <a:pt x="644387" y="672520"/>
                </a:lnTo>
                <a:lnTo>
                  <a:pt x="647658" y="681968"/>
                </a:lnTo>
                <a:lnTo>
                  <a:pt x="649294" y="676031"/>
                </a:lnTo>
                <a:lnTo>
                  <a:pt x="650112" y="676290"/>
                </a:lnTo>
                <a:lnTo>
                  <a:pt x="652565" y="686872"/>
                </a:lnTo>
                <a:lnTo>
                  <a:pt x="653383" y="680579"/>
                </a:lnTo>
                <a:lnTo>
                  <a:pt x="657471" y="671541"/>
                </a:lnTo>
                <a:lnTo>
                  <a:pt x="658289" y="662228"/>
                </a:lnTo>
                <a:lnTo>
                  <a:pt x="659107" y="670188"/>
                </a:lnTo>
                <a:lnTo>
                  <a:pt x="660742" y="694153"/>
                </a:lnTo>
                <a:lnTo>
                  <a:pt x="662378" y="675616"/>
                </a:lnTo>
                <a:lnTo>
                  <a:pt x="664013" y="677695"/>
                </a:lnTo>
                <a:lnTo>
                  <a:pt x="664831" y="669829"/>
                </a:lnTo>
                <a:lnTo>
                  <a:pt x="666467" y="671256"/>
                </a:lnTo>
                <a:lnTo>
                  <a:pt x="667284" y="677190"/>
                </a:lnTo>
                <a:lnTo>
                  <a:pt x="668102" y="668478"/>
                </a:lnTo>
                <a:lnTo>
                  <a:pt x="669738" y="661657"/>
                </a:lnTo>
                <a:lnTo>
                  <a:pt x="670555" y="663474"/>
                </a:lnTo>
                <a:lnTo>
                  <a:pt x="675462" y="683120"/>
                </a:lnTo>
                <a:lnTo>
                  <a:pt x="681186" y="671201"/>
                </a:lnTo>
                <a:lnTo>
                  <a:pt x="677097" y="684133"/>
                </a:lnTo>
                <a:lnTo>
                  <a:pt x="682004" y="672542"/>
                </a:lnTo>
                <a:lnTo>
                  <a:pt x="682822" y="678196"/>
                </a:lnTo>
                <a:lnTo>
                  <a:pt x="683639" y="665650"/>
                </a:lnTo>
                <a:lnTo>
                  <a:pt x="684457" y="666883"/>
                </a:lnTo>
                <a:lnTo>
                  <a:pt x="688546" y="683208"/>
                </a:lnTo>
                <a:lnTo>
                  <a:pt x="689364" y="683964"/>
                </a:lnTo>
                <a:lnTo>
                  <a:pt x="694270" y="667628"/>
                </a:lnTo>
                <a:lnTo>
                  <a:pt x="696724" y="660039"/>
                </a:lnTo>
                <a:lnTo>
                  <a:pt x="698359" y="664835"/>
                </a:lnTo>
                <a:lnTo>
                  <a:pt x="699177" y="672946"/>
                </a:lnTo>
                <a:lnTo>
                  <a:pt x="700812" y="663286"/>
                </a:lnTo>
                <a:lnTo>
                  <a:pt x="701630" y="660883"/>
                </a:lnTo>
                <a:lnTo>
                  <a:pt x="703265" y="665497"/>
                </a:lnTo>
                <a:lnTo>
                  <a:pt x="704901" y="661152"/>
                </a:lnTo>
                <a:lnTo>
                  <a:pt x="707354" y="678641"/>
                </a:lnTo>
                <a:lnTo>
                  <a:pt x="708172" y="678560"/>
                </a:lnTo>
                <a:lnTo>
                  <a:pt x="713078" y="658188"/>
                </a:lnTo>
                <a:lnTo>
                  <a:pt x="713896" y="660783"/>
                </a:lnTo>
                <a:lnTo>
                  <a:pt x="715532" y="664707"/>
                </a:lnTo>
                <a:lnTo>
                  <a:pt x="717167" y="661879"/>
                </a:lnTo>
                <a:lnTo>
                  <a:pt x="719620" y="654797"/>
                </a:lnTo>
                <a:lnTo>
                  <a:pt x="722074" y="657334"/>
                </a:lnTo>
                <a:lnTo>
                  <a:pt x="723709" y="666264"/>
                </a:lnTo>
                <a:lnTo>
                  <a:pt x="724527" y="660602"/>
                </a:lnTo>
                <a:lnTo>
                  <a:pt x="726162" y="650686"/>
                </a:lnTo>
                <a:lnTo>
                  <a:pt x="727798" y="655422"/>
                </a:lnTo>
                <a:lnTo>
                  <a:pt x="729433" y="656405"/>
                </a:lnTo>
                <a:lnTo>
                  <a:pt x="731069" y="657474"/>
                </a:lnTo>
                <a:lnTo>
                  <a:pt x="731887" y="652245"/>
                </a:lnTo>
                <a:lnTo>
                  <a:pt x="735158" y="659823"/>
                </a:lnTo>
                <a:lnTo>
                  <a:pt x="735975" y="646546"/>
                </a:lnTo>
                <a:lnTo>
                  <a:pt x="736793" y="651387"/>
                </a:lnTo>
                <a:lnTo>
                  <a:pt x="737611" y="673338"/>
                </a:lnTo>
                <a:lnTo>
                  <a:pt x="739246" y="657965"/>
                </a:lnTo>
                <a:lnTo>
                  <a:pt x="743335" y="645844"/>
                </a:lnTo>
                <a:lnTo>
                  <a:pt x="744153" y="646550"/>
                </a:lnTo>
                <a:lnTo>
                  <a:pt x="745788" y="653550"/>
                </a:lnTo>
                <a:lnTo>
                  <a:pt x="746606" y="649609"/>
                </a:lnTo>
                <a:lnTo>
                  <a:pt x="749877" y="642664"/>
                </a:lnTo>
                <a:lnTo>
                  <a:pt x="753148" y="648723"/>
                </a:lnTo>
                <a:lnTo>
                  <a:pt x="755601" y="640637"/>
                </a:lnTo>
                <a:lnTo>
                  <a:pt x="756419" y="641439"/>
                </a:lnTo>
                <a:lnTo>
                  <a:pt x="760508" y="646489"/>
                </a:lnTo>
                <a:lnTo>
                  <a:pt x="765415" y="647416"/>
                </a:lnTo>
                <a:lnTo>
                  <a:pt x="771957" y="640832"/>
                </a:lnTo>
                <a:lnTo>
                  <a:pt x="774410" y="642804"/>
                </a:lnTo>
                <a:lnTo>
                  <a:pt x="775228" y="641420"/>
                </a:lnTo>
                <a:lnTo>
                  <a:pt x="777681" y="642443"/>
                </a:lnTo>
                <a:lnTo>
                  <a:pt x="778499" y="637768"/>
                </a:lnTo>
                <a:lnTo>
                  <a:pt x="780134" y="644875"/>
                </a:lnTo>
                <a:lnTo>
                  <a:pt x="781770" y="641284"/>
                </a:lnTo>
                <a:lnTo>
                  <a:pt x="783405" y="632477"/>
                </a:lnTo>
                <a:lnTo>
                  <a:pt x="784223" y="637209"/>
                </a:lnTo>
                <a:lnTo>
                  <a:pt x="786676" y="648259"/>
                </a:lnTo>
                <a:lnTo>
                  <a:pt x="787494" y="643428"/>
                </a:lnTo>
                <a:lnTo>
                  <a:pt x="790765" y="629048"/>
                </a:lnTo>
                <a:lnTo>
                  <a:pt x="792400" y="632656"/>
                </a:lnTo>
                <a:lnTo>
                  <a:pt x="794036" y="646112"/>
                </a:lnTo>
                <a:lnTo>
                  <a:pt x="794853" y="641390"/>
                </a:lnTo>
                <a:lnTo>
                  <a:pt x="798942" y="619327"/>
                </a:lnTo>
                <a:lnTo>
                  <a:pt x="801395" y="629493"/>
                </a:lnTo>
                <a:lnTo>
                  <a:pt x="803849" y="627548"/>
                </a:lnTo>
                <a:lnTo>
                  <a:pt x="805484" y="626149"/>
                </a:lnTo>
                <a:lnTo>
                  <a:pt x="806302" y="629861"/>
                </a:lnTo>
                <a:lnTo>
                  <a:pt x="808755" y="629240"/>
                </a:lnTo>
                <a:lnTo>
                  <a:pt x="810391" y="632134"/>
                </a:lnTo>
                <a:lnTo>
                  <a:pt x="812026" y="624935"/>
                </a:lnTo>
                <a:lnTo>
                  <a:pt x="813662" y="626636"/>
                </a:lnTo>
                <a:lnTo>
                  <a:pt x="814479" y="625268"/>
                </a:lnTo>
                <a:lnTo>
                  <a:pt x="816115" y="626335"/>
                </a:lnTo>
                <a:lnTo>
                  <a:pt x="818568" y="634671"/>
                </a:lnTo>
                <a:lnTo>
                  <a:pt x="819386" y="634147"/>
                </a:lnTo>
                <a:lnTo>
                  <a:pt x="821021" y="624809"/>
                </a:lnTo>
                <a:lnTo>
                  <a:pt x="822657" y="626997"/>
                </a:lnTo>
                <a:lnTo>
                  <a:pt x="824292" y="632541"/>
                </a:lnTo>
                <a:lnTo>
                  <a:pt x="825110" y="630784"/>
                </a:lnTo>
                <a:lnTo>
                  <a:pt x="826746" y="625799"/>
                </a:lnTo>
                <a:lnTo>
                  <a:pt x="827563" y="628273"/>
                </a:lnTo>
                <a:lnTo>
                  <a:pt x="830834" y="630362"/>
                </a:lnTo>
                <a:lnTo>
                  <a:pt x="835741" y="631083"/>
                </a:lnTo>
                <a:lnTo>
                  <a:pt x="836559" y="632022"/>
                </a:lnTo>
                <a:lnTo>
                  <a:pt x="837376" y="629308"/>
                </a:lnTo>
                <a:lnTo>
                  <a:pt x="838194" y="627502"/>
                </a:lnTo>
                <a:lnTo>
                  <a:pt x="839012" y="630544"/>
                </a:lnTo>
                <a:lnTo>
                  <a:pt x="840647" y="634150"/>
                </a:lnTo>
                <a:lnTo>
                  <a:pt x="841465" y="628857"/>
                </a:lnTo>
                <a:lnTo>
                  <a:pt x="843918" y="617236"/>
                </a:lnTo>
                <a:lnTo>
                  <a:pt x="844736" y="620931"/>
                </a:lnTo>
                <a:lnTo>
                  <a:pt x="845554" y="631176"/>
                </a:lnTo>
                <a:lnTo>
                  <a:pt x="848007" y="625140"/>
                </a:lnTo>
                <a:lnTo>
                  <a:pt x="850461" y="620152"/>
                </a:lnTo>
                <a:lnTo>
                  <a:pt x="851278" y="621988"/>
                </a:lnTo>
                <a:lnTo>
                  <a:pt x="854549" y="632992"/>
                </a:lnTo>
                <a:lnTo>
                  <a:pt x="856185" y="619322"/>
                </a:lnTo>
                <a:lnTo>
                  <a:pt x="858638" y="626057"/>
                </a:lnTo>
                <a:lnTo>
                  <a:pt x="861091" y="619647"/>
                </a:lnTo>
                <a:lnTo>
                  <a:pt x="861909" y="622068"/>
                </a:lnTo>
                <a:lnTo>
                  <a:pt x="863545" y="630629"/>
                </a:lnTo>
                <a:lnTo>
                  <a:pt x="864362" y="617035"/>
                </a:lnTo>
                <a:lnTo>
                  <a:pt x="865998" y="634775"/>
                </a:lnTo>
                <a:lnTo>
                  <a:pt x="868451" y="619267"/>
                </a:lnTo>
                <a:lnTo>
                  <a:pt x="870086" y="625390"/>
                </a:lnTo>
                <a:lnTo>
                  <a:pt x="872540" y="621839"/>
                </a:lnTo>
                <a:lnTo>
                  <a:pt x="874175" y="630085"/>
                </a:lnTo>
                <a:lnTo>
                  <a:pt x="874993" y="614179"/>
                </a:lnTo>
                <a:lnTo>
                  <a:pt x="876628" y="621924"/>
                </a:lnTo>
                <a:lnTo>
                  <a:pt x="878264" y="636005"/>
                </a:lnTo>
                <a:lnTo>
                  <a:pt x="879082" y="634024"/>
                </a:lnTo>
                <a:lnTo>
                  <a:pt x="879899" y="623176"/>
                </a:lnTo>
                <a:lnTo>
                  <a:pt x="882353" y="624345"/>
                </a:lnTo>
                <a:lnTo>
                  <a:pt x="884806" y="621632"/>
                </a:lnTo>
                <a:lnTo>
                  <a:pt x="883988" y="627398"/>
                </a:lnTo>
                <a:lnTo>
                  <a:pt x="885624" y="622761"/>
                </a:lnTo>
                <a:lnTo>
                  <a:pt x="887259" y="630467"/>
                </a:lnTo>
                <a:lnTo>
                  <a:pt x="888077" y="626394"/>
                </a:lnTo>
                <a:lnTo>
                  <a:pt x="888895" y="619690"/>
                </a:lnTo>
                <a:lnTo>
                  <a:pt x="891348" y="621018"/>
                </a:lnTo>
                <a:lnTo>
                  <a:pt x="893801" y="626340"/>
                </a:lnTo>
                <a:lnTo>
                  <a:pt x="894619" y="624053"/>
                </a:lnTo>
                <a:lnTo>
                  <a:pt x="897890" y="605246"/>
                </a:lnTo>
                <a:lnTo>
                  <a:pt x="899525" y="635097"/>
                </a:lnTo>
                <a:lnTo>
                  <a:pt x="901161" y="615217"/>
                </a:lnTo>
                <a:lnTo>
                  <a:pt x="903614" y="629460"/>
                </a:lnTo>
                <a:lnTo>
                  <a:pt x="904432" y="620399"/>
                </a:lnTo>
                <a:lnTo>
                  <a:pt x="906067" y="618279"/>
                </a:lnTo>
                <a:lnTo>
                  <a:pt x="906885" y="621152"/>
                </a:lnTo>
                <a:lnTo>
                  <a:pt x="910156" y="642914"/>
                </a:lnTo>
                <a:lnTo>
                  <a:pt x="912609" y="622596"/>
                </a:lnTo>
                <a:lnTo>
                  <a:pt x="913427" y="624117"/>
                </a:lnTo>
                <a:lnTo>
                  <a:pt x="915880" y="638247"/>
                </a:lnTo>
                <a:lnTo>
                  <a:pt x="916698" y="637348"/>
                </a:lnTo>
                <a:lnTo>
                  <a:pt x="919151" y="629314"/>
                </a:lnTo>
                <a:lnTo>
                  <a:pt x="919969" y="632108"/>
                </a:lnTo>
                <a:lnTo>
                  <a:pt x="921605" y="628098"/>
                </a:lnTo>
                <a:lnTo>
                  <a:pt x="922422" y="622223"/>
                </a:lnTo>
                <a:lnTo>
                  <a:pt x="923240" y="628327"/>
                </a:lnTo>
                <a:lnTo>
                  <a:pt x="924058" y="640156"/>
                </a:lnTo>
                <a:lnTo>
                  <a:pt x="924876" y="631215"/>
                </a:lnTo>
                <a:lnTo>
                  <a:pt x="925693" y="616583"/>
                </a:lnTo>
                <a:lnTo>
                  <a:pt x="926511" y="627527"/>
                </a:lnTo>
                <a:lnTo>
                  <a:pt x="927329" y="646984"/>
                </a:lnTo>
                <a:lnTo>
                  <a:pt x="928964" y="637837"/>
                </a:lnTo>
                <a:lnTo>
                  <a:pt x="933053" y="607218"/>
                </a:lnTo>
                <a:lnTo>
                  <a:pt x="937142" y="624327"/>
                </a:lnTo>
                <a:lnTo>
                  <a:pt x="938778" y="618857"/>
                </a:lnTo>
                <a:lnTo>
                  <a:pt x="941231" y="597626"/>
                </a:lnTo>
                <a:lnTo>
                  <a:pt x="942866" y="613298"/>
                </a:lnTo>
                <a:lnTo>
                  <a:pt x="944502" y="625499"/>
                </a:lnTo>
                <a:lnTo>
                  <a:pt x="946137" y="621980"/>
                </a:lnTo>
                <a:lnTo>
                  <a:pt x="949408" y="610938"/>
                </a:lnTo>
                <a:lnTo>
                  <a:pt x="950226" y="614046"/>
                </a:lnTo>
                <a:lnTo>
                  <a:pt x="954315" y="623920"/>
                </a:lnTo>
                <a:lnTo>
                  <a:pt x="956768" y="616300"/>
                </a:lnTo>
                <a:lnTo>
                  <a:pt x="957586" y="620947"/>
                </a:lnTo>
                <a:lnTo>
                  <a:pt x="958403" y="620863"/>
                </a:lnTo>
                <a:lnTo>
                  <a:pt x="960039" y="625601"/>
                </a:lnTo>
                <a:lnTo>
                  <a:pt x="961674" y="623120"/>
                </a:lnTo>
                <a:lnTo>
                  <a:pt x="963310" y="620136"/>
                </a:lnTo>
                <a:lnTo>
                  <a:pt x="964128" y="622818"/>
                </a:lnTo>
                <a:lnTo>
                  <a:pt x="964945" y="625859"/>
                </a:lnTo>
                <a:lnTo>
                  <a:pt x="966581" y="624400"/>
                </a:lnTo>
                <a:lnTo>
                  <a:pt x="969034" y="620845"/>
                </a:lnTo>
                <a:lnTo>
                  <a:pt x="973123" y="632183"/>
                </a:lnTo>
                <a:lnTo>
                  <a:pt x="974758" y="624792"/>
                </a:lnTo>
                <a:lnTo>
                  <a:pt x="975576" y="627060"/>
                </a:lnTo>
                <a:lnTo>
                  <a:pt x="978029" y="643680"/>
                </a:lnTo>
                <a:lnTo>
                  <a:pt x="978847" y="639600"/>
                </a:lnTo>
                <a:lnTo>
                  <a:pt x="979665" y="631854"/>
                </a:lnTo>
                <a:lnTo>
                  <a:pt x="982118" y="635992"/>
                </a:lnTo>
                <a:lnTo>
                  <a:pt x="985389" y="640084"/>
                </a:lnTo>
                <a:lnTo>
                  <a:pt x="989478" y="628709"/>
                </a:lnTo>
                <a:lnTo>
                  <a:pt x="991113" y="635877"/>
                </a:lnTo>
                <a:lnTo>
                  <a:pt x="993567" y="646781"/>
                </a:lnTo>
                <a:lnTo>
                  <a:pt x="994384" y="637817"/>
                </a:lnTo>
                <a:lnTo>
                  <a:pt x="995202" y="638304"/>
                </a:lnTo>
                <a:lnTo>
                  <a:pt x="996838" y="650039"/>
                </a:lnTo>
                <a:lnTo>
                  <a:pt x="998473" y="643987"/>
                </a:lnTo>
                <a:lnTo>
                  <a:pt x="999291" y="646775"/>
                </a:lnTo>
                <a:lnTo>
                  <a:pt x="1000109" y="640217"/>
                </a:lnTo>
                <a:lnTo>
                  <a:pt x="1001744" y="644724"/>
                </a:lnTo>
                <a:lnTo>
                  <a:pt x="1002562" y="643762"/>
                </a:lnTo>
                <a:lnTo>
                  <a:pt x="1003380" y="645007"/>
                </a:lnTo>
                <a:lnTo>
                  <a:pt x="1008286" y="660279"/>
                </a:lnTo>
                <a:lnTo>
                  <a:pt x="1009922" y="649253"/>
                </a:lnTo>
                <a:lnTo>
                  <a:pt x="1010739" y="650137"/>
                </a:lnTo>
                <a:lnTo>
                  <a:pt x="1012375" y="667645"/>
                </a:lnTo>
                <a:lnTo>
                  <a:pt x="1014011" y="653419"/>
                </a:lnTo>
                <a:lnTo>
                  <a:pt x="1018099" y="667565"/>
                </a:lnTo>
                <a:lnTo>
                  <a:pt x="1019735" y="657729"/>
                </a:lnTo>
                <a:lnTo>
                  <a:pt x="1021370" y="659387"/>
                </a:lnTo>
                <a:lnTo>
                  <a:pt x="1024641" y="664676"/>
                </a:lnTo>
                <a:lnTo>
                  <a:pt x="1025459" y="660386"/>
                </a:lnTo>
                <a:lnTo>
                  <a:pt x="1027095" y="663922"/>
                </a:lnTo>
                <a:lnTo>
                  <a:pt x="1030366" y="663680"/>
                </a:lnTo>
                <a:lnTo>
                  <a:pt x="1032001" y="661203"/>
                </a:lnTo>
                <a:lnTo>
                  <a:pt x="1032819" y="665114"/>
                </a:lnTo>
                <a:lnTo>
                  <a:pt x="1033637" y="666012"/>
                </a:lnTo>
                <a:lnTo>
                  <a:pt x="1035272" y="657772"/>
                </a:lnTo>
                <a:lnTo>
                  <a:pt x="1036907" y="660293"/>
                </a:lnTo>
                <a:lnTo>
                  <a:pt x="1037725" y="660275"/>
                </a:lnTo>
                <a:lnTo>
                  <a:pt x="1041814" y="676574"/>
                </a:lnTo>
                <a:lnTo>
                  <a:pt x="1043449" y="667955"/>
                </a:lnTo>
                <a:lnTo>
                  <a:pt x="1044267" y="676316"/>
                </a:lnTo>
                <a:lnTo>
                  <a:pt x="1045903" y="687932"/>
                </a:lnTo>
                <a:lnTo>
                  <a:pt x="1046720" y="676671"/>
                </a:lnTo>
                <a:lnTo>
                  <a:pt x="1047538" y="671791"/>
                </a:lnTo>
                <a:lnTo>
                  <a:pt x="1048356" y="678738"/>
                </a:lnTo>
                <a:lnTo>
                  <a:pt x="1050809" y="684880"/>
                </a:lnTo>
                <a:lnTo>
                  <a:pt x="1051627" y="681404"/>
                </a:lnTo>
                <a:lnTo>
                  <a:pt x="1052445" y="681310"/>
                </a:lnTo>
                <a:lnTo>
                  <a:pt x="1055716" y="684561"/>
                </a:lnTo>
                <a:lnTo>
                  <a:pt x="1058169" y="690377"/>
                </a:lnTo>
                <a:lnTo>
                  <a:pt x="1060622" y="697933"/>
                </a:lnTo>
                <a:lnTo>
                  <a:pt x="1063075" y="695294"/>
                </a:lnTo>
                <a:lnTo>
                  <a:pt x="1071253" y="707310"/>
                </a:lnTo>
                <a:lnTo>
                  <a:pt x="1072071" y="706727"/>
                </a:lnTo>
                <a:lnTo>
                  <a:pt x="1072888" y="703264"/>
                </a:lnTo>
                <a:lnTo>
                  <a:pt x="1073706" y="710663"/>
                </a:lnTo>
                <a:lnTo>
                  <a:pt x="1075342" y="717686"/>
                </a:lnTo>
                <a:lnTo>
                  <a:pt x="1076977" y="714655"/>
                </a:lnTo>
                <a:lnTo>
                  <a:pt x="1081066" y="730918"/>
                </a:lnTo>
                <a:lnTo>
                  <a:pt x="1081884" y="725996"/>
                </a:lnTo>
                <a:lnTo>
                  <a:pt x="1082701" y="721136"/>
                </a:lnTo>
                <a:lnTo>
                  <a:pt x="1083519" y="733361"/>
                </a:lnTo>
                <a:lnTo>
                  <a:pt x="1085972" y="732728"/>
                </a:lnTo>
                <a:lnTo>
                  <a:pt x="1086790" y="724879"/>
                </a:lnTo>
                <a:lnTo>
                  <a:pt x="1088426" y="733178"/>
                </a:lnTo>
                <a:lnTo>
                  <a:pt x="1089243" y="732067"/>
                </a:lnTo>
                <a:lnTo>
                  <a:pt x="1090061" y="722453"/>
                </a:lnTo>
                <a:lnTo>
                  <a:pt x="1092515" y="729650"/>
                </a:lnTo>
                <a:lnTo>
                  <a:pt x="1094150" y="726443"/>
                </a:lnTo>
                <a:lnTo>
                  <a:pt x="1095786" y="729148"/>
                </a:lnTo>
                <a:lnTo>
                  <a:pt x="1096603" y="730257"/>
                </a:lnTo>
                <a:lnTo>
                  <a:pt x="1097421" y="725094"/>
                </a:lnTo>
                <a:lnTo>
                  <a:pt x="1099874" y="727977"/>
                </a:lnTo>
                <a:lnTo>
                  <a:pt x="1100692" y="730676"/>
                </a:lnTo>
                <a:lnTo>
                  <a:pt x="1101510" y="727052"/>
                </a:lnTo>
                <a:lnTo>
                  <a:pt x="1102328" y="725044"/>
                </a:lnTo>
                <a:lnTo>
                  <a:pt x="1103145" y="730498"/>
                </a:lnTo>
                <a:lnTo>
                  <a:pt x="1103963" y="730277"/>
                </a:lnTo>
                <a:lnTo>
                  <a:pt x="1104781" y="721611"/>
                </a:lnTo>
                <a:lnTo>
                  <a:pt x="1107234" y="724910"/>
                </a:lnTo>
                <a:lnTo>
                  <a:pt x="1108052" y="726504"/>
                </a:lnTo>
                <a:lnTo>
                  <a:pt x="1108870" y="720875"/>
                </a:lnTo>
                <a:lnTo>
                  <a:pt x="1111323" y="723587"/>
                </a:lnTo>
                <a:lnTo>
                  <a:pt x="1113776" y="724889"/>
                </a:lnTo>
                <a:lnTo>
                  <a:pt x="1112958" y="720510"/>
                </a:lnTo>
                <a:lnTo>
                  <a:pt x="1114594" y="723582"/>
                </a:lnTo>
                <a:lnTo>
                  <a:pt x="1118683" y="714716"/>
                </a:lnTo>
                <a:lnTo>
                  <a:pt x="1119500" y="716491"/>
                </a:lnTo>
                <a:lnTo>
                  <a:pt x="1121136" y="713968"/>
                </a:lnTo>
                <a:lnTo>
                  <a:pt x="1121953" y="701562"/>
                </a:lnTo>
                <a:lnTo>
                  <a:pt x="1124407" y="707564"/>
                </a:lnTo>
                <a:lnTo>
                  <a:pt x="1129313" y="694077"/>
                </a:lnTo>
                <a:lnTo>
                  <a:pt x="1130949" y="708871"/>
                </a:lnTo>
                <a:lnTo>
                  <a:pt x="1132584" y="701747"/>
                </a:lnTo>
                <a:lnTo>
                  <a:pt x="1136673" y="673696"/>
                </a:lnTo>
                <a:lnTo>
                  <a:pt x="1137491" y="674767"/>
                </a:lnTo>
                <a:lnTo>
                  <a:pt x="1139944" y="687343"/>
                </a:lnTo>
                <a:lnTo>
                  <a:pt x="1144850" y="654245"/>
                </a:lnTo>
                <a:lnTo>
                  <a:pt x="1149757" y="633826"/>
                </a:lnTo>
                <a:lnTo>
                  <a:pt x="1151392" y="648017"/>
                </a:lnTo>
                <a:lnTo>
                  <a:pt x="1153028" y="645112"/>
                </a:lnTo>
                <a:lnTo>
                  <a:pt x="1155481" y="628493"/>
                </a:lnTo>
                <a:lnTo>
                  <a:pt x="1156299" y="632388"/>
                </a:lnTo>
                <a:lnTo>
                  <a:pt x="1157117" y="649545"/>
                </a:lnTo>
                <a:lnTo>
                  <a:pt x="1159570" y="636784"/>
                </a:lnTo>
                <a:lnTo>
                  <a:pt x="1160388" y="636831"/>
                </a:lnTo>
                <a:lnTo>
                  <a:pt x="1161205" y="631425"/>
                </a:lnTo>
                <a:lnTo>
                  <a:pt x="1162023" y="640647"/>
                </a:lnTo>
                <a:lnTo>
                  <a:pt x="1162841" y="636701"/>
                </a:lnTo>
                <a:lnTo>
                  <a:pt x="1163659" y="635918"/>
                </a:lnTo>
                <a:lnTo>
                  <a:pt x="1164476" y="640122"/>
                </a:lnTo>
                <a:lnTo>
                  <a:pt x="1166112" y="635177"/>
                </a:lnTo>
                <a:lnTo>
                  <a:pt x="1167747" y="640276"/>
                </a:lnTo>
                <a:lnTo>
                  <a:pt x="1169383" y="628688"/>
                </a:lnTo>
                <a:lnTo>
                  <a:pt x="1174289" y="647711"/>
                </a:lnTo>
                <a:lnTo>
                  <a:pt x="1178378" y="626861"/>
                </a:lnTo>
                <a:lnTo>
                  <a:pt x="1179196" y="624845"/>
                </a:lnTo>
                <a:lnTo>
                  <a:pt x="1181649" y="596161"/>
                </a:lnTo>
                <a:lnTo>
                  <a:pt x="1182467" y="604342"/>
                </a:lnTo>
                <a:lnTo>
                  <a:pt x="1183285" y="625055"/>
                </a:lnTo>
                <a:lnTo>
                  <a:pt x="1185738" y="614961"/>
                </a:lnTo>
                <a:lnTo>
                  <a:pt x="1187374" y="612325"/>
                </a:lnTo>
                <a:lnTo>
                  <a:pt x="1188191" y="642860"/>
                </a:lnTo>
                <a:lnTo>
                  <a:pt x="1189827" y="599990"/>
                </a:lnTo>
                <a:lnTo>
                  <a:pt x="1192280" y="619587"/>
                </a:lnTo>
                <a:lnTo>
                  <a:pt x="1193098" y="604648"/>
                </a:lnTo>
                <a:lnTo>
                  <a:pt x="1198822" y="654299"/>
                </a:lnTo>
                <a:lnTo>
                  <a:pt x="1200458" y="595657"/>
                </a:lnTo>
                <a:lnTo>
                  <a:pt x="1202093" y="622678"/>
                </a:lnTo>
                <a:lnTo>
                  <a:pt x="1202911" y="620218"/>
                </a:lnTo>
                <a:lnTo>
                  <a:pt x="1203729" y="627473"/>
                </a:lnTo>
                <a:lnTo>
                  <a:pt x="1204546" y="635163"/>
                </a:lnTo>
                <a:lnTo>
                  <a:pt x="1208635" y="597514"/>
                </a:lnTo>
                <a:lnTo>
                  <a:pt x="1210270" y="603865"/>
                </a:lnTo>
                <a:lnTo>
                  <a:pt x="1211088" y="593164"/>
                </a:lnTo>
                <a:lnTo>
                  <a:pt x="1211906" y="595485"/>
                </a:lnTo>
                <a:lnTo>
                  <a:pt x="1212724" y="617107"/>
                </a:lnTo>
                <a:lnTo>
                  <a:pt x="1214359" y="603607"/>
                </a:lnTo>
                <a:lnTo>
                  <a:pt x="1215177" y="585717"/>
                </a:lnTo>
                <a:lnTo>
                  <a:pt x="1217630" y="593539"/>
                </a:lnTo>
                <a:lnTo>
                  <a:pt x="1218448" y="592877"/>
                </a:lnTo>
                <a:lnTo>
                  <a:pt x="1219266" y="597795"/>
                </a:lnTo>
                <a:lnTo>
                  <a:pt x="1220901" y="577308"/>
                </a:lnTo>
                <a:lnTo>
                  <a:pt x="1222537" y="579910"/>
                </a:lnTo>
                <a:lnTo>
                  <a:pt x="1224172" y="581416"/>
                </a:lnTo>
                <a:lnTo>
                  <a:pt x="1225808" y="564894"/>
                </a:lnTo>
                <a:lnTo>
                  <a:pt x="1226625" y="568259"/>
                </a:lnTo>
                <a:lnTo>
                  <a:pt x="1229896" y="598769"/>
                </a:lnTo>
                <a:lnTo>
                  <a:pt x="1230714" y="566907"/>
                </a:lnTo>
                <a:lnTo>
                  <a:pt x="1232350" y="588372"/>
                </a:lnTo>
                <a:lnTo>
                  <a:pt x="1234803" y="615181"/>
                </a:lnTo>
                <a:lnTo>
                  <a:pt x="1235621" y="602684"/>
                </a:lnTo>
                <a:lnTo>
                  <a:pt x="1238074" y="571103"/>
                </a:lnTo>
                <a:lnTo>
                  <a:pt x="1238892" y="591518"/>
                </a:lnTo>
                <a:lnTo>
                  <a:pt x="1239709" y="586081"/>
                </a:lnTo>
                <a:lnTo>
                  <a:pt x="1240527" y="622933"/>
                </a:lnTo>
                <a:lnTo>
                  <a:pt x="1242163" y="598560"/>
                </a:lnTo>
                <a:lnTo>
                  <a:pt x="1242980" y="573890"/>
                </a:lnTo>
                <a:lnTo>
                  <a:pt x="1243798" y="591103"/>
                </a:lnTo>
                <a:lnTo>
                  <a:pt x="1246251" y="642378"/>
                </a:lnTo>
                <a:lnTo>
                  <a:pt x="1247069" y="605843"/>
                </a:lnTo>
                <a:lnTo>
                  <a:pt x="1247887" y="612407"/>
                </a:lnTo>
                <a:lnTo>
                  <a:pt x="1249522" y="579639"/>
                </a:lnTo>
                <a:lnTo>
                  <a:pt x="1250340" y="610793"/>
                </a:lnTo>
                <a:lnTo>
                  <a:pt x="1252793" y="630506"/>
                </a:lnTo>
                <a:lnTo>
                  <a:pt x="1256882" y="577998"/>
                </a:lnTo>
                <a:lnTo>
                  <a:pt x="1257700" y="573278"/>
                </a:lnTo>
                <a:lnTo>
                  <a:pt x="1259335" y="630480"/>
                </a:lnTo>
                <a:lnTo>
                  <a:pt x="1260153" y="579542"/>
                </a:lnTo>
                <a:lnTo>
                  <a:pt x="1261789" y="577448"/>
                </a:lnTo>
                <a:lnTo>
                  <a:pt x="1262606" y="568792"/>
                </a:lnTo>
                <a:lnTo>
                  <a:pt x="1265878" y="647487"/>
                </a:lnTo>
                <a:lnTo>
                  <a:pt x="1266695" y="633404"/>
                </a:lnTo>
                <a:lnTo>
                  <a:pt x="1270784" y="564708"/>
                </a:lnTo>
                <a:lnTo>
                  <a:pt x="1273237" y="622668"/>
                </a:lnTo>
                <a:lnTo>
                  <a:pt x="1274055" y="585693"/>
                </a:lnTo>
                <a:lnTo>
                  <a:pt x="1276508" y="529916"/>
                </a:lnTo>
                <a:lnTo>
                  <a:pt x="1277326" y="530099"/>
                </a:lnTo>
                <a:lnTo>
                  <a:pt x="1281415" y="676845"/>
                </a:lnTo>
                <a:lnTo>
                  <a:pt x="1282233" y="640842"/>
                </a:lnTo>
                <a:lnTo>
                  <a:pt x="1283868" y="570827"/>
                </a:lnTo>
                <a:lnTo>
                  <a:pt x="1284686" y="583593"/>
                </a:lnTo>
                <a:lnTo>
                  <a:pt x="1285504" y="629605"/>
                </a:lnTo>
                <a:lnTo>
                  <a:pt x="1287139" y="604084"/>
                </a:lnTo>
                <a:lnTo>
                  <a:pt x="1288775" y="581078"/>
                </a:lnTo>
                <a:lnTo>
                  <a:pt x="1292045" y="627252"/>
                </a:lnTo>
                <a:lnTo>
                  <a:pt x="1295316" y="571231"/>
                </a:lnTo>
                <a:lnTo>
                  <a:pt x="1296134" y="617494"/>
                </a:lnTo>
                <a:lnTo>
                  <a:pt x="1298587" y="608456"/>
                </a:lnTo>
                <a:lnTo>
                  <a:pt x="1299405" y="586313"/>
                </a:lnTo>
                <a:lnTo>
                  <a:pt x="1301041" y="610207"/>
                </a:lnTo>
                <a:lnTo>
                  <a:pt x="1301858" y="598086"/>
                </a:lnTo>
                <a:lnTo>
                  <a:pt x="1303494" y="643567"/>
                </a:lnTo>
                <a:lnTo>
                  <a:pt x="1304312" y="632512"/>
                </a:lnTo>
                <a:lnTo>
                  <a:pt x="1308400" y="569551"/>
                </a:lnTo>
                <a:lnTo>
                  <a:pt x="1311671" y="674179"/>
                </a:lnTo>
                <a:lnTo>
                  <a:pt x="1312489" y="564169"/>
                </a:lnTo>
                <a:lnTo>
                  <a:pt x="1314942" y="575954"/>
                </a:lnTo>
                <a:lnTo>
                  <a:pt x="1318213" y="634645"/>
                </a:lnTo>
                <a:lnTo>
                  <a:pt x="1319031" y="618213"/>
                </a:lnTo>
                <a:lnTo>
                  <a:pt x="1321484" y="582181"/>
                </a:lnTo>
                <a:lnTo>
                  <a:pt x="1322302" y="590784"/>
                </a:lnTo>
                <a:lnTo>
                  <a:pt x="1323938" y="590455"/>
                </a:lnTo>
                <a:lnTo>
                  <a:pt x="1327209" y="664924"/>
                </a:lnTo>
                <a:lnTo>
                  <a:pt x="1331297" y="564045"/>
                </a:lnTo>
                <a:lnTo>
                  <a:pt x="1332115" y="569843"/>
                </a:lnTo>
                <a:lnTo>
                  <a:pt x="1333751" y="644487"/>
                </a:lnTo>
                <a:lnTo>
                  <a:pt x="1336204" y="618119"/>
                </a:lnTo>
                <a:lnTo>
                  <a:pt x="1337839" y="580827"/>
                </a:lnTo>
                <a:lnTo>
                  <a:pt x="1338657" y="601543"/>
                </a:lnTo>
                <a:lnTo>
                  <a:pt x="1339475" y="635981"/>
                </a:lnTo>
                <a:lnTo>
                  <a:pt x="1341928" y="633042"/>
                </a:lnTo>
                <a:lnTo>
                  <a:pt x="1343564" y="591103"/>
                </a:lnTo>
                <a:lnTo>
                  <a:pt x="1344382" y="608854"/>
                </a:lnTo>
                <a:lnTo>
                  <a:pt x="1345199" y="627914"/>
                </a:lnTo>
                <a:lnTo>
                  <a:pt x="1346017" y="598000"/>
                </a:lnTo>
                <a:lnTo>
                  <a:pt x="1346835" y="599404"/>
                </a:lnTo>
                <a:lnTo>
                  <a:pt x="1348470" y="580722"/>
                </a:lnTo>
                <a:lnTo>
                  <a:pt x="1350106" y="620989"/>
                </a:lnTo>
                <a:lnTo>
                  <a:pt x="1351741" y="612764"/>
                </a:lnTo>
                <a:lnTo>
                  <a:pt x="1352559" y="586767"/>
                </a:lnTo>
                <a:lnTo>
                  <a:pt x="1354195" y="609359"/>
                </a:lnTo>
                <a:lnTo>
                  <a:pt x="1355012" y="608461"/>
                </a:lnTo>
                <a:lnTo>
                  <a:pt x="1355830" y="570497"/>
                </a:lnTo>
                <a:lnTo>
                  <a:pt x="1357466" y="594946"/>
                </a:lnTo>
                <a:lnTo>
                  <a:pt x="1359919" y="611812"/>
                </a:lnTo>
                <a:lnTo>
                  <a:pt x="1360737" y="600844"/>
                </a:lnTo>
                <a:lnTo>
                  <a:pt x="1363190" y="547863"/>
                </a:lnTo>
                <a:lnTo>
                  <a:pt x="1364008" y="589525"/>
                </a:lnTo>
                <a:lnTo>
                  <a:pt x="1364825" y="590610"/>
                </a:lnTo>
                <a:lnTo>
                  <a:pt x="1365643" y="603824"/>
                </a:lnTo>
                <a:lnTo>
                  <a:pt x="1367279" y="552370"/>
                </a:lnTo>
                <a:lnTo>
                  <a:pt x="1368096" y="606940"/>
                </a:lnTo>
                <a:lnTo>
                  <a:pt x="1368914" y="577286"/>
                </a:lnTo>
                <a:lnTo>
                  <a:pt x="1370550" y="540173"/>
                </a:lnTo>
                <a:lnTo>
                  <a:pt x="1371367" y="540788"/>
                </a:lnTo>
                <a:lnTo>
                  <a:pt x="1373821" y="613688"/>
                </a:lnTo>
                <a:lnTo>
                  <a:pt x="1374638" y="610292"/>
                </a:lnTo>
                <a:lnTo>
                  <a:pt x="1375456" y="539757"/>
                </a:lnTo>
                <a:lnTo>
                  <a:pt x="1377909" y="557054"/>
                </a:lnTo>
                <a:lnTo>
                  <a:pt x="1378727" y="561144"/>
                </a:lnTo>
                <a:lnTo>
                  <a:pt x="1380362" y="585347"/>
                </a:lnTo>
                <a:lnTo>
                  <a:pt x="1381998" y="584050"/>
                </a:lnTo>
                <a:lnTo>
                  <a:pt x="1382816" y="586117"/>
                </a:lnTo>
                <a:lnTo>
                  <a:pt x="1385269" y="510708"/>
                </a:lnTo>
                <a:lnTo>
                  <a:pt x="1386087" y="516537"/>
                </a:lnTo>
                <a:lnTo>
                  <a:pt x="1387722" y="595814"/>
                </a:lnTo>
                <a:lnTo>
                  <a:pt x="1389358" y="547721"/>
                </a:lnTo>
                <a:lnTo>
                  <a:pt x="1390175" y="518596"/>
                </a:lnTo>
                <a:lnTo>
                  <a:pt x="1390993" y="539996"/>
                </a:lnTo>
                <a:lnTo>
                  <a:pt x="1391811" y="584738"/>
                </a:lnTo>
                <a:lnTo>
                  <a:pt x="1393446" y="563498"/>
                </a:lnTo>
                <a:lnTo>
                  <a:pt x="1395082" y="564571"/>
                </a:lnTo>
                <a:lnTo>
                  <a:pt x="1397535" y="531671"/>
                </a:lnTo>
                <a:lnTo>
                  <a:pt x="1399171" y="559586"/>
                </a:lnTo>
                <a:lnTo>
                  <a:pt x="1400806" y="544459"/>
                </a:lnTo>
                <a:lnTo>
                  <a:pt x="1403259" y="525299"/>
                </a:lnTo>
                <a:lnTo>
                  <a:pt x="1404077" y="561275"/>
                </a:lnTo>
                <a:lnTo>
                  <a:pt x="1405713" y="528490"/>
                </a:lnTo>
                <a:lnTo>
                  <a:pt x="1406530" y="521107"/>
                </a:lnTo>
                <a:lnTo>
                  <a:pt x="1407348" y="535758"/>
                </a:lnTo>
                <a:lnTo>
                  <a:pt x="1408166" y="535476"/>
                </a:lnTo>
                <a:lnTo>
                  <a:pt x="1409801" y="538941"/>
                </a:lnTo>
                <a:lnTo>
                  <a:pt x="1411437" y="518074"/>
                </a:lnTo>
                <a:lnTo>
                  <a:pt x="1412255" y="532653"/>
                </a:lnTo>
                <a:lnTo>
                  <a:pt x="1413890" y="517930"/>
                </a:lnTo>
                <a:lnTo>
                  <a:pt x="1415526" y="543413"/>
                </a:lnTo>
                <a:lnTo>
                  <a:pt x="1417979" y="503731"/>
                </a:lnTo>
                <a:lnTo>
                  <a:pt x="1420432" y="515600"/>
                </a:lnTo>
                <a:lnTo>
                  <a:pt x="1422885" y="534072"/>
                </a:lnTo>
                <a:lnTo>
                  <a:pt x="1425339" y="457454"/>
                </a:lnTo>
                <a:lnTo>
                  <a:pt x="1426974" y="477946"/>
                </a:lnTo>
                <a:lnTo>
                  <a:pt x="1427792" y="477284"/>
                </a:lnTo>
                <a:lnTo>
                  <a:pt x="1429428" y="518076"/>
                </a:lnTo>
                <a:lnTo>
                  <a:pt x="1431063" y="496443"/>
                </a:lnTo>
                <a:lnTo>
                  <a:pt x="1432699" y="460178"/>
                </a:lnTo>
                <a:lnTo>
                  <a:pt x="1434334" y="479947"/>
                </a:lnTo>
                <a:lnTo>
                  <a:pt x="1436787" y="496566"/>
                </a:lnTo>
                <a:lnTo>
                  <a:pt x="1438423" y="469488"/>
                </a:lnTo>
                <a:lnTo>
                  <a:pt x="1440058" y="480022"/>
                </a:lnTo>
                <a:lnTo>
                  <a:pt x="1442512" y="511314"/>
                </a:lnTo>
                <a:lnTo>
                  <a:pt x="1444147" y="464530"/>
                </a:lnTo>
                <a:lnTo>
                  <a:pt x="1445783" y="470674"/>
                </a:lnTo>
                <a:lnTo>
                  <a:pt x="1449054" y="491616"/>
                </a:lnTo>
                <a:lnTo>
                  <a:pt x="1452325" y="405089"/>
                </a:lnTo>
                <a:lnTo>
                  <a:pt x="1453142" y="452676"/>
                </a:lnTo>
                <a:lnTo>
                  <a:pt x="1455596" y="416907"/>
                </a:lnTo>
                <a:lnTo>
                  <a:pt x="1456413" y="448140"/>
                </a:lnTo>
                <a:lnTo>
                  <a:pt x="1458049" y="416468"/>
                </a:lnTo>
                <a:lnTo>
                  <a:pt x="1458867" y="425525"/>
                </a:lnTo>
                <a:lnTo>
                  <a:pt x="1460502" y="413262"/>
                </a:lnTo>
                <a:lnTo>
                  <a:pt x="1464591" y="492103"/>
                </a:lnTo>
                <a:lnTo>
                  <a:pt x="1467044" y="400395"/>
                </a:lnTo>
                <a:lnTo>
                  <a:pt x="1468679" y="457297"/>
                </a:lnTo>
                <a:lnTo>
                  <a:pt x="1469497" y="474530"/>
                </a:lnTo>
                <a:lnTo>
                  <a:pt x="1470315" y="441716"/>
                </a:lnTo>
                <a:lnTo>
                  <a:pt x="1472768" y="371027"/>
                </a:lnTo>
                <a:lnTo>
                  <a:pt x="1473586" y="412286"/>
                </a:lnTo>
                <a:lnTo>
                  <a:pt x="1476857" y="522431"/>
                </a:lnTo>
                <a:lnTo>
                  <a:pt x="1477675" y="486184"/>
                </a:lnTo>
                <a:lnTo>
                  <a:pt x="1480128" y="437767"/>
                </a:lnTo>
                <a:lnTo>
                  <a:pt x="1480946" y="514586"/>
                </a:lnTo>
                <a:lnTo>
                  <a:pt x="1483399" y="466527"/>
                </a:lnTo>
                <a:lnTo>
                  <a:pt x="1485852" y="406425"/>
                </a:lnTo>
                <a:lnTo>
                  <a:pt x="1487488" y="445884"/>
                </a:lnTo>
                <a:lnTo>
                  <a:pt x="1488305" y="435524"/>
                </a:lnTo>
                <a:lnTo>
                  <a:pt x="1489123" y="452268"/>
                </a:lnTo>
                <a:lnTo>
                  <a:pt x="1489941" y="463143"/>
                </a:lnTo>
                <a:lnTo>
                  <a:pt x="1492394" y="423166"/>
                </a:lnTo>
                <a:lnTo>
                  <a:pt x="1493212" y="448853"/>
                </a:lnTo>
                <a:lnTo>
                  <a:pt x="1494030" y="467760"/>
                </a:lnTo>
                <a:lnTo>
                  <a:pt x="1495665" y="459926"/>
                </a:lnTo>
                <a:lnTo>
                  <a:pt x="1497301" y="407177"/>
                </a:lnTo>
                <a:lnTo>
                  <a:pt x="1498118" y="430771"/>
                </a:lnTo>
                <a:lnTo>
                  <a:pt x="1499754" y="429197"/>
                </a:lnTo>
                <a:lnTo>
                  <a:pt x="1501389" y="495247"/>
                </a:lnTo>
                <a:lnTo>
                  <a:pt x="1503025" y="500804"/>
                </a:lnTo>
                <a:lnTo>
                  <a:pt x="1504660" y="437311"/>
                </a:lnTo>
                <a:lnTo>
                  <a:pt x="1505478" y="485473"/>
                </a:lnTo>
                <a:lnTo>
                  <a:pt x="1507931" y="450035"/>
                </a:lnTo>
                <a:lnTo>
                  <a:pt x="1508749" y="456311"/>
                </a:lnTo>
                <a:lnTo>
                  <a:pt x="1509567" y="444781"/>
                </a:lnTo>
                <a:lnTo>
                  <a:pt x="1510385" y="443007"/>
                </a:lnTo>
                <a:lnTo>
                  <a:pt x="1511202" y="450200"/>
                </a:lnTo>
                <a:lnTo>
                  <a:pt x="1512838" y="437558"/>
                </a:lnTo>
                <a:lnTo>
                  <a:pt x="1513656" y="429870"/>
                </a:lnTo>
                <a:lnTo>
                  <a:pt x="1515291" y="485253"/>
                </a:lnTo>
                <a:lnTo>
                  <a:pt x="1516109" y="447106"/>
                </a:lnTo>
                <a:lnTo>
                  <a:pt x="1516927" y="391185"/>
                </a:lnTo>
                <a:lnTo>
                  <a:pt x="1518562" y="465083"/>
                </a:lnTo>
                <a:lnTo>
                  <a:pt x="1519380" y="396342"/>
                </a:lnTo>
                <a:lnTo>
                  <a:pt x="1521016" y="413972"/>
                </a:lnTo>
                <a:lnTo>
                  <a:pt x="1522651" y="375297"/>
                </a:lnTo>
                <a:lnTo>
                  <a:pt x="1525104" y="490669"/>
                </a:lnTo>
                <a:lnTo>
                  <a:pt x="1526740" y="451630"/>
                </a:lnTo>
                <a:lnTo>
                  <a:pt x="1527558" y="368840"/>
                </a:lnTo>
                <a:lnTo>
                  <a:pt x="1530011" y="415592"/>
                </a:lnTo>
                <a:lnTo>
                  <a:pt x="1531646" y="440333"/>
                </a:lnTo>
                <a:lnTo>
                  <a:pt x="1532464" y="431462"/>
                </a:lnTo>
                <a:lnTo>
                  <a:pt x="1534100" y="364880"/>
                </a:lnTo>
                <a:lnTo>
                  <a:pt x="1535735" y="414758"/>
                </a:lnTo>
                <a:lnTo>
                  <a:pt x="1537371" y="428894"/>
                </a:lnTo>
                <a:lnTo>
                  <a:pt x="1538188" y="423949"/>
                </a:lnTo>
                <a:lnTo>
                  <a:pt x="1539006" y="390536"/>
                </a:lnTo>
                <a:lnTo>
                  <a:pt x="1539824" y="411057"/>
                </a:lnTo>
                <a:lnTo>
                  <a:pt x="1540642" y="455040"/>
                </a:lnTo>
                <a:lnTo>
                  <a:pt x="1541459" y="364898"/>
                </a:lnTo>
                <a:lnTo>
                  <a:pt x="1542277" y="393935"/>
                </a:lnTo>
                <a:lnTo>
                  <a:pt x="1543913" y="405119"/>
                </a:lnTo>
                <a:lnTo>
                  <a:pt x="1545548" y="378752"/>
                </a:lnTo>
                <a:lnTo>
                  <a:pt x="1546366" y="415811"/>
                </a:lnTo>
                <a:lnTo>
                  <a:pt x="1547183" y="347718"/>
                </a:lnTo>
                <a:lnTo>
                  <a:pt x="1548001" y="323818"/>
                </a:lnTo>
                <a:lnTo>
                  <a:pt x="1548819" y="356666"/>
                </a:lnTo>
                <a:lnTo>
                  <a:pt x="1552090" y="428339"/>
                </a:lnTo>
                <a:lnTo>
                  <a:pt x="1553725" y="333469"/>
                </a:lnTo>
                <a:lnTo>
                  <a:pt x="1555361" y="401950"/>
                </a:lnTo>
                <a:lnTo>
                  <a:pt x="1557814" y="515771"/>
                </a:lnTo>
                <a:lnTo>
                  <a:pt x="1561085" y="379892"/>
                </a:lnTo>
                <a:lnTo>
                  <a:pt x="1565174" y="489043"/>
                </a:lnTo>
                <a:lnTo>
                  <a:pt x="1569263" y="341105"/>
                </a:lnTo>
                <a:lnTo>
                  <a:pt x="1570898" y="416842"/>
                </a:lnTo>
                <a:lnTo>
                  <a:pt x="1572534" y="404747"/>
                </a:lnTo>
                <a:lnTo>
                  <a:pt x="1573351" y="492564"/>
                </a:lnTo>
                <a:lnTo>
                  <a:pt x="1574987" y="387053"/>
                </a:lnTo>
                <a:lnTo>
                  <a:pt x="1579893" y="473434"/>
                </a:lnTo>
                <a:lnTo>
                  <a:pt x="1580711" y="471299"/>
                </a:lnTo>
                <a:lnTo>
                  <a:pt x="1581529" y="423996"/>
                </a:lnTo>
                <a:lnTo>
                  <a:pt x="1583164" y="430507"/>
                </a:lnTo>
                <a:lnTo>
                  <a:pt x="1583982" y="491124"/>
                </a:lnTo>
                <a:lnTo>
                  <a:pt x="1585618" y="455665"/>
                </a:lnTo>
                <a:lnTo>
                  <a:pt x="1587253" y="384968"/>
                </a:lnTo>
                <a:lnTo>
                  <a:pt x="1588071" y="449733"/>
                </a:lnTo>
                <a:lnTo>
                  <a:pt x="1588889" y="454707"/>
                </a:lnTo>
                <a:lnTo>
                  <a:pt x="1590524" y="522167"/>
                </a:lnTo>
                <a:lnTo>
                  <a:pt x="1592977" y="494374"/>
                </a:lnTo>
                <a:lnTo>
                  <a:pt x="1594613" y="419886"/>
                </a:lnTo>
                <a:lnTo>
                  <a:pt x="1595431" y="422256"/>
                </a:lnTo>
                <a:lnTo>
                  <a:pt x="1597066" y="513796"/>
                </a:lnTo>
                <a:lnTo>
                  <a:pt x="1598702" y="501810"/>
                </a:lnTo>
                <a:lnTo>
                  <a:pt x="1604426" y="430365"/>
                </a:lnTo>
                <a:lnTo>
                  <a:pt x="1605244" y="453199"/>
                </a:lnTo>
                <a:lnTo>
                  <a:pt x="1606879" y="488612"/>
                </a:lnTo>
                <a:lnTo>
                  <a:pt x="1607697" y="464817"/>
                </a:lnTo>
                <a:lnTo>
                  <a:pt x="1610150" y="426453"/>
                </a:lnTo>
                <a:lnTo>
                  <a:pt x="1610968" y="357976"/>
                </a:lnTo>
                <a:lnTo>
                  <a:pt x="1612604" y="445156"/>
                </a:lnTo>
                <a:lnTo>
                  <a:pt x="1614239" y="474078"/>
                </a:lnTo>
                <a:lnTo>
                  <a:pt x="1615875" y="496926"/>
                </a:lnTo>
                <a:lnTo>
                  <a:pt x="1616692" y="418465"/>
                </a:lnTo>
                <a:lnTo>
                  <a:pt x="1619146" y="462833"/>
                </a:lnTo>
                <a:lnTo>
                  <a:pt x="1619963" y="503215"/>
                </a:lnTo>
                <a:lnTo>
                  <a:pt x="1621599" y="442734"/>
                </a:lnTo>
                <a:lnTo>
                  <a:pt x="1623234" y="393993"/>
                </a:lnTo>
                <a:lnTo>
                  <a:pt x="1624870" y="412487"/>
                </a:lnTo>
                <a:lnTo>
                  <a:pt x="1628141" y="511464"/>
                </a:lnTo>
                <a:lnTo>
                  <a:pt x="1628959" y="449400"/>
                </a:lnTo>
                <a:lnTo>
                  <a:pt x="1629776" y="398672"/>
                </a:lnTo>
                <a:lnTo>
                  <a:pt x="1631412" y="409523"/>
                </a:lnTo>
                <a:lnTo>
                  <a:pt x="1634683" y="562416"/>
                </a:lnTo>
                <a:lnTo>
                  <a:pt x="1635500" y="531004"/>
                </a:lnTo>
                <a:lnTo>
                  <a:pt x="1637136" y="426728"/>
                </a:lnTo>
                <a:lnTo>
                  <a:pt x="1638771" y="482861"/>
                </a:lnTo>
                <a:lnTo>
                  <a:pt x="1639589" y="479024"/>
                </a:lnTo>
                <a:lnTo>
                  <a:pt x="1642042" y="435304"/>
                </a:lnTo>
                <a:lnTo>
                  <a:pt x="1645313" y="532146"/>
                </a:lnTo>
                <a:lnTo>
                  <a:pt x="1646949" y="443259"/>
                </a:lnTo>
                <a:lnTo>
                  <a:pt x="1648584" y="470722"/>
                </a:lnTo>
                <a:lnTo>
                  <a:pt x="1649402" y="443507"/>
                </a:lnTo>
                <a:lnTo>
                  <a:pt x="1650220" y="474168"/>
                </a:lnTo>
                <a:lnTo>
                  <a:pt x="1651038" y="501934"/>
                </a:lnTo>
                <a:lnTo>
                  <a:pt x="1652673" y="454410"/>
                </a:lnTo>
                <a:lnTo>
                  <a:pt x="1653491" y="494984"/>
                </a:lnTo>
                <a:lnTo>
                  <a:pt x="1655944" y="450673"/>
                </a:lnTo>
                <a:lnTo>
                  <a:pt x="1657580" y="452047"/>
                </a:lnTo>
                <a:lnTo>
                  <a:pt x="1658397" y="456124"/>
                </a:lnTo>
                <a:lnTo>
                  <a:pt x="1659215" y="444163"/>
                </a:lnTo>
                <a:lnTo>
                  <a:pt x="1660033" y="469139"/>
                </a:lnTo>
                <a:lnTo>
                  <a:pt x="1660851" y="461757"/>
                </a:lnTo>
                <a:lnTo>
                  <a:pt x="1661668" y="458220"/>
                </a:lnTo>
                <a:lnTo>
                  <a:pt x="1662486" y="458757"/>
                </a:lnTo>
                <a:lnTo>
                  <a:pt x="1665757" y="435830"/>
                </a:lnTo>
                <a:lnTo>
                  <a:pt x="1666575" y="435510"/>
                </a:lnTo>
                <a:lnTo>
                  <a:pt x="1668210" y="511152"/>
                </a:lnTo>
                <a:lnTo>
                  <a:pt x="1669846" y="490738"/>
                </a:lnTo>
                <a:lnTo>
                  <a:pt x="1670664" y="499689"/>
                </a:lnTo>
                <a:lnTo>
                  <a:pt x="1671481" y="417371"/>
                </a:lnTo>
                <a:lnTo>
                  <a:pt x="1673935" y="437776"/>
                </a:lnTo>
                <a:lnTo>
                  <a:pt x="1675570" y="419593"/>
                </a:lnTo>
                <a:lnTo>
                  <a:pt x="1676388" y="439822"/>
                </a:lnTo>
                <a:lnTo>
                  <a:pt x="1678841" y="479772"/>
                </a:lnTo>
                <a:lnTo>
                  <a:pt x="1682930" y="389381"/>
                </a:lnTo>
                <a:lnTo>
                  <a:pt x="1686201" y="446210"/>
                </a:lnTo>
                <a:lnTo>
                  <a:pt x="1689472" y="315340"/>
                </a:lnTo>
                <a:lnTo>
                  <a:pt x="1690290" y="338645"/>
                </a:lnTo>
                <a:lnTo>
                  <a:pt x="1691925" y="450930"/>
                </a:lnTo>
                <a:lnTo>
                  <a:pt x="1693561" y="398873"/>
                </a:lnTo>
                <a:lnTo>
                  <a:pt x="1699285" y="290927"/>
                </a:lnTo>
                <a:lnTo>
                  <a:pt x="1701738" y="364312"/>
                </a:lnTo>
                <a:lnTo>
                  <a:pt x="1702556" y="326867"/>
                </a:lnTo>
                <a:lnTo>
                  <a:pt x="1706645" y="268253"/>
                </a:lnTo>
                <a:lnTo>
                  <a:pt x="1709916" y="303309"/>
                </a:lnTo>
                <a:lnTo>
                  <a:pt x="1711551" y="252228"/>
                </a:lnTo>
                <a:lnTo>
                  <a:pt x="1713187" y="284819"/>
                </a:lnTo>
                <a:lnTo>
                  <a:pt x="1714004" y="280756"/>
                </a:lnTo>
                <a:lnTo>
                  <a:pt x="1718093" y="219652"/>
                </a:lnTo>
                <a:lnTo>
                  <a:pt x="1718911" y="216812"/>
                </a:lnTo>
                <a:lnTo>
                  <a:pt x="1721364" y="264097"/>
                </a:lnTo>
                <a:lnTo>
                  <a:pt x="1722182" y="230783"/>
                </a:lnTo>
                <a:lnTo>
                  <a:pt x="1725453" y="185273"/>
                </a:lnTo>
                <a:lnTo>
                  <a:pt x="1726271" y="218937"/>
                </a:lnTo>
                <a:lnTo>
                  <a:pt x="1728724" y="194073"/>
                </a:lnTo>
                <a:lnTo>
                  <a:pt x="1729542" y="189398"/>
                </a:lnTo>
                <a:lnTo>
                  <a:pt x="1730359" y="197849"/>
                </a:lnTo>
                <a:lnTo>
                  <a:pt x="1731177" y="157542"/>
                </a:lnTo>
                <a:lnTo>
                  <a:pt x="1733630" y="181079"/>
                </a:lnTo>
                <a:lnTo>
                  <a:pt x="1736901" y="112411"/>
                </a:lnTo>
                <a:lnTo>
                  <a:pt x="1737719" y="130688"/>
                </a:lnTo>
                <a:lnTo>
                  <a:pt x="1740172" y="172825"/>
                </a:lnTo>
                <a:lnTo>
                  <a:pt x="1739355" y="119622"/>
                </a:lnTo>
                <a:lnTo>
                  <a:pt x="1740990" y="146804"/>
                </a:lnTo>
                <a:lnTo>
                  <a:pt x="1742626" y="94261"/>
                </a:lnTo>
                <a:lnTo>
                  <a:pt x="1744261" y="110008"/>
                </a:lnTo>
                <a:lnTo>
                  <a:pt x="1745897" y="90355"/>
                </a:lnTo>
                <a:lnTo>
                  <a:pt x="1747532" y="0"/>
                </a:lnTo>
                <a:lnTo>
                  <a:pt x="1749168" y="74686"/>
                </a:lnTo>
                <a:lnTo>
                  <a:pt x="1749985" y="26276"/>
                </a:lnTo>
                <a:lnTo>
                  <a:pt x="1750803" y="93611"/>
                </a:lnTo>
                <a:lnTo>
                  <a:pt x="1751621" y="77392"/>
                </a:lnTo>
                <a:lnTo>
                  <a:pt x="1752439" y="160376"/>
                </a:lnTo>
                <a:lnTo>
                  <a:pt x="1753256" y="76165"/>
                </a:lnTo>
                <a:lnTo>
                  <a:pt x="1754074" y="13686"/>
                </a:lnTo>
                <a:lnTo>
                  <a:pt x="1755710" y="62170"/>
                </a:lnTo>
                <a:lnTo>
                  <a:pt x="1759799" y="184845"/>
                </a:lnTo>
                <a:lnTo>
                  <a:pt x="1760616" y="135848"/>
                </a:lnTo>
                <a:lnTo>
                  <a:pt x="1761434" y="82302"/>
                </a:lnTo>
                <a:lnTo>
                  <a:pt x="1763070" y="132164"/>
                </a:lnTo>
                <a:lnTo>
                  <a:pt x="1766341" y="268512"/>
                </a:lnTo>
                <a:lnTo>
                  <a:pt x="1767976" y="111980"/>
                </a:lnTo>
                <a:lnTo>
                  <a:pt x="1768794" y="179836"/>
                </a:lnTo>
                <a:lnTo>
                  <a:pt x="1771247" y="404740"/>
                </a:lnTo>
                <a:lnTo>
                  <a:pt x="1772883" y="162528"/>
                </a:lnTo>
                <a:lnTo>
                  <a:pt x="1774518" y="236466"/>
                </a:lnTo>
                <a:lnTo>
                  <a:pt x="1776154" y="334271"/>
                </a:lnTo>
                <a:lnTo>
                  <a:pt x="1776971" y="256892"/>
                </a:lnTo>
                <a:lnTo>
                  <a:pt x="1778607" y="133638"/>
                </a:lnTo>
                <a:lnTo>
                  <a:pt x="1779425" y="228544"/>
                </a:lnTo>
                <a:lnTo>
                  <a:pt x="1780242" y="264614"/>
                </a:lnTo>
                <a:lnTo>
                  <a:pt x="1781060" y="160940"/>
                </a:lnTo>
                <a:lnTo>
                  <a:pt x="1782696" y="253073"/>
                </a:lnTo>
                <a:lnTo>
                  <a:pt x="1784331" y="448934"/>
                </a:lnTo>
                <a:lnTo>
                  <a:pt x="1785967" y="305969"/>
                </a:lnTo>
                <a:lnTo>
                  <a:pt x="1786784" y="248657"/>
                </a:lnTo>
                <a:lnTo>
                  <a:pt x="1789238" y="277062"/>
                </a:lnTo>
                <a:lnTo>
                  <a:pt x="1791691" y="276528"/>
                </a:lnTo>
                <a:lnTo>
                  <a:pt x="1793326" y="435149"/>
                </a:lnTo>
                <a:lnTo>
                  <a:pt x="1796597" y="374327"/>
                </a:lnTo>
                <a:lnTo>
                  <a:pt x="1797415" y="386787"/>
                </a:lnTo>
                <a:lnTo>
                  <a:pt x="1798233" y="379515"/>
                </a:lnTo>
                <a:lnTo>
                  <a:pt x="1799050" y="341347"/>
                </a:lnTo>
                <a:lnTo>
                  <a:pt x="1800686" y="373534"/>
                </a:lnTo>
                <a:lnTo>
                  <a:pt x="1801504" y="374289"/>
                </a:lnTo>
                <a:lnTo>
                  <a:pt x="1803957" y="383357"/>
                </a:lnTo>
                <a:lnTo>
                  <a:pt x="1804775" y="379902"/>
                </a:lnTo>
                <a:lnTo>
                  <a:pt x="1805592" y="374225"/>
                </a:lnTo>
                <a:lnTo>
                  <a:pt x="1806410" y="384450"/>
                </a:lnTo>
                <a:lnTo>
                  <a:pt x="1807228" y="384783"/>
                </a:lnTo>
                <a:lnTo>
                  <a:pt x="1808046" y="380570"/>
                </a:lnTo>
                <a:lnTo>
                  <a:pt x="1812952" y="468186"/>
                </a:lnTo>
                <a:lnTo>
                  <a:pt x="1813770" y="452839"/>
                </a:lnTo>
                <a:lnTo>
                  <a:pt x="1815405" y="457068"/>
                </a:lnTo>
                <a:lnTo>
                  <a:pt x="1817041" y="423902"/>
                </a:lnTo>
                <a:lnTo>
                  <a:pt x="1817859" y="444747"/>
                </a:lnTo>
                <a:lnTo>
                  <a:pt x="1819494" y="426314"/>
                </a:lnTo>
                <a:lnTo>
                  <a:pt x="1826854" y="383778"/>
                </a:lnTo>
                <a:lnTo>
                  <a:pt x="1827672" y="391205"/>
                </a:lnTo>
                <a:lnTo>
                  <a:pt x="1828489" y="400126"/>
                </a:lnTo>
                <a:lnTo>
                  <a:pt x="1829307" y="365478"/>
                </a:lnTo>
                <a:lnTo>
                  <a:pt x="1831760" y="386604"/>
                </a:lnTo>
                <a:lnTo>
                  <a:pt x="1833396" y="360536"/>
                </a:lnTo>
                <a:lnTo>
                  <a:pt x="1834214" y="386838"/>
                </a:lnTo>
                <a:lnTo>
                  <a:pt x="1835031" y="373717"/>
                </a:lnTo>
                <a:lnTo>
                  <a:pt x="1835849" y="378439"/>
                </a:lnTo>
                <a:lnTo>
                  <a:pt x="1836667" y="370301"/>
                </a:lnTo>
                <a:lnTo>
                  <a:pt x="1838302" y="330875"/>
                </a:lnTo>
                <a:lnTo>
                  <a:pt x="1839938" y="361020"/>
                </a:lnTo>
                <a:lnTo>
                  <a:pt x="1841573" y="383907"/>
                </a:lnTo>
                <a:lnTo>
                  <a:pt x="1843209" y="374064"/>
                </a:lnTo>
                <a:lnTo>
                  <a:pt x="1845662" y="312781"/>
                </a:lnTo>
                <a:lnTo>
                  <a:pt x="1846480" y="331001"/>
                </a:lnTo>
                <a:lnTo>
                  <a:pt x="1849751" y="388174"/>
                </a:lnTo>
                <a:lnTo>
                  <a:pt x="1852204" y="311115"/>
                </a:lnTo>
                <a:lnTo>
                  <a:pt x="1854658" y="332699"/>
                </a:lnTo>
                <a:lnTo>
                  <a:pt x="1855475" y="328798"/>
                </a:lnTo>
                <a:lnTo>
                  <a:pt x="1856293" y="334396"/>
                </a:lnTo>
                <a:lnTo>
                  <a:pt x="1857929" y="358164"/>
                </a:lnTo>
                <a:lnTo>
                  <a:pt x="1860382" y="313528"/>
                </a:lnTo>
                <a:lnTo>
                  <a:pt x="1861200" y="332707"/>
                </a:lnTo>
                <a:lnTo>
                  <a:pt x="1863653" y="377155"/>
                </a:lnTo>
                <a:lnTo>
                  <a:pt x="1864471" y="368232"/>
                </a:lnTo>
                <a:lnTo>
                  <a:pt x="1866106" y="299208"/>
                </a:lnTo>
                <a:lnTo>
                  <a:pt x="1866924" y="357174"/>
                </a:lnTo>
                <a:lnTo>
                  <a:pt x="1867742" y="363929"/>
                </a:lnTo>
                <a:lnTo>
                  <a:pt x="1868559" y="337113"/>
                </a:lnTo>
                <a:lnTo>
                  <a:pt x="1870195" y="381549"/>
                </a:lnTo>
                <a:lnTo>
                  <a:pt x="1871013" y="349457"/>
                </a:lnTo>
                <a:lnTo>
                  <a:pt x="1873466" y="323261"/>
                </a:lnTo>
                <a:lnTo>
                  <a:pt x="1874284" y="342262"/>
                </a:lnTo>
                <a:lnTo>
                  <a:pt x="1875919" y="360008"/>
                </a:lnTo>
                <a:lnTo>
                  <a:pt x="1876737" y="337207"/>
                </a:lnTo>
                <a:lnTo>
                  <a:pt x="1877555" y="329705"/>
                </a:lnTo>
                <a:lnTo>
                  <a:pt x="1878372" y="361385"/>
                </a:lnTo>
                <a:lnTo>
                  <a:pt x="1880008" y="339260"/>
                </a:lnTo>
                <a:lnTo>
                  <a:pt x="1881643" y="325730"/>
                </a:lnTo>
                <a:lnTo>
                  <a:pt x="1882461" y="338715"/>
                </a:lnTo>
                <a:lnTo>
                  <a:pt x="1884096" y="358343"/>
                </a:lnTo>
                <a:lnTo>
                  <a:pt x="1884914" y="321743"/>
                </a:lnTo>
                <a:lnTo>
                  <a:pt x="1885732" y="360311"/>
                </a:lnTo>
                <a:lnTo>
                  <a:pt x="1887367" y="346934"/>
                </a:lnTo>
                <a:lnTo>
                  <a:pt x="1888185" y="350537"/>
                </a:lnTo>
                <a:lnTo>
                  <a:pt x="1889003" y="325636"/>
                </a:lnTo>
                <a:lnTo>
                  <a:pt x="1890638" y="333766"/>
                </a:lnTo>
                <a:lnTo>
                  <a:pt x="1892274" y="369939"/>
                </a:lnTo>
                <a:lnTo>
                  <a:pt x="1893092" y="325140"/>
                </a:lnTo>
                <a:lnTo>
                  <a:pt x="1893909" y="368571"/>
                </a:lnTo>
                <a:lnTo>
                  <a:pt x="1895545" y="314950"/>
                </a:lnTo>
                <a:lnTo>
                  <a:pt x="1897180" y="347254"/>
                </a:lnTo>
                <a:lnTo>
                  <a:pt x="1898816" y="336282"/>
                </a:lnTo>
                <a:lnTo>
                  <a:pt x="1899634" y="349916"/>
                </a:lnTo>
                <a:lnTo>
                  <a:pt x="1900451" y="374834"/>
                </a:lnTo>
                <a:lnTo>
                  <a:pt x="1902087" y="334825"/>
                </a:lnTo>
                <a:lnTo>
                  <a:pt x="1902905" y="333205"/>
                </a:lnTo>
                <a:lnTo>
                  <a:pt x="1906176" y="366226"/>
                </a:lnTo>
                <a:lnTo>
                  <a:pt x="1906993" y="361739"/>
                </a:lnTo>
                <a:lnTo>
                  <a:pt x="1911082" y="338463"/>
                </a:lnTo>
                <a:lnTo>
                  <a:pt x="1914353" y="378223"/>
                </a:lnTo>
                <a:lnTo>
                  <a:pt x="1915989" y="316312"/>
                </a:lnTo>
                <a:lnTo>
                  <a:pt x="1917624" y="339885"/>
                </a:lnTo>
                <a:lnTo>
                  <a:pt x="1921713" y="377264"/>
                </a:lnTo>
                <a:lnTo>
                  <a:pt x="1922531" y="378272"/>
                </a:lnTo>
                <a:lnTo>
                  <a:pt x="1923348" y="352643"/>
                </a:lnTo>
                <a:lnTo>
                  <a:pt x="1924984" y="391338"/>
                </a:lnTo>
                <a:lnTo>
                  <a:pt x="1925802" y="358535"/>
                </a:lnTo>
                <a:lnTo>
                  <a:pt x="1926619" y="380245"/>
                </a:lnTo>
                <a:lnTo>
                  <a:pt x="1929073" y="368824"/>
                </a:lnTo>
                <a:lnTo>
                  <a:pt x="1929890" y="365366"/>
                </a:lnTo>
                <a:lnTo>
                  <a:pt x="1930708" y="388418"/>
                </a:lnTo>
                <a:lnTo>
                  <a:pt x="1932344" y="368888"/>
                </a:lnTo>
                <a:lnTo>
                  <a:pt x="1933162" y="347608"/>
                </a:lnTo>
                <a:lnTo>
                  <a:pt x="1934797" y="381569"/>
                </a:lnTo>
                <a:lnTo>
                  <a:pt x="1935615" y="389936"/>
                </a:lnTo>
                <a:lnTo>
                  <a:pt x="1936433" y="379816"/>
                </a:lnTo>
                <a:lnTo>
                  <a:pt x="1938886" y="368647"/>
                </a:lnTo>
                <a:lnTo>
                  <a:pt x="1944610" y="436342"/>
                </a:lnTo>
                <a:lnTo>
                  <a:pt x="1941339" y="362798"/>
                </a:lnTo>
                <a:lnTo>
                  <a:pt x="1945428" y="426557"/>
                </a:lnTo>
                <a:lnTo>
                  <a:pt x="1947881" y="381562"/>
                </a:lnTo>
                <a:lnTo>
                  <a:pt x="1948699" y="430551"/>
                </a:lnTo>
                <a:lnTo>
                  <a:pt x="1951152" y="409163"/>
                </a:lnTo>
                <a:lnTo>
                  <a:pt x="1955241" y="383485"/>
                </a:lnTo>
                <a:lnTo>
                  <a:pt x="1956876" y="436730"/>
                </a:lnTo>
                <a:lnTo>
                  <a:pt x="1958512" y="431848"/>
                </a:lnTo>
                <a:lnTo>
                  <a:pt x="1960147" y="407085"/>
                </a:lnTo>
                <a:lnTo>
                  <a:pt x="1963418" y="478721"/>
                </a:lnTo>
                <a:lnTo>
                  <a:pt x="1964236" y="418486"/>
                </a:lnTo>
                <a:lnTo>
                  <a:pt x="1966689" y="455680"/>
                </a:lnTo>
                <a:lnTo>
                  <a:pt x="1967507" y="418448"/>
                </a:lnTo>
                <a:lnTo>
                  <a:pt x="1968325" y="460493"/>
                </a:lnTo>
                <a:lnTo>
                  <a:pt x="1969960" y="425378"/>
                </a:lnTo>
                <a:lnTo>
                  <a:pt x="1972413" y="451407"/>
                </a:lnTo>
                <a:lnTo>
                  <a:pt x="1973231" y="426145"/>
                </a:lnTo>
                <a:lnTo>
                  <a:pt x="1974867" y="440547"/>
                </a:lnTo>
                <a:lnTo>
                  <a:pt x="1976502" y="496665"/>
                </a:lnTo>
                <a:lnTo>
                  <a:pt x="1977320" y="451647"/>
                </a:lnTo>
                <a:lnTo>
                  <a:pt x="1978138" y="433845"/>
                </a:lnTo>
                <a:lnTo>
                  <a:pt x="1978955" y="477754"/>
                </a:lnTo>
                <a:lnTo>
                  <a:pt x="1980591" y="443862"/>
                </a:lnTo>
                <a:lnTo>
                  <a:pt x="1982226" y="445742"/>
                </a:lnTo>
                <a:lnTo>
                  <a:pt x="1983862" y="431056"/>
                </a:lnTo>
                <a:lnTo>
                  <a:pt x="1987951" y="497557"/>
                </a:lnTo>
                <a:lnTo>
                  <a:pt x="1989586" y="453367"/>
                </a:lnTo>
                <a:lnTo>
                  <a:pt x="1991222" y="483683"/>
                </a:lnTo>
                <a:lnTo>
                  <a:pt x="1992039" y="499516"/>
                </a:lnTo>
                <a:lnTo>
                  <a:pt x="1992857" y="474231"/>
                </a:lnTo>
                <a:lnTo>
                  <a:pt x="1993675" y="476368"/>
                </a:lnTo>
                <a:lnTo>
                  <a:pt x="1994493" y="422077"/>
                </a:lnTo>
                <a:lnTo>
                  <a:pt x="1996128" y="491187"/>
                </a:lnTo>
                <a:lnTo>
                  <a:pt x="1997764" y="501714"/>
                </a:lnTo>
                <a:lnTo>
                  <a:pt x="2000217" y="469011"/>
                </a:lnTo>
                <a:lnTo>
                  <a:pt x="2001035" y="483626"/>
                </a:lnTo>
                <a:lnTo>
                  <a:pt x="2001852" y="474274"/>
                </a:lnTo>
                <a:lnTo>
                  <a:pt x="2005123" y="426075"/>
                </a:lnTo>
                <a:lnTo>
                  <a:pt x="2007577" y="491527"/>
                </a:lnTo>
                <a:lnTo>
                  <a:pt x="2008395" y="446489"/>
                </a:lnTo>
                <a:lnTo>
                  <a:pt x="2009212" y="430788"/>
                </a:lnTo>
                <a:lnTo>
                  <a:pt x="2010030" y="469211"/>
                </a:lnTo>
                <a:lnTo>
                  <a:pt x="2010848" y="500856"/>
                </a:lnTo>
                <a:lnTo>
                  <a:pt x="2011666" y="462316"/>
                </a:lnTo>
                <a:lnTo>
                  <a:pt x="2012483" y="424622"/>
                </a:lnTo>
                <a:lnTo>
                  <a:pt x="2014119" y="475470"/>
                </a:lnTo>
                <a:lnTo>
                  <a:pt x="2015754" y="507560"/>
                </a:lnTo>
                <a:lnTo>
                  <a:pt x="2016572" y="481715"/>
                </a:lnTo>
                <a:lnTo>
                  <a:pt x="2017390" y="447245"/>
                </a:lnTo>
                <a:lnTo>
                  <a:pt x="2018208" y="501322"/>
                </a:lnTo>
                <a:lnTo>
                  <a:pt x="2019025" y="496275"/>
                </a:lnTo>
                <a:lnTo>
                  <a:pt x="2021479" y="450845"/>
                </a:lnTo>
                <a:lnTo>
                  <a:pt x="2022296" y="499463"/>
                </a:lnTo>
                <a:lnTo>
                  <a:pt x="2023932" y="449011"/>
                </a:lnTo>
                <a:lnTo>
                  <a:pt x="2024750" y="438470"/>
                </a:lnTo>
                <a:lnTo>
                  <a:pt x="2025567" y="502513"/>
                </a:lnTo>
                <a:lnTo>
                  <a:pt x="2027203" y="461895"/>
                </a:lnTo>
                <a:lnTo>
                  <a:pt x="2028021" y="431393"/>
                </a:lnTo>
                <a:lnTo>
                  <a:pt x="2028838" y="474613"/>
                </a:lnTo>
                <a:lnTo>
                  <a:pt x="2029656" y="489794"/>
                </a:lnTo>
                <a:lnTo>
                  <a:pt x="2030474" y="442818"/>
                </a:lnTo>
                <a:lnTo>
                  <a:pt x="2032109" y="487514"/>
                </a:lnTo>
                <a:lnTo>
                  <a:pt x="2032927" y="526445"/>
                </a:lnTo>
                <a:lnTo>
                  <a:pt x="2034563" y="477871"/>
                </a:lnTo>
                <a:lnTo>
                  <a:pt x="2035380" y="442928"/>
                </a:lnTo>
                <a:lnTo>
                  <a:pt x="2037834" y="450405"/>
                </a:lnTo>
                <a:lnTo>
                  <a:pt x="2038651" y="437615"/>
                </a:lnTo>
                <a:lnTo>
                  <a:pt x="2040287" y="456830"/>
                </a:lnTo>
                <a:lnTo>
                  <a:pt x="2041105" y="496465"/>
                </a:lnTo>
                <a:lnTo>
                  <a:pt x="2042740" y="445155"/>
                </a:lnTo>
                <a:lnTo>
                  <a:pt x="2043558" y="433319"/>
                </a:lnTo>
                <a:lnTo>
                  <a:pt x="2044376" y="441663"/>
                </a:lnTo>
                <a:lnTo>
                  <a:pt x="2047647" y="526933"/>
                </a:lnTo>
                <a:lnTo>
                  <a:pt x="2049282" y="427829"/>
                </a:lnTo>
                <a:lnTo>
                  <a:pt x="2050918" y="491039"/>
                </a:lnTo>
                <a:lnTo>
                  <a:pt x="2055006" y="440420"/>
                </a:lnTo>
                <a:lnTo>
                  <a:pt x="2055824" y="461482"/>
                </a:lnTo>
                <a:lnTo>
                  <a:pt x="2059913" y="522211"/>
                </a:lnTo>
                <a:lnTo>
                  <a:pt x="2062366" y="431158"/>
                </a:lnTo>
                <a:lnTo>
                  <a:pt x="2063184" y="521150"/>
                </a:lnTo>
                <a:lnTo>
                  <a:pt x="2065637" y="502397"/>
                </a:lnTo>
                <a:lnTo>
                  <a:pt x="2066455" y="528240"/>
                </a:lnTo>
                <a:lnTo>
                  <a:pt x="2067272" y="501386"/>
                </a:lnTo>
                <a:lnTo>
                  <a:pt x="2068908" y="407002"/>
                </a:lnTo>
                <a:lnTo>
                  <a:pt x="2070543" y="432947"/>
                </a:lnTo>
                <a:lnTo>
                  <a:pt x="2071361" y="492400"/>
                </a:lnTo>
                <a:lnTo>
                  <a:pt x="2072997" y="469740"/>
                </a:lnTo>
                <a:lnTo>
                  <a:pt x="2075450" y="436996"/>
                </a:lnTo>
                <a:lnTo>
                  <a:pt x="2078721" y="504623"/>
                </a:lnTo>
                <a:lnTo>
                  <a:pt x="2079539" y="433012"/>
                </a:lnTo>
                <a:lnTo>
                  <a:pt x="2081992" y="446843"/>
                </a:lnTo>
                <a:lnTo>
                  <a:pt x="2082810" y="496131"/>
                </a:lnTo>
                <a:lnTo>
                  <a:pt x="2084445" y="451140"/>
                </a:lnTo>
                <a:lnTo>
                  <a:pt x="2085263" y="434305"/>
                </a:lnTo>
                <a:lnTo>
                  <a:pt x="2086081" y="449848"/>
                </a:lnTo>
                <a:lnTo>
                  <a:pt x="2088534" y="517486"/>
                </a:lnTo>
                <a:lnTo>
                  <a:pt x="2089352" y="463467"/>
                </a:lnTo>
                <a:lnTo>
                  <a:pt x="2091805" y="451174"/>
                </a:lnTo>
                <a:lnTo>
                  <a:pt x="2095076" y="566117"/>
                </a:lnTo>
                <a:lnTo>
                  <a:pt x="2095894" y="459752"/>
                </a:lnTo>
                <a:lnTo>
                  <a:pt x="2098347" y="503747"/>
                </a:lnTo>
                <a:lnTo>
                  <a:pt x="2099165" y="462848"/>
                </a:lnTo>
                <a:lnTo>
                  <a:pt x="2100800" y="466125"/>
                </a:lnTo>
                <a:lnTo>
                  <a:pt x="2103254" y="647965"/>
                </a:lnTo>
                <a:lnTo>
                  <a:pt x="2104071" y="426992"/>
                </a:lnTo>
                <a:lnTo>
                  <a:pt x="2106525" y="586231"/>
                </a:lnTo>
                <a:lnTo>
                  <a:pt x="2107342" y="509908"/>
                </a:lnTo>
                <a:lnTo>
                  <a:pt x="2108978" y="578185"/>
                </a:lnTo>
                <a:lnTo>
                  <a:pt x="2109796" y="574164"/>
                </a:lnTo>
                <a:lnTo>
                  <a:pt x="2110613" y="501868"/>
                </a:lnTo>
                <a:lnTo>
                  <a:pt x="2113067" y="555141"/>
                </a:lnTo>
                <a:lnTo>
                  <a:pt x="2113884" y="518001"/>
                </a:lnTo>
                <a:lnTo>
                  <a:pt x="2115520" y="539708"/>
                </a:lnTo>
                <a:lnTo>
                  <a:pt x="2116338" y="551916"/>
                </a:lnTo>
                <a:lnTo>
                  <a:pt x="2117973" y="530627"/>
                </a:lnTo>
                <a:lnTo>
                  <a:pt x="2118791" y="518472"/>
                </a:lnTo>
                <a:lnTo>
                  <a:pt x="2120426" y="538838"/>
                </a:lnTo>
                <a:lnTo>
                  <a:pt x="2122880" y="510426"/>
                </a:lnTo>
                <a:lnTo>
                  <a:pt x="2123697" y="586048"/>
                </a:lnTo>
                <a:lnTo>
                  <a:pt x="2125333" y="532130"/>
                </a:lnTo>
                <a:lnTo>
                  <a:pt x="2128604" y="492649"/>
                </a:lnTo>
                <a:lnTo>
                  <a:pt x="2130239" y="581043"/>
                </a:lnTo>
                <a:lnTo>
                  <a:pt x="2132693" y="557052"/>
                </a:lnTo>
                <a:lnTo>
                  <a:pt x="2135146" y="483886"/>
                </a:lnTo>
                <a:lnTo>
                  <a:pt x="2135964" y="568018"/>
                </a:lnTo>
                <a:lnTo>
                  <a:pt x="2137599" y="525289"/>
                </a:lnTo>
                <a:lnTo>
                  <a:pt x="2138417" y="480540"/>
                </a:lnTo>
                <a:lnTo>
                  <a:pt x="2139234" y="527033"/>
                </a:lnTo>
                <a:lnTo>
                  <a:pt x="2140052" y="559016"/>
                </a:lnTo>
                <a:lnTo>
                  <a:pt x="2140870" y="516708"/>
                </a:lnTo>
                <a:lnTo>
                  <a:pt x="2141688" y="475413"/>
                </a:lnTo>
                <a:lnTo>
                  <a:pt x="2144141" y="482153"/>
                </a:lnTo>
                <a:lnTo>
                  <a:pt x="2146594" y="470415"/>
                </a:lnTo>
                <a:lnTo>
                  <a:pt x="2145776" y="484870"/>
                </a:lnTo>
                <a:lnTo>
                  <a:pt x="2147412" y="475054"/>
                </a:lnTo>
                <a:lnTo>
                  <a:pt x="2148230" y="477605"/>
                </a:lnTo>
                <a:lnTo>
                  <a:pt x="2149865" y="574607"/>
                </a:lnTo>
                <a:lnTo>
                  <a:pt x="2151501" y="501701"/>
                </a:lnTo>
                <a:lnTo>
                  <a:pt x="2152318" y="467924"/>
                </a:lnTo>
                <a:lnTo>
                  <a:pt x="2153136" y="530905"/>
                </a:lnTo>
                <a:lnTo>
                  <a:pt x="2153954" y="515257"/>
                </a:lnTo>
                <a:lnTo>
                  <a:pt x="2154772" y="533486"/>
                </a:lnTo>
                <a:lnTo>
                  <a:pt x="2155589" y="531619"/>
                </a:lnTo>
                <a:lnTo>
                  <a:pt x="2159678" y="453691"/>
                </a:lnTo>
                <a:lnTo>
                  <a:pt x="2161314" y="561314"/>
                </a:lnTo>
                <a:lnTo>
                  <a:pt x="2162949" y="492980"/>
                </a:lnTo>
                <a:lnTo>
                  <a:pt x="2164585" y="503615"/>
                </a:lnTo>
                <a:lnTo>
                  <a:pt x="2167038" y="451806"/>
                </a:lnTo>
                <a:lnTo>
                  <a:pt x="2167856" y="528282"/>
                </a:lnTo>
                <a:lnTo>
                  <a:pt x="2170309" y="513567"/>
                </a:lnTo>
                <a:lnTo>
                  <a:pt x="2171944" y="538811"/>
                </a:lnTo>
                <a:lnTo>
                  <a:pt x="2172762" y="513868"/>
                </a:lnTo>
                <a:lnTo>
                  <a:pt x="2173580" y="420660"/>
                </a:lnTo>
                <a:lnTo>
                  <a:pt x="2175215" y="543940"/>
                </a:lnTo>
                <a:lnTo>
                  <a:pt x="2176851" y="578719"/>
                </a:lnTo>
                <a:lnTo>
                  <a:pt x="2177669" y="533505"/>
                </a:lnTo>
                <a:lnTo>
                  <a:pt x="2179304" y="413559"/>
                </a:lnTo>
                <a:lnTo>
                  <a:pt x="2181758" y="443254"/>
                </a:lnTo>
                <a:lnTo>
                  <a:pt x="2183393" y="438070"/>
                </a:lnTo>
                <a:lnTo>
                  <a:pt x="2185846" y="492045"/>
                </a:lnTo>
                <a:lnTo>
                  <a:pt x="2187482" y="416038"/>
                </a:lnTo>
                <a:lnTo>
                  <a:pt x="2188300" y="494915"/>
                </a:lnTo>
                <a:lnTo>
                  <a:pt x="2189117" y="507155"/>
                </a:lnTo>
                <a:lnTo>
                  <a:pt x="2189935" y="457507"/>
                </a:lnTo>
                <a:lnTo>
                  <a:pt x="2192388" y="466396"/>
                </a:lnTo>
                <a:lnTo>
                  <a:pt x="2193206" y="502660"/>
                </a:lnTo>
                <a:lnTo>
                  <a:pt x="2194024" y="450411"/>
                </a:lnTo>
                <a:lnTo>
                  <a:pt x="2194842" y="405168"/>
                </a:lnTo>
                <a:lnTo>
                  <a:pt x="2195659" y="487279"/>
                </a:lnTo>
                <a:lnTo>
                  <a:pt x="2196477" y="505493"/>
                </a:lnTo>
                <a:lnTo>
                  <a:pt x="2197295" y="489768"/>
                </a:lnTo>
                <a:lnTo>
                  <a:pt x="2199748" y="419234"/>
                </a:lnTo>
                <a:lnTo>
                  <a:pt x="2201384" y="493259"/>
                </a:lnTo>
                <a:lnTo>
                  <a:pt x="2203019" y="485660"/>
                </a:lnTo>
                <a:lnTo>
                  <a:pt x="2203837" y="482561"/>
                </a:lnTo>
                <a:lnTo>
                  <a:pt x="2204655" y="483997"/>
                </a:lnTo>
                <a:lnTo>
                  <a:pt x="2205472" y="443553"/>
                </a:lnTo>
                <a:lnTo>
                  <a:pt x="2207108" y="500259"/>
                </a:lnTo>
                <a:lnTo>
                  <a:pt x="2211197" y="437846"/>
                </a:lnTo>
                <a:lnTo>
                  <a:pt x="2212014" y="516414"/>
                </a:lnTo>
                <a:lnTo>
                  <a:pt x="2214468" y="492890"/>
                </a:lnTo>
                <a:lnTo>
                  <a:pt x="2215285" y="511729"/>
                </a:lnTo>
                <a:lnTo>
                  <a:pt x="2218556" y="438241"/>
                </a:lnTo>
                <a:lnTo>
                  <a:pt x="2220192" y="541499"/>
                </a:lnTo>
                <a:lnTo>
                  <a:pt x="2221010" y="499902"/>
                </a:lnTo>
                <a:lnTo>
                  <a:pt x="2225098" y="435204"/>
                </a:lnTo>
                <a:lnTo>
                  <a:pt x="2227551" y="590063"/>
                </a:lnTo>
                <a:lnTo>
                  <a:pt x="2229187" y="473772"/>
                </a:lnTo>
                <a:lnTo>
                  <a:pt x="2230005" y="485023"/>
                </a:lnTo>
                <a:lnTo>
                  <a:pt x="2230822" y="434361"/>
                </a:lnTo>
                <a:lnTo>
                  <a:pt x="2231640" y="520257"/>
                </a:lnTo>
                <a:lnTo>
                  <a:pt x="2232458" y="488785"/>
                </a:lnTo>
                <a:lnTo>
                  <a:pt x="2234093" y="446724"/>
                </a:lnTo>
                <a:lnTo>
                  <a:pt x="2237364" y="545559"/>
                </a:lnTo>
                <a:lnTo>
                  <a:pt x="2239000" y="436630"/>
                </a:lnTo>
                <a:lnTo>
                  <a:pt x="2241453" y="457260"/>
                </a:lnTo>
                <a:lnTo>
                  <a:pt x="2245542" y="528532"/>
                </a:lnTo>
                <a:lnTo>
                  <a:pt x="2246360" y="532194"/>
                </a:lnTo>
                <a:lnTo>
                  <a:pt x="2247177" y="452014"/>
                </a:lnTo>
                <a:lnTo>
                  <a:pt x="2248813" y="533889"/>
                </a:lnTo>
                <a:lnTo>
                  <a:pt x="2249631" y="507478"/>
                </a:lnTo>
                <a:lnTo>
                  <a:pt x="2250448" y="448380"/>
                </a:lnTo>
                <a:lnTo>
                  <a:pt x="2252084" y="527640"/>
                </a:lnTo>
                <a:lnTo>
                  <a:pt x="2254537" y="474630"/>
                </a:lnTo>
                <a:lnTo>
                  <a:pt x="2255355" y="517842"/>
                </a:lnTo>
                <a:lnTo>
                  <a:pt x="2256173" y="520101"/>
                </a:lnTo>
                <a:lnTo>
                  <a:pt x="2259444" y="464407"/>
                </a:lnTo>
                <a:lnTo>
                  <a:pt x="2260261" y="469340"/>
                </a:lnTo>
                <a:lnTo>
                  <a:pt x="2261079" y="457356"/>
                </a:lnTo>
                <a:lnTo>
                  <a:pt x="2261897" y="531298"/>
                </a:lnTo>
                <a:lnTo>
                  <a:pt x="2264350" y="495349"/>
                </a:lnTo>
                <a:lnTo>
                  <a:pt x="2265986" y="537472"/>
                </a:lnTo>
                <a:lnTo>
                  <a:pt x="2266804" y="493197"/>
                </a:lnTo>
                <a:lnTo>
                  <a:pt x="2267621" y="521670"/>
                </a:lnTo>
                <a:lnTo>
                  <a:pt x="2268439" y="475942"/>
                </a:lnTo>
                <a:lnTo>
                  <a:pt x="2270892" y="476477"/>
                </a:lnTo>
                <a:lnTo>
                  <a:pt x="2272528" y="468037"/>
                </a:lnTo>
                <a:lnTo>
                  <a:pt x="2274981" y="553077"/>
                </a:lnTo>
                <a:lnTo>
                  <a:pt x="2276617" y="465693"/>
                </a:lnTo>
                <a:lnTo>
                  <a:pt x="2277434" y="520523"/>
                </a:lnTo>
                <a:lnTo>
                  <a:pt x="2278252" y="562381"/>
                </a:lnTo>
                <a:lnTo>
                  <a:pt x="2279070" y="489366"/>
                </a:lnTo>
                <a:lnTo>
                  <a:pt x="2279888" y="532631"/>
                </a:lnTo>
                <a:lnTo>
                  <a:pt x="2280705" y="527023"/>
                </a:lnTo>
                <a:lnTo>
                  <a:pt x="2281523" y="491855"/>
                </a:lnTo>
                <a:lnTo>
                  <a:pt x="2282341" y="535064"/>
                </a:lnTo>
                <a:lnTo>
                  <a:pt x="2283159" y="518539"/>
                </a:lnTo>
                <a:lnTo>
                  <a:pt x="2284794" y="506581"/>
                </a:lnTo>
                <a:lnTo>
                  <a:pt x="2285612" y="541607"/>
                </a:lnTo>
                <a:lnTo>
                  <a:pt x="2288065" y="482021"/>
                </a:lnTo>
                <a:lnTo>
                  <a:pt x="2288883" y="486335"/>
                </a:lnTo>
                <a:lnTo>
                  <a:pt x="2289701" y="492969"/>
                </a:lnTo>
                <a:lnTo>
                  <a:pt x="2290518" y="536053"/>
                </a:lnTo>
              </a:path>
            </a:pathLst>
          </a:custGeom>
          <a:noFill/>
          <a:ln w="2208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Editable path 82"/>
          <p:cNvSpPr/>
          <p:nvPr/>
        </p:nvSpPr>
        <p:spPr>
          <a:xfrm>
            <a:off x="3741645" y="3873839"/>
            <a:ext cx="2290518" cy="376195"/>
          </a:xfrm>
          <a:custGeom>
            <a:avLst/>
            <a:gdLst/>
            <a:ahLst/>
            <a:cxnLst/>
            <a:rect l="l" t="t" r="r" b="b"/>
            <a:pathLst>
              <a:path w="2290518" h="376195">
                <a:moveTo>
                  <a:pt x="0" y="186521"/>
                </a:moveTo>
                <a:lnTo>
                  <a:pt x="5725" y="186517"/>
                </a:lnTo>
                <a:lnTo>
                  <a:pt x="6542" y="183348"/>
                </a:lnTo>
                <a:lnTo>
                  <a:pt x="7360" y="188600"/>
                </a:lnTo>
                <a:lnTo>
                  <a:pt x="8178" y="185647"/>
                </a:lnTo>
                <a:lnTo>
                  <a:pt x="12267" y="187227"/>
                </a:lnTo>
                <a:lnTo>
                  <a:pt x="15538" y="187211"/>
                </a:lnTo>
                <a:lnTo>
                  <a:pt x="37617" y="194576"/>
                </a:lnTo>
                <a:lnTo>
                  <a:pt x="38435" y="191929"/>
                </a:lnTo>
                <a:lnTo>
                  <a:pt x="39252" y="195869"/>
                </a:lnTo>
                <a:lnTo>
                  <a:pt x="40070" y="195106"/>
                </a:lnTo>
                <a:lnTo>
                  <a:pt x="40888" y="201438"/>
                </a:lnTo>
                <a:lnTo>
                  <a:pt x="42523" y="193987"/>
                </a:lnTo>
                <a:lnTo>
                  <a:pt x="43341" y="194316"/>
                </a:lnTo>
                <a:lnTo>
                  <a:pt x="44159" y="198840"/>
                </a:lnTo>
                <a:lnTo>
                  <a:pt x="46612" y="196273"/>
                </a:lnTo>
                <a:lnTo>
                  <a:pt x="53154" y="197135"/>
                </a:lnTo>
                <a:lnTo>
                  <a:pt x="54790" y="195552"/>
                </a:lnTo>
                <a:lnTo>
                  <a:pt x="56425" y="199685"/>
                </a:lnTo>
                <a:lnTo>
                  <a:pt x="58061" y="197191"/>
                </a:lnTo>
                <a:lnTo>
                  <a:pt x="59696" y="199899"/>
                </a:lnTo>
                <a:lnTo>
                  <a:pt x="61332" y="199303"/>
                </a:lnTo>
                <a:lnTo>
                  <a:pt x="62149" y="204096"/>
                </a:lnTo>
                <a:lnTo>
                  <a:pt x="64603" y="200677"/>
                </a:lnTo>
                <a:lnTo>
                  <a:pt x="66238" y="196896"/>
                </a:lnTo>
                <a:lnTo>
                  <a:pt x="67056" y="200075"/>
                </a:lnTo>
                <a:lnTo>
                  <a:pt x="70327" y="202207"/>
                </a:lnTo>
                <a:lnTo>
                  <a:pt x="73598" y="198630"/>
                </a:lnTo>
                <a:lnTo>
                  <a:pt x="76869" y="204267"/>
                </a:lnTo>
                <a:lnTo>
                  <a:pt x="77687" y="201784"/>
                </a:lnTo>
                <a:lnTo>
                  <a:pt x="79322" y="202880"/>
                </a:lnTo>
                <a:lnTo>
                  <a:pt x="81775" y="205375"/>
                </a:lnTo>
                <a:lnTo>
                  <a:pt x="82593" y="199571"/>
                </a:lnTo>
                <a:lnTo>
                  <a:pt x="84229" y="204565"/>
                </a:lnTo>
                <a:lnTo>
                  <a:pt x="85864" y="202257"/>
                </a:lnTo>
                <a:lnTo>
                  <a:pt x="87500" y="206815"/>
                </a:lnTo>
                <a:lnTo>
                  <a:pt x="89135" y="202944"/>
                </a:lnTo>
                <a:lnTo>
                  <a:pt x="91588" y="203025"/>
                </a:lnTo>
                <a:lnTo>
                  <a:pt x="95677" y="210424"/>
                </a:lnTo>
                <a:lnTo>
                  <a:pt x="97313" y="200278"/>
                </a:lnTo>
                <a:lnTo>
                  <a:pt x="98948" y="206733"/>
                </a:lnTo>
                <a:lnTo>
                  <a:pt x="102219" y="205286"/>
                </a:lnTo>
                <a:lnTo>
                  <a:pt x="105490" y="208571"/>
                </a:lnTo>
                <a:lnTo>
                  <a:pt x="109579" y="201888"/>
                </a:lnTo>
                <a:lnTo>
                  <a:pt x="110397" y="208243"/>
                </a:lnTo>
                <a:lnTo>
                  <a:pt x="112850" y="204625"/>
                </a:lnTo>
                <a:lnTo>
                  <a:pt x="115303" y="208359"/>
                </a:lnTo>
                <a:lnTo>
                  <a:pt x="116121" y="205192"/>
                </a:lnTo>
                <a:lnTo>
                  <a:pt x="119392" y="206798"/>
                </a:lnTo>
                <a:lnTo>
                  <a:pt x="120210" y="203480"/>
                </a:lnTo>
                <a:lnTo>
                  <a:pt x="121845" y="206193"/>
                </a:lnTo>
                <a:lnTo>
                  <a:pt x="128387" y="207321"/>
                </a:lnTo>
                <a:lnTo>
                  <a:pt x="129205" y="204556"/>
                </a:lnTo>
                <a:lnTo>
                  <a:pt x="130023" y="210196"/>
                </a:lnTo>
                <a:lnTo>
                  <a:pt x="130840" y="205735"/>
                </a:lnTo>
                <a:lnTo>
                  <a:pt x="132476" y="212890"/>
                </a:lnTo>
                <a:lnTo>
                  <a:pt x="134111" y="205701"/>
                </a:lnTo>
                <a:lnTo>
                  <a:pt x="134929" y="205535"/>
                </a:lnTo>
                <a:lnTo>
                  <a:pt x="135747" y="210615"/>
                </a:lnTo>
                <a:lnTo>
                  <a:pt x="138200" y="207467"/>
                </a:lnTo>
                <a:lnTo>
                  <a:pt x="141471" y="210121"/>
                </a:lnTo>
                <a:lnTo>
                  <a:pt x="142289" y="209435"/>
                </a:lnTo>
                <a:lnTo>
                  <a:pt x="145560" y="208911"/>
                </a:lnTo>
                <a:lnTo>
                  <a:pt x="148831" y="209541"/>
                </a:lnTo>
                <a:lnTo>
                  <a:pt x="150466" y="213241"/>
                </a:lnTo>
                <a:lnTo>
                  <a:pt x="151284" y="207429"/>
                </a:lnTo>
                <a:lnTo>
                  <a:pt x="152102" y="211065"/>
                </a:lnTo>
                <a:lnTo>
                  <a:pt x="157826" y="216963"/>
                </a:lnTo>
                <a:lnTo>
                  <a:pt x="158644" y="213634"/>
                </a:lnTo>
                <a:lnTo>
                  <a:pt x="162733" y="209049"/>
                </a:lnTo>
                <a:lnTo>
                  <a:pt x="164368" y="213538"/>
                </a:lnTo>
                <a:lnTo>
                  <a:pt x="166004" y="212257"/>
                </a:lnTo>
                <a:lnTo>
                  <a:pt x="167639" y="213615"/>
                </a:lnTo>
                <a:lnTo>
                  <a:pt x="168457" y="214702"/>
                </a:lnTo>
                <a:lnTo>
                  <a:pt x="170092" y="211807"/>
                </a:lnTo>
                <a:lnTo>
                  <a:pt x="181541" y="217769"/>
                </a:lnTo>
                <a:lnTo>
                  <a:pt x="183176" y="211203"/>
                </a:lnTo>
                <a:lnTo>
                  <a:pt x="184812" y="212976"/>
                </a:lnTo>
                <a:lnTo>
                  <a:pt x="186447" y="211761"/>
                </a:lnTo>
                <a:lnTo>
                  <a:pt x="187265" y="213541"/>
                </a:lnTo>
                <a:lnTo>
                  <a:pt x="188083" y="215920"/>
                </a:lnTo>
                <a:lnTo>
                  <a:pt x="190536" y="214960"/>
                </a:lnTo>
                <a:lnTo>
                  <a:pt x="195443" y="217217"/>
                </a:lnTo>
                <a:lnTo>
                  <a:pt x="196260" y="215256"/>
                </a:lnTo>
                <a:lnTo>
                  <a:pt x="208527" y="216461"/>
                </a:lnTo>
                <a:lnTo>
                  <a:pt x="210162" y="217916"/>
                </a:lnTo>
                <a:lnTo>
                  <a:pt x="210980" y="215752"/>
                </a:lnTo>
                <a:lnTo>
                  <a:pt x="212615" y="216945"/>
                </a:lnTo>
                <a:lnTo>
                  <a:pt x="214251" y="213436"/>
                </a:lnTo>
                <a:lnTo>
                  <a:pt x="217522" y="217690"/>
                </a:lnTo>
                <a:lnTo>
                  <a:pt x="220793" y="217178"/>
                </a:lnTo>
                <a:lnTo>
                  <a:pt x="228970" y="219309"/>
                </a:lnTo>
                <a:lnTo>
                  <a:pt x="232241" y="218386"/>
                </a:lnTo>
                <a:lnTo>
                  <a:pt x="237148" y="224981"/>
                </a:lnTo>
                <a:lnTo>
                  <a:pt x="240419" y="216238"/>
                </a:lnTo>
                <a:lnTo>
                  <a:pt x="241237" y="218063"/>
                </a:lnTo>
                <a:lnTo>
                  <a:pt x="242872" y="221747"/>
                </a:lnTo>
                <a:lnTo>
                  <a:pt x="244508" y="220262"/>
                </a:lnTo>
                <a:lnTo>
                  <a:pt x="255956" y="216275"/>
                </a:lnTo>
                <a:lnTo>
                  <a:pt x="256774" y="221827"/>
                </a:lnTo>
                <a:lnTo>
                  <a:pt x="257592" y="214524"/>
                </a:lnTo>
                <a:lnTo>
                  <a:pt x="258409" y="211178"/>
                </a:lnTo>
                <a:lnTo>
                  <a:pt x="259227" y="214546"/>
                </a:lnTo>
                <a:lnTo>
                  <a:pt x="260863" y="223749"/>
                </a:lnTo>
                <a:lnTo>
                  <a:pt x="262498" y="218478"/>
                </a:lnTo>
                <a:lnTo>
                  <a:pt x="264951" y="223730"/>
                </a:lnTo>
                <a:lnTo>
                  <a:pt x="265769" y="214226"/>
                </a:lnTo>
                <a:lnTo>
                  <a:pt x="268222" y="216993"/>
                </a:lnTo>
                <a:lnTo>
                  <a:pt x="269858" y="214214"/>
                </a:lnTo>
                <a:lnTo>
                  <a:pt x="271493" y="216106"/>
                </a:lnTo>
                <a:lnTo>
                  <a:pt x="272311" y="220855"/>
                </a:lnTo>
                <a:lnTo>
                  <a:pt x="273947" y="217110"/>
                </a:lnTo>
                <a:lnTo>
                  <a:pt x="274764" y="215382"/>
                </a:lnTo>
                <a:lnTo>
                  <a:pt x="276400" y="219075"/>
                </a:lnTo>
                <a:lnTo>
                  <a:pt x="282124" y="218843"/>
                </a:lnTo>
                <a:lnTo>
                  <a:pt x="287031" y="220122"/>
                </a:lnTo>
                <a:lnTo>
                  <a:pt x="288666" y="217169"/>
                </a:lnTo>
                <a:lnTo>
                  <a:pt x="290302" y="219561"/>
                </a:lnTo>
                <a:lnTo>
                  <a:pt x="291937" y="217624"/>
                </a:lnTo>
                <a:lnTo>
                  <a:pt x="293573" y="218897"/>
                </a:lnTo>
                <a:lnTo>
                  <a:pt x="312381" y="219011"/>
                </a:lnTo>
                <a:lnTo>
                  <a:pt x="318923" y="220148"/>
                </a:lnTo>
                <a:lnTo>
                  <a:pt x="321376" y="220744"/>
                </a:lnTo>
                <a:lnTo>
                  <a:pt x="323012" y="221775"/>
                </a:lnTo>
                <a:lnTo>
                  <a:pt x="324647" y="220258"/>
                </a:lnTo>
                <a:lnTo>
                  <a:pt x="330371" y="224310"/>
                </a:lnTo>
                <a:lnTo>
                  <a:pt x="332825" y="220112"/>
                </a:lnTo>
                <a:lnTo>
                  <a:pt x="334460" y="221027"/>
                </a:lnTo>
                <a:lnTo>
                  <a:pt x="335278" y="222654"/>
                </a:lnTo>
                <a:lnTo>
                  <a:pt x="337731" y="221157"/>
                </a:lnTo>
                <a:lnTo>
                  <a:pt x="347544" y="219213"/>
                </a:lnTo>
                <a:lnTo>
                  <a:pt x="351633" y="223925"/>
                </a:lnTo>
                <a:lnTo>
                  <a:pt x="355722" y="220724"/>
                </a:lnTo>
                <a:lnTo>
                  <a:pt x="357357" y="224407"/>
                </a:lnTo>
                <a:lnTo>
                  <a:pt x="358993" y="221235"/>
                </a:lnTo>
                <a:lnTo>
                  <a:pt x="360628" y="218479"/>
                </a:lnTo>
                <a:lnTo>
                  <a:pt x="361446" y="219322"/>
                </a:lnTo>
                <a:lnTo>
                  <a:pt x="363899" y="224614"/>
                </a:lnTo>
                <a:lnTo>
                  <a:pt x="364717" y="224386"/>
                </a:lnTo>
                <a:lnTo>
                  <a:pt x="365535" y="224453"/>
                </a:lnTo>
                <a:lnTo>
                  <a:pt x="367988" y="216215"/>
                </a:lnTo>
                <a:lnTo>
                  <a:pt x="369623" y="218374"/>
                </a:lnTo>
                <a:lnTo>
                  <a:pt x="371259" y="219377"/>
                </a:lnTo>
                <a:lnTo>
                  <a:pt x="374530" y="224152"/>
                </a:lnTo>
                <a:lnTo>
                  <a:pt x="375348" y="222679"/>
                </a:lnTo>
                <a:lnTo>
                  <a:pt x="381890" y="221782"/>
                </a:lnTo>
                <a:lnTo>
                  <a:pt x="387614" y="223531"/>
                </a:lnTo>
                <a:lnTo>
                  <a:pt x="393338" y="221226"/>
                </a:lnTo>
                <a:lnTo>
                  <a:pt x="398245" y="221557"/>
                </a:lnTo>
                <a:lnTo>
                  <a:pt x="421959" y="223756"/>
                </a:lnTo>
                <a:lnTo>
                  <a:pt x="425230" y="223434"/>
                </a:lnTo>
                <a:lnTo>
                  <a:pt x="428501" y="225507"/>
                </a:lnTo>
                <a:lnTo>
                  <a:pt x="433408" y="222563"/>
                </a:lnTo>
                <a:lnTo>
                  <a:pt x="438314" y="224661"/>
                </a:lnTo>
                <a:lnTo>
                  <a:pt x="443221" y="224318"/>
                </a:lnTo>
                <a:lnTo>
                  <a:pt x="453852" y="223687"/>
                </a:lnTo>
                <a:lnTo>
                  <a:pt x="455487" y="225806"/>
                </a:lnTo>
                <a:lnTo>
                  <a:pt x="456305" y="224379"/>
                </a:lnTo>
                <a:lnTo>
                  <a:pt x="457123" y="222761"/>
                </a:lnTo>
                <a:lnTo>
                  <a:pt x="459576" y="224219"/>
                </a:lnTo>
                <a:lnTo>
                  <a:pt x="486562" y="225175"/>
                </a:lnTo>
                <a:lnTo>
                  <a:pt x="490650" y="224215"/>
                </a:lnTo>
                <a:lnTo>
                  <a:pt x="495557" y="225059"/>
                </a:lnTo>
                <a:lnTo>
                  <a:pt x="505370" y="225263"/>
                </a:lnTo>
                <a:lnTo>
                  <a:pt x="506188" y="226659"/>
                </a:lnTo>
                <a:lnTo>
                  <a:pt x="507005" y="224072"/>
                </a:lnTo>
                <a:lnTo>
                  <a:pt x="507823" y="223972"/>
                </a:lnTo>
                <a:lnTo>
                  <a:pt x="513547" y="227597"/>
                </a:lnTo>
                <a:lnTo>
                  <a:pt x="514365" y="225549"/>
                </a:lnTo>
                <a:lnTo>
                  <a:pt x="533991" y="226483"/>
                </a:lnTo>
                <a:lnTo>
                  <a:pt x="535627" y="225397"/>
                </a:lnTo>
                <a:lnTo>
                  <a:pt x="536444" y="227043"/>
                </a:lnTo>
                <a:lnTo>
                  <a:pt x="544622" y="226570"/>
                </a:lnTo>
                <a:lnTo>
                  <a:pt x="547893" y="225833"/>
                </a:lnTo>
                <a:lnTo>
                  <a:pt x="548711" y="226663"/>
                </a:lnTo>
                <a:lnTo>
                  <a:pt x="558524" y="225886"/>
                </a:lnTo>
                <a:lnTo>
                  <a:pt x="560159" y="228151"/>
                </a:lnTo>
                <a:lnTo>
                  <a:pt x="561795" y="226066"/>
                </a:lnTo>
                <a:lnTo>
                  <a:pt x="565883" y="226825"/>
                </a:lnTo>
                <a:lnTo>
                  <a:pt x="580603" y="225982"/>
                </a:lnTo>
                <a:lnTo>
                  <a:pt x="583874" y="226693"/>
                </a:lnTo>
                <a:lnTo>
                  <a:pt x="587963" y="225105"/>
                </a:lnTo>
                <a:lnTo>
                  <a:pt x="588780" y="226362"/>
                </a:lnTo>
                <a:lnTo>
                  <a:pt x="614948" y="223649"/>
                </a:lnTo>
                <a:lnTo>
                  <a:pt x="618219" y="223244"/>
                </a:lnTo>
                <a:lnTo>
                  <a:pt x="623944" y="221975"/>
                </a:lnTo>
                <a:lnTo>
                  <a:pt x="631303" y="220836"/>
                </a:lnTo>
                <a:lnTo>
                  <a:pt x="635392" y="218708"/>
                </a:lnTo>
                <a:lnTo>
                  <a:pt x="636210" y="220995"/>
                </a:lnTo>
                <a:lnTo>
                  <a:pt x="637028" y="218078"/>
                </a:lnTo>
                <a:lnTo>
                  <a:pt x="637845" y="219164"/>
                </a:lnTo>
                <a:lnTo>
                  <a:pt x="641116" y="218637"/>
                </a:lnTo>
                <a:lnTo>
                  <a:pt x="641934" y="220166"/>
                </a:lnTo>
                <a:lnTo>
                  <a:pt x="644387" y="218650"/>
                </a:lnTo>
                <a:lnTo>
                  <a:pt x="650929" y="216559"/>
                </a:lnTo>
                <a:lnTo>
                  <a:pt x="655018" y="217447"/>
                </a:lnTo>
                <a:lnTo>
                  <a:pt x="682822" y="214863"/>
                </a:lnTo>
                <a:lnTo>
                  <a:pt x="683639" y="217088"/>
                </a:lnTo>
                <a:lnTo>
                  <a:pt x="685275" y="214116"/>
                </a:lnTo>
                <a:lnTo>
                  <a:pt x="690181" y="216696"/>
                </a:lnTo>
                <a:lnTo>
                  <a:pt x="695088" y="219131"/>
                </a:lnTo>
                <a:lnTo>
                  <a:pt x="709807" y="224618"/>
                </a:lnTo>
                <a:lnTo>
                  <a:pt x="716349" y="228266"/>
                </a:lnTo>
                <a:lnTo>
                  <a:pt x="721256" y="228849"/>
                </a:lnTo>
                <a:lnTo>
                  <a:pt x="726162" y="229220"/>
                </a:lnTo>
                <a:lnTo>
                  <a:pt x="729433" y="229439"/>
                </a:lnTo>
                <a:lnTo>
                  <a:pt x="733522" y="230435"/>
                </a:lnTo>
                <a:lnTo>
                  <a:pt x="736793" y="230912"/>
                </a:lnTo>
                <a:lnTo>
                  <a:pt x="737611" y="226347"/>
                </a:lnTo>
                <a:lnTo>
                  <a:pt x="739246" y="230897"/>
                </a:lnTo>
                <a:lnTo>
                  <a:pt x="744971" y="231640"/>
                </a:lnTo>
                <a:lnTo>
                  <a:pt x="754784" y="230689"/>
                </a:lnTo>
                <a:lnTo>
                  <a:pt x="758873" y="230852"/>
                </a:lnTo>
                <a:lnTo>
                  <a:pt x="764597" y="230757"/>
                </a:lnTo>
                <a:lnTo>
                  <a:pt x="768686" y="230444"/>
                </a:lnTo>
                <a:lnTo>
                  <a:pt x="780952" y="232674"/>
                </a:lnTo>
                <a:lnTo>
                  <a:pt x="790765" y="238813"/>
                </a:lnTo>
                <a:lnTo>
                  <a:pt x="804666" y="232020"/>
                </a:lnTo>
                <a:lnTo>
                  <a:pt x="807937" y="230575"/>
                </a:lnTo>
                <a:lnTo>
                  <a:pt x="812844" y="229267"/>
                </a:lnTo>
                <a:lnTo>
                  <a:pt x="817750" y="230275"/>
                </a:lnTo>
                <a:lnTo>
                  <a:pt x="821839" y="229105"/>
                </a:lnTo>
                <a:lnTo>
                  <a:pt x="825928" y="228530"/>
                </a:lnTo>
                <a:lnTo>
                  <a:pt x="841465" y="223082"/>
                </a:lnTo>
                <a:lnTo>
                  <a:pt x="843918" y="223849"/>
                </a:lnTo>
                <a:lnTo>
                  <a:pt x="848007" y="220152"/>
                </a:lnTo>
                <a:lnTo>
                  <a:pt x="851278" y="215832"/>
                </a:lnTo>
                <a:lnTo>
                  <a:pt x="855367" y="213839"/>
                </a:lnTo>
                <a:lnTo>
                  <a:pt x="856185" y="215612"/>
                </a:lnTo>
                <a:lnTo>
                  <a:pt x="858638" y="213946"/>
                </a:lnTo>
                <a:lnTo>
                  <a:pt x="861091" y="214931"/>
                </a:lnTo>
                <a:lnTo>
                  <a:pt x="861909" y="213630"/>
                </a:lnTo>
                <a:lnTo>
                  <a:pt x="865998" y="210458"/>
                </a:lnTo>
                <a:lnTo>
                  <a:pt x="866816" y="212563"/>
                </a:lnTo>
                <a:lnTo>
                  <a:pt x="872540" y="212712"/>
                </a:lnTo>
                <a:lnTo>
                  <a:pt x="896254" y="203455"/>
                </a:lnTo>
                <a:lnTo>
                  <a:pt x="897072" y="204319"/>
                </a:lnTo>
                <a:lnTo>
                  <a:pt x="897890" y="201471"/>
                </a:lnTo>
                <a:lnTo>
                  <a:pt x="898708" y="194496"/>
                </a:lnTo>
                <a:lnTo>
                  <a:pt x="900343" y="200023"/>
                </a:lnTo>
                <a:lnTo>
                  <a:pt x="901161" y="202110"/>
                </a:lnTo>
                <a:lnTo>
                  <a:pt x="901979" y="199744"/>
                </a:lnTo>
                <a:lnTo>
                  <a:pt x="904432" y="193297"/>
                </a:lnTo>
                <a:lnTo>
                  <a:pt x="905250" y="195871"/>
                </a:lnTo>
                <a:lnTo>
                  <a:pt x="906067" y="195642"/>
                </a:lnTo>
                <a:lnTo>
                  <a:pt x="909338" y="188461"/>
                </a:lnTo>
                <a:lnTo>
                  <a:pt x="910156" y="188955"/>
                </a:lnTo>
                <a:lnTo>
                  <a:pt x="910974" y="193430"/>
                </a:lnTo>
                <a:lnTo>
                  <a:pt x="912609" y="190522"/>
                </a:lnTo>
                <a:lnTo>
                  <a:pt x="916698" y="180570"/>
                </a:lnTo>
                <a:lnTo>
                  <a:pt x="917516" y="183441"/>
                </a:lnTo>
                <a:lnTo>
                  <a:pt x="919151" y="180869"/>
                </a:lnTo>
                <a:lnTo>
                  <a:pt x="923240" y="178535"/>
                </a:lnTo>
                <a:lnTo>
                  <a:pt x="924058" y="175761"/>
                </a:lnTo>
                <a:lnTo>
                  <a:pt x="924876" y="177660"/>
                </a:lnTo>
                <a:lnTo>
                  <a:pt x="925693" y="181124"/>
                </a:lnTo>
                <a:lnTo>
                  <a:pt x="926511" y="178640"/>
                </a:lnTo>
                <a:lnTo>
                  <a:pt x="927329" y="172452"/>
                </a:lnTo>
                <a:lnTo>
                  <a:pt x="929782" y="175990"/>
                </a:lnTo>
                <a:lnTo>
                  <a:pt x="942049" y="173999"/>
                </a:lnTo>
                <a:lnTo>
                  <a:pt x="948591" y="172283"/>
                </a:lnTo>
                <a:lnTo>
                  <a:pt x="962492" y="167345"/>
                </a:lnTo>
                <a:lnTo>
                  <a:pt x="967399" y="167474"/>
                </a:lnTo>
                <a:lnTo>
                  <a:pt x="976394" y="163713"/>
                </a:lnTo>
                <a:lnTo>
                  <a:pt x="979665" y="163473"/>
                </a:lnTo>
                <a:lnTo>
                  <a:pt x="984571" y="161988"/>
                </a:lnTo>
                <a:lnTo>
                  <a:pt x="987842" y="159075"/>
                </a:lnTo>
                <a:lnTo>
                  <a:pt x="991113" y="162388"/>
                </a:lnTo>
                <a:lnTo>
                  <a:pt x="993567" y="159047"/>
                </a:lnTo>
                <a:lnTo>
                  <a:pt x="995202" y="160198"/>
                </a:lnTo>
                <a:lnTo>
                  <a:pt x="998473" y="160821"/>
                </a:lnTo>
                <a:lnTo>
                  <a:pt x="1000109" y="159574"/>
                </a:lnTo>
                <a:lnTo>
                  <a:pt x="1001744" y="160886"/>
                </a:lnTo>
                <a:lnTo>
                  <a:pt x="1009104" y="159906"/>
                </a:lnTo>
                <a:lnTo>
                  <a:pt x="1033637" y="161762"/>
                </a:lnTo>
                <a:lnTo>
                  <a:pt x="1037725" y="164662"/>
                </a:lnTo>
                <a:lnTo>
                  <a:pt x="1041814" y="162693"/>
                </a:lnTo>
                <a:lnTo>
                  <a:pt x="1042632" y="163676"/>
                </a:lnTo>
                <a:lnTo>
                  <a:pt x="1051627" y="161494"/>
                </a:lnTo>
                <a:lnTo>
                  <a:pt x="1058169" y="160010"/>
                </a:lnTo>
                <a:lnTo>
                  <a:pt x="1060622" y="157502"/>
                </a:lnTo>
                <a:lnTo>
                  <a:pt x="1061440" y="158297"/>
                </a:lnTo>
                <a:lnTo>
                  <a:pt x="1086790" y="166404"/>
                </a:lnTo>
                <a:lnTo>
                  <a:pt x="1096603" y="173917"/>
                </a:lnTo>
                <a:lnTo>
                  <a:pt x="1104781" y="181706"/>
                </a:lnTo>
                <a:lnTo>
                  <a:pt x="1108052" y="183525"/>
                </a:lnTo>
                <a:lnTo>
                  <a:pt x="1115412" y="189125"/>
                </a:lnTo>
                <a:lnTo>
                  <a:pt x="1127678" y="200407"/>
                </a:lnTo>
                <a:lnTo>
                  <a:pt x="1139944" y="216892"/>
                </a:lnTo>
                <a:lnTo>
                  <a:pt x="1151392" y="232076"/>
                </a:lnTo>
                <a:lnTo>
                  <a:pt x="1155481" y="233370"/>
                </a:lnTo>
                <a:lnTo>
                  <a:pt x="1158752" y="229593"/>
                </a:lnTo>
                <a:lnTo>
                  <a:pt x="1160388" y="230652"/>
                </a:lnTo>
                <a:lnTo>
                  <a:pt x="1163659" y="230091"/>
                </a:lnTo>
                <a:lnTo>
                  <a:pt x="1168565" y="230618"/>
                </a:lnTo>
                <a:lnTo>
                  <a:pt x="1173472" y="230949"/>
                </a:lnTo>
                <a:lnTo>
                  <a:pt x="1175107" y="232077"/>
                </a:lnTo>
                <a:lnTo>
                  <a:pt x="1176743" y="229514"/>
                </a:lnTo>
                <a:lnTo>
                  <a:pt x="1181649" y="233447"/>
                </a:lnTo>
                <a:lnTo>
                  <a:pt x="1182467" y="230517"/>
                </a:lnTo>
                <a:lnTo>
                  <a:pt x="1186556" y="225898"/>
                </a:lnTo>
                <a:lnTo>
                  <a:pt x="1187374" y="226957"/>
                </a:lnTo>
                <a:lnTo>
                  <a:pt x="1191462" y="220746"/>
                </a:lnTo>
                <a:lnTo>
                  <a:pt x="1198822" y="210047"/>
                </a:lnTo>
                <a:lnTo>
                  <a:pt x="1200458" y="214349"/>
                </a:lnTo>
                <a:lnTo>
                  <a:pt x="1201275" y="212308"/>
                </a:lnTo>
                <a:lnTo>
                  <a:pt x="1204546" y="206746"/>
                </a:lnTo>
                <a:lnTo>
                  <a:pt x="1205364" y="208590"/>
                </a:lnTo>
                <a:lnTo>
                  <a:pt x="1206999" y="205869"/>
                </a:lnTo>
                <a:lnTo>
                  <a:pt x="1214359" y="196421"/>
                </a:lnTo>
                <a:lnTo>
                  <a:pt x="1220901" y="187000"/>
                </a:lnTo>
                <a:lnTo>
                  <a:pt x="1240527" y="165137"/>
                </a:lnTo>
                <a:lnTo>
                  <a:pt x="1242980" y="169446"/>
                </a:lnTo>
                <a:lnTo>
                  <a:pt x="1243798" y="167172"/>
                </a:lnTo>
                <a:lnTo>
                  <a:pt x="1246251" y="161602"/>
                </a:lnTo>
                <a:lnTo>
                  <a:pt x="1248705" y="163718"/>
                </a:lnTo>
                <a:lnTo>
                  <a:pt x="1249522" y="166198"/>
                </a:lnTo>
                <a:lnTo>
                  <a:pt x="1251158" y="164050"/>
                </a:lnTo>
                <a:lnTo>
                  <a:pt x="1254429" y="160045"/>
                </a:lnTo>
                <a:lnTo>
                  <a:pt x="1256882" y="163424"/>
                </a:lnTo>
                <a:lnTo>
                  <a:pt x="1256064" y="158816"/>
                </a:lnTo>
                <a:lnTo>
                  <a:pt x="1257700" y="159954"/>
                </a:lnTo>
                <a:lnTo>
                  <a:pt x="1258518" y="156031"/>
                </a:lnTo>
                <a:lnTo>
                  <a:pt x="1260153" y="158608"/>
                </a:lnTo>
                <a:lnTo>
                  <a:pt x="1261789" y="160605"/>
                </a:lnTo>
                <a:lnTo>
                  <a:pt x="1262606" y="158641"/>
                </a:lnTo>
                <a:lnTo>
                  <a:pt x="1267513" y="147906"/>
                </a:lnTo>
                <a:lnTo>
                  <a:pt x="1269149" y="153760"/>
                </a:lnTo>
                <a:lnTo>
                  <a:pt x="1270784" y="149771"/>
                </a:lnTo>
                <a:lnTo>
                  <a:pt x="1273237" y="145051"/>
                </a:lnTo>
                <a:lnTo>
                  <a:pt x="1274055" y="147210"/>
                </a:lnTo>
                <a:lnTo>
                  <a:pt x="1275691" y="149872"/>
                </a:lnTo>
                <a:lnTo>
                  <a:pt x="1277326" y="147147"/>
                </a:lnTo>
                <a:lnTo>
                  <a:pt x="1279779" y="133095"/>
                </a:lnTo>
                <a:lnTo>
                  <a:pt x="1282233" y="136822"/>
                </a:lnTo>
                <a:lnTo>
                  <a:pt x="1294499" y="141635"/>
                </a:lnTo>
                <a:lnTo>
                  <a:pt x="1296134" y="135192"/>
                </a:lnTo>
                <a:lnTo>
                  <a:pt x="1297770" y="140978"/>
                </a:lnTo>
                <a:lnTo>
                  <a:pt x="1301858" y="141665"/>
                </a:lnTo>
                <a:lnTo>
                  <a:pt x="1302676" y="138767"/>
                </a:lnTo>
                <a:lnTo>
                  <a:pt x="1304312" y="142493"/>
                </a:lnTo>
                <a:lnTo>
                  <a:pt x="1305129" y="146421"/>
                </a:lnTo>
                <a:lnTo>
                  <a:pt x="1306765" y="140725"/>
                </a:lnTo>
                <a:lnTo>
                  <a:pt x="1309218" y="147165"/>
                </a:lnTo>
                <a:lnTo>
                  <a:pt x="1310036" y="140554"/>
                </a:lnTo>
                <a:lnTo>
                  <a:pt x="1310854" y="136341"/>
                </a:lnTo>
                <a:lnTo>
                  <a:pt x="1311671" y="141802"/>
                </a:lnTo>
                <a:lnTo>
                  <a:pt x="1312489" y="144080"/>
                </a:lnTo>
                <a:lnTo>
                  <a:pt x="1314125" y="134094"/>
                </a:lnTo>
                <a:lnTo>
                  <a:pt x="1315760" y="141316"/>
                </a:lnTo>
                <a:lnTo>
                  <a:pt x="1316578" y="142071"/>
                </a:lnTo>
                <a:lnTo>
                  <a:pt x="1318213" y="133295"/>
                </a:lnTo>
                <a:lnTo>
                  <a:pt x="1319849" y="134652"/>
                </a:lnTo>
                <a:lnTo>
                  <a:pt x="1323938" y="140763"/>
                </a:lnTo>
                <a:lnTo>
                  <a:pt x="1325573" y="132954"/>
                </a:lnTo>
                <a:lnTo>
                  <a:pt x="1326391" y="133802"/>
                </a:lnTo>
                <a:lnTo>
                  <a:pt x="1327209" y="141376"/>
                </a:lnTo>
                <a:lnTo>
                  <a:pt x="1328844" y="132790"/>
                </a:lnTo>
                <a:lnTo>
                  <a:pt x="1332115" y="137911"/>
                </a:lnTo>
                <a:lnTo>
                  <a:pt x="1332933" y="136344"/>
                </a:lnTo>
                <a:lnTo>
                  <a:pt x="1336204" y="131205"/>
                </a:lnTo>
                <a:lnTo>
                  <a:pt x="1340293" y="134955"/>
                </a:lnTo>
                <a:lnTo>
                  <a:pt x="1344382" y="131922"/>
                </a:lnTo>
                <a:lnTo>
                  <a:pt x="1346017" y="137393"/>
                </a:lnTo>
                <a:lnTo>
                  <a:pt x="1347653" y="132718"/>
                </a:lnTo>
                <a:lnTo>
                  <a:pt x="1351741" y="121399"/>
                </a:lnTo>
                <a:lnTo>
                  <a:pt x="1354195" y="124508"/>
                </a:lnTo>
                <a:lnTo>
                  <a:pt x="1355012" y="123170"/>
                </a:lnTo>
                <a:lnTo>
                  <a:pt x="1359101" y="119218"/>
                </a:lnTo>
                <a:lnTo>
                  <a:pt x="1362372" y="117117"/>
                </a:lnTo>
                <a:lnTo>
                  <a:pt x="1366461" y="108256"/>
                </a:lnTo>
                <a:lnTo>
                  <a:pt x="1367279" y="105859"/>
                </a:lnTo>
                <a:lnTo>
                  <a:pt x="1368914" y="109987"/>
                </a:lnTo>
                <a:lnTo>
                  <a:pt x="1373003" y="101681"/>
                </a:lnTo>
                <a:lnTo>
                  <a:pt x="1373821" y="105060"/>
                </a:lnTo>
                <a:lnTo>
                  <a:pt x="1374638" y="112489"/>
                </a:lnTo>
                <a:lnTo>
                  <a:pt x="1376274" y="105885"/>
                </a:lnTo>
                <a:lnTo>
                  <a:pt x="1379545" y="105218"/>
                </a:lnTo>
                <a:lnTo>
                  <a:pt x="1387722" y="91883"/>
                </a:lnTo>
                <a:lnTo>
                  <a:pt x="1388540" y="95744"/>
                </a:lnTo>
                <a:lnTo>
                  <a:pt x="1389358" y="97621"/>
                </a:lnTo>
                <a:lnTo>
                  <a:pt x="1390993" y="93868"/>
                </a:lnTo>
                <a:lnTo>
                  <a:pt x="1392629" y="97645"/>
                </a:lnTo>
                <a:lnTo>
                  <a:pt x="1393446" y="94846"/>
                </a:lnTo>
                <a:lnTo>
                  <a:pt x="1399171" y="87443"/>
                </a:lnTo>
                <a:lnTo>
                  <a:pt x="1401624" y="88969"/>
                </a:lnTo>
                <a:lnTo>
                  <a:pt x="1406530" y="80883"/>
                </a:lnTo>
                <a:lnTo>
                  <a:pt x="1408166" y="82727"/>
                </a:lnTo>
                <a:lnTo>
                  <a:pt x="1409801" y="81558"/>
                </a:lnTo>
                <a:lnTo>
                  <a:pt x="1411437" y="79850"/>
                </a:lnTo>
                <a:lnTo>
                  <a:pt x="1417161" y="72333"/>
                </a:lnTo>
                <a:lnTo>
                  <a:pt x="1420432" y="72819"/>
                </a:lnTo>
                <a:lnTo>
                  <a:pt x="1435970" y="55759"/>
                </a:lnTo>
                <a:lnTo>
                  <a:pt x="1440058" y="52998"/>
                </a:lnTo>
                <a:lnTo>
                  <a:pt x="1444147" y="49753"/>
                </a:lnTo>
                <a:lnTo>
                  <a:pt x="1446600" y="49292"/>
                </a:lnTo>
                <a:lnTo>
                  <a:pt x="1448236" y="46646"/>
                </a:lnTo>
                <a:lnTo>
                  <a:pt x="1449054" y="51219"/>
                </a:lnTo>
                <a:lnTo>
                  <a:pt x="1450689" y="48905"/>
                </a:lnTo>
                <a:lnTo>
                  <a:pt x="1455596" y="25429"/>
                </a:lnTo>
                <a:lnTo>
                  <a:pt x="1456413" y="29373"/>
                </a:lnTo>
                <a:lnTo>
                  <a:pt x="1458049" y="31385"/>
                </a:lnTo>
                <a:lnTo>
                  <a:pt x="1459684" y="36350"/>
                </a:lnTo>
                <a:lnTo>
                  <a:pt x="1460502" y="33886"/>
                </a:lnTo>
                <a:lnTo>
                  <a:pt x="1462137" y="29195"/>
                </a:lnTo>
                <a:lnTo>
                  <a:pt x="1463773" y="32091"/>
                </a:lnTo>
                <a:lnTo>
                  <a:pt x="1465408" y="38549"/>
                </a:lnTo>
                <a:lnTo>
                  <a:pt x="1466226" y="33578"/>
                </a:lnTo>
                <a:lnTo>
                  <a:pt x="1470315" y="24368"/>
                </a:lnTo>
                <a:lnTo>
                  <a:pt x="1471950" y="25198"/>
                </a:lnTo>
                <a:lnTo>
                  <a:pt x="1473586" y="16741"/>
                </a:lnTo>
                <a:lnTo>
                  <a:pt x="1475221" y="19161"/>
                </a:lnTo>
                <a:lnTo>
                  <a:pt x="1476857" y="31367"/>
                </a:lnTo>
                <a:lnTo>
                  <a:pt x="1477675" y="40653"/>
                </a:lnTo>
                <a:lnTo>
                  <a:pt x="1480128" y="34517"/>
                </a:lnTo>
                <a:lnTo>
                  <a:pt x="1480946" y="39500"/>
                </a:lnTo>
                <a:lnTo>
                  <a:pt x="1482581" y="36427"/>
                </a:lnTo>
                <a:lnTo>
                  <a:pt x="1489123" y="24818"/>
                </a:lnTo>
                <a:lnTo>
                  <a:pt x="1491576" y="31886"/>
                </a:lnTo>
                <a:lnTo>
                  <a:pt x="1493212" y="29340"/>
                </a:lnTo>
                <a:lnTo>
                  <a:pt x="1500572" y="36843"/>
                </a:lnTo>
                <a:lnTo>
                  <a:pt x="1501389" y="40134"/>
                </a:lnTo>
                <a:lnTo>
                  <a:pt x="1503025" y="36295"/>
                </a:lnTo>
                <a:lnTo>
                  <a:pt x="1504660" y="33158"/>
                </a:lnTo>
                <a:lnTo>
                  <a:pt x="1505478" y="38026"/>
                </a:lnTo>
                <a:lnTo>
                  <a:pt x="1507114" y="41590"/>
                </a:lnTo>
                <a:lnTo>
                  <a:pt x="1508749" y="40824"/>
                </a:lnTo>
                <a:lnTo>
                  <a:pt x="1512838" y="35038"/>
                </a:lnTo>
                <a:lnTo>
                  <a:pt x="1513656" y="35936"/>
                </a:lnTo>
                <a:lnTo>
                  <a:pt x="1515291" y="38103"/>
                </a:lnTo>
                <a:lnTo>
                  <a:pt x="1516109" y="35045"/>
                </a:lnTo>
                <a:lnTo>
                  <a:pt x="1517745" y="27890"/>
                </a:lnTo>
                <a:lnTo>
                  <a:pt x="1520198" y="29329"/>
                </a:lnTo>
                <a:lnTo>
                  <a:pt x="1521833" y="25791"/>
                </a:lnTo>
                <a:lnTo>
                  <a:pt x="1522651" y="20107"/>
                </a:lnTo>
                <a:lnTo>
                  <a:pt x="1524287" y="24003"/>
                </a:lnTo>
                <a:lnTo>
                  <a:pt x="1526740" y="39650"/>
                </a:lnTo>
                <a:lnTo>
                  <a:pt x="1528375" y="37659"/>
                </a:lnTo>
                <a:lnTo>
                  <a:pt x="1530829" y="29597"/>
                </a:lnTo>
                <a:lnTo>
                  <a:pt x="1532464" y="31766"/>
                </a:lnTo>
                <a:lnTo>
                  <a:pt x="1533282" y="33890"/>
                </a:lnTo>
                <a:lnTo>
                  <a:pt x="1534917" y="30842"/>
                </a:lnTo>
                <a:lnTo>
                  <a:pt x="1538188" y="29148"/>
                </a:lnTo>
                <a:lnTo>
                  <a:pt x="1539006" y="32720"/>
                </a:lnTo>
                <a:lnTo>
                  <a:pt x="1540642" y="40626"/>
                </a:lnTo>
                <a:lnTo>
                  <a:pt x="1542277" y="33334"/>
                </a:lnTo>
                <a:lnTo>
                  <a:pt x="1545548" y="25634"/>
                </a:lnTo>
                <a:lnTo>
                  <a:pt x="1546366" y="32151"/>
                </a:lnTo>
                <a:lnTo>
                  <a:pt x="1548001" y="25707"/>
                </a:lnTo>
                <a:lnTo>
                  <a:pt x="1551272" y="17031"/>
                </a:lnTo>
                <a:lnTo>
                  <a:pt x="1552908" y="21093"/>
                </a:lnTo>
                <a:lnTo>
                  <a:pt x="1555361" y="24909"/>
                </a:lnTo>
                <a:lnTo>
                  <a:pt x="1557814" y="37680"/>
                </a:lnTo>
                <a:lnTo>
                  <a:pt x="1558632" y="26451"/>
                </a:lnTo>
                <a:lnTo>
                  <a:pt x="1559450" y="27000"/>
                </a:lnTo>
                <a:lnTo>
                  <a:pt x="1563538" y="35355"/>
                </a:lnTo>
                <a:lnTo>
                  <a:pt x="1564356" y="33147"/>
                </a:lnTo>
                <a:lnTo>
                  <a:pt x="1565174" y="37647"/>
                </a:lnTo>
                <a:lnTo>
                  <a:pt x="1565992" y="37458"/>
                </a:lnTo>
                <a:lnTo>
                  <a:pt x="1567627" y="39479"/>
                </a:lnTo>
                <a:lnTo>
                  <a:pt x="1570898" y="20192"/>
                </a:lnTo>
                <a:lnTo>
                  <a:pt x="1572534" y="21276"/>
                </a:lnTo>
                <a:lnTo>
                  <a:pt x="1574987" y="35967"/>
                </a:lnTo>
                <a:lnTo>
                  <a:pt x="1575805" y="32534"/>
                </a:lnTo>
                <a:lnTo>
                  <a:pt x="1579076" y="20392"/>
                </a:lnTo>
                <a:lnTo>
                  <a:pt x="1579893" y="24521"/>
                </a:lnTo>
                <a:lnTo>
                  <a:pt x="1584800" y="33803"/>
                </a:lnTo>
                <a:lnTo>
                  <a:pt x="1587253" y="22219"/>
                </a:lnTo>
                <a:lnTo>
                  <a:pt x="1589706" y="25076"/>
                </a:lnTo>
                <a:lnTo>
                  <a:pt x="1591342" y="27080"/>
                </a:lnTo>
                <a:lnTo>
                  <a:pt x="1592977" y="25011"/>
                </a:lnTo>
                <a:lnTo>
                  <a:pt x="1595431" y="23138"/>
                </a:lnTo>
                <a:lnTo>
                  <a:pt x="1597066" y="31913"/>
                </a:lnTo>
                <a:lnTo>
                  <a:pt x="1598702" y="30159"/>
                </a:lnTo>
                <a:lnTo>
                  <a:pt x="1602791" y="18848"/>
                </a:lnTo>
                <a:lnTo>
                  <a:pt x="1605244" y="21072"/>
                </a:lnTo>
                <a:lnTo>
                  <a:pt x="1610150" y="20645"/>
                </a:lnTo>
                <a:lnTo>
                  <a:pt x="1613421" y="6202"/>
                </a:lnTo>
                <a:lnTo>
                  <a:pt x="1614239" y="10959"/>
                </a:lnTo>
                <a:lnTo>
                  <a:pt x="1615875" y="24635"/>
                </a:lnTo>
                <a:lnTo>
                  <a:pt x="1618328" y="21492"/>
                </a:lnTo>
                <a:lnTo>
                  <a:pt x="1626505" y="0"/>
                </a:lnTo>
                <a:lnTo>
                  <a:pt x="1628141" y="8218"/>
                </a:lnTo>
                <a:lnTo>
                  <a:pt x="1629776" y="10409"/>
                </a:lnTo>
                <a:lnTo>
                  <a:pt x="1630594" y="9102"/>
                </a:lnTo>
                <a:lnTo>
                  <a:pt x="1631412" y="2884"/>
                </a:lnTo>
                <a:lnTo>
                  <a:pt x="1633047" y="12126"/>
                </a:lnTo>
                <a:lnTo>
                  <a:pt x="1634683" y="15711"/>
                </a:lnTo>
                <a:lnTo>
                  <a:pt x="1635500" y="17610"/>
                </a:lnTo>
                <a:lnTo>
                  <a:pt x="1637136" y="14567"/>
                </a:lnTo>
                <a:lnTo>
                  <a:pt x="1639589" y="14194"/>
                </a:lnTo>
                <a:lnTo>
                  <a:pt x="1641225" y="11305"/>
                </a:lnTo>
                <a:lnTo>
                  <a:pt x="1642042" y="12376"/>
                </a:lnTo>
                <a:lnTo>
                  <a:pt x="1645313" y="24700"/>
                </a:lnTo>
                <a:lnTo>
                  <a:pt x="1646131" y="23331"/>
                </a:lnTo>
                <a:lnTo>
                  <a:pt x="1648584" y="18360"/>
                </a:lnTo>
                <a:lnTo>
                  <a:pt x="1649402" y="19748"/>
                </a:lnTo>
                <a:lnTo>
                  <a:pt x="1651038" y="26113"/>
                </a:lnTo>
                <a:lnTo>
                  <a:pt x="1654309" y="23826"/>
                </a:lnTo>
                <a:lnTo>
                  <a:pt x="1658397" y="21561"/>
                </a:lnTo>
                <a:lnTo>
                  <a:pt x="1662486" y="17800"/>
                </a:lnTo>
                <a:lnTo>
                  <a:pt x="1665757" y="21775"/>
                </a:lnTo>
                <a:lnTo>
                  <a:pt x="1666575" y="20583"/>
                </a:lnTo>
                <a:lnTo>
                  <a:pt x="1668210" y="31178"/>
                </a:lnTo>
                <a:lnTo>
                  <a:pt x="1669846" y="24639"/>
                </a:lnTo>
                <a:lnTo>
                  <a:pt x="1670664" y="27514"/>
                </a:lnTo>
                <a:lnTo>
                  <a:pt x="1673117" y="25016"/>
                </a:lnTo>
                <a:lnTo>
                  <a:pt x="1674752" y="25246"/>
                </a:lnTo>
                <a:lnTo>
                  <a:pt x="1676388" y="20219"/>
                </a:lnTo>
                <a:lnTo>
                  <a:pt x="1678024" y="23964"/>
                </a:lnTo>
                <a:lnTo>
                  <a:pt x="1679659" y="27850"/>
                </a:lnTo>
                <a:lnTo>
                  <a:pt x="1680477" y="26118"/>
                </a:lnTo>
                <a:lnTo>
                  <a:pt x="1684566" y="19255"/>
                </a:lnTo>
                <a:lnTo>
                  <a:pt x="1687019" y="23248"/>
                </a:lnTo>
                <a:lnTo>
                  <a:pt x="1687837" y="22143"/>
                </a:lnTo>
                <a:lnTo>
                  <a:pt x="1694379" y="11401"/>
                </a:lnTo>
                <a:lnTo>
                  <a:pt x="1699285" y="9038"/>
                </a:lnTo>
                <a:lnTo>
                  <a:pt x="1700921" y="7341"/>
                </a:lnTo>
                <a:lnTo>
                  <a:pt x="1701738" y="8654"/>
                </a:lnTo>
                <a:lnTo>
                  <a:pt x="1703374" y="12521"/>
                </a:lnTo>
                <a:lnTo>
                  <a:pt x="1705009" y="10463"/>
                </a:lnTo>
                <a:lnTo>
                  <a:pt x="1716458" y="11055"/>
                </a:lnTo>
                <a:lnTo>
                  <a:pt x="1719729" y="11410"/>
                </a:lnTo>
                <a:lnTo>
                  <a:pt x="1722182" y="11874"/>
                </a:lnTo>
                <a:lnTo>
                  <a:pt x="1723000" y="10811"/>
                </a:lnTo>
                <a:lnTo>
                  <a:pt x="1729542" y="1506"/>
                </a:lnTo>
                <a:lnTo>
                  <a:pt x="1731177" y="7477"/>
                </a:lnTo>
                <a:lnTo>
                  <a:pt x="1731995" y="4336"/>
                </a:lnTo>
                <a:lnTo>
                  <a:pt x="1736084" y="239"/>
                </a:lnTo>
                <a:lnTo>
                  <a:pt x="1737719" y="1848"/>
                </a:lnTo>
                <a:lnTo>
                  <a:pt x="1740990" y="12620"/>
                </a:lnTo>
                <a:lnTo>
                  <a:pt x="1743443" y="10875"/>
                </a:lnTo>
                <a:lnTo>
                  <a:pt x="1748350" y="15500"/>
                </a:lnTo>
                <a:lnTo>
                  <a:pt x="1749985" y="12331"/>
                </a:lnTo>
                <a:lnTo>
                  <a:pt x="1754074" y="81596"/>
                </a:lnTo>
                <a:lnTo>
                  <a:pt x="1767158" y="365372"/>
                </a:lnTo>
                <a:lnTo>
                  <a:pt x="1768794" y="360546"/>
                </a:lnTo>
                <a:lnTo>
                  <a:pt x="1769612" y="361839"/>
                </a:lnTo>
                <a:lnTo>
                  <a:pt x="1771247" y="376195"/>
                </a:lnTo>
                <a:lnTo>
                  <a:pt x="1773700" y="375221"/>
                </a:lnTo>
                <a:lnTo>
                  <a:pt x="1777789" y="367790"/>
                </a:lnTo>
                <a:lnTo>
                  <a:pt x="1781878" y="363085"/>
                </a:lnTo>
                <a:lnTo>
                  <a:pt x="1784331" y="370393"/>
                </a:lnTo>
                <a:lnTo>
                  <a:pt x="1791691" y="329565"/>
                </a:lnTo>
                <a:lnTo>
                  <a:pt x="1794962" y="317248"/>
                </a:lnTo>
                <a:lnTo>
                  <a:pt x="1811317" y="247596"/>
                </a:lnTo>
                <a:lnTo>
                  <a:pt x="1812134" y="248139"/>
                </a:lnTo>
                <a:lnTo>
                  <a:pt x="1812952" y="250566"/>
                </a:lnTo>
                <a:lnTo>
                  <a:pt x="1813770" y="249291"/>
                </a:lnTo>
                <a:lnTo>
                  <a:pt x="1822765" y="212261"/>
                </a:lnTo>
                <a:lnTo>
                  <a:pt x="1826854" y="204018"/>
                </a:lnTo>
                <a:lnTo>
                  <a:pt x="1833396" y="187584"/>
                </a:lnTo>
                <a:lnTo>
                  <a:pt x="1834214" y="188313"/>
                </a:lnTo>
                <a:lnTo>
                  <a:pt x="1835031" y="186405"/>
                </a:lnTo>
                <a:lnTo>
                  <a:pt x="1847298" y="161992"/>
                </a:lnTo>
                <a:lnTo>
                  <a:pt x="1848116" y="159385"/>
                </a:lnTo>
                <a:lnTo>
                  <a:pt x="1848933" y="161903"/>
                </a:lnTo>
                <a:lnTo>
                  <a:pt x="1850569" y="164598"/>
                </a:lnTo>
                <a:lnTo>
                  <a:pt x="1851387" y="160380"/>
                </a:lnTo>
                <a:lnTo>
                  <a:pt x="1853022" y="158763"/>
                </a:lnTo>
                <a:lnTo>
                  <a:pt x="1853840" y="160396"/>
                </a:lnTo>
                <a:lnTo>
                  <a:pt x="1854658" y="161018"/>
                </a:lnTo>
                <a:lnTo>
                  <a:pt x="1856293" y="154731"/>
                </a:lnTo>
                <a:lnTo>
                  <a:pt x="1857929" y="158519"/>
                </a:lnTo>
                <a:lnTo>
                  <a:pt x="1860382" y="155148"/>
                </a:lnTo>
                <a:lnTo>
                  <a:pt x="1861200" y="150265"/>
                </a:lnTo>
                <a:lnTo>
                  <a:pt x="1862835" y="152778"/>
                </a:lnTo>
                <a:lnTo>
                  <a:pt x="1863653" y="156215"/>
                </a:lnTo>
                <a:lnTo>
                  <a:pt x="1865288" y="150542"/>
                </a:lnTo>
                <a:lnTo>
                  <a:pt x="1866106" y="146851"/>
                </a:lnTo>
                <a:lnTo>
                  <a:pt x="1866924" y="149693"/>
                </a:lnTo>
                <a:lnTo>
                  <a:pt x="1870195" y="159032"/>
                </a:lnTo>
                <a:lnTo>
                  <a:pt x="1871013" y="156832"/>
                </a:lnTo>
                <a:lnTo>
                  <a:pt x="1874284" y="153701"/>
                </a:lnTo>
                <a:lnTo>
                  <a:pt x="1877555" y="153106"/>
                </a:lnTo>
                <a:lnTo>
                  <a:pt x="1879190" y="155255"/>
                </a:lnTo>
                <a:lnTo>
                  <a:pt x="1880826" y="153565"/>
                </a:lnTo>
                <a:lnTo>
                  <a:pt x="1882461" y="151100"/>
                </a:lnTo>
                <a:lnTo>
                  <a:pt x="1883279" y="152221"/>
                </a:lnTo>
                <a:lnTo>
                  <a:pt x="1886550" y="154194"/>
                </a:lnTo>
                <a:lnTo>
                  <a:pt x="1891456" y="150400"/>
                </a:lnTo>
                <a:lnTo>
                  <a:pt x="1894727" y="156299"/>
                </a:lnTo>
                <a:lnTo>
                  <a:pt x="1897998" y="147397"/>
                </a:lnTo>
                <a:lnTo>
                  <a:pt x="1899634" y="152279"/>
                </a:lnTo>
                <a:lnTo>
                  <a:pt x="1901269" y="155242"/>
                </a:lnTo>
                <a:lnTo>
                  <a:pt x="1902087" y="152032"/>
                </a:lnTo>
                <a:lnTo>
                  <a:pt x="1904540" y="146317"/>
                </a:lnTo>
                <a:lnTo>
                  <a:pt x="1905358" y="148819"/>
                </a:lnTo>
                <a:lnTo>
                  <a:pt x="1907811" y="148193"/>
                </a:lnTo>
                <a:lnTo>
                  <a:pt x="1913535" y="140530"/>
                </a:lnTo>
                <a:lnTo>
                  <a:pt x="1914353" y="143471"/>
                </a:lnTo>
                <a:lnTo>
                  <a:pt x="1915989" y="141239"/>
                </a:lnTo>
                <a:lnTo>
                  <a:pt x="1918442" y="133853"/>
                </a:lnTo>
                <a:lnTo>
                  <a:pt x="1920895" y="135283"/>
                </a:lnTo>
                <a:lnTo>
                  <a:pt x="1927437" y="135627"/>
                </a:lnTo>
                <a:lnTo>
                  <a:pt x="1929073" y="131442"/>
                </a:lnTo>
                <a:lnTo>
                  <a:pt x="1930708" y="132263"/>
                </a:lnTo>
                <a:lnTo>
                  <a:pt x="1932344" y="135963"/>
                </a:lnTo>
                <a:lnTo>
                  <a:pt x="1933162" y="133703"/>
                </a:lnTo>
                <a:lnTo>
                  <a:pt x="1934797" y="128516"/>
                </a:lnTo>
                <a:lnTo>
                  <a:pt x="1936433" y="130697"/>
                </a:lnTo>
                <a:lnTo>
                  <a:pt x="1938886" y="125946"/>
                </a:lnTo>
                <a:lnTo>
                  <a:pt x="1941339" y="127621"/>
                </a:lnTo>
                <a:lnTo>
                  <a:pt x="1942975" y="127137"/>
                </a:lnTo>
                <a:lnTo>
                  <a:pt x="1945428" y="133667"/>
                </a:lnTo>
                <a:lnTo>
                  <a:pt x="1947063" y="132828"/>
                </a:lnTo>
                <a:lnTo>
                  <a:pt x="1951152" y="129976"/>
                </a:lnTo>
                <a:lnTo>
                  <a:pt x="1956059" y="126056"/>
                </a:lnTo>
                <a:lnTo>
                  <a:pt x="1956876" y="129026"/>
                </a:lnTo>
                <a:lnTo>
                  <a:pt x="1957694" y="132540"/>
                </a:lnTo>
                <a:lnTo>
                  <a:pt x="1959330" y="130067"/>
                </a:lnTo>
                <a:lnTo>
                  <a:pt x="1962601" y="128943"/>
                </a:lnTo>
                <a:lnTo>
                  <a:pt x="1963418" y="132139"/>
                </a:lnTo>
                <a:lnTo>
                  <a:pt x="1965872" y="130495"/>
                </a:lnTo>
                <a:lnTo>
                  <a:pt x="1969142" y="131276"/>
                </a:lnTo>
                <a:lnTo>
                  <a:pt x="1974867" y="127064"/>
                </a:lnTo>
                <a:lnTo>
                  <a:pt x="1976502" y="132517"/>
                </a:lnTo>
                <a:lnTo>
                  <a:pt x="1978955" y="129302"/>
                </a:lnTo>
                <a:lnTo>
                  <a:pt x="1984680" y="124212"/>
                </a:lnTo>
                <a:lnTo>
                  <a:pt x="1985497" y="125528"/>
                </a:lnTo>
                <a:lnTo>
                  <a:pt x="1987951" y="130586"/>
                </a:lnTo>
                <a:lnTo>
                  <a:pt x="1988768" y="129319"/>
                </a:lnTo>
                <a:lnTo>
                  <a:pt x="1991222" y="127690"/>
                </a:lnTo>
                <a:lnTo>
                  <a:pt x="1992857" y="132782"/>
                </a:lnTo>
                <a:lnTo>
                  <a:pt x="1993675" y="130851"/>
                </a:lnTo>
                <a:lnTo>
                  <a:pt x="1995310" y="122869"/>
                </a:lnTo>
                <a:lnTo>
                  <a:pt x="1996946" y="126460"/>
                </a:lnTo>
                <a:lnTo>
                  <a:pt x="1998581" y="134867"/>
                </a:lnTo>
                <a:lnTo>
                  <a:pt x="2000217" y="132079"/>
                </a:lnTo>
                <a:lnTo>
                  <a:pt x="2001035" y="132024"/>
                </a:lnTo>
                <a:lnTo>
                  <a:pt x="2005123" y="121451"/>
                </a:lnTo>
                <a:lnTo>
                  <a:pt x="2005941" y="123134"/>
                </a:lnTo>
                <a:lnTo>
                  <a:pt x="2010848" y="127662"/>
                </a:lnTo>
                <a:lnTo>
                  <a:pt x="2013301" y="121753"/>
                </a:lnTo>
                <a:lnTo>
                  <a:pt x="2014119" y="123271"/>
                </a:lnTo>
                <a:lnTo>
                  <a:pt x="2015754" y="137265"/>
                </a:lnTo>
                <a:lnTo>
                  <a:pt x="2018208" y="130399"/>
                </a:lnTo>
                <a:lnTo>
                  <a:pt x="2024750" y="125986"/>
                </a:lnTo>
                <a:lnTo>
                  <a:pt x="2026385" y="130438"/>
                </a:lnTo>
                <a:lnTo>
                  <a:pt x="2027203" y="129180"/>
                </a:lnTo>
                <a:lnTo>
                  <a:pt x="2030474" y="126729"/>
                </a:lnTo>
                <a:lnTo>
                  <a:pt x="2032109" y="128467"/>
                </a:lnTo>
                <a:lnTo>
                  <a:pt x="2034563" y="134837"/>
                </a:lnTo>
                <a:lnTo>
                  <a:pt x="2038651" y="123667"/>
                </a:lnTo>
                <a:lnTo>
                  <a:pt x="2039469" y="123441"/>
                </a:lnTo>
                <a:lnTo>
                  <a:pt x="2041105" y="131985"/>
                </a:lnTo>
                <a:lnTo>
                  <a:pt x="2042740" y="128886"/>
                </a:lnTo>
                <a:lnTo>
                  <a:pt x="2044376" y="122183"/>
                </a:lnTo>
                <a:lnTo>
                  <a:pt x="2045193" y="125817"/>
                </a:lnTo>
                <a:lnTo>
                  <a:pt x="2046829" y="136269"/>
                </a:lnTo>
                <a:lnTo>
                  <a:pt x="2048464" y="129597"/>
                </a:lnTo>
                <a:lnTo>
                  <a:pt x="2049282" y="123094"/>
                </a:lnTo>
                <a:lnTo>
                  <a:pt x="2050918" y="128831"/>
                </a:lnTo>
                <a:lnTo>
                  <a:pt x="2053371" y="132862"/>
                </a:lnTo>
                <a:lnTo>
                  <a:pt x="2054188" y="132111"/>
                </a:lnTo>
                <a:lnTo>
                  <a:pt x="2055824" y="127265"/>
                </a:lnTo>
                <a:lnTo>
                  <a:pt x="2057459" y="130111"/>
                </a:lnTo>
                <a:lnTo>
                  <a:pt x="2058277" y="129263"/>
                </a:lnTo>
                <a:lnTo>
                  <a:pt x="2059913" y="139298"/>
                </a:lnTo>
                <a:lnTo>
                  <a:pt x="2060730" y="130504"/>
                </a:lnTo>
                <a:lnTo>
                  <a:pt x="2062366" y="127345"/>
                </a:lnTo>
                <a:lnTo>
                  <a:pt x="2066455" y="136913"/>
                </a:lnTo>
                <a:lnTo>
                  <a:pt x="2068908" y="121878"/>
                </a:lnTo>
                <a:lnTo>
                  <a:pt x="2070543" y="125877"/>
                </a:lnTo>
                <a:lnTo>
                  <a:pt x="2072179" y="134791"/>
                </a:lnTo>
                <a:lnTo>
                  <a:pt x="2073814" y="133815"/>
                </a:lnTo>
                <a:lnTo>
                  <a:pt x="2076268" y="125573"/>
                </a:lnTo>
                <a:lnTo>
                  <a:pt x="2077085" y="129578"/>
                </a:lnTo>
                <a:lnTo>
                  <a:pt x="2078721" y="137076"/>
                </a:lnTo>
                <a:lnTo>
                  <a:pt x="2079539" y="130496"/>
                </a:lnTo>
                <a:lnTo>
                  <a:pt x="2080356" y="127930"/>
                </a:lnTo>
                <a:lnTo>
                  <a:pt x="2081174" y="132689"/>
                </a:lnTo>
                <a:lnTo>
                  <a:pt x="2081992" y="131544"/>
                </a:lnTo>
                <a:lnTo>
                  <a:pt x="2084445" y="134766"/>
                </a:lnTo>
                <a:lnTo>
                  <a:pt x="2086081" y="126017"/>
                </a:lnTo>
                <a:lnTo>
                  <a:pt x="2087716" y="133162"/>
                </a:lnTo>
                <a:lnTo>
                  <a:pt x="2088534" y="137186"/>
                </a:lnTo>
                <a:lnTo>
                  <a:pt x="2090987" y="134565"/>
                </a:lnTo>
                <a:lnTo>
                  <a:pt x="2094258" y="135710"/>
                </a:lnTo>
                <a:lnTo>
                  <a:pt x="2095076" y="140018"/>
                </a:lnTo>
                <a:lnTo>
                  <a:pt x="2095894" y="135242"/>
                </a:lnTo>
                <a:lnTo>
                  <a:pt x="2096712" y="136564"/>
                </a:lnTo>
                <a:lnTo>
                  <a:pt x="2100800" y="129716"/>
                </a:lnTo>
                <a:lnTo>
                  <a:pt x="2103254" y="144531"/>
                </a:lnTo>
                <a:lnTo>
                  <a:pt x="2104071" y="136157"/>
                </a:lnTo>
                <a:lnTo>
                  <a:pt x="2106525" y="138192"/>
                </a:lnTo>
                <a:lnTo>
                  <a:pt x="2108160" y="133002"/>
                </a:lnTo>
                <a:lnTo>
                  <a:pt x="2109796" y="135411"/>
                </a:lnTo>
                <a:lnTo>
                  <a:pt x="2110613" y="129852"/>
                </a:lnTo>
                <a:lnTo>
                  <a:pt x="2113067" y="132432"/>
                </a:lnTo>
                <a:lnTo>
                  <a:pt x="2117155" y="127520"/>
                </a:lnTo>
                <a:lnTo>
                  <a:pt x="2122880" y="121973"/>
                </a:lnTo>
                <a:lnTo>
                  <a:pt x="2124515" y="127642"/>
                </a:lnTo>
                <a:lnTo>
                  <a:pt x="2125333" y="124897"/>
                </a:lnTo>
                <a:lnTo>
                  <a:pt x="2129422" y="116193"/>
                </a:lnTo>
                <a:lnTo>
                  <a:pt x="2131057" y="122586"/>
                </a:lnTo>
                <a:lnTo>
                  <a:pt x="2132693" y="120028"/>
                </a:lnTo>
                <a:lnTo>
                  <a:pt x="2135146" y="112848"/>
                </a:lnTo>
                <a:lnTo>
                  <a:pt x="2135964" y="115918"/>
                </a:lnTo>
                <a:lnTo>
                  <a:pt x="2136781" y="117253"/>
                </a:lnTo>
                <a:lnTo>
                  <a:pt x="2137599" y="115833"/>
                </a:lnTo>
                <a:lnTo>
                  <a:pt x="2139234" y="113131"/>
                </a:lnTo>
                <a:lnTo>
                  <a:pt x="2140052" y="118952"/>
                </a:lnTo>
                <a:lnTo>
                  <a:pt x="2141688" y="111054"/>
                </a:lnTo>
                <a:lnTo>
                  <a:pt x="2145776" y="106488"/>
                </a:lnTo>
                <a:lnTo>
                  <a:pt x="2147412" y="104570"/>
                </a:lnTo>
                <a:lnTo>
                  <a:pt x="2148230" y="103179"/>
                </a:lnTo>
                <a:lnTo>
                  <a:pt x="2149865" y="112364"/>
                </a:lnTo>
                <a:lnTo>
                  <a:pt x="2151501" y="109221"/>
                </a:lnTo>
                <a:lnTo>
                  <a:pt x="2153954" y="105142"/>
                </a:lnTo>
                <a:lnTo>
                  <a:pt x="2154772" y="107484"/>
                </a:lnTo>
                <a:lnTo>
                  <a:pt x="2155589" y="111015"/>
                </a:lnTo>
                <a:lnTo>
                  <a:pt x="2157225" y="106559"/>
                </a:lnTo>
                <a:lnTo>
                  <a:pt x="2158043" y="103460"/>
                </a:lnTo>
                <a:lnTo>
                  <a:pt x="2160496" y="105530"/>
                </a:lnTo>
                <a:lnTo>
                  <a:pt x="2166220" y="98819"/>
                </a:lnTo>
                <a:lnTo>
                  <a:pt x="2167038" y="98272"/>
                </a:lnTo>
                <a:lnTo>
                  <a:pt x="2169491" y="104402"/>
                </a:lnTo>
                <a:lnTo>
                  <a:pt x="2170309" y="102232"/>
                </a:lnTo>
                <a:lnTo>
                  <a:pt x="2171127" y="100345"/>
                </a:lnTo>
                <a:lnTo>
                  <a:pt x="2171944" y="103479"/>
                </a:lnTo>
                <a:lnTo>
                  <a:pt x="2172762" y="105609"/>
                </a:lnTo>
                <a:lnTo>
                  <a:pt x="2173580" y="99688"/>
                </a:lnTo>
                <a:lnTo>
                  <a:pt x="2175215" y="97247"/>
                </a:lnTo>
                <a:lnTo>
                  <a:pt x="2176033" y="99230"/>
                </a:lnTo>
                <a:lnTo>
                  <a:pt x="2176851" y="102771"/>
                </a:lnTo>
                <a:lnTo>
                  <a:pt x="2177669" y="100191"/>
                </a:lnTo>
                <a:lnTo>
                  <a:pt x="2181758" y="93282"/>
                </a:lnTo>
                <a:lnTo>
                  <a:pt x="2184211" y="90907"/>
                </a:lnTo>
                <a:lnTo>
                  <a:pt x="2185029" y="91843"/>
                </a:lnTo>
                <a:lnTo>
                  <a:pt x="2185846" y="92746"/>
                </a:lnTo>
                <a:lnTo>
                  <a:pt x="2186664" y="90652"/>
                </a:lnTo>
                <a:lnTo>
                  <a:pt x="2187482" y="88993"/>
                </a:lnTo>
                <a:lnTo>
                  <a:pt x="2188300" y="91836"/>
                </a:lnTo>
                <a:lnTo>
                  <a:pt x="2190753" y="95786"/>
                </a:lnTo>
                <a:lnTo>
                  <a:pt x="2191571" y="94486"/>
                </a:lnTo>
                <a:lnTo>
                  <a:pt x="2194842" y="88498"/>
                </a:lnTo>
                <a:lnTo>
                  <a:pt x="2197295" y="93798"/>
                </a:lnTo>
                <a:lnTo>
                  <a:pt x="2198113" y="93415"/>
                </a:lnTo>
                <a:lnTo>
                  <a:pt x="2199748" y="89911"/>
                </a:lnTo>
                <a:lnTo>
                  <a:pt x="2200566" y="92614"/>
                </a:lnTo>
                <a:lnTo>
                  <a:pt x="2204655" y="93972"/>
                </a:lnTo>
                <a:lnTo>
                  <a:pt x="2242271" y="97021"/>
                </a:lnTo>
                <a:lnTo>
                  <a:pt x="2243089" y="97892"/>
                </a:lnTo>
                <a:lnTo>
                  <a:pt x="2243906" y="96860"/>
                </a:lnTo>
                <a:lnTo>
                  <a:pt x="2244724" y="92466"/>
                </a:lnTo>
                <a:lnTo>
                  <a:pt x="2246360" y="98358"/>
                </a:lnTo>
                <a:lnTo>
                  <a:pt x="2250448" y="93920"/>
                </a:lnTo>
                <a:lnTo>
                  <a:pt x="2255355" y="96142"/>
                </a:lnTo>
                <a:lnTo>
                  <a:pt x="2260261" y="91306"/>
                </a:lnTo>
                <a:lnTo>
                  <a:pt x="2261079" y="92422"/>
                </a:lnTo>
                <a:lnTo>
                  <a:pt x="2264350" y="98904"/>
                </a:lnTo>
                <a:lnTo>
                  <a:pt x="2265168" y="98269"/>
                </a:lnTo>
                <a:lnTo>
                  <a:pt x="2268439" y="95914"/>
                </a:lnTo>
                <a:lnTo>
                  <a:pt x="2270075" y="93422"/>
                </a:lnTo>
                <a:lnTo>
                  <a:pt x="2270892" y="94781"/>
                </a:lnTo>
                <a:lnTo>
                  <a:pt x="2272528" y="93483"/>
                </a:lnTo>
                <a:lnTo>
                  <a:pt x="2274981" y="98195"/>
                </a:lnTo>
                <a:lnTo>
                  <a:pt x="2276617" y="95364"/>
                </a:lnTo>
                <a:lnTo>
                  <a:pt x="2277434" y="96137"/>
                </a:lnTo>
                <a:lnTo>
                  <a:pt x="2280705" y="100362"/>
                </a:lnTo>
                <a:lnTo>
                  <a:pt x="2281523" y="97377"/>
                </a:lnTo>
                <a:lnTo>
                  <a:pt x="2283976" y="99671"/>
                </a:lnTo>
                <a:lnTo>
                  <a:pt x="2289701" y="96254"/>
                </a:lnTo>
                <a:lnTo>
                  <a:pt x="2290518" y="98021"/>
                </a:lnTo>
              </a:path>
            </a:pathLst>
          </a:custGeom>
          <a:noFill/>
          <a:ln w="2208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Editable path 83"/>
          <p:cNvSpPr/>
          <p:nvPr/>
        </p:nvSpPr>
        <p:spPr>
          <a:xfrm>
            <a:off x="3741645" y="3723270"/>
            <a:ext cx="2290518" cy="448074"/>
          </a:xfrm>
          <a:custGeom>
            <a:avLst/>
            <a:gdLst/>
            <a:ahLst/>
            <a:cxnLst/>
            <a:rect l="l" t="t" r="r" b="b"/>
            <a:pathLst>
              <a:path w="2290518" h="448074">
                <a:moveTo>
                  <a:pt x="0" y="315321"/>
                </a:moveTo>
                <a:lnTo>
                  <a:pt x="9813" y="317403"/>
                </a:lnTo>
                <a:lnTo>
                  <a:pt x="17991" y="317177"/>
                </a:lnTo>
                <a:lnTo>
                  <a:pt x="19626" y="318884"/>
                </a:lnTo>
                <a:lnTo>
                  <a:pt x="20444" y="317565"/>
                </a:lnTo>
                <a:lnTo>
                  <a:pt x="21262" y="315823"/>
                </a:lnTo>
                <a:lnTo>
                  <a:pt x="23715" y="317655"/>
                </a:lnTo>
                <a:lnTo>
                  <a:pt x="36799" y="316438"/>
                </a:lnTo>
                <a:lnTo>
                  <a:pt x="38435" y="318296"/>
                </a:lnTo>
                <a:lnTo>
                  <a:pt x="40070" y="320163"/>
                </a:lnTo>
                <a:lnTo>
                  <a:pt x="40888" y="318590"/>
                </a:lnTo>
                <a:lnTo>
                  <a:pt x="41706" y="317829"/>
                </a:lnTo>
                <a:lnTo>
                  <a:pt x="42523" y="319157"/>
                </a:lnTo>
                <a:lnTo>
                  <a:pt x="43341" y="322138"/>
                </a:lnTo>
                <a:lnTo>
                  <a:pt x="45794" y="320576"/>
                </a:lnTo>
                <a:lnTo>
                  <a:pt x="62149" y="319119"/>
                </a:lnTo>
                <a:lnTo>
                  <a:pt x="62967" y="318185"/>
                </a:lnTo>
                <a:lnTo>
                  <a:pt x="64603" y="320184"/>
                </a:lnTo>
                <a:lnTo>
                  <a:pt x="67056" y="326363"/>
                </a:lnTo>
                <a:lnTo>
                  <a:pt x="69509" y="323833"/>
                </a:lnTo>
                <a:lnTo>
                  <a:pt x="72780" y="322385"/>
                </a:lnTo>
                <a:lnTo>
                  <a:pt x="76869" y="327341"/>
                </a:lnTo>
                <a:lnTo>
                  <a:pt x="77687" y="326440"/>
                </a:lnTo>
                <a:lnTo>
                  <a:pt x="81775" y="324619"/>
                </a:lnTo>
                <a:lnTo>
                  <a:pt x="85864" y="326439"/>
                </a:lnTo>
                <a:lnTo>
                  <a:pt x="89135" y="322868"/>
                </a:lnTo>
                <a:lnTo>
                  <a:pt x="89953" y="324804"/>
                </a:lnTo>
                <a:lnTo>
                  <a:pt x="91588" y="329685"/>
                </a:lnTo>
                <a:lnTo>
                  <a:pt x="93224" y="325829"/>
                </a:lnTo>
                <a:lnTo>
                  <a:pt x="96495" y="322097"/>
                </a:lnTo>
                <a:lnTo>
                  <a:pt x="98130" y="328961"/>
                </a:lnTo>
                <a:lnTo>
                  <a:pt x="99766" y="325136"/>
                </a:lnTo>
                <a:lnTo>
                  <a:pt x="103855" y="321141"/>
                </a:lnTo>
                <a:lnTo>
                  <a:pt x="107943" y="328986"/>
                </a:lnTo>
                <a:lnTo>
                  <a:pt x="109579" y="326678"/>
                </a:lnTo>
                <a:lnTo>
                  <a:pt x="112850" y="325533"/>
                </a:lnTo>
                <a:lnTo>
                  <a:pt x="117756" y="323332"/>
                </a:lnTo>
                <a:lnTo>
                  <a:pt x="120210" y="326667"/>
                </a:lnTo>
                <a:lnTo>
                  <a:pt x="121845" y="331445"/>
                </a:lnTo>
                <a:lnTo>
                  <a:pt x="122663" y="329321"/>
                </a:lnTo>
                <a:lnTo>
                  <a:pt x="125116" y="322529"/>
                </a:lnTo>
                <a:lnTo>
                  <a:pt x="127569" y="324579"/>
                </a:lnTo>
                <a:lnTo>
                  <a:pt x="134111" y="324265"/>
                </a:lnTo>
                <a:lnTo>
                  <a:pt x="134929" y="329361"/>
                </a:lnTo>
                <a:lnTo>
                  <a:pt x="137382" y="325641"/>
                </a:lnTo>
                <a:lnTo>
                  <a:pt x="140653" y="325859"/>
                </a:lnTo>
                <a:lnTo>
                  <a:pt x="142289" y="324815"/>
                </a:lnTo>
                <a:lnTo>
                  <a:pt x="143924" y="326590"/>
                </a:lnTo>
                <a:lnTo>
                  <a:pt x="151284" y="326538"/>
                </a:lnTo>
                <a:lnTo>
                  <a:pt x="153737" y="326569"/>
                </a:lnTo>
                <a:lnTo>
                  <a:pt x="158644" y="320983"/>
                </a:lnTo>
                <a:lnTo>
                  <a:pt x="159462" y="321620"/>
                </a:lnTo>
                <a:lnTo>
                  <a:pt x="168457" y="324662"/>
                </a:lnTo>
                <a:lnTo>
                  <a:pt x="171728" y="325234"/>
                </a:lnTo>
                <a:lnTo>
                  <a:pt x="174999" y="326129"/>
                </a:lnTo>
                <a:lnTo>
                  <a:pt x="175817" y="323447"/>
                </a:lnTo>
                <a:lnTo>
                  <a:pt x="177452" y="322602"/>
                </a:lnTo>
                <a:lnTo>
                  <a:pt x="178270" y="323544"/>
                </a:lnTo>
                <a:lnTo>
                  <a:pt x="179905" y="326098"/>
                </a:lnTo>
                <a:lnTo>
                  <a:pt x="180723" y="323761"/>
                </a:lnTo>
                <a:lnTo>
                  <a:pt x="181541" y="321251"/>
                </a:lnTo>
                <a:lnTo>
                  <a:pt x="182359" y="323180"/>
                </a:lnTo>
                <a:lnTo>
                  <a:pt x="183176" y="328804"/>
                </a:lnTo>
                <a:lnTo>
                  <a:pt x="185630" y="327778"/>
                </a:lnTo>
                <a:lnTo>
                  <a:pt x="209344" y="325879"/>
                </a:lnTo>
                <a:lnTo>
                  <a:pt x="210980" y="323586"/>
                </a:lnTo>
                <a:lnTo>
                  <a:pt x="211798" y="327304"/>
                </a:lnTo>
                <a:lnTo>
                  <a:pt x="215069" y="336028"/>
                </a:lnTo>
                <a:lnTo>
                  <a:pt x="215886" y="333754"/>
                </a:lnTo>
                <a:lnTo>
                  <a:pt x="218340" y="328457"/>
                </a:lnTo>
                <a:lnTo>
                  <a:pt x="219975" y="330042"/>
                </a:lnTo>
                <a:lnTo>
                  <a:pt x="226517" y="330672"/>
                </a:lnTo>
                <a:lnTo>
                  <a:pt x="228970" y="327512"/>
                </a:lnTo>
                <a:lnTo>
                  <a:pt x="230606" y="329543"/>
                </a:lnTo>
                <a:lnTo>
                  <a:pt x="234695" y="329622"/>
                </a:lnTo>
                <a:lnTo>
                  <a:pt x="237966" y="324144"/>
                </a:lnTo>
                <a:lnTo>
                  <a:pt x="238783" y="325968"/>
                </a:lnTo>
                <a:lnTo>
                  <a:pt x="241237" y="337868"/>
                </a:lnTo>
                <a:lnTo>
                  <a:pt x="242872" y="332371"/>
                </a:lnTo>
                <a:lnTo>
                  <a:pt x="246143" y="332961"/>
                </a:lnTo>
                <a:lnTo>
                  <a:pt x="254321" y="334541"/>
                </a:lnTo>
                <a:lnTo>
                  <a:pt x="259227" y="352729"/>
                </a:lnTo>
                <a:lnTo>
                  <a:pt x="264134" y="338599"/>
                </a:lnTo>
                <a:lnTo>
                  <a:pt x="264951" y="334214"/>
                </a:lnTo>
                <a:lnTo>
                  <a:pt x="265769" y="340348"/>
                </a:lnTo>
                <a:lnTo>
                  <a:pt x="270676" y="351780"/>
                </a:lnTo>
                <a:lnTo>
                  <a:pt x="271493" y="351109"/>
                </a:lnTo>
                <a:lnTo>
                  <a:pt x="273947" y="343374"/>
                </a:lnTo>
                <a:lnTo>
                  <a:pt x="274764" y="344876"/>
                </a:lnTo>
                <a:lnTo>
                  <a:pt x="275582" y="346438"/>
                </a:lnTo>
                <a:lnTo>
                  <a:pt x="278035" y="345092"/>
                </a:lnTo>
                <a:lnTo>
                  <a:pt x="279671" y="345284"/>
                </a:lnTo>
                <a:lnTo>
                  <a:pt x="280489" y="343331"/>
                </a:lnTo>
                <a:lnTo>
                  <a:pt x="283760" y="342781"/>
                </a:lnTo>
                <a:lnTo>
                  <a:pt x="289484" y="348374"/>
                </a:lnTo>
                <a:lnTo>
                  <a:pt x="291119" y="346677"/>
                </a:lnTo>
                <a:lnTo>
                  <a:pt x="292755" y="348771"/>
                </a:lnTo>
                <a:lnTo>
                  <a:pt x="298479" y="352279"/>
                </a:lnTo>
                <a:lnTo>
                  <a:pt x="303386" y="357663"/>
                </a:lnTo>
                <a:lnTo>
                  <a:pt x="305839" y="356097"/>
                </a:lnTo>
                <a:lnTo>
                  <a:pt x="306657" y="357689"/>
                </a:lnTo>
                <a:lnTo>
                  <a:pt x="308292" y="360185"/>
                </a:lnTo>
                <a:lnTo>
                  <a:pt x="310745" y="358311"/>
                </a:lnTo>
                <a:lnTo>
                  <a:pt x="314016" y="355225"/>
                </a:lnTo>
                <a:lnTo>
                  <a:pt x="314834" y="356364"/>
                </a:lnTo>
                <a:lnTo>
                  <a:pt x="320558" y="357723"/>
                </a:lnTo>
                <a:lnTo>
                  <a:pt x="335278" y="351131"/>
                </a:lnTo>
                <a:lnTo>
                  <a:pt x="340184" y="351954"/>
                </a:lnTo>
                <a:lnTo>
                  <a:pt x="341820" y="349285"/>
                </a:lnTo>
                <a:lnTo>
                  <a:pt x="343455" y="350886"/>
                </a:lnTo>
                <a:lnTo>
                  <a:pt x="351633" y="349980"/>
                </a:lnTo>
                <a:lnTo>
                  <a:pt x="352451" y="348685"/>
                </a:lnTo>
                <a:lnTo>
                  <a:pt x="353268" y="350428"/>
                </a:lnTo>
                <a:lnTo>
                  <a:pt x="355722" y="353195"/>
                </a:lnTo>
                <a:lnTo>
                  <a:pt x="356539" y="351881"/>
                </a:lnTo>
                <a:lnTo>
                  <a:pt x="358175" y="347793"/>
                </a:lnTo>
                <a:lnTo>
                  <a:pt x="358993" y="349310"/>
                </a:lnTo>
                <a:lnTo>
                  <a:pt x="361446" y="356973"/>
                </a:lnTo>
                <a:lnTo>
                  <a:pt x="362264" y="352118"/>
                </a:lnTo>
                <a:lnTo>
                  <a:pt x="365535" y="345389"/>
                </a:lnTo>
                <a:lnTo>
                  <a:pt x="366352" y="349258"/>
                </a:lnTo>
                <a:lnTo>
                  <a:pt x="367988" y="361069"/>
                </a:lnTo>
                <a:lnTo>
                  <a:pt x="370441" y="357862"/>
                </a:lnTo>
                <a:lnTo>
                  <a:pt x="374530" y="350781"/>
                </a:lnTo>
                <a:lnTo>
                  <a:pt x="375348" y="351984"/>
                </a:lnTo>
                <a:lnTo>
                  <a:pt x="381072" y="357192"/>
                </a:lnTo>
                <a:lnTo>
                  <a:pt x="381890" y="355938"/>
                </a:lnTo>
                <a:lnTo>
                  <a:pt x="387614" y="352208"/>
                </a:lnTo>
                <a:lnTo>
                  <a:pt x="390067" y="353479"/>
                </a:lnTo>
                <a:lnTo>
                  <a:pt x="390885" y="352574"/>
                </a:lnTo>
                <a:lnTo>
                  <a:pt x="391703" y="351473"/>
                </a:lnTo>
                <a:lnTo>
                  <a:pt x="393338" y="353413"/>
                </a:lnTo>
                <a:lnTo>
                  <a:pt x="399880" y="352147"/>
                </a:lnTo>
                <a:lnTo>
                  <a:pt x="404787" y="349829"/>
                </a:lnTo>
                <a:lnTo>
                  <a:pt x="409693" y="349003"/>
                </a:lnTo>
                <a:lnTo>
                  <a:pt x="418688" y="348003"/>
                </a:lnTo>
                <a:lnTo>
                  <a:pt x="422777" y="349081"/>
                </a:lnTo>
                <a:lnTo>
                  <a:pt x="430137" y="340962"/>
                </a:lnTo>
                <a:lnTo>
                  <a:pt x="435043" y="341905"/>
                </a:lnTo>
                <a:lnTo>
                  <a:pt x="445674" y="340917"/>
                </a:lnTo>
                <a:lnTo>
                  <a:pt x="448945" y="340400"/>
                </a:lnTo>
                <a:lnTo>
                  <a:pt x="452216" y="338604"/>
                </a:lnTo>
                <a:lnTo>
                  <a:pt x="463665" y="339982"/>
                </a:lnTo>
                <a:lnTo>
                  <a:pt x="473478" y="331478"/>
                </a:lnTo>
                <a:lnTo>
                  <a:pt x="476749" y="329289"/>
                </a:lnTo>
                <a:lnTo>
                  <a:pt x="482473" y="330409"/>
                </a:lnTo>
                <a:lnTo>
                  <a:pt x="484926" y="327764"/>
                </a:lnTo>
                <a:lnTo>
                  <a:pt x="485744" y="326779"/>
                </a:lnTo>
                <a:lnTo>
                  <a:pt x="486562" y="328322"/>
                </a:lnTo>
                <a:lnTo>
                  <a:pt x="491468" y="332128"/>
                </a:lnTo>
                <a:lnTo>
                  <a:pt x="493104" y="329530"/>
                </a:lnTo>
                <a:lnTo>
                  <a:pt x="493921" y="332708"/>
                </a:lnTo>
                <a:lnTo>
                  <a:pt x="498010" y="332671"/>
                </a:lnTo>
                <a:lnTo>
                  <a:pt x="502099" y="327891"/>
                </a:lnTo>
                <a:lnTo>
                  <a:pt x="507005" y="327299"/>
                </a:lnTo>
                <a:lnTo>
                  <a:pt x="508641" y="330052"/>
                </a:lnTo>
                <a:lnTo>
                  <a:pt x="509459" y="327894"/>
                </a:lnTo>
                <a:lnTo>
                  <a:pt x="513547" y="320427"/>
                </a:lnTo>
                <a:lnTo>
                  <a:pt x="516818" y="324829"/>
                </a:lnTo>
                <a:lnTo>
                  <a:pt x="518454" y="327853"/>
                </a:lnTo>
                <a:lnTo>
                  <a:pt x="520089" y="326640"/>
                </a:lnTo>
                <a:lnTo>
                  <a:pt x="529085" y="325173"/>
                </a:lnTo>
                <a:lnTo>
                  <a:pt x="530720" y="326156"/>
                </a:lnTo>
                <a:lnTo>
                  <a:pt x="531538" y="323744"/>
                </a:lnTo>
                <a:lnTo>
                  <a:pt x="533991" y="325486"/>
                </a:lnTo>
                <a:lnTo>
                  <a:pt x="535627" y="329855"/>
                </a:lnTo>
                <a:lnTo>
                  <a:pt x="537262" y="328032"/>
                </a:lnTo>
                <a:lnTo>
                  <a:pt x="538080" y="325297"/>
                </a:lnTo>
                <a:lnTo>
                  <a:pt x="540533" y="326957"/>
                </a:lnTo>
                <a:lnTo>
                  <a:pt x="542169" y="327063"/>
                </a:lnTo>
                <a:lnTo>
                  <a:pt x="542986" y="325255"/>
                </a:lnTo>
                <a:lnTo>
                  <a:pt x="551164" y="327286"/>
                </a:lnTo>
                <a:lnTo>
                  <a:pt x="558524" y="333542"/>
                </a:lnTo>
                <a:lnTo>
                  <a:pt x="561795" y="327978"/>
                </a:lnTo>
                <a:lnTo>
                  <a:pt x="562612" y="329517"/>
                </a:lnTo>
                <a:lnTo>
                  <a:pt x="565883" y="328778"/>
                </a:lnTo>
                <a:lnTo>
                  <a:pt x="568337" y="333369"/>
                </a:lnTo>
                <a:lnTo>
                  <a:pt x="569154" y="334857"/>
                </a:lnTo>
                <a:lnTo>
                  <a:pt x="569972" y="333530"/>
                </a:lnTo>
                <a:lnTo>
                  <a:pt x="574879" y="325088"/>
                </a:lnTo>
                <a:lnTo>
                  <a:pt x="575696" y="325773"/>
                </a:lnTo>
                <a:lnTo>
                  <a:pt x="581421" y="326499"/>
                </a:lnTo>
                <a:lnTo>
                  <a:pt x="582238" y="325319"/>
                </a:lnTo>
                <a:lnTo>
                  <a:pt x="583056" y="326808"/>
                </a:lnTo>
                <a:lnTo>
                  <a:pt x="590416" y="337284"/>
                </a:lnTo>
                <a:lnTo>
                  <a:pt x="592869" y="330944"/>
                </a:lnTo>
                <a:lnTo>
                  <a:pt x="593687" y="331750"/>
                </a:lnTo>
                <a:lnTo>
                  <a:pt x="595322" y="335606"/>
                </a:lnTo>
                <a:lnTo>
                  <a:pt x="596958" y="333971"/>
                </a:lnTo>
                <a:lnTo>
                  <a:pt x="603500" y="330712"/>
                </a:lnTo>
                <a:lnTo>
                  <a:pt x="610860" y="337064"/>
                </a:lnTo>
                <a:lnTo>
                  <a:pt x="611677" y="339151"/>
                </a:lnTo>
                <a:lnTo>
                  <a:pt x="614131" y="337594"/>
                </a:lnTo>
                <a:lnTo>
                  <a:pt x="615766" y="335565"/>
                </a:lnTo>
                <a:lnTo>
                  <a:pt x="617402" y="337851"/>
                </a:lnTo>
                <a:lnTo>
                  <a:pt x="623944" y="340473"/>
                </a:lnTo>
                <a:lnTo>
                  <a:pt x="627215" y="337108"/>
                </a:lnTo>
                <a:lnTo>
                  <a:pt x="628032" y="338000"/>
                </a:lnTo>
                <a:lnTo>
                  <a:pt x="632939" y="345764"/>
                </a:lnTo>
                <a:lnTo>
                  <a:pt x="636210" y="342962"/>
                </a:lnTo>
                <a:lnTo>
                  <a:pt x="640299" y="347965"/>
                </a:lnTo>
                <a:lnTo>
                  <a:pt x="642752" y="341713"/>
                </a:lnTo>
                <a:lnTo>
                  <a:pt x="644387" y="345200"/>
                </a:lnTo>
                <a:lnTo>
                  <a:pt x="647658" y="348231"/>
                </a:lnTo>
                <a:lnTo>
                  <a:pt x="648476" y="347754"/>
                </a:lnTo>
                <a:lnTo>
                  <a:pt x="650112" y="345450"/>
                </a:lnTo>
                <a:lnTo>
                  <a:pt x="650929" y="348030"/>
                </a:lnTo>
                <a:lnTo>
                  <a:pt x="653383" y="350698"/>
                </a:lnTo>
                <a:lnTo>
                  <a:pt x="654200" y="349833"/>
                </a:lnTo>
                <a:lnTo>
                  <a:pt x="659107" y="348570"/>
                </a:lnTo>
                <a:lnTo>
                  <a:pt x="660742" y="354772"/>
                </a:lnTo>
                <a:lnTo>
                  <a:pt x="662378" y="351758"/>
                </a:lnTo>
                <a:lnTo>
                  <a:pt x="667284" y="347820"/>
                </a:lnTo>
                <a:lnTo>
                  <a:pt x="670555" y="349945"/>
                </a:lnTo>
                <a:lnTo>
                  <a:pt x="674644" y="352710"/>
                </a:lnTo>
                <a:lnTo>
                  <a:pt x="677915" y="355854"/>
                </a:lnTo>
                <a:lnTo>
                  <a:pt x="678733" y="354037"/>
                </a:lnTo>
                <a:lnTo>
                  <a:pt x="682822" y="356919"/>
                </a:lnTo>
                <a:lnTo>
                  <a:pt x="684457" y="352525"/>
                </a:lnTo>
                <a:lnTo>
                  <a:pt x="685275" y="355554"/>
                </a:lnTo>
                <a:lnTo>
                  <a:pt x="686910" y="359149"/>
                </a:lnTo>
                <a:lnTo>
                  <a:pt x="688546" y="356994"/>
                </a:lnTo>
                <a:lnTo>
                  <a:pt x="689364" y="357962"/>
                </a:lnTo>
                <a:lnTo>
                  <a:pt x="690181" y="356370"/>
                </a:lnTo>
                <a:lnTo>
                  <a:pt x="696724" y="346510"/>
                </a:lnTo>
                <a:lnTo>
                  <a:pt x="699177" y="348583"/>
                </a:lnTo>
                <a:lnTo>
                  <a:pt x="701630" y="349673"/>
                </a:lnTo>
                <a:lnTo>
                  <a:pt x="704901" y="345612"/>
                </a:lnTo>
                <a:lnTo>
                  <a:pt x="705719" y="346400"/>
                </a:lnTo>
                <a:lnTo>
                  <a:pt x="711443" y="349114"/>
                </a:lnTo>
                <a:lnTo>
                  <a:pt x="722891" y="344748"/>
                </a:lnTo>
                <a:lnTo>
                  <a:pt x="725345" y="341789"/>
                </a:lnTo>
                <a:lnTo>
                  <a:pt x="726162" y="340542"/>
                </a:lnTo>
                <a:lnTo>
                  <a:pt x="727798" y="342585"/>
                </a:lnTo>
                <a:lnTo>
                  <a:pt x="746606" y="336801"/>
                </a:lnTo>
                <a:lnTo>
                  <a:pt x="747424" y="333685"/>
                </a:lnTo>
                <a:lnTo>
                  <a:pt x="749877" y="334947"/>
                </a:lnTo>
                <a:lnTo>
                  <a:pt x="751513" y="336381"/>
                </a:lnTo>
                <a:lnTo>
                  <a:pt x="753148" y="334908"/>
                </a:lnTo>
                <a:lnTo>
                  <a:pt x="756419" y="334923"/>
                </a:lnTo>
                <a:lnTo>
                  <a:pt x="777681" y="330266"/>
                </a:lnTo>
                <a:lnTo>
                  <a:pt x="778499" y="328217"/>
                </a:lnTo>
                <a:lnTo>
                  <a:pt x="779316" y="330708"/>
                </a:lnTo>
                <a:lnTo>
                  <a:pt x="781770" y="334750"/>
                </a:lnTo>
                <a:lnTo>
                  <a:pt x="782587" y="333652"/>
                </a:lnTo>
                <a:lnTo>
                  <a:pt x="783405" y="332346"/>
                </a:lnTo>
                <a:lnTo>
                  <a:pt x="784223" y="333742"/>
                </a:lnTo>
                <a:lnTo>
                  <a:pt x="787494" y="342065"/>
                </a:lnTo>
                <a:lnTo>
                  <a:pt x="788311" y="341261"/>
                </a:lnTo>
                <a:lnTo>
                  <a:pt x="790765" y="335020"/>
                </a:lnTo>
                <a:lnTo>
                  <a:pt x="792400" y="338183"/>
                </a:lnTo>
                <a:lnTo>
                  <a:pt x="794036" y="343986"/>
                </a:lnTo>
                <a:lnTo>
                  <a:pt x="795671" y="341514"/>
                </a:lnTo>
                <a:lnTo>
                  <a:pt x="799760" y="332101"/>
                </a:lnTo>
                <a:lnTo>
                  <a:pt x="801395" y="334327"/>
                </a:lnTo>
                <a:lnTo>
                  <a:pt x="811208" y="333103"/>
                </a:lnTo>
                <a:lnTo>
                  <a:pt x="812844" y="331432"/>
                </a:lnTo>
                <a:lnTo>
                  <a:pt x="813662" y="332609"/>
                </a:lnTo>
                <a:lnTo>
                  <a:pt x="818568" y="336562"/>
                </a:lnTo>
                <a:lnTo>
                  <a:pt x="842283" y="333919"/>
                </a:lnTo>
                <a:lnTo>
                  <a:pt x="844736" y="328902"/>
                </a:lnTo>
                <a:lnTo>
                  <a:pt x="845554" y="331248"/>
                </a:lnTo>
                <a:lnTo>
                  <a:pt x="870086" y="325416"/>
                </a:lnTo>
                <a:lnTo>
                  <a:pt x="873357" y="326929"/>
                </a:lnTo>
                <a:lnTo>
                  <a:pt x="878264" y="327647"/>
                </a:lnTo>
                <a:lnTo>
                  <a:pt x="915880" y="320165"/>
                </a:lnTo>
                <a:lnTo>
                  <a:pt x="925693" y="320887"/>
                </a:lnTo>
                <a:lnTo>
                  <a:pt x="933871" y="309490"/>
                </a:lnTo>
                <a:lnTo>
                  <a:pt x="934689" y="310910"/>
                </a:lnTo>
                <a:lnTo>
                  <a:pt x="937960" y="308288"/>
                </a:lnTo>
                <a:lnTo>
                  <a:pt x="942049" y="306386"/>
                </a:lnTo>
                <a:lnTo>
                  <a:pt x="944502" y="308477"/>
                </a:lnTo>
                <a:lnTo>
                  <a:pt x="945320" y="308009"/>
                </a:lnTo>
                <a:lnTo>
                  <a:pt x="951861" y="309447"/>
                </a:lnTo>
                <a:lnTo>
                  <a:pt x="955132" y="309102"/>
                </a:lnTo>
                <a:lnTo>
                  <a:pt x="957586" y="311557"/>
                </a:lnTo>
                <a:lnTo>
                  <a:pt x="982936" y="318400"/>
                </a:lnTo>
                <a:lnTo>
                  <a:pt x="985389" y="317736"/>
                </a:lnTo>
                <a:lnTo>
                  <a:pt x="986207" y="318505"/>
                </a:lnTo>
                <a:lnTo>
                  <a:pt x="1014828" y="334674"/>
                </a:lnTo>
                <a:lnTo>
                  <a:pt x="1018917" y="334500"/>
                </a:lnTo>
                <a:lnTo>
                  <a:pt x="1040178" y="333594"/>
                </a:lnTo>
                <a:lnTo>
                  <a:pt x="1046720" y="341643"/>
                </a:lnTo>
                <a:lnTo>
                  <a:pt x="1047538" y="340539"/>
                </a:lnTo>
                <a:lnTo>
                  <a:pt x="1048356" y="340761"/>
                </a:lnTo>
                <a:lnTo>
                  <a:pt x="1049174" y="346647"/>
                </a:lnTo>
                <a:lnTo>
                  <a:pt x="1051627" y="345364"/>
                </a:lnTo>
                <a:lnTo>
                  <a:pt x="1061440" y="358930"/>
                </a:lnTo>
                <a:lnTo>
                  <a:pt x="1076159" y="385995"/>
                </a:lnTo>
                <a:lnTo>
                  <a:pt x="1087608" y="401820"/>
                </a:lnTo>
                <a:lnTo>
                  <a:pt x="1097421" y="395698"/>
                </a:lnTo>
                <a:lnTo>
                  <a:pt x="1100692" y="393424"/>
                </a:lnTo>
                <a:lnTo>
                  <a:pt x="1129313" y="366091"/>
                </a:lnTo>
                <a:lnTo>
                  <a:pt x="1134220" y="361066"/>
                </a:lnTo>
                <a:lnTo>
                  <a:pt x="1143215" y="354819"/>
                </a:lnTo>
                <a:lnTo>
                  <a:pt x="1147304" y="354282"/>
                </a:lnTo>
                <a:lnTo>
                  <a:pt x="1152210" y="352219"/>
                </a:lnTo>
                <a:lnTo>
                  <a:pt x="1159570" y="358245"/>
                </a:lnTo>
                <a:lnTo>
                  <a:pt x="1170201" y="366943"/>
                </a:lnTo>
                <a:lnTo>
                  <a:pt x="1177560" y="373849"/>
                </a:lnTo>
                <a:lnTo>
                  <a:pt x="1183285" y="373211"/>
                </a:lnTo>
                <a:lnTo>
                  <a:pt x="1189009" y="375387"/>
                </a:lnTo>
                <a:lnTo>
                  <a:pt x="1197187" y="370720"/>
                </a:lnTo>
                <a:lnTo>
                  <a:pt x="1198822" y="368727"/>
                </a:lnTo>
                <a:lnTo>
                  <a:pt x="1199640" y="370828"/>
                </a:lnTo>
                <a:lnTo>
                  <a:pt x="1200458" y="371398"/>
                </a:lnTo>
                <a:lnTo>
                  <a:pt x="1201275" y="369786"/>
                </a:lnTo>
                <a:lnTo>
                  <a:pt x="1222537" y="338326"/>
                </a:lnTo>
                <a:lnTo>
                  <a:pt x="1229896" y="329135"/>
                </a:lnTo>
                <a:lnTo>
                  <a:pt x="1230714" y="331983"/>
                </a:lnTo>
                <a:lnTo>
                  <a:pt x="1232350" y="329341"/>
                </a:lnTo>
                <a:lnTo>
                  <a:pt x="1237256" y="322623"/>
                </a:lnTo>
                <a:lnTo>
                  <a:pt x="1239709" y="323743"/>
                </a:lnTo>
                <a:lnTo>
                  <a:pt x="1243798" y="319414"/>
                </a:lnTo>
                <a:lnTo>
                  <a:pt x="1247887" y="317372"/>
                </a:lnTo>
                <a:lnTo>
                  <a:pt x="1251976" y="315135"/>
                </a:lnTo>
                <a:lnTo>
                  <a:pt x="1253611" y="317808"/>
                </a:lnTo>
                <a:lnTo>
                  <a:pt x="1256064" y="311399"/>
                </a:lnTo>
                <a:lnTo>
                  <a:pt x="1256882" y="313967"/>
                </a:lnTo>
                <a:lnTo>
                  <a:pt x="1266695" y="306067"/>
                </a:lnTo>
                <a:lnTo>
                  <a:pt x="1269966" y="301978"/>
                </a:lnTo>
                <a:lnTo>
                  <a:pt x="1270784" y="303987"/>
                </a:lnTo>
                <a:lnTo>
                  <a:pt x="1273237" y="300055"/>
                </a:lnTo>
                <a:lnTo>
                  <a:pt x="1277326" y="307814"/>
                </a:lnTo>
                <a:lnTo>
                  <a:pt x="1281415" y="303855"/>
                </a:lnTo>
                <a:lnTo>
                  <a:pt x="1282233" y="303968"/>
                </a:lnTo>
                <a:lnTo>
                  <a:pt x="1283050" y="307190"/>
                </a:lnTo>
                <a:lnTo>
                  <a:pt x="1284686" y="304425"/>
                </a:lnTo>
                <a:lnTo>
                  <a:pt x="1285504" y="300157"/>
                </a:lnTo>
                <a:lnTo>
                  <a:pt x="1287139" y="303273"/>
                </a:lnTo>
                <a:lnTo>
                  <a:pt x="1288775" y="303683"/>
                </a:lnTo>
                <a:lnTo>
                  <a:pt x="1292045" y="300583"/>
                </a:lnTo>
                <a:lnTo>
                  <a:pt x="1295316" y="305284"/>
                </a:lnTo>
                <a:lnTo>
                  <a:pt x="1296134" y="298771"/>
                </a:lnTo>
                <a:lnTo>
                  <a:pt x="1297770" y="306829"/>
                </a:lnTo>
                <a:lnTo>
                  <a:pt x="1298587" y="303185"/>
                </a:lnTo>
                <a:lnTo>
                  <a:pt x="1303494" y="301075"/>
                </a:lnTo>
                <a:lnTo>
                  <a:pt x="1304312" y="302169"/>
                </a:lnTo>
                <a:lnTo>
                  <a:pt x="1305129" y="306432"/>
                </a:lnTo>
                <a:lnTo>
                  <a:pt x="1307583" y="304792"/>
                </a:lnTo>
                <a:lnTo>
                  <a:pt x="1308400" y="306375"/>
                </a:lnTo>
                <a:lnTo>
                  <a:pt x="1309218" y="303999"/>
                </a:lnTo>
                <a:lnTo>
                  <a:pt x="1310854" y="300044"/>
                </a:lnTo>
                <a:lnTo>
                  <a:pt x="1311671" y="300883"/>
                </a:lnTo>
                <a:lnTo>
                  <a:pt x="1312489" y="307815"/>
                </a:lnTo>
                <a:lnTo>
                  <a:pt x="1314942" y="303864"/>
                </a:lnTo>
                <a:lnTo>
                  <a:pt x="1316578" y="305590"/>
                </a:lnTo>
                <a:lnTo>
                  <a:pt x="1317396" y="303068"/>
                </a:lnTo>
                <a:lnTo>
                  <a:pt x="1323120" y="304968"/>
                </a:lnTo>
                <a:lnTo>
                  <a:pt x="1323938" y="307160"/>
                </a:lnTo>
                <a:lnTo>
                  <a:pt x="1325573" y="304007"/>
                </a:lnTo>
                <a:lnTo>
                  <a:pt x="1327209" y="301626"/>
                </a:lnTo>
                <a:lnTo>
                  <a:pt x="1328026" y="307804"/>
                </a:lnTo>
                <a:lnTo>
                  <a:pt x="1330480" y="305287"/>
                </a:lnTo>
                <a:lnTo>
                  <a:pt x="1332115" y="308151"/>
                </a:lnTo>
                <a:lnTo>
                  <a:pt x="1332933" y="306875"/>
                </a:lnTo>
                <a:lnTo>
                  <a:pt x="1336204" y="302989"/>
                </a:lnTo>
                <a:lnTo>
                  <a:pt x="1337022" y="304251"/>
                </a:lnTo>
                <a:lnTo>
                  <a:pt x="1343564" y="305251"/>
                </a:lnTo>
                <a:lnTo>
                  <a:pt x="1345199" y="302738"/>
                </a:lnTo>
                <a:lnTo>
                  <a:pt x="1346835" y="305240"/>
                </a:lnTo>
                <a:lnTo>
                  <a:pt x="1347653" y="306151"/>
                </a:lnTo>
                <a:lnTo>
                  <a:pt x="1348470" y="305067"/>
                </a:lnTo>
                <a:lnTo>
                  <a:pt x="1350106" y="301821"/>
                </a:lnTo>
                <a:lnTo>
                  <a:pt x="1351741" y="302920"/>
                </a:lnTo>
                <a:lnTo>
                  <a:pt x="1359101" y="301062"/>
                </a:lnTo>
                <a:lnTo>
                  <a:pt x="1362372" y="300837"/>
                </a:lnTo>
                <a:lnTo>
                  <a:pt x="1363190" y="303421"/>
                </a:lnTo>
                <a:lnTo>
                  <a:pt x="1364008" y="299424"/>
                </a:lnTo>
                <a:lnTo>
                  <a:pt x="1365643" y="298370"/>
                </a:lnTo>
                <a:lnTo>
                  <a:pt x="1366461" y="303048"/>
                </a:lnTo>
                <a:lnTo>
                  <a:pt x="1368096" y="297912"/>
                </a:lnTo>
                <a:lnTo>
                  <a:pt x="1368914" y="299285"/>
                </a:lnTo>
                <a:lnTo>
                  <a:pt x="1372185" y="297356"/>
                </a:lnTo>
                <a:lnTo>
                  <a:pt x="1374638" y="295459"/>
                </a:lnTo>
                <a:lnTo>
                  <a:pt x="1375456" y="301969"/>
                </a:lnTo>
                <a:lnTo>
                  <a:pt x="1377909" y="299267"/>
                </a:lnTo>
                <a:lnTo>
                  <a:pt x="1382816" y="294326"/>
                </a:lnTo>
                <a:lnTo>
                  <a:pt x="1385269" y="299132"/>
                </a:lnTo>
                <a:lnTo>
                  <a:pt x="1386087" y="298216"/>
                </a:lnTo>
                <a:lnTo>
                  <a:pt x="1387722" y="292586"/>
                </a:lnTo>
                <a:lnTo>
                  <a:pt x="1389358" y="296274"/>
                </a:lnTo>
                <a:lnTo>
                  <a:pt x="1390175" y="296717"/>
                </a:lnTo>
                <a:lnTo>
                  <a:pt x="1390993" y="294250"/>
                </a:lnTo>
                <a:lnTo>
                  <a:pt x="1391811" y="292010"/>
                </a:lnTo>
                <a:lnTo>
                  <a:pt x="1393446" y="295259"/>
                </a:lnTo>
                <a:lnTo>
                  <a:pt x="1397535" y="296591"/>
                </a:lnTo>
                <a:lnTo>
                  <a:pt x="1401624" y="294795"/>
                </a:lnTo>
                <a:lnTo>
                  <a:pt x="1406530" y="295678"/>
                </a:lnTo>
                <a:lnTo>
                  <a:pt x="1409801" y="293076"/>
                </a:lnTo>
                <a:lnTo>
                  <a:pt x="1410619" y="294669"/>
                </a:lnTo>
                <a:lnTo>
                  <a:pt x="1413890" y="294952"/>
                </a:lnTo>
                <a:lnTo>
                  <a:pt x="1416343" y="292956"/>
                </a:lnTo>
                <a:lnTo>
                  <a:pt x="1417161" y="294190"/>
                </a:lnTo>
                <a:lnTo>
                  <a:pt x="1422068" y="293312"/>
                </a:lnTo>
                <a:lnTo>
                  <a:pt x="1430245" y="291664"/>
                </a:lnTo>
                <a:lnTo>
                  <a:pt x="1444965" y="290549"/>
                </a:lnTo>
                <a:lnTo>
                  <a:pt x="1447418" y="290921"/>
                </a:lnTo>
                <a:lnTo>
                  <a:pt x="1449054" y="290006"/>
                </a:lnTo>
                <a:lnTo>
                  <a:pt x="1449871" y="291138"/>
                </a:lnTo>
                <a:lnTo>
                  <a:pt x="1452325" y="293359"/>
                </a:lnTo>
                <a:lnTo>
                  <a:pt x="1453142" y="290621"/>
                </a:lnTo>
                <a:lnTo>
                  <a:pt x="1454778" y="293322"/>
                </a:lnTo>
                <a:lnTo>
                  <a:pt x="1455596" y="293612"/>
                </a:lnTo>
                <a:lnTo>
                  <a:pt x="1458867" y="288044"/>
                </a:lnTo>
                <a:lnTo>
                  <a:pt x="1460502" y="289153"/>
                </a:lnTo>
                <a:lnTo>
                  <a:pt x="1461320" y="287128"/>
                </a:lnTo>
                <a:lnTo>
                  <a:pt x="1465408" y="284239"/>
                </a:lnTo>
                <a:lnTo>
                  <a:pt x="1467044" y="291430"/>
                </a:lnTo>
                <a:lnTo>
                  <a:pt x="1468679" y="287374"/>
                </a:lnTo>
                <a:lnTo>
                  <a:pt x="1469497" y="286123"/>
                </a:lnTo>
                <a:lnTo>
                  <a:pt x="1471133" y="289051"/>
                </a:lnTo>
                <a:lnTo>
                  <a:pt x="1474404" y="286017"/>
                </a:lnTo>
                <a:lnTo>
                  <a:pt x="1476857" y="283513"/>
                </a:lnTo>
                <a:lnTo>
                  <a:pt x="1477675" y="285476"/>
                </a:lnTo>
                <a:lnTo>
                  <a:pt x="1480128" y="289148"/>
                </a:lnTo>
                <a:lnTo>
                  <a:pt x="1480946" y="284381"/>
                </a:lnTo>
                <a:lnTo>
                  <a:pt x="1482581" y="287450"/>
                </a:lnTo>
                <a:lnTo>
                  <a:pt x="1484217" y="292093"/>
                </a:lnTo>
                <a:lnTo>
                  <a:pt x="1485852" y="290065"/>
                </a:lnTo>
                <a:lnTo>
                  <a:pt x="1489941" y="286712"/>
                </a:lnTo>
                <a:lnTo>
                  <a:pt x="1493212" y="288232"/>
                </a:lnTo>
                <a:lnTo>
                  <a:pt x="1494030" y="286680"/>
                </a:lnTo>
                <a:lnTo>
                  <a:pt x="1495665" y="287755"/>
                </a:lnTo>
                <a:lnTo>
                  <a:pt x="1497301" y="289661"/>
                </a:lnTo>
                <a:lnTo>
                  <a:pt x="1498118" y="288590"/>
                </a:lnTo>
                <a:lnTo>
                  <a:pt x="1501389" y="286361"/>
                </a:lnTo>
                <a:lnTo>
                  <a:pt x="1502207" y="290423"/>
                </a:lnTo>
                <a:lnTo>
                  <a:pt x="1504660" y="288147"/>
                </a:lnTo>
                <a:lnTo>
                  <a:pt x="1507114" y="286447"/>
                </a:lnTo>
                <a:lnTo>
                  <a:pt x="1511202" y="288867"/>
                </a:lnTo>
                <a:lnTo>
                  <a:pt x="1512838" y="290112"/>
                </a:lnTo>
                <a:lnTo>
                  <a:pt x="1513656" y="288748"/>
                </a:lnTo>
                <a:lnTo>
                  <a:pt x="1515291" y="286806"/>
                </a:lnTo>
                <a:lnTo>
                  <a:pt x="1516109" y="288397"/>
                </a:lnTo>
                <a:lnTo>
                  <a:pt x="1516927" y="291556"/>
                </a:lnTo>
                <a:lnTo>
                  <a:pt x="1519380" y="290160"/>
                </a:lnTo>
                <a:lnTo>
                  <a:pt x="1523469" y="289168"/>
                </a:lnTo>
                <a:lnTo>
                  <a:pt x="1525104" y="287085"/>
                </a:lnTo>
                <a:lnTo>
                  <a:pt x="1526740" y="288684"/>
                </a:lnTo>
                <a:lnTo>
                  <a:pt x="1530011" y="293088"/>
                </a:lnTo>
                <a:lnTo>
                  <a:pt x="1533282" y="292319"/>
                </a:lnTo>
                <a:lnTo>
                  <a:pt x="1534100" y="293840"/>
                </a:lnTo>
                <a:lnTo>
                  <a:pt x="1535735" y="292599"/>
                </a:lnTo>
                <a:lnTo>
                  <a:pt x="1537371" y="291938"/>
                </a:lnTo>
                <a:lnTo>
                  <a:pt x="1538188" y="294419"/>
                </a:lnTo>
                <a:lnTo>
                  <a:pt x="1539006" y="294813"/>
                </a:lnTo>
                <a:lnTo>
                  <a:pt x="1539824" y="292783"/>
                </a:lnTo>
                <a:lnTo>
                  <a:pt x="1540642" y="291831"/>
                </a:lnTo>
                <a:lnTo>
                  <a:pt x="1543095" y="295457"/>
                </a:lnTo>
                <a:lnTo>
                  <a:pt x="1543913" y="293385"/>
                </a:lnTo>
                <a:lnTo>
                  <a:pt x="1548001" y="297644"/>
                </a:lnTo>
                <a:lnTo>
                  <a:pt x="1552090" y="290472"/>
                </a:lnTo>
                <a:lnTo>
                  <a:pt x="1552908" y="291260"/>
                </a:lnTo>
                <a:lnTo>
                  <a:pt x="1554543" y="287231"/>
                </a:lnTo>
                <a:lnTo>
                  <a:pt x="1557814" y="262203"/>
                </a:lnTo>
                <a:lnTo>
                  <a:pt x="1560267" y="268047"/>
                </a:lnTo>
                <a:lnTo>
                  <a:pt x="1583164" y="215535"/>
                </a:lnTo>
                <a:lnTo>
                  <a:pt x="1586435" y="207482"/>
                </a:lnTo>
                <a:lnTo>
                  <a:pt x="1587253" y="211281"/>
                </a:lnTo>
                <a:lnTo>
                  <a:pt x="1588071" y="203962"/>
                </a:lnTo>
                <a:lnTo>
                  <a:pt x="1588889" y="204112"/>
                </a:lnTo>
                <a:lnTo>
                  <a:pt x="1592977" y="192866"/>
                </a:lnTo>
                <a:lnTo>
                  <a:pt x="1593795" y="193080"/>
                </a:lnTo>
                <a:lnTo>
                  <a:pt x="1595431" y="191562"/>
                </a:lnTo>
                <a:lnTo>
                  <a:pt x="1599520" y="176308"/>
                </a:lnTo>
                <a:lnTo>
                  <a:pt x="1604426" y="170607"/>
                </a:lnTo>
                <a:lnTo>
                  <a:pt x="1610150" y="156770"/>
                </a:lnTo>
                <a:lnTo>
                  <a:pt x="1610968" y="160377"/>
                </a:lnTo>
                <a:lnTo>
                  <a:pt x="1611786" y="155236"/>
                </a:lnTo>
                <a:lnTo>
                  <a:pt x="1615057" y="141881"/>
                </a:lnTo>
                <a:lnTo>
                  <a:pt x="1620781" y="127022"/>
                </a:lnTo>
                <a:lnTo>
                  <a:pt x="1622417" y="131452"/>
                </a:lnTo>
                <a:lnTo>
                  <a:pt x="1623234" y="130327"/>
                </a:lnTo>
                <a:lnTo>
                  <a:pt x="1628959" y="114632"/>
                </a:lnTo>
                <a:lnTo>
                  <a:pt x="1631412" y="112992"/>
                </a:lnTo>
                <a:lnTo>
                  <a:pt x="1634683" y="95869"/>
                </a:lnTo>
                <a:lnTo>
                  <a:pt x="1635500" y="96015"/>
                </a:lnTo>
                <a:lnTo>
                  <a:pt x="1637136" y="98993"/>
                </a:lnTo>
                <a:lnTo>
                  <a:pt x="1637954" y="95652"/>
                </a:lnTo>
                <a:lnTo>
                  <a:pt x="1645313" y="76506"/>
                </a:lnTo>
                <a:lnTo>
                  <a:pt x="1646131" y="78536"/>
                </a:lnTo>
                <a:lnTo>
                  <a:pt x="1649402" y="73237"/>
                </a:lnTo>
                <a:lnTo>
                  <a:pt x="1655126" y="60095"/>
                </a:lnTo>
                <a:lnTo>
                  <a:pt x="1659215" y="53523"/>
                </a:lnTo>
                <a:lnTo>
                  <a:pt x="1665757" y="41451"/>
                </a:lnTo>
                <a:lnTo>
                  <a:pt x="1666575" y="40652"/>
                </a:lnTo>
                <a:lnTo>
                  <a:pt x="1670664" y="29294"/>
                </a:lnTo>
                <a:lnTo>
                  <a:pt x="1671481" y="31979"/>
                </a:lnTo>
                <a:lnTo>
                  <a:pt x="1673117" y="29617"/>
                </a:lnTo>
                <a:lnTo>
                  <a:pt x="1677206" y="23070"/>
                </a:lnTo>
                <a:lnTo>
                  <a:pt x="1678841" y="18921"/>
                </a:lnTo>
                <a:lnTo>
                  <a:pt x="1681295" y="20506"/>
                </a:lnTo>
                <a:lnTo>
                  <a:pt x="1698467" y="7745"/>
                </a:lnTo>
                <a:lnTo>
                  <a:pt x="1700103" y="5689"/>
                </a:lnTo>
                <a:lnTo>
                  <a:pt x="1701738" y="3051"/>
                </a:lnTo>
                <a:lnTo>
                  <a:pt x="1704192" y="4683"/>
                </a:lnTo>
                <a:lnTo>
                  <a:pt x="1709916" y="1267"/>
                </a:lnTo>
                <a:lnTo>
                  <a:pt x="1710734" y="3407"/>
                </a:lnTo>
                <a:lnTo>
                  <a:pt x="1722182" y="0"/>
                </a:lnTo>
                <a:lnTo>
                  <a:pt x="1727088" y="3517"/>
                </a:lnTo>
                <a:lnTo>
                  <a:pt x="1727906" y="1896"/>
                </a:lnTo>
                <a:lnTo>
                  <a:pt x="1730359" y="3345"/>
                </a:lnTo>
                <a:lnTo>
                  <a:pt x="1734448" y="8216"/>
                </a:lnTo>
                <a:lnTo>
                  <a:pt x="1749168" y="35431"/>
                </a:lnTo>
                <a:lnTo>
                  <a:pt x="1754074" y="116591"/>
                </a:lnTo>
                <a:lnTo>
                  <a:pt x="1765523" y="375572"/>
                </a:lnTo>
                <a:lnTo>
                  <a:pt x="1766341" y="373965"/>
                </a:lnTo>
                <a:lnTo>
                  <a:pt x="1772065" y="402907"/>
                </a:lnTo>
                <a:lnTo>
                  <a:pt x="1772883" y="400509"/>
                </a:lnTo>
                <a:lnTo>
                  <a:pt x="1773700" y="396132"/>
                </a:lnTo>
                <a:lnTo>
                  <a:pt x="1774518" y="402537"/>
                </a:lnTo>
                <a:lnTo>
                  <a:pt x="1776154" y="398489"/>
                </a:lnTo>
                <a:lnTo>
                  <a:pt x="1778607" y="414239"/>
                </a:lnTo>
                <a:lnTo>
                  <a:pt x="1779425" y="407526"/>
                </a:lnTo>
                <a:lnTo>
                  <a:pt x="1780242" y="408646"/>
                </a:lnTo>
                <a:lnTo>
                  <a:pt x="1781060" y="415557"/>
                </a:lnTo>
                <a:lnTo>
                  <a:pt x="1782696" y="413859"/>
                </a:lnTo>
                <a:lnTo>
                  <a:pt x="1783513" y="405988"/>
                </a:lnTo>
                <a:lnTo>
                  <a:pt x="1785149" y="416921"/>
                </a:lnTo>
                <a:lnTo>
                  <a:pt x="1785967" y="422861"/>
                </a:lnTo>
                <a:lnTo>
                  <a:pt x="1788420" y="419453"/>
                </a:lnTo>
                <a:lnTo>
                  <a:pt x="1790055" y="418679"/>
                </a:lnTo>
                <a:lnTo>
                  <a:pt x="1791691" y="425290"/>
                </a:lnTo>
                <a:lnTo>
                  <a:pt x="1792509" y="418341"/>
                </a:lnTo>
                <a:lnTo>
                  <a:pt x="1794144" y="426005"/>
                </a:lnTo>
                <a:lnTo>
                  <a:pt x="1803139" y="429360"/>
                </a:lnTo>
                <a:lnTo>
                  <a:pt x="1812134" y="424503"/>
                </a:lnTo>
                <a:lnTo>
                  <a:pt x="1822765" y="409317"/>
                </a:lnTo>
                <a:lnTo>
                  <a:pt x="1823583" y="409804"/>
                </a:lnTo>
                <a:lnTo>
                  <a:pt x="1828489" y="405192"/>
                </a:lnTo>
                <a:lnTo>
                  <a:pt x="1829307" y="407638"/>
                </a:lnTo>
                <a:lnTo>
                  <a:pt x="1830943" y="406779"/>
                </a:lnTo>
                <a:lnTo>
                  <a:pt x="1835849" y="403232"/>
                </a:lnTo>
                <a:lnTo>
                  <a:pt x="1838302" y="407095"/>
                </a:lnTo>
                <a:lnTo>
                  <a:pt x="1839120" y="404605"/>
                </a:lnTo>
                <a:lnTo>
                  <a:pt x="1841573" y="401339"/>
                </a:lnTo>
                <a:lnTo>
                  <a:pt x="1842391" y="402285"/>
                </a:lnTo>
                <a:lnTo>
                  <a:pt x="1844027" y="409566"/>
                </a:lnTo>
                <a:lnTo>
                  <a:pt x="1846480" y="407556"/>
                </a:lnTo>
                <a:lnTo>
                  <a:pt x="1848933" y="401449"/>
                </a:lnTo>
                <a:lnTo>
                  <a:pt x="1849751" y="402029"/>
                </a:lnTo>
                <a:lnTo>
                  <a:pt x="1854658" y="408607"/>
                </a:lnTo>
                <a:lnTo>
                  <a:pt x="1857111" y="404105"/>
                </a:lnTo>
                <a:lnTo>
                  <a:pt x="1857929" y="405710"/>
                </a:lnTo>
                <a:lnTo>
                  <a:pt x="1860382" y="410591"/>
                </a:lnTo>
                <a:lnTo>
                  <a:pt x="1861200" y="406989"/>
                </a:lnTo>
                <a:lnTo>
                  <a:pt x="1862835" y="404073"/>
                </a:lnTo>
                <a:lnTo>
                  <a:pt x="1864471" y="406045"/>
                </a:lnTo>
                <a:lnTo>
                  <a:pt x="1867742" y="408594"/>
                </a:lnTo>
                <a:lnTo>
                  <a:pt x="1871830" y="413714"/>
                </a:lnTo>
                <a:lnTo>
                  <a:pt x="1873466" y="416568"/>
                </a:lnTo>
                <a:lnTo>
                  <a:pt x="1874284" y="413943"/>
                </a:lnTo>
                <a:lnTo>
                  <a:pt x="1875919" y="410805"/>
                </a:lnTo>
                <a:lnTo>
                  <a:pt x="1876737" y="413680"/>
                </a:lnTo>
                <a:lnTo>
                  <a:pt x="1881643" y="417569"/>
                </a:lnTo>
                <a:lnTo>
                  <a:pt x="1882461" y="416239"/>
                </a:lnTo>
                <a:lnTo>
                  <a:pt x="1883279" y="415248"/>
                </a:lnTo>
                <a:lnTo>
                  <a:pt x="1884096" y="417456"/>
                </a:lnTo>
                <a:lnTo>
                  <a:pt x="1886550" y="420519"/>
                </a:lnTo>
                <a:lnTo>
                  <a:pt x="1887367" y="418703"/>
                </a:lnTo>
                <a:lnTo>
                  <a:pt x="1892274" y="419132"/>
                </a:lnTo>
                <a:lnTo>
                  <a:pt x="1895545" y="426763"/>
                </a:lnTo>
                <a:lnTo>
                  <a:pt x="1897998" y="419144"/>
                </a:lnTo>
                <a:lnTo>
                  <a:pt x="1899634" y="420421"/>
                </a:lnTo>
                <a:lnTo>
                  <a:pt x="1902087" y="422240"/>
                </a:lnTo>
                <a:lnTo>
                  <a:pt x="1905358" y="416662"/>
                </a:lnTo>
                <a:lnTo>
                  <a:pt x="1912718" y="409381"/>
                </a:lnTo>
                <a:lnTo>
                  <a:pt x="1914353" y="407808"/>
                </a:lnTo>
                <a:lnTo>
                  <a:pt x="1915171" y="411173"/>
                </a:lnTo>
                <a:lnTo>
                  <a:pt x="1915989" y="411817"/>
                </a:lnTo>
                <a:lnTo>
                  <a:pt x="1916806" y="408966"/>
                </a:lnTo>
                <a:lnTo>
                  <a:pt x="1922531" y="399407"/>
                </a:lnTo>
                <a:lnTo>
                  <a:pt x="1923348" y="399893"/>
                </a:lnTo>
                <a:lnTo>
                  <a:pt x="1924166" y="396797"/>
                </a:lnTo>
                <a:lnTo>
                  <a:pt x="1925802" y="401847"/>
                </a:lnTo>
                <a:lnTo>
                  <a:pt x="1929073" y="400189"/>
                </a:lnTo>
                <a:lnTo>
                  <a:pt x="1933162" y="404517"/>
                </a:lnTo>
                <a:lnTo>
                  <a:pt x="1930708" y="398140"/>
                </a:lnTo>
                <a:lnTo>
                  <a:pt x="1933979" y="402185"/>
                </a:lnTo>
                <a:lnTo>
                  <a:pt x="1938068" y="401244"/>
                </a:lnTo>
                <a:lnTo>
                  <a:pt x="1941339" y="404865"/>
                </a:lnTo>
                <a:lnTo>
                  <a:pt x="1942157" y="402267"/>
                </a:lnTo>
                <a:lnTo>
                  <a:pt x="1944610" y="398706"/>
                </a:lnTo>
                <a:lnTo>
                  <a:pt x="1945428" y="401247"/>
                </a:lnTo>
                <a:lnTo>
                  <a:pt x="1949517" y="407725"/>
                </a:lnTo>
                <a:lnTo>
                  <a:pt x="1954423" y="409653"/>
                </a:lnTo>
                <a:lnTo>
                  <a:pt x="1955241" y="410823"/>
                </a:lnTo>
                <a:lnTo>
                  <a:pt x="1956059" y="408157"/>
                </a:lnTo>
                <a:lnTo>
                  <a:pt x="1956876" y="407265"/>
                </a:lnTo>
                <a:lnTo>
                  <a:pt x="1958512" y="409914"/>
                </a:lnTo>
                <a:lnTo>
                  <a:pt x="1961783" y="412263"/>
                </a:lnTo>
                <a:lnTo>
                  <a:pt x="1962601" y="409672"/>
                </a:lnTo>
                <a:lnTo>
                  <a:pt x="1963418" y="406925"/>
                </a:lnTo>
                <a:lnTo>
                  <a:pt x="1964236" y="412446"/>
                </a:lnTo>
                <a:lnTo>
                  <a:pt x="1965054" y="410197"/>
                </a:lnTo>
                <a:lnTo>
                  <a:pt x="1969960" y="414486"/>
                </a:lnTo>
                <a:lnTo>
                  <a:pt x="1972413" y="413436"/>
                </a:lnTo>
                <a:lnTo>
                  <a:pt x="1974049" y="415607"/>
                </a:lnTo>
                <a:lnTo>
                  <a:pt x="1974867" y="414759"/>
                </a:lnTo>
                <a:lnTo>
                  <a:pt x="1976502" y="412726"/>
                </a:lnTo>
                <a:lnTo>
                  <a:pt x="1978138" y="417413"/>
                </a:lnTo>
                <a:lnTo>
                  <a:pt x="1979773" y="416102"/>
                </a:lnTo>
                <a:lnTo>
                  <a:pt x="1991222" y="418414"/>
                </a:lnTo>
                <a:lnTo>
                  <a:pt x="1993675" y="418650"/>
                </a:lnTo>
                <a:lnTo>
                  <a:pt x="1994493" y="421357"/>
                </a:lnTo>
                <a:lnTo>
                  <a:pt x="1996128" y="417621"/>
                </a:lnTo>
                <a:lnTo>
                  <a:pt x="1996946" y="419870"/>
                </a:lnTo>
                <a:lnTo>
                  <a:pt x="2001035" y="418056"/>
                </a:lnTo>
                <a:lnTo>
                  <a:pt x="2001852" y="419562"/>
                </a:lnTo>
                <a:lnTo>
                  <a:pt x="2005123" y="421942"/>
                </a:lnTo>
                <a:lnTo>
                  <a:pt x="2007577" y="418425"/>
                </a:lnTo>
                <a:lnTo>
                  <a:pt x="2008395" y="421285"/>
                </a:lnTo>
                <a:lnTo>
                  <a:pt x="2009212" y="421963"/>
                </a:lnTo>
                <a:lnTo>
                  <a:pt x="2010030" y="419568"/>
                </a:lnTo>
                <a:lnTo>
                  <a:pt x="2010848" y="418563"/>
                </a:lnTo>
                <a:lnTo>
                  <a:pt x="2011666" y="421330"/>
                </a:lnTo>
                <a:lnTo>
                  <a:pt x="2012483" y="422903"/>
                </a:lnTo>
                <a:lnTo>
                  <a:pt x="2013301" y="421694"/>
                </a:lnTo>
                <a:lnTo>
                  <a:pt x="2014937" y="418320"/>
                </a:lnTo>
                <a:lnTo>
                  <a:pt x="2015754" y="419944"/>
                </a:lnTo>
                <a:lnTo>
                  <a:pt x="2017390" y="423893"/>
                </a:lnTo>
                <a:lnTo>
                  <a:pt x="2018208" y="420269"/>
                </a:lnTo>
                <a:lnTo>
                  <a:pt x="2023114" y="420430"/>
                </a:lnTo>
                <a:lnTo>
                  <a:pt x="2024750" y="422983"/>
                </a:lnTo>
                <a:lnTo>
                  <a:pt x="2025567" y="419228"/>
                </a:lnTo>
                <a:lnTo>
                  <a:pt x="2026385" y="421692"/>
                </a:lnTo>
                <a:lnTo>
                  <a:pt x="2030474" y="424801"/>
                </a:lnTo>
                <a:lnTo>
                  <a:pt x="2031292" y="422886"/>
                </a:lnTo>
                <a:lnTo>
                  <a:pt x="2032927" y="419185"/>
                </a:lnTo>
                <a:lnTo>
                  <a:pt x="2034563" y="423188"/>
                </a:lnTo>
                <a:lnTo>
                  <a:pt x="2036198" y="422205"/>
                </a:lnTo>
                <a:lnTo>
                  <a:pt x="2037834" y="423754"/>
                </a:lnTo>
                <a:lnTo>
                  <a:pt x="2040287" y="422853"/>
                </a:lnTo>
                <a:lnTo>
                  <a:pt x="2041105" y="421221"/>
                </a:lnTo>
                <a:lnTo>
                  <a:pt x="2041922" y="424809"/>
                </a:lnTo>
                <a:lnTo>
                  <a:pt x="2044376" y="424976"/>
                </a:lnTo>
                <a:lnTo>
                  <a:pt x="2047647" y="421629"/>
                </a:lnTo>
                <a:lnTo>
                  <a:pt x="2049282" y="424995"/>
                </a:lnTo>
                <a:lnTo>
                  <a:pt x="2050100" y="423354"/>
                </a:lnTo>
                <a:lnTo>
                  <a:pt x="2050918" y="420952"/>
                </a:lnTo>
                <a:lnTo>
                  <a:pt x="2051735" y="424301"/>
                </a:lnTo>
                <a:lnTo>
                  <a:pt x="2055006" y="429272"/>
                </a:lnTo>
                <a:lnTo>
                  <a:pt x="2059095" y="425902"/>
                </a:lnTo>
                <a:lnTo>
                  <a:pt x="2059913" y="426849"/>
                </a:lnTo>
                <a:lnTo>
                  <a:pt x="2060730" y="433092"/>
                </a:lnTo>
                <a:lnTo>
                  <a:pt x="2062366" y="431926"/>
                </a:lnTo>
                <a:lnTo>
                  <a:pt x="2063184" y="426659"/>
                </a:lnTo>
                <a:lnTo>
                  <a:pt x="2064001" y="432491"/>
                </a:lnTo>
                <a:lnTo>
                  <a:pt x="2065637" y="429689"/>
                </a:lnTo>
                <a:lnTo>
                  <a:pt x="2066455" y="427349"/>
                </a:lnTo>
                <a:lnTo>
                  <a:pt x="2067272" y="429988"/>
                </a:lnTo>
                <a:lnTo>
                  <a:pt x="2068908" y="432343"/>
                </a:lnTo>
                <a:lnTo>
                  <a:pt x="2069726" y="427458"/>
                </a:lnTo>
                <a:lnTo>
                  <a:pt x="2071361" y="427934"/>
                </a:lnTo>
                <a:lnTo>
                  <a:pt x="2075450" y="436236"/>
                </a:lnTo>
                <a:lnTo>
                  <a:pt x="2077903" y="431072"/>
                </a:lnTo>
                <a:lnTo>
                  <a:pt x="2078721" y="431511"/>
                </a:lnTo>
                <a:lnTo>
                  <a:pt x="2079539" y="435964"/>
                </a:lnTo>
                <a:lnTo>
                  <a:pt x="2081992" y="434817"/>
                </a:lnTo>
                <a:lnTo>
                  <a:pt x="2082810" y="431789"/>
                </a:lnTo>
                <a:lnTo>
                  <a:pt x="2084445" y="435506"/>
                </a:lnTo>
                <a:lnTo>
                  <a:pt x="2085263" y="436429"/>
                </a:lnTo>
                <a:lnTo>
                  <a:pt x="2086081" y="434014"/>
                </a:lnTo>
                <a:lnTo>
                  <a:pt x="2087716" y="430968"/>
                </a:lnTo>
                <a:lnTo>
                  <a:pt x="2088534" y="431640"/>
                </a:lnTo>
                <a:lnTo>
                  <a:pt x="2089352" y="436013"/>
                </a:lnTo>
                <a:lnTo>
                  <a:pt x="2091805" y="435462"/>
                </a:lnTo>
                <a:lnTo>
                  <a:pt x="2094258" y="429510"/>
                </a:lnTo>
                <a:lnTo>
                  <a:pt x="2095076" y="431160"/>
                </a:lnTo>
                <a:lnTo>
                  <a:pt x="2095894" y="435794"/>
                </a:lnTo>
                <a:lnTo>
                  <a:pt x="2098347" y="433854"/>
                </a:lnTo>
                <a:lnTo>
                  <a:pt x="2100800" y="438114"/>
                </a:lnTo>
                <a:lnTo>
                  <a:pt x="2102436" y="433985"/>
                </a:lnTo>
                <a:lnTo>
                  <a:pt x="2103254" y="433581"/>
                </a:lnTo>
                <a:lnTo>
                  <a:pt x="2104071" y="445679"/>
                </a:lnTo>
                <a:lnTo>
                  <a:pt x="2105707" y="433306"/>
                </a:lnTo>
                <a:lnTo>
                  <a:pt x="2107342" y="438727"/>
                </a:lnTo>
                <a:lnTo>
                  <a:pt x="2108978" y="434565"/>
                </a:lnTo>
                <a:lnTo>
                  <a:pt x="2115520" y="435835"/>
                </a:lnTo>
                <a:lnTo>
                  <a:pt x="2120426" y="435188"/>
                </a:lnTo>
                <a:lnTo>
                  <a:pt x="2122880" y="436156"/>
                </a:lnTo>
                <a:lnTo>
                  <a:pt x="2123697" y="432155"/>
                </a:lnTo>
                <a:lnTo>
                  <a:pt x="2125333" y="436598"/>
                </a:lnTo>
                <a:lnTo>
                  <a:pt x="2128604" y="437941"/>
                </a:lnTo>
                <a:lnTo>
                  <a:pt x="2129422" y="436576"/>
                </a:lnTo>
                <a:lnTo>
                  <a:pt x="2130239" y="433663"/>
                </a:lnTo>
                <a:lnTo>
                  <a:pt x="2132693" y="436020"/>
                </a:lnTo>
                <a:lnTo>
                  <a:pt x="2135146" y="439113"/>
                </a:lnTo>
                <a:lnTo>
                  <a:pt x="2135964" y="434632"/>
                </a:lnTo>
                <a:lnTo>
                  <a:pt x="2137599" y="437526"/>
                </a:lnTo>
                <a:lnTo>
                  <a:pt x="2141688" y="441779"/>
                </a:lnTo>
                <a:lnTo>
                  <a:pt x="2149865" y="438294"/>
                </a:lnTo>
                <a:lnTo>
                  <a:pt x="2152318" y="442505"/>
                </a:lnTo>
                <a:lnTo>
                  <a:pt x="2154772" y="438461"/>
                </a:lnTo>
                <a:lnTo>
                  <a:pt x="2155589" y="439463"/>
                </a:lnTo>
                <a:lnTo>
                  <a:pt x="2159678" y="442828"/>
                </a:lnTo>
                <a:lnTo>
                  <a:pt x="2161314" y="438449"/>
                </a:lnTo>
                <a:lnTo>
                  <a:pt x="2162949" y="440507"/>
                </a:lnTo>
                <a:lnTo>
                  <a:pt x="2168673" y="442514"/>
                </a:lnTo>
                <a:lnTo>
                  <a:pt x="2171127" y="442954"/>
                </a:lnTo>
                <a:lnTo>
                  <a:pt x="2171944" y="441862"/>
                </a:lnTo>
                <a:lnTo>
                  <a:pt x="2172762" y="444057"/>
                </a:lnTo>
                <a:lnTo>
                  <a:pt x="2173580" y="448074"/>
                </a:lnTo>
                <a:lnTo>
                  <a:pt x="2175215" y="441214"/>
                </a:lnTo>
                <a:lnTo>
                  <a:pt x="2176851" y="438881"/>
                </a:lnTo>
                <a:lnTo>
                  <a:pt x="2177669" y="442654"/>
                </a:lnTo>
                <a:lnTo>
                  <a:pt x="2179304" y="445906"/>
                </a:lnTo>
                <a:lnTo>
                  <a:pt x="2180122" y="439656"/>
                </a:lnTo>
                <a:lnTo>
                  <a:pt x="2182575" y="442845"/>
                </a:lnTo>
                <a:lnTo>
                  <a:pt x="2183393" y="444512"/>
                </a:lnTo>
                <a:lnTo>
                  <a:pt x="2185029" y="442524"/>
                </a:lnTo>
                <a:lnTo>
                  <a:pt x="2185846" y="442035"/>
                </a:lnTo>
                <a:lnTo>
                  <a:pt x="2186664" y="444702"/>
                </a:lnTo>
                <a:lnTo>
                  <a:pt x="2187482" y="445516"/>
                </a:lnTo>
                <a:lnTo>
                  <a:pt x="2188300" y="441414"/>
                </a:lnTo>
                <a:lnTo>
                  <a:pt x="2190753" y="443279"/>
                </a:lnTo>
                <a:lnTo>
                  <a:pt x="2191571" y="445833"/>
                </a:lnTo>
                <a:lnTo>
                  <a:pt x="2193206" y="442020"/>
                </a:lnTo>
                <a:lnTo>
                  <a:pt x="2194024" y="444031"/>
                </a:lnTo>
                <a:lnTo>
                  <a:pt x="2194842" y="445384"/>
                </a:lnTo>
                <a:lnTo>
                  <a:pt x="2195659" y="440972"/>
                </a:lnTo>
                <a:lnTo>
                  <a:pt x="2205472" y="445803"/>
                </a:lnTo>
                <a:lnTo>
                  <a:pt x="2209561" y="442998"/>
                </a:lnTo>
                <a:lnTo>
                  <a:pt x="2213650" y="443429"/>
                </a:lnTo>
                <a:lnTo>
                  <a:pt x="2216921" y="441798"/>
                </a:lnTo>
                <a:lnTo>
                  <a:pt x="2216103" y="445168"/>
                </a:lnTo>
                <a:lnTo>
                  <a:pt x="2217739" y="442734"/>
                </a:lnTo>
                <a:lnTo>
                  <a:pt x="2218556" y="444960"/>
                </a:lnTo>
                <a:lnTo>
                  <a:pt x="2219374" y="441345"/>
                </a:lnTo>
                <a:lnTo>
                  <a:pt x="2220192" y="440111"/>
                </a:lnTo>
                <a:lnTo>
                  <a:pt x="2221010" y="442323"/>
                </a:lnTo>
                <a:lnTo>
                  <a:pt x="2225098" y="444778"/>
                </a:lnTo>
                <a:lnTo>
                  <a:pt x="2227551" y="436056"/>
                </a:lnTo>
                <a:lnTo>
                  <a:pt x="2230005" y="439932"/>
                </a:lnTo>
                <a:lnTo>
                  <a:pt x="2230822" y="442975"/>
                </a:lnTo>
                <a:lnTo>
                  <a:pt x="2231640" y="438538"/>
                </a:lnTo>
                <a:lnTo>
                  <a:pt x="2233276" y="441748"/>
                </a:lnTo>
                <a:lnTo>
                  <a:pt x="2234093" y="442368"/>
                </a:lnTo>
                <a:lnTo>
                  <a:pt x="2237364" y="434376"/>
                </a:lnTo>
                <a:lnTo>
                  <a:pt x="2239000" y="439553"/>
                </a:lnTo>
                <a:lnTo>
                  <a:pt x="2241453" y="438533"/>
                </a:lnTo>
                <a:lnTo>
                  <a:pt x="2245542" y="434248"/>
                </a:lnTo>
                <a:lnTo>
                  <a:pt x="2250448" y="438851"/>
                </a:lnTo>
                <a:lnTo>
                  <a:pt x="2252084" y="433882"/>
                </a:lnTo>
                <a:lnTo>
                  <a:pt x="2253719" y="435190"/>
                </a:lnTo>
                <a:lnTo>
                  <a:pt x="2256990" y="435708"/>
                </a:lnTo>
                <a:lnTo>
                  <a:pt x="2263533" y="434812"/>
                </a:lnTo>
                <a:lnTo>
                  <a:pt x="2266804" y="436844"/>
                </a:lnTo>
                <a:lnTo>
                  <a:pt x="2267621" y="434762"/>
                </a:lnTo>
                <a:lnTo>
                  <a:pt x="2268439" y="437663"/>
                </a:lnTo>
                <a:lnTo>
                  <a:pt x="2270075" y="436365"/>
                </a:lnTo>
                <a:lnTo>
                  <a:pt x="2274163" y="433604"/>
                </a:lnTo>
                <a:lnTo>
                  <a:pt x="2274981" y="432498"/>
                </a:lnTo>
                <a:lnTo>
                  <a:pt x="2275799" y="435447"/>
                </a:lnTo>
                <a:lnTo>
                  <a:pt x="2276617" y="438184"/>
                </a:lnTo>
                <a:lnTo>
                  <a:pt x="2278252" y="433044"/>
                </a:lnTo>
                <a:lnTo>
                  <a:pt x="2279070" y="436527"/>
                </a:lnTo>
                <a:lnTo>
                  <a:pt x="2283159" y="434599"/>
                </a:lnTo>
                <a:lnTo>
                  <a:pt x="2290518" y="432488"/>
                </a:lnTo>
              </a:path>
            </a:pathLst>
          </a:custGeom>
          <a:noFill/>
          <a:ln w="2208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Editable path 84"/>
          <p:cNvSpPr/>
          <p:nvPr/>
        </p:nvSpPr>
        <p:spPr>
          <a:xfrm>
            <a:off x="3627120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Editable path 85"/>
          <p:cNvSpPr/>
          <p:nvPr/>
        </p:nvSpPr>
        <p:spPr>
          <a:xfrm>
            <a:off x="6146689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Editable path 86"/>
          <p:cNvSpPr/>
          <p:nvPr/>
        </p:nvSpPr>
        <p:spPr>
          <a:xfrm>
            <a:off x="3627120" y="4291439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Editable path 87"/>
          <p:cNvSpPr/>
          <p:nvPr/>
        </p:nvSpPr>
        <p:spPr>
          <a:xfrm>
            <a:off x="3627120" y="3380529"/>
            <a:ext cx="2519569" cy="0"/>
          </a:xfrm>
          <a:custGeom>
            <a:avLst/>
            <a:gdLst/>
            <a:ahLst/>
            <a:cxnLst/>
            <a:rect l="l" t="t" r="r" b="b"/>
            <a:pathLst>
              <a:path w="2519569" h="0">
                <a:moveTo>
                  <a:pt x="0" y="0"/>
                </a:moveTo>
                <a:lnTo>
                  <a:pt x="2519569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379594" y="3171614"/>
            <a:ext cx="1069174" cy="2252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78" b="0" i="0">
                <a:solidFill>
                  <a:srgbClr val="3A9A94"/>
                </a:solidFill>
                <a:latin typeface="Times New Roman"/>
              </a:rPr>
              <a:t>Robot B · left</a:t>
            </a:r>
          </a:p>
        </p:txBody>
      </p:sp>
      <p:sp>
        <p:nvSpPr>
          <p:cNvPr id="122" name="Editable path 88"/>
          <p:cNvSpPr/>
          <p:nvPr/>
        </p:nvSpPr>
        <p:spPr>
          <a:xfrm>
            <a:off x="6902560" y="3380529"/>
            <a:ext cx="2519570" cy="910910"/>
          </a:xfrm>
          <a:custGeom>
            <a:avLst/>
            <a:gdLst/>
            <a:ahLst/>
            <a:cxnLst/>
            <a:rect l="l" t="t" r="r" b="b"/>
            <a:pathLst>
              <a:path w="2519570" h="910910">
                <a:moveTo>
                  <a:pt x="0" y="0"/>
                </a:moveTo>
                <a:lnTo>
                  <a:pt x="2519570" y="0"/>
                </a:lnTo>
                <a:lnTo>
                  <a:pt x="2519570" y="910910"/>
                </a:lnTo>
                <a:lnTo>
                  <a:pt x="0" y="9109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Editable path 89"/>
          <p:cNvSpPr/>
          <p:nvPr/>
        </p:nvSpPr>
        <p:spPr>
          <a:xfrm>
            <a:off x="7017086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Editable path 90"/>
          <p:cNvSpPr/>
          <p:nvPr/>
        </p:nvSpPr>
        <p:spPr>
          <a:xfrm>
            <a:off x="7017086" y="4291439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975672" y="4393085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26" name="Editable path 91"/>
          <p:cNvSpPr/>
          <p:nvPr/>
        </p:nvSpPr>
        <p:spPr>
          <a:xfrm>
            <a:off x="7834836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Editable path 92"/>
          <p:cNvSpPr/>
          <p:nvPr/>
        </p:nvSpPr>
        <p:spPr>
          <a:xfrm>
            <a:off x="7834836" y="4291439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752009" y="4393085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29" name="Editable path 93"/>
          <p:cNvSpPr/>
          <p:nvPr/>
        </p:nvSpPr>
        <p:spPr>
          <a:xfrm>
            <a:off x="8652586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Editable path 94"/>
          <p:cNvSpPr/>
          <p:nvPr/>
        </p:nvSpPr>
        <p:spPr>
          <a:xfrm>
            <a:off x="8652586" y="4291439"/>
            <a:ext cx="0" cy="96630"/>
          </a:xfrm>
          <a:custGeom>
            <a:avLst/>
            <a:gdLst/>
            <a:ahLst/>
            <a:cxnLst/>
            <a:rect l="l" t="t" r="r" b="b"/>
            <a:pathLst>
              <a:path w="0" h="96630">
                <a:moveTo>
                  <a:pt x="0" y="0"/>
                </a:moveTo>
                <a:lnTo>
                  <a:pt x="0" y="9663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569759" y="4393085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32" name="Editable path 95"/>
          <p:cNvSpPr/>
          <p:nvPr/>
        </p:nvSpPr>
        <p:spPr>
          <a:xfrm>
            <a:off x="6902560" y="4114980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Editable path 96"/>
          <p:cNvSpPr/>
          <p:nvPr/>
        </p:nvSpPr>
        <p:spPr>
          <a:xfrm>
            <a:off x="6805930" y="4114980"/>
            <a:ext cx="96630" cy="0"/>
          </a:xfrm>
          <a:custGeom>
            <a:avLst/>
            <a:gdLst/>
            <a:ahLst/>
            <a:cxnLst/>
            <a:rect l="l" t="t" r="r" b="b"/>
            <a:pathLst>
              <a:path w="96630" h="0">
                <a:moveTo>
                  <a:pt x="9663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416388" y="4035876"/>
            <a:ext cx="403363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−250</a:t>
            </a:r>
          </a:p>
        </p:txBody>
      </p:sp>
      <p:sp>
        <p:nvSpPr>
          <p:cNvPr id="135" name="Editable path 97"/>
          <p:cNvSpPr/>
          <p:nvPr/>
        </p:nvSpPr>
        <p:spPr>
          <a:xfrm>
            <a:off x="6902560" y="3616762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Editable path 98"/>
          <p:cNvSpPr/>
          <p:nvPr/>
        </p:nvSpPr>
        <p:spPr>
          <a:xfrm>
            <a:off x="6805930" y="3616762"/>
            <a:ext cx="96630" cy="0"/>
          </a:xfrm>
          <a:custGeom>
            <a:avLst/>
            <a:gdLst/>
            <a:ahLst/>
            <a:cxnLst/>
            <a:rect l="l" t="t" r="r" b="b"/>
            <a:pathLst>
              <a:path w="96630" h="0">
                <a:moveTo>
                  <a:pt x="9663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695494" y="3537658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38" name="Editable path 99"/>
          <p:cNvSpPr/>
          <p:nvPr/>
        </p:nvSpPr>
        <p:spPr>
          <a:xfrm>
            <a:off x="7017086" y="3516319"/>
            <a:ext cx="2290518" cy="733715"/>
          </a:xfrm>
          <a:custGeom>
            <a:avLst/>
            <a:gdLst/>
            <a:ahLst/>
            <a:cxnLst/>
            <a:rect l="l" t="t" r="r" b="b"/>
            <a:pathLst>
              <a:path w="2290518" h="733715">
                <a:moveTo>
                  <a:pt x="0" y="100704"/>
                </a:moveTo>
                <a:lnTo>
                  <a:pt x="3271" y="99625"/>
                </a:lnTo>
                <a:lnTo>
                  <a:pt x="23715" y="93494"/>
                </a:lnTo>
                <a:lnTo>
                  <a:pt x="28621" y="98941"/>
                </a:lnTo>
                <a:lnTo>
                  <a:pt x="31892" y="93741"/>
                </a:lnTo>
                <a:lnTo>
                  <a:pt x="32710" y="95616"/>
                </a:lnTo>
                <a:lnTo>
                  <a:pt x="35163" y="93437"/>
                </a:lnTo>
                <a:lnTo>
                  <a:pt x="37616" y="99669"/>
                </a:lnTo>
                <a:lnTo>
                  <a:pt x="38434" y="95271"/>
                </a:lnTo>
                <a:lnTo>
                  <a:pt x="39252" y="89331"/>
                </a:lnTo>
                <a:lnTo>
                  <a:pt x="40888" y="98825"/>
                </a:lnTo>
                <a:lnTo>
                  <a:pt x="41705" y="97962"/>
                </a:lnTo>
                <a:lnTo>
                  <a:pt x="43341" y="87515"/>
                </a:lnTo>
                <a:lnTo>
                  <a:pt x="44976" y="90582"/>
                </a:lnTo>
                <a:lnTo>
                  <a:pt x="45794" y="92736"/>
                </a:lnTo>
                <a:lnTo>
                  <a:pt x="47430" y="88736"/>
                </a:lnTo>
                <a:lnTo>
                  <a:pt x="51518" y="92301"/>
                </a:lnTo>
                <a:lnTo>
                  <a:pt x="52336" y="89640"/>
                </a:lnTo>
                <a:lnTo>
                  <a:pt x="54789" y="88690"/>
                </a:lnTo>
                <a:lnTo>
                  <a:pt x="57242" y="91342"/>
                </a:lnTo>
                <a:lnTo>
                  <a:pt x="56425" y="85778"/>
                </a:lnTo>
                <a:lnTo>
                  <a:pt x="58060" y="90471"/>
                </a:lnTo>
                <a:lnTo>
                  <a:pt x="58878" y="87153"/>
                </a:lnTo>
                <a:lnTo>
                  <a:pt x="61331" y="88336"/>
                </a:lnTo>
                <a:lnTo>
                  <a:pt x="62149" y="95358"/>
                </a:lnTo>
                <a:lnTo>
                  <a:pt x="63784" y="89976"/>
                </a:lnTo>
                <a:lnTo>
                  <a:pt x="65420" y="89257"/>
                </a:lnTo>
                <a:lnTo>
                  <a:pt x="67056" y="82392"/>
                </a:lnTo>
                <a:lnTo>
                  <a:pt x="68691" y="86457"/>
                </a:lnTo>
                <a:lnTo>
                  <a:pt x="70326" y="88906"/>
                </a:lnTo>
                <a:lnTo>
                  <a:pt x="71144" y="90209"/>
                </a:lnTo>
                <a:lnTo>
                  <a:pt x="71962" y="88282"/>
                </a:lnTo>
                <a:lnTo>
                  <a:pt x="76051" y="80117"/>
                </a:lnTo>
                <a:lnTo>
                  <a:pt x="77686" y="83124"/>
                </a:lnTo>
                <a:lnTo>
                  <a:pt x="79322" y="85074"/>
                </a:lnTo>
                <a:lnTo>
                  <a:pt x="80139" y="83690"/>
                </a:lnTo>
                <a:lnTo>
                  <a:pt x="83410" y="80303"/>
                </a:lnTo>
                <a:lnTo>
                  <a:pt x="85046" y="81307"/>
                </a:lnTo>
                <a:lnTo>
                  <a:pt x="85864" y="80251"/>
                </a:lnTo>
                <a:lnTo>
                  <a:pt x="88317" y="88758"/>
                </a:lnTo>
                <a:lnTo>
                  <a:pt x="89135" y="83845"/>
                </a:lnTo>
                <a:lnTo>
                  <a:pt x="89952" y="84411"/>
                </a:lnTo>
                <a:lnTo>
                  <a:pt x="91588" y="75872"/>
                </a:lnTo>
                <a:lnTo>
                  <a:pt x="92406" y="78575"/>
                </a:lnTo>
                <a:lnTo>
                  <a:pt x="95677" y="89422"/>
                </a:lnTo>
                <a:lnTo>
                  <a:pt x="96494" y="87870"/>
                </a:lnTo>
                <a:lnTo>
                  <a:pt x="98130" y="80164"/>
                </a:lnTo>
                <a:lnTo>
                  <a:pt x="98948" y="84458"/>
                </a:lnTo>
                <a:lnTo>
                  <a:pt x="105490" y="93066"/>
                </a:lnTo>
                <a:lnTo>
                  <a:pt x="107125" y="73364"/>
                </a:lnTo>
                <a:lnTo>
                  <a:pt x="109579" y="80061"/>
                </a:lnTo>
                <a:lnTo>
                  <a:pt x="115302" y="90798"/>
                </a:lnTo>
                <a:lnTo>
                  <a:pt x="116121" y="88907"/>
                </a:lnTo>
                <a:lnTo>
                  <a:pt x="120209" y="79525"/>
                </a:lnTo>
                <a:lnTo>
                  <a:pt x="121844" y="74468"/>
                </a:lnTo>
                <a:lnTo>
                  <a:pt x="122663" y="78020"/>
                </a:lnTo>
                <a:lnTo>
                  <a:pt x="125116" y="87902"/>
                </a:lnTo>
                <a:lnTo>
                  <a:pt x="125933" y="85072"/>
                </a:lnTo>
                <a:lnTo>
                  <a:pt x="127569" y="87313"/>
                </a:lnTo>
                <a:lnTo>
                  <a:pt x="129205" y="80018"/>
                </a:lnTo>
                <a:lnTo>
                  <a:pt x="132475" y="90675"/>
                </a:lnTo>
                <a:lnTo>
                  <a:pt x="133293" y="88392"/>
                </a:lnTo>
                <a:lnTo>
                  <a:pt x="134929" y="75406"/>
                </a:lnTo>
                <a:lnTo>
                  <a:pt x="136564" y="83561"/>
                </a:lnTo>
                <a:lnTo>
                  <a:pt x="140653" y="81160"/>
                </a:lnTo>
                <a:lnTo>
                  <a:pt x="142289" y="85141"/>
                </a:lnTo>
                <a:lnTo>
                  <a:pt x="143924" y="83095"/>
                </a:lnTo>
                <a:lnTo>
                  <a:pt x="148013" y="80782"/>
                </a:lnTo>
                <a:lnTo>
                  <a:pt x="149648" y="91907"/>
                </a:lnTo>
                <a:lnTo>
                  <a:pt x="151284" y="85911"/>
                </a:lnTo>
                <a:lnTo>
                  <a:pt x="152101" y="81452"/>
                </a:lnTo>
                <a:lnTo>
                  <a:pt x="153737" y="81902"/>
                </a:lnTo>
                <a:lnTo>
                  <a:pt x="157826" y="90118"/>
                </a:lnTo>
                <a:lnTo>
                  <a:pt x="158643" y="86335"/>
                </a:lnTo>
                <a:lnTo>
                  <a:pt x="160279" y="90519"/>
                </a:lnTo>
                <a:lnTo>
                  <a:pt x="161097" y="94670"/>
                </a:lnTo>
                <a:lnTo>
                  <a:pt x="162732" y="87563"/>
                </a:lnTo>
                <a:lnTo>
                  <a:pt x="166821" y="82463"/>
                </a:lnTo>
                <a:lnTo>
                  <a:pt x="168456" y="88928"/>
                </a:lnTo>
                <a:lnTo>
                  <a:pt x="170092" y="85481"/>
                </a:lnTo>
                <a:lnTo>
                  <a:pt x="173363" y="84146"/>
                </a:lnTo>
                <a:lnTo>
                  <a:pt x="174181" y="82646"/>
                </a:lnTo>
                <a:lnTo>
                  <a:pt x="174998" y="83671"/>
                </a:lnTo>
                <a:lnTo>
                  <a:pt x="178269" y="92114"/>
                </a:lnTo>
                <a:lnTo>
                  <a:pt x="182358" y="86193"/>
                </a:lnTo>
                <a:lnTo>
                  <a:pt x="183176" y="79555"/>
                </a:lnTo>
                <a:lnTo>
                  <a:pt x="184812" y="88775"/>
                </a:lnTo>
                <a:lnTo>
                  <a:pt x="185629" y="89116"/>
                </a:lnTo>
                <a:lnTo>
                  <a:pt x="186447" y="93811"/>
                </a:lnTo>
                <a:lnTo>
                  <a:pt x="187265" y="88453"/>
                </a:lnTo>
                <a:lnTo>
                  <a:pt x="188082" y="81763"/>
                </a:lnTo>
                <a:lnTo>
                  <a:pt x="190536" y="83521"/>
                </a:lnTo>
                <a:lnTo>
                  <a:pt x="195442" y="81470"/>
                </a:lnTo>
                <a:lnTo>
                  <a:pt x="198713" y="83389"/>
                </a:lnTo>
                <a:lnTo>
                  <a:pt x="199531" y="79931"/>
                </a:lnTo>
                <a:lnTo>
                  <a:pt x="201166" y="82182"/>
                </a:lnTo>
                <a:lnTo>
                  <a:pt x="203619" y="89843"/>
                </a:lnTo>
                <a:lnTo>
                  <a:pt x="204438" y="89309"/>
                </a:lnTo>
                <a:lnTo>
                  <a:pt x="208526" y="80111"/>
                </a:lnTo>
                <a:lnTo>
                  <a:pt x="210980" y="91196"/>
                </a:lnTo>
                <a:lnTo>
                  <a:pt x="212615" y="82537"/>
                </a:lnTo>
                <a:lnTo>
                  <a:pt x="215068" y="73589"/>
                </a:lnTo>
                <a:lnTo>
                  <a:pt x="215886" y="74647"/>
                </a:lnTo>
                <a:lnTo>
                  <a:pt x="218339" y="87924"/>
                </a:lnTo>
                <a:lnTo>
                  <a:pt x="219975" y="84817"/>
                </a:lnTo>
                <a:lnTo>
                  <a:pt x="222428" y="80168"/>
                </a:lnTo>
                <a:lnTo>
                  <a:pt x="223246" y="85883"/>
                </a:lnTo>
                <a:lnTo>
                  <a:pt x="224881" y="77894"/>
                </a:lnTo>
                <a:lnTo>
                  <a:pt x="229788" y="87608"/>
                </a:lnTo>
                <a:lnTo>
                  <a:pt x="230606" y="87246"/>
                </a:lnTo>
                <a:lnTo>
                  <a:pt x="233059" y="79275"/>
                </a:lnTo>
                <a:lnTo>
                  <a:pt x="235512" y="81520"/>
                </a:lnTo>
                <a:lnTo>
                  <a:pt x="237148" y="93017"/>
                </a:lnTo>
                <a:lnTo>
                  <a:pt x="238783" y="86207"/>
                </a:lnTo>
                <a:lnTo>
                  <a:pt x="241236" y="70613"/>
                </a:lnTo>
                <a:lnTo>
                  <a:pt x="242054" y="75539"/>
                </a:lnTo>
                <a:lnTo>
                  <a:pt x="243689" y="84503"/>
                </a:lnTo>
                <a:lnTo>
                  <a:pt x="245325" y="78871"/>
                </a:lnTo>
                <a:lnTo>
                  <a:pt x="246143" y="78543"/>
                </a:lnTo>
                <a:lnTo>
                  <a:pt x="246960" y="82711"/>
                </a:lnTo>
                <a:lnTo>
                  <a:pt x="248596" y="78339"/>
                </a:lnTo>
                <a:lnTo>
                  <a:pt x="253502" y="80682"/>
                </a:lnTo>
                <a:lnTo>
                  <a:pt x="259227" y="53598"/>
                </a:lnTo>
                <a:lnTo>
                  <a:pt x="260044" y="66508"/>
                </a:lnTo>
                <a:lnTo>
                  <a:pt x="264133" y="76991"/>
                </a:lnTo>
                <a:lnTo>
                  <a:pt x="271493" y="50513"/>
                </a:lnTo>
                <a:lnTo>
                  <a:pt x="273129" y="68260"/>
                </a:lnTo>
                <a:lnTo>
                  <a:pt x="274764" y="61889"/>
                </a:lnTo>
                <a:lnTo>
                  <a:pt x="275582" y="56565"/>
                </a:lnTo>
                <a:lnTo>
                  <a:pt x="276399" y="63506"/>
                </a:lnTo>
                <a:lnTo>
                  <a:pt x="277217" y="66839"/>
                </a:lnTo>
                <a:lnTo>
                  <a:pt x="278035" y="61735"/>
                </a:lnTo>
                <a:lnTo>
                  <a:pt x="278853" y="59797"/>
                </a:lnTo>
                <a:lnTo>
                  <a:pt x="279671" y="62297"/>
                </a:lnTo>
                <a:lnTo>
                  <a:pt x="281306" y="68372"/>
                </a:lnTo>
                <a:lnTo>
                  <a:pt x="282941" y="63984"/>
                </a:lnTo>
                <a:lnTo>
                  <a:pt x="285395" y="60108"/>
                </a:lnTo>
                <a:lnTo>
                  <a:pt x="286213" y="62762"/>
                </a:lnTo>
                <a:lnTo>
                  <a:pt x="287030" y="65225"/>
                </a:lnTo>
                <a:lnTo>
                  <a:pt x="287848" y="59375"/>
                </a:lnTo>
                <a:lnTo>
                  <a:pt x="288666" y="54819"/>
                </a:lnTo>
                <a:lnTo>
                  <a:pt x="290301" y="58836"/>
                </a:lnTo>
                <a:lnTo>
                  <a:pt x="291119" y="59270"/>
                </a:lnTo>
                <a:lnTo>
                  <a:pt x="296025" y="50138"/>
                </a:lnTo>
                <a:lnTo>
                  <a:pt x="297661" y="55263"/>
                </a:lnTo>
                <a:lnTo>
                  <a:pt x="298479" y="50381"/>
                </a:lnTo>
                <a:lnTo>
                  <a:pt x="300932" y="42722"/>
                </a:lnTo>
                <a:lnTo>
                  <a:pt x="303385" y="43814"/>
                </a:lnTo>
                <a:lnTo>
                  <a:pt x="304203" y="47457"/>
                </a:lnTo>
                <a:lnTo>
                  <a:pt x="305839" y="40833"/>
                </a:lnTo>
                <a:lnTo>
                  <a:pt x="306656" y="37532"/>
                </a:lnTo>
                <a:lnTo>
                  <a:pt x="308292" y="38434"/>
                </a:lnTo>
                <a:lnTo>
                  <a:pt x="311563" y="45890"/>
                </a:lnTo>
                <a:lnTo>
                  <a:pt x="312381" y="44781"/>
                </a:lnTo>
                <a:lnTo>
                  <a:pt x="314834" y="42067"/>
                </a:lnTo>
                <a:lnTo>
                  <a:pt x="315651" y="43366"/>
                </a:lnTo>
                <a:lnTo>
                  <a:pt x="316469" y="46800"/>
                </a:lnTo>
                <a:lnTo>
                  <a:pt x="318923" y="43873"/>
                </a:lnTo>
                <a:lnTo>
                  <a:pt x="319740" y="41039"/>
                </a:lnTo>
                <a:lnTo>
                  <a:pt x="322193" y="43061"/>
                </a:lnTo>
                <a:lnTo>
                  <a:pt x="327100" y="44065"/>
                </a:lnTo>
                <a:lnTo>
                  <a:pt x="331189" y="49172"/>
                </a:lnTo>
                <a:lnTo>
                  <a:pt x="332824" y="48687"/>
                </a:lnTo>
                <a:lnTo>
                  <a:pt x="333642" y="50269"/>
                </a:lnTo>
                <a:lnTo>
                  <a:pt x="335277" y="48491"/>
                </a:lnTo>
                <a:lnTo>
                  <a:pt x="336095" y="43963"/>
                </a:lnTo>
                <a:lnTo>
                  <a:pt x="337731" y="47193"/>
                </a:lnTo>
                <a:lnTo>
                  <a:pt x="341002" y="48949"/>
                </a:lnTo>
                <a:lnTo>
                  <a:pt x="341819" y="47402"/>
                </a:lnTo>
                <a:lnTo>
                  <a:pt x="343455" y="41306"/>
                </a:lnTo>
                <a:lnTo>
                  <a:pt x="345090" y="45301"/>
                </a:lnTo>
                <a:lnTo>
                  <a:pt x="345908" y="50224"/>
                </a:lnTo>
                <a:lnTo>
                  <a:pt x="347544" y="43967"/>
                </a:lnTo>
                <a:lnTo>
                  <a:pt x="348361" y="43562"/>
                </a:lnTo>
                <a:lnTo>
                  <a:pt x="349179" y="39623"/>
                </a:lnTo>
                <a:lnTo>
                  <a:pt x="350815" y="41864"/>
                </a:lnTo>
                <a:lnTo>
                  <a:pt x="352450" y="51281"/>
                </a:lnTo>
                <a:lnTo>
                  <a:pt x="354086" y="43176"/>
                </a:lnTo>
                <a:lnTo>
                  <a:pt x="358174" y="49568"/>
                </a:lnTo>
                <a:lnTo>
                  <a:pt x="355721" y="41363"/>
                </a:lnTo>
                <a:lnTo>
                  <a:pt x="358992" y="45876"/>
                </a:lnTo>
                <a:lnTo>
                  <a:pt x="361446" y="39231"/>
                </a:lnTo>
                <a:lnTo>
                  <a:pt x="363081" y="45533"/>
                </a:lnTo>
                <a:lnTo>
                  <a:pt x="363899" y="49726"/>
                </a:lnTo>
                <a:lnTo>
                  <a:pt x="365534" y="42641"/>
                </a:lnTo>
                <a:lnTo>
                  <a:pt x="367169" y="38034"/>
                </a:lnTo>
                <a:lnTo>
                  <a:pt x="367988" y="28090"/>
                </a:lnTo>
                <a:lnTo>
                  <a:pt x="370441" y="35588"/>
                </a:lnTo>
                <a:lnTo>
                  <a:pt x="373712" y="40783"/>
                </a:lnTo>
                <a:lnTo>
                  <a:pt x="374530" y="40443"/>
                </a:lnTo>
                <a:lnTo>
                  <a:pt x="376165" y="33892"/>
                </a:lnTo>
                <a:lnTo>
                  <a:pt x="377800" y="38064"/>
                </a:lnTo>
                <a:lnTo>
                  <a:pt x="378618" y="38383"/>
                </a:lnTo>
                <a:lnTo>
                  <a:pt x="380254" y="31252"/>
                </a:lnTo>
                <a:lnTo>
                  <a:pt x="381889" y="35692"/>
                </a:lnTo>
                <a:lnTo>
                  <a:pt x="387614" y="37930"/>
                </a:lnTo>
                <a:lnTo>
                  <a:pt x="390067" y="36964"/>
                </a:lnTo>
                <a:lnTo>
                  <a:pt x="390884" y="37895"/>
                </a:lnTo>
                <a:lnTo>
                  <a:pt x="391702" y="37525"/>
                </a:lnTo>
                <a:lnTo>
                  <a:pt x="392520" y="33589"/>
                </a:lnTo>
                <a:lnTo>
                  <a:pt x="394156" y="36715"/>
                </a:lnTo>
                <a:lnTo>
                  <a:pt x="400698" y="36653"/>
                </a:lnTo>
                <a:lnTo>
                  <a:pt x="401515" y="31891"/>
                </a:lnTo>
                <a:lnTo>
                  <a:pt x="402333" y="36835"/>
                </a:lnTo>
                <a:lnTo>
                  <a:pt x="406422" y="45528"/>
                </a:lnTo>
                <a:lnTo>
                  <a:pt x="407240" y="45855"/>
                </a:lnTo>
                <a:lnTo>
                  <a:pt x="408057" y="40620"/>
                </a:lnTo>
                <a:lnTo>
                  <a:pt x="410510" y="43471"/>
                </a:lnTo>
                <a:lnTo>
                  <a:pt x="411328" y="45820"/>
                </a:lnTo>
                <a:lnTo>
                  <a:pt x="412146" y="43850"/>
                </a:lnTo>
                <a:lnTo>
                  <a:pt x="412964" y="37848"/>
                </a:lnTo>
                <a:lnTo>
                  <a:pt x="414599" y="42240"/>
                </a:lnTo>
                <a:lnTo>
                  <a:pt x="415417" y="44150"/>
                </a:lnTo>
                <a:lnTo>
                  <a:pt x="416235" y="42719"/>
                </a:lnTo>
                <a:lnTo>
                  <a:pt x="418688" y="38356"/>
                </a:lnTo>
                <a:lnTo>
                  <a:pt x="419506" y="42437"/>
                </a:lnTo>
                <a:lnTo>
                  <a:pt x="421141" y="40728"/>
                </a:lnTo>
                <a:lnTo>
                  <a:pt x="421959" y="38209"/>
                </a:lnTo>
                <a:lnTo>
                  <a:pt x="423594" y="42599"/>
                </a:lnTo>
                <a:lnTo>
                  <a:pt x="426865" y="48502"/>
                </a:lnTo>
                <a:lnTo>
                  <a:pt x="428501" y="47308"/>
                </a:lnTo>
                <a:lnTo>
                  <a:pt x="430954" y="42973"/>
                </a:lnTo>
                <a:lnTo>
                  <a:pt x="431772" y="43518"/>
                </a:lnTo>
                <a:lnTo>
                  <a:pt x="432590" y="45997"/>
                </a:lnTo>
                <a:lnTo>
                  <a:pt x="434225" y="42607"/>
                </a:lnTo>
                <a:lnTo>
                  <a:pt x="435043" y="43271"/>
                </a:lnTo>
                <a:lnTo>
                  <a:pt x="435861" y="48149"/>
                </a:lnTo>
                <a:lnTo>
                  <a:pt x="437496" y="41842"/>
                </a:lnTo>
                <a:lnTo>
                  <a:pt x="441585" y="48224"/>
                </a:lnTo>
                <a:lnTo>
                  <a:pt x="442403" y="43871"/>
                </a:lnTo>
                <a:lnTo>
                  <a:pt x="444038" y="46351"/>
                </a:lnTo>
                <a:lnTo>
                  <a:pt x="444856" y="48440"/>
                </a:lnTo>
                <a:lnTo>
                  <a:pt x="445674" y="44542"/>
                </a:lnTo>
                <a:lnTo>
                  <a:pt x="446491" y="42115"/>
                </a:lnTo>
                <a:lnTo>
                  <a:pt x="448127" y="43359"/>
                </a:lnTo>
                <a:lnTo>
                  <a:pt x="452216" y="50376"/>
                </a:lnTo>
                <a:lnTo>
                  <a:pt x="453033" y="49218"/>
                </a:lnTo>
                <a:lnTo>
                  <a:pt x="460393" y="46115"/>
                </a:lnTo>
                <a:lnTo>
                  <a:pt x="462029" y="50411"/>
                </a:lnTo>
                <a:lnTo>
                  <a:pt x="463664" y="47484"/>
                </a:lnTo>
                <a:lnTo>
                  <a:pt x="464482" y="49044"/>
                </a:lnTo>
                <a:lnTo>
                  <a:pt x="465300" y="46179"/>
                </a:lnTo>
                <a:lnTo>
                  <a:pt x="466117" y="48161"/>
                </a:lnTo>
                <a:lnTo>
                  <a:pt x="466935" y="45546"/>
                </a:lnTo>
                <a:lnTo>
                  <a:pt x="468571" y="50245"/>
                </a:lnTo>
                <a:lnTo>
                  <a:pt x="469389" y="48378"/>
                </a:lnTo>
                <a:lnTo>
                  <a:pt x="470206" y="49363"/>
                </a:lnTo>
                <a:lnTo>
                  <a:pt x="474295" y="58008"/>
                </a:lnTo>
                <a:lnTo>
                  <a:pt x="475113" y="58910"/>
                </a:lnTo>
                <a:lnTo>
                  <a:pt x="475931" y="56982"/>
                </a:lnTo>
                <a:lnTo>
                  <a:pt x="478384" y="54359"/>
                </a:lnTo>
                <a:lnTo>
                  <a:pt x="479201" y="56271"/>
                </a:lnTo>
                <a:lnTo>
                  <a:pt x="480837" y="60006"/>
                </a:lnTo>
                <a:lnTo>
                  <a:pt x="482473" y="57944"/>
                </a:lnTo>
                <a:lnTo>
                  <a:pt x="486561" y="53221"/>
                </a:lnTo>
                <a:lnTo>
                  <a:pt x="487379" y="54130"/>
                </a:lnTo>
                <a:lnTo>
                  <a:pt x="489015" y="57487"/>
                </a:lnTo>
                <a:lnTo>
                  <a:pt x="490650" y="55092"/>
                </a:lnTo>
                <a:lnTo>
                  <a:pt x="493103" y="59144"/>
                </a:lnTo>
                <a:lnTo>
                  <a:pt x="493921" y="52220"/>
                </a:lnTo>
                <a:lnTo>
                  <a:pt x="496374" y="55608"/>
                </a:lnTo>
                <a:lnTo>
                  <a:pt x="497192" y="54205"/>
                </a:lnTo>
                <a:lnTo>
                  <a:pt x="498010" y="56685"/>
                </a:lnTo>
                <a:lnTo>
                  <a:pt x="501281" y="64484"/>
                </a:lnTo>
                <a:lnTo>
                  <a:pt x="499645" y="52953"/>
                </a:lnTo>
                <a:lnTo>
                  <a:pt x="502098" y="63026"/>
                </a:lnTo>
                <a:lnTo>
                  <a:pt x="503734" y="58384"/>
                </a:lnTo>
                <a:lnTo>
                  <a:pt x="504552" y="59837"/>
                </a:lnTo>
                <a:lnTo>
                  <a:pt x="506187" y="66680"/>
                </a:lnTo>
                <a:lnTo>
                  <a:pt x="507005" y="62288"/>
                </a:lnTo>
                <a:lnTo>
                  <a:pt x="509458" y="55484"/>
                </a:lnTo>
                <a:lnTo>
                  <a:pt x="513547" y="71991"/>
                </a:lnTo>
                <a:lnTo>
                  <a:pt x="516818" y="69852"/>
                </a:lnTo>
                <a:lnTo>
                  <a:pt x="519271" y="61304"/>
                </a:lnTo>
                <a:lnTo>
                  <a:pt x="520089" y="62715"/>
                </a:lnTo>
                <a:lnTo>
                  <a:pt x="524996" y="66350"/>
                </a:lnTo>
                <a:lnTo>
                  <a:pt x="525813" y="71068"/>
                </a:lnTo>
                <a:lnTo>
                  <a:pt x="527449" y="68520"/>
                </a:lnTo>
                <a:lnTo>
                  <a:pt x="529902" y="64175"/>
                </a:lnTo>
                <a:lnTo>
                  <a:pt x="530720" y="65543"/>
                </a:lnTo>
                <a:lnTo>
                  <a:pt x="531538" y="72168"/>
                </a:lnTo>
                <a:lnTo>
                  <a:pt x="533173" y="65066"/>
                </a:lnTo>
                <a:lnTo>
                  <a:pt x="536444" y="60434"/>
                </a:lnTo>
                <a:lnTo>
                  <a:pt x="537262" y="61587"/>
                </a:lnTo>
                <a:lnTo>
                  <a:pt x="538080" y="70952"/>
                </a:lnTo>
                <a:lnTo>
                  <a:pt x="540533" y="63835"/>
                </a:lnTo>
                <a:lnTo>
                  <a:pt x="541350" y="61598"/>
                </a:lnTo>
                <a:lnTo>
                  <a:pt x="542168" y="62889"/>
                </a:lnTo>
                <a:lnTo>
                  <a:pt x="544622" y="70701"/>
                </a:lnTo>
                <a:lnTo>
                  <a:pt x="545439" y="70195"/>
                </a:lnTo>
                <a:lnTo>
                  <a:pt x="546257" y="64903"/>
                </a:lnTo>
                <a:lnTo>
                  <a:pt x="548710" y="65355"/>
                </a:lnTo>
                <a:lnTo>
                  <a:pt x="549528" y="71302"/>
                </a:lnTo>
                <a:lnTo>
                  <a:pt x="550346" y="64785"/>
                </a:lnTo>
                <a:lnTo>
                  <a:pt x="551164" y="65411"/>
                </a:lnTo>
                <a:lnTo>
                  <a:pt x="556070" y="58674"/>
                </a:lnTo>
                <a:lnTo>
                  <a:pt x="558523" y="56840"/>
                </a:lnTo>
                <a:lnTo>
                  <a:pt x="560159" y="69110"/>
                </a:lnTo>
                <a:lnTo>
                  <a:pt x="561794" y="66357"/>
                </a:lnTo>
                <a:lnTo>
                  <a:pt x="567518" y="56659"/>
                </a:lnTo>
                <a:lnTo>
                  <a:pt x="568336" y="56087"/>
                </a:lnTo>
                <a:lnTo>
                  <a:pt x="569972" y="58555"/>
                </a:lnTo>
                <a:lnTo>
                  <a:pt x="574878" y="70985"/>
                </a:lnTo>
                <a:lnTo>
                  <a:pt x="576514" y="69895"/>
                </a:lnTo>
                <a:lnTo>
                  <a:pt x="577332" y="70186"/>
                </a:lnTo>
                <a:lnTo>
                  <a:pt x="580602" y="66020"/>
                </a:lnTo>
                <a:lnTo>
                  <a:pt x="581420" y="70202"/>
                </a:lnTo>
                <a:lnTo>
                  <a:pt x="583056" y="66705"/>
                </a:lnTo>
                <a:lnTo>
                  <a:pt x="591233" y="57404"/>
                </a:lnTo>
                <a:lnTo>
                  <a:pt x="592869" y="67192"/>
                </a:lnTo>
                <a:lnTo>
                  <a:pt x="596140" y="64391"/>
                </a:lnTo>
                <a:lnTo>
                  <a:pt x="600228" y="60565"/>
                </a:lnTo>
                <a:lnTo>
                  <a:pt x="601046" y="61252"/>
                </a:lnTo>
                <a:lnTo>
                  <a:pt x="603499" y="66890"/>
                </a:lnTo>
                <a:lnTo>
                  <a:pt x="604317" y="66350"/>
                </a:lnTo>
                <a:lnTo>
                  <a:pt x="607588" y="62719"/>
                </a:lnTo>
                <a:lnTo>
                  <a:pt x="612495" y="56851"/>
                </a:lnTo>
                <a:lnTo>
                  <a:pt x="613313" y="57591"/>
                </a:lnTo>
                <a:lnTo>
                  <a:pt x="615766" y="66417"/>
                </a:lnTo>
                <a:lnTo>
                  <a:pt x="616583" y="63801"/>
                </a:lnTo>
                <a:lnTo>
                  <a:pt x="618219" y="57070"/>
                </a:lnTo>
                <a:lnTo>
                  <a:pt x="619855" y="60159"/>
                </a:lnTo>
                <a:lnTo>
                  <a:pt x="621490" y="65624"/>
                </a:lnTo>
                <a:lnTo>
                  <a:pt x="622308" y="63169"/>
                </a:lnTo>
                <a:lnTo>
                  <a:pt x="623125" y="54643"/>
                </a:lnTo>
                <a:lnTo>
                  <a:pt x="624761" y="58690"/>
                </a:lnTo>
                <a:lnTo>
                  <a:pt x="628032" y="64711"/>
                </a:lnTo>
                <a:lnTo>
                  <a:pt x="628850" y="62171"/>
                </a:lnTo>
                <a:lnTo>
                  <a:pt x="635392" y="54507"/>
                </a:lnTo>
                <a:lnTo>
                  <a:pt x="636209" y="60075"/>
                </a:lnTo>
                <a:lnTo>
                  <a:pt x="637845" y="55044"/>
                </a:lnTo>
                <a:lnTo>
                  <a:pt x="640298" y="53119"/>
                </a:lnTo>
                <a:lnTo>
                  <a:pt x="641116" y="54629"/>
                </a:lnTo>
                <a:lnTo>
                  <a:pt x="642751" y="62516"/>
                </a:lnTo>
                <a:lnTo>
                  <a:pt x="644387" y="56377"/>
                </a:lnTo>
                <a:lnTo>
                  <a:pt x="646023" y="53517"/>
                </a:lnTo>
                <a:lnTo>
                  <a:pt x="647658" y="55616"/>
                </a:lnTo>
                <a:lnTo>
                  <a:pt x="650111" y="61795"/>
                </a:lnTo>
                <a:lnTo>
                  <a:pt x="650929" y="57101"/>
                </a:lnTo>
                <a:lnTo>
                  <a:pt x="651747" y="54393"/>
                </a:lnTo>
                <a:lnTo>
                  <a:pt x="653382" y="55824"/>
                </a:lnTo>
                <a:lnTo>
                  <a:pt x="654200" y="57493"/>
                </a:lnTo>
                <a:lnTo>
                  <a:pt x="655835" y="56592"/>
                </a:lnTo>
                <a:lnTo>
                  <a:pt x="656653" y="51535"/>
                </a:lnTo>
                <a:lnTo>
                  <a:pt x="657471" y="56651"/>
                </a:lnTo>
                <a:lnTo>
                  <a:pt x="658289" y="60671"/>
                </a:lnTo>
                <a:lnTo>
                  <a:pt x="659107" y="55161"/>
                </a:lnTo>
                <a:lnTo>
                  <a:pt x="659924" y="56416"/>
                </a:lnTo>
                <a:lnTo>
                  <a:pt x="666466" y="64755"/>
                </a:lnTo>
                <a:lnTo>
                  <a:pt x="668102" y="62418"/>
                </a:lnTo>
                <a:lnTo>
                  <a:pt x="671373" y="55694"/>
                </a:lnTo>
                <a:lnTo>
                  <a:pt x="672190" y="56682"/>
                </a:lnTo>
                <a:lnTo>
                  <a:pt x="676279" y="62496"/>
                </a:lnTo>
                <a:lnTo>
                  <a:pt x="680368" y="58141"/>
                </a:lnTo>
                <a:lnTo>
                  <a:pt x="682821" y="57343"/>
                </a:lnTo>
                <a:lnTo>
                  <a:pt x="683639" y="65264"/>
                </a:lnTo>
                <a:lnTo>
                  <a:pt x="685274" y="58393"/>
                </a:lnTo>
                <a:lnTo>
                  <a:pt x="686092" y="53736"/>
                </a:lnTo>
                <a:lnTo>
                  <a:pt x="687728" y="61119"/>
                </a:lnTo>
                <a:lnTo>
                  <a:pt x="691816" y="64601"/>
                </a:lnTo>
                <a:lnTo>
                  <a:pt x="693452" y="59214"/>
                </a:lnTo>
                <a:lnTo>
                  <a:pt x="694270" y="61793"/>
                </a:lnTo>
                <a:lnTo>
                  <a:pt x="698358" y="72035"/>
                </a:lnTo>
                <a:lnTo>
                  <a:pt x="699176" y="70602"/>
                </a:lnTo>
                <a:lnTo>
                  <a:pt x="701630" y="61403"/>
                </a:lnTo>
                <a:lnTo>
                  <a:pt x="702447" y="66665"/>
                </a:lnTo>
                <a:lnTo>
                  <a:pt x="707354" y="76512"/>
                </a:lnTo>
                <a:lnTo>
                  <a:pt x="711442" y="65620"/>
                </a:lnTo>
                <a:lnTo>
                  <a:pt x="713078" y="67648"/>
                </a:lnTo>
                <a:lnTo>
                  <a:pt x="714714" y="68119"/>
                </a:lnTo>
                <a:lnTo>
                  <a:pt x="716349" y="77176"/>
                </a:lnTo>
                <a:lnTo>
                  <a:pt x="717984" y="75332"/>
                </a:lnTo>
                <a:lnTo>
                  <a:pt x="722073" y="72863"/>
                </a:lnTo>
                <a:lnTo>
                  <a:pt x="724526" y="81592"/>
                </a:lnTo>
                <a:lnTo>
                  <a:pt x="725344" y="79957"/>
                </a:lnTo>
                <a:lnTo>
                  <a:pt x="727798" y="75544"/>
                </a:lnTo>
                <a:lnTo>
                  <a:pt x="730251" y="77525"/>
                </a:lnTo>
                <a:lnTo>
                  <a:pt x="732704" y="82433"/>
                </a:lnTo>
                <a:lnTo>
                  <a:pt x="733522" y="78173"/>
                </a:lnTo>
                <a:lnTo>
                  <a:pt x="735975" y="79907"/>
                </a:lnTo>
                <a:lnTo>
                  <a:pt x="737610" y="87489"/>
                </a:lnTo>
                <a:lnTo>
                  <a:pt x="739246" y="81680"/>
                </a:lnTo>
                <a:lnTo>
                  <a:pt x="747424" y="92361"/>
                </a:lnTo>
                <a:lnTo>
                  <a:pt x="748241" y="88628"/>
                </a:lnTo>
                <a:lnTo>
                  <a:pt x="750694" y="86015"/>
                </a:lnTo>
                <a:lnTo>
                  <a:pt x="751512" y="87607"/>
                </a:lnTo>
                <a:lnTo>
                  <a:pt x="759690" y="89776"/>
                </a:lnTo>
                <a:lnTo>
                  <a:pt x="762143" y="95007"/>
                </a:lnTo>
                <a:lnTo>
                  <a:pt x="762961" y="91993"/>
                </a:lnTo>
                <a:lnTo>
                  <a:pt x="769503" y="89350"/>
                </a:lnTo>
                <a:lnTo>
                  <a:pt x="771956" y="89174"/>
                </a:lnTo>
                <a:lnTo>
                  <a:pt x="773591" y="92163"/>
                </a:lnTo>
                <a:lnTo>
                  <a:pt x="774409" y="89395"/>
                </a:lnTo>
                <a:lnTo>
                  <a:pt x="775227" y="87783"/>
                </a:lnTo>
                <a:lnTo>
                  <a:pt x="776863" y="90407"/>
                </a:lnTo>
                <a:lnTo>
                  <a:pt x="778498" y="95535"/>
                </a:lnTo>
                <a:lnTo>
                  <a:pt x="779316" y="91399"/>
                </a:lnTo>
                <a:lnTo>
                  <a:pt x="781769" y="88751"/>
                </a:lnTo>
                <a:lnTo>
                  <a:pt x="782587" y="90588"/>
                </a:lnTo>
                <a:lnTo>
                  <a:pt x="783405" y="94711"/>
                </a:lnTo>
                <a:lnTo>
                  <a:pt x="785040" y="89131"/>
                </a:lnTo>
                <a:lnTo>
                  <a:pt x="786675" y="83865"/>
                </a:lnTo>
                <a:lnTo>
                  <a:pt x="788311" y="88748"/>
                </a:lnTo>
                <a:lnTo>
                  <a:pt x="790764" y="96027"/>
                </a:lnTo>
                <a:lnTo>
                  <a:pt x="791582" y="95122"/>
                </a:lnTo>
                <a:lnTo>
                  <a:pt x="793217" y="85835"/>
                </a:lnTo>
                <a:lnTo>
                  <a:pt x="795671" y="88270"/>
                </a:lnTo>
                <a:lnTo>
                  <a:pt x="798942" y="101407"/>
                </a:lnTo>
                <a:lnTo>
                  <a:pt x="800577" y="99637"/>
                </a:lnTo>
                <a:lnTo>
                  <a:pt x="802213" y="97001"/>
                </a:lnTo>
                <a:lnTo>
                  <a:pt x="803848" y="98869"/>
                </a:lnTo>
                <a:lnTo>
                  <a:pt x="807937" y="98759"/>
                </a:lnTo>
                <a:lnTo>
                  <a:pt x="808755" y="101002"/>
                </a:lnTo>
                <a:lnTo>
                  <a:pt x="810390" y="100098"/>
                </a:lnTo>
                <a:lnTo>
                  <a:pt x="811208" y="98308"/>
                </a:lnTo>
                <a:lnTo>
                  <a:pt x="812026" y="99745"/>
                </a:lnTo>
                <a:lnTo>
                  <a:pt x="812843" y="106140"/>
                </a:lnTo>
                <a:lnTo>
                  <a:pt x="814479" y="97185"/>
                </a:lnTo>
                <a:lnTo>
                  <a:pt x="818568" y="94788"/>
                </a:lnTo>
                <a:lnTo>
                  <a:pt x="820203" y="104390"/>
                </a:lnTo>
                <a:lnTo>
                  <a:pt x="821839" y="98742"/>
                </a:lnTo>
                <a:lnTo>
                  <a:pt x="822657" y="101091"/>
                </a:lnTo>
                <a:lnTo>
                  <a:pt x="824292" y="97589"/>
                </a:lnTo>
                <a:lnTo>
                  <a:pt x="828381" y="97700"/>
                </a:lnTo>
                <a:lnTo>
                  <a:pt x="834105" y="96079"/>
                </a:lnTo>
                <a:lnTo>
                  <a:pt x="834923" y="95716"/>
                </a:lnTo>
                <a:lnTo>
                  <a:pt x="839011" y="100188"/>
                </a:lnTo>
                <a:lnTo>
                  <a:pt x="840647" y="94609"/>
                </a:lnTo>
                <a:lnTo>
                  <a:pt x="842282" y="100365"/>
                </a:lnTo>
                <a:lnTo>
                  <a:pt x="843100" y="107983"/>
                </a:lnTo>
                <a:lnTo>
                  <a:pt x="845554" y="103932"/>
                </a:lnTo>
                <a:lnTo>
                  <a:pt x="846371" y="102186"/>
                </a:lnTo>
                <a:lnTo>
                  <a:pt x="847189" y="103317"/>
                </a:lnTo>
                <a:lnTo>
                  <a:pt x="848007" y="106070"/>
                </a:lnTo>
                <a:lnTo>
                  <a:pt x="849642" y="102495"/>
                </a:lnTo>
                <a:lnTo>
                  <a:pt x="852096" y="104765"/>
                </a:lnTo>
                <a:lnTo>
                  <a:pt x="852913" y="96427"/>
                </a:lnTo>
                <a:lnTo>
                  <a:pt x="854549" y="106139"/>
                </a:lnTo>
                <a:lnTo>
                  <a:pt x="857002" y="105514"/>
                </a:lnTo>
                <a:lnTo>
                  <a:pt x="860273" y="103817"/>
                </a:lnTo>
                <a:lnTo>
                  <a:pt x="862726" y="106245"/>
                </a:lnTo>
                <a:lnTo>
                  <a:pt x="864362" y="94366"/>
                </a:lnTo>
                <a:lnTo>
                  <a:pt x="865180" y="104483"/>
                </a:lnTo>
                <a:lnTo>
                  <a:pt x="865997" y="108269"/>
                </a:lnTo>
                <a:lnTo>
                  <a:pt x="866815" y="104795"/>
                </a:lnTo>
                <a:lnTo>
                  <a:pt x="867633" y="96600"/>
                </a:lnTo>
                <a:lnTo>
                  <a:pt x="869268" y="106500"/>
                </a:lnTo>
                <a:lnTo>
                  <a:pt x="870086" y="106471"/>
                </a:lnTo>
                <a:lnTo>
                  <a:pt x="870904" y="97102"/>
                </a:lnTo>
                <a:lnTo>
                  <a:pt x="872539" y="100486"/>
                </a:lnTo>
                <a:lnTo>
                  <a:pt x="874175" y="106612"/>
                </a:lnTo>
                <a:lnTo>
                  <a:pt x="875810" y="104222"/>
                </a:lnTo>
                <a:lnTo>
                  <a:pt x="876628" y="99315"/>
                </a:lnTo>
                <a:lnTo>
                  <a:pt x="878264" y="104920"/>
                </a:lnTo>
                <a:lnTo>
                  <a:pt x="879081" y="105044"/>
                </a:lnTo>
                <a:lnTo>
                  <a:pt x="879899" y="100322"/>
                </a:lnTo>
                <a:lnTo>
                  <a:pt x="881534" y="108119"/>
                </a:lnTo>
                <a:lnTo>
                  <a:pt x="882352" y="108718"/>
                </a:lnTo>
                <a:lnTo>
                  <a:pt x="883170" y="107204"/>
                </a:lnTo>
                <a:lnTo>
                  <a:pt x="884806" y="101117"/>
                </a:lnTo>
                <a:lnTo>
                  <a:pt x="887259" y="102736"/>
                </a:lnTo>
                <a:lnTo>
                  <a:pt x="889712" y="106299"/>
                </a:lnTo>
                <a:lnTo>
                  <a:pt x="890530" y="103152"/>
                </a:lnTo>
                <a:lnTo>
                  <a:pt x="892165" y="101885"/>
                </a:lnTo>
                <a:lnTo>
                  <a:pt x="892983" y="102765"/>
                </a:lnTo>
                <a:lnTo>
                  <a:pt x="894618" y="105740"/>
                </a:lnTo>
                <a:lnTo>
                  <a:pt x="895436" y="103474"/>
                </a:lnTo>
                <a:lnTo>
                  <a:pt x="896254" y="98849"/>
                </a:lnTo>
                <a:lnTo>
                  <a:pt x="897890" y="106088"/>
                </a:lnTo>
                <a:lnTo>
                  <a:pt x="899525" y="109971"/>
                </a:lnTo>
                <a:lnTo>
                  <a:pt x="900343" y="106551"/>
                </a:lnTo>
                <a:lnTo>
                  <a:pt x="901978" y="103659"/>
                </a:lnTo>
                <a:lnTo>
                  <a:pt x="903614" y="105805"/>
                </a:lnTo>
                <a:lnTo>
                  <a:pt x="906067" y="102270"/>
                </a:lnTo>
                <a:lnTo>
                  <a:pt x="906885" y="104485"/>
                </a:lnTo>
                <a:lnTo>
                  <a:pt x="910156" y="112716"/>
                </a:lnTo>
                <a:lnTo>
                  <a:pt x="912609" y="105653"/>
                </a:lnTo>
                <a:lnTo>
                  <a:pt x="913427" y="106529"/>
                </a:lnTo>
                <a:lnTo>
                  <a:pt x="915880" y="104813"/>
                </a:lnTo>
                <a:lnTo>
                  <a:pt x="922422" y="95736"/>
                </a:lnTo>
                <a:lnTo>
                  <a:pt x="924057" y="99549"/>
                </a:lnTo>
                <a:lnTo>
                  <a:pt x="924875" y="96302"/>
                </a:lnTo>
                <a:lnTo>
                  <a:pt x="925693" y="92599"/>
                </a:lnTo>
                <a:lnTo>
                  <a:pt x="926511" y="98531"/>
                </a:lnTo>
                <a:lnTo>
                  <a:pt x="927328" y="96882"/>
                </a:lnTo>
                <a:lnTo>
                  <a:pt x="928964" y="110425"/>
                </a:lnTo>
                <a:lnTo>
                  <a:pt x="931417" y="110142"/>
                </a:lnTo>
                <a:lnTo>
                  <a:pt x="932235" y="103733"/>
                </a:lnTo>
                <a:lnTo>
                  <a:pt x="933870" y="113946"/>
                </a:lnTo>
                <a:lnTo>
                  <a:pt x="934688" y="104955"/>
                </a:lnTo>
                <a:lnTo>
                  <a:pt x="937959" y="117018"/>
                </a:lnTo>
                <a:lnTo>
                  <a:pt x="938777" y="114754"/>
                </a:lnTo>
                <a:lnTo>
                  <a:pt x="942048" y="107608"/>
                </a:lnTo>
                <a:lnTo>
                  <a:pt x="943683" y="118458"/>
                </a:lnTo>
                <a:lnTo>
                  <a:pt x="945319" y="111903"/>
                </a:lnTo>
                <a:lnTo>
                  <a:pt x="955950" y="109086"/>
                </a:lnTo>
                <a:lnTo>
                  <a:pt x="957585" y="104368"/>
                </a:lnTo>
                <a:lnTo>
                  <a:pt x="959221" y="106469"/>
                </a:lnTo>
                <a:lnTo>
                  <a:pt x="960039" y="107219"/>
                </a:lnTo>
                <a:lnTo>
                  <a:pt x="960856" y="105684"/>
                </a:lnTo>
                <a:lnTo>
                  <a:pt x="964945" y="103148"/>
                </a:lnTo>
                <a:lnTo>
                  <a:pt x="966581" y="107057"/>
                </a:lnTo>
                <a:lnTo>
                  <a:pt x="968216" y="104268"/>
                </a:lnTo>
                <a:lnTo>
                  <a:pt x="971487" y="101657"/>
                </a:lnTo>
                <a:lnTo>
                  <a:pt x="972305" y="102010"/>
                </a:lnTo>
                <a:lnTo>
                  <a:pt x="973123" y="105716"/>
                </a:lnTo>
                <a:lnTo>
                  <a:pt x="974758" y="100824"/>
                </a:lnTo>
                <a:lnTo>
                  <a:pt x="976393" y="98538"/>
                </a:lnTo>
                <a:lnTo>
                  <a:pt x="977211" y="102907"/>
                </a:lnTo>
                <a:lnTo>
                  <a:pt x="978847" y="95456"/>
                </a:lnTo>
                <a:lnTo>
                  <a:pt x="979665" y="92784"/>
                </a:lnTo>
                <a:lnTo>
                  <a:pt x="980482" y="97845"/>
                </a:lnTo>
                <a:lnTo>
                  <a:pt x="981300" y="96881"/>
                </a:lnTo>
                <a:lnTo>
                  <a:pt x="982118" y="96264"/>
                </a:lnTo>
                <a:lnTo>
                  <a:pt x="983753" y="102800"/>
                </a:lnTo>
                <a:lnTo>
                  <a:pt x="985389" y="99745"/>
                </a:lnTo>
                <a:lnTo>
                  <a:pt x="991113" y="92322"/>
                </a:lnTo>
                <a:lnTo>
                  <a:pt x="991931" y="97525"/>
                </a:lnTo>
                <a:lnTo>
                  <a:pt x="994384" y="93992"/>
                </a:lnTo>
                <a:lnTo>
                  <a:pt x="999291" y="85882"/>
                </a:lnTo>
                <a:lnTo>
                  <a:pt x="1001744" y="89592"/>
                </a:lnTo>
                <a:lnTo>
                  <a:pt x="1002561" y="84258"/>
                </a:lnTo>
                <a:lnTo>
                  <a:pt x="1005015" y="84879"/>
                </a:lnTo>
                <a:lnTo>
                  <a:pt x="1009103" y="78179"/>
                </a:lnTo>
                <a:lnTo>
                  <a:pt x="1009921" y="75356"/>
                </a:lnTo>
                <a:lnTo>
                  <a:pt x="1010739" y="81550"/>
                </a:lnTo>
                <a:lnTo>
                  <a:pt x="1011557" y="86502"/>
                </a:lnTo>
                <a:lnTo>
                  <a:pt x="1013192" y="79107"/>
                </a:lnTo>
                <a:lnTo>
                  <a:pt x="1017281" y="71803"/>
                </a:lnTo>
                <a:lnTo>
                  <a:pt x="1024641" y="69795"/>
                </a:lnTo>
                <a:lnTo>
                  <a:pt x="1025458" y="65504"/>
                </a:lnTo>
                <a:lnTo>
                  <a:pt x="1026276" y="71142"/>
                </a:lnTo>
                <a:lnTo>
                  <a:pt x="1027912" y="67060"/>
                </a:lnTo>
                <a:lnTo>
                  <a:pt x="1034454" y="71097"/>
                </a:lnTo>
                <a:lnTo>
                  <a:pt x="1036089" y="73064"/>
                </a:lnTo>
                <a:lnTo>
                  <a:pt x="1037725" y="68558"/>
                </a:lnTo>
                <a:lnTo>
                  <a:pt x="1039360" y="71659"/>
                </a:lnTo>
                <a:lnTo>
                  <a:pt x="1043449" y="58258"/>
                </a:lnTo>
                <a:lnTo>
                  <a:pt x="1045084" y="65866"/>
                </a:lnTo>
                <a:lnTo>
                  <a:pt x="1045902" y="61723"/>
                </a:lnTo>
                <a:lnTo>
                  <a:pt x="1049173" y="46960"/>
                </a:lnTo>
                <a:lnTo>
                  <a:pt x="1049991" y="54751"/>
                </a:lnTo>
                <a:lnTo>
                  <a:pt x="1050809" y="57845"/>
                </a:lnTo>
                <a:lnTo>
                  <a:pt x="1052444" y="52944"/>
                </a:lnTo>
                <a:lnTo>
                  <a:pt x="1057351" y="46784"/>
                </a:lnTo>
                <a:lnTo>
                  <a:pt x="1058168" y="51954"/>
                </a:lnTo>
                <a:lnTo>
                  <a:pt x="1058986" y="38615"/>
                </a:lnTo>
                <a:lnTo>
                  <a:pt x="1059804" y="45233"/>
                </a:lnTo>
                <a:lnTo>
                  <a:pt x="1068799" y="28603"/>
                </a:lnTo>
                <a:lnTo>
                  <a:pt x="1069617" y="36316"/>
                </a:lnTo>
                <a:lnTo>
                  <a:pt x="1070435" y="23851"/>
                </a:lnTo>
                <a:lnTo>
                  <a:pt x="1071252" y="35580"/>
                </a:lnTo>
                <a:lnTo>
                  <a:pt x="1075341" y="21173"/>
                </a:lnTo>
                <a:lnTo>
                  <a:pt x="1079430" y="10144"/>
                </a:lnTo>
                <a:lnTo>
                  <a:pt x="1080248" y="15448"/>
                </a:lnTo>
                <a:lnTo>
                  <a:pt x="1081883" y="10264"/>
                </a:lnTo>
                <a:lnTo>
                  <a:pt x="1085154" y="3759"/>
                </a:lnTo>
                <a:lnTo>
                  <a:pt x="1086790" y="0"/>
                </a:lnTo>
                <a:lnTo>
                  <a:pt x="1089243" y="12063"/>
                </a:lnTo>
                <a:lnTo>
                  <a:pt x="1090061" y="4649"/>
                </a:lnTo>
                <a:lnTo>
                  <a:pt x="1092514" y="7245"/>
                </a:lnTo>
                <a:lnTo>
                  <a:pt x="1094967" y="7035"/>
                </a:lnTo>
                <a:lnTo>
                  <a:pt x="1096603" y="10133"/>
                </a:lnTo>
                <a:lnTo>
                  <a:pt x="1097420" y="6345"/>
                </a:lnTo>
                <a:lnTo>
                  <a:pt x="1098238" y="4678"/>
                </a:lnTo>
                <a:lnTo>
                  <a:pt x="1099056" y="9125"/>
                </a:lnTo>
                <a:lnTo>
                  <a:pt x="1099874" y="6754"/>
                </a:lnTo>
                <a:lnTo>
                  <a:pt x="1103145" y="13353"/>
                </a:lnTo>
                <a:lnTo>
                  <a:pt x="1103963" y="11789"/>
                </a:lnTo>
                <a:lnTo>
                  <a:pt x="1104780" y="5381"/>
                </a:lnTo>
                <a:lnTo>
                  <a:pt x="1105598" y="15114"/>
                </a:lnTo>
                <a:lnTo>
                  <a:pt x="1106416" y="7388"/>
                </a:lnTo>
                <a:lnTo>
                  <a:pt x="1107233" y="16022"/>
                </a:lnTo>
                <a:lnTo>
                  <a:pt x="1109687" y="15734"/>
                </a:lnTo>
                <a:lnTo>
                  <a:pt x="1112140" y="16935"/>
                </a:lnTo>
                <a:lnTo>
                  <a:pt x="1112958" y="13419"/>
                </a:lnTo>
                <a:lnTo>
                  <a:pt x="1117047" y="23916"/>
                </a:lnTo>
                <a:lnTo>
                  <a:pt x="1118682" y="22170"/>
                </a:lnTo>
                <a:lnTo>
                  <a:pt x="1119500" y="21537"/>
                </a:lnTo>
                <a:lnTo>
                  <a:pt x="1120317" y="22628"/>
                </a:lnTo>
                <a:lnTo>
                  <a:pt x="1123589" y="38639"/>
                </a:lnTo>
                <a:lnTo>
                  <a:pt x="1124406" y="36383"/>
                </a:lnTo>
                <a:lnTo>
                  <a:pt x="1125224" y="30391"/>
                </a:lnTo>
                <a:lnTo>
                  <a:pt x="1126042" y="42911"/>
                </a:lnTo>
                <a:lnTo>
                  <a:pt x="1126859" y="32774"/>
                </a:lnTo>
                <a:lnTo>
                  <a:pt x="1128495" y="43218"/>
                </a:lnTo>
                <a:lnTo>
                  <a:pt x="1130131" y="36205"/>
                </a:lnTo>
                <a:lnTo>
                  <a:pt x="1130948" y="36000"/>
                </a:lnTo>
                <a:lnTo>
                  <a:pt x="1139943" y="76900"/>
                </a:lnTo>
                <a:lnTo>
                  <a:pt x="1141579" y="68020"/>
                </a:lnTo>
                <a:lnTo>
                  <a:pt x="1142397" y="74832"/>
                </a:lnTo>
                <a:lnTo>
                  <a:pt x="1143215" y="94860"/>
                </a:lnTo>
                <a:lnTo>
                  <a:pt x="1145668" y="85125"/>
                </a:lnTo>
                <a:lnTo>
                  <a:pt x="1150574" y="107692"/>
                </a:lnTo>
                <a:lnTo>
                  <a:pt x="1152210" y="113848"/>
                </a:lnTo>
                <a:lnTo>
                  <a:pt x="1153027" y="91479"/>
                </a:lnTo>
                <a:lnTo>
                  <a:pt x="1154663" y="113029"/>
                </a:lnTo>
                <a:lnTo>
                  <a:pt x="1155481" y="112071"/>
                </a:lnTo>
                <a:lnTo>
                  <a:pt x="1157934" y="112297"/>
                </a:lnTo>
                <a:lnTo>
                  <a:pt x="1158752" y="88745"/>
                </a:lnTo>
                <a:lnTo>
                  <a:pt x="1160387" y="108692"/>
                </a:lnTo>
                <a:lnTo>
                  <a:pt x="1162023" y="101029"/>
                </a:lnTo>
                <a:lnTo>
                  <a:pt x="1164476" y="105909"/>
                </a:lnTo>
                <a:lnTo>
                  <a:pt x="1165294" y="105399"/>
                </a:lnTo>
                <a:lnTo>
                  <a:pt x="1166111" y="100375"/>
                </a:lnTo>
                <a:lnTo>
                  <a:pt x="1166929" y="106128"/>
                </a:lnTo>
                <a:lnTo>
                  <a:pt x="1167747" y="104714"/>
                </a:lnTo>
                <a:lnTo>
                  <a:pt x="1169383" y="112144"/>
                </a:lnTo>
                <a:lnTo>
                  <a:pt x="1170200" y="107249"/>
                </a:lnTo>
                <a:lnTo>
                  <a:pt x="1171018" y="99902"/>
                </a:lnTo>
                <a:lnTo>
                  <a:pt x="1171836" y="108502"/>
                </a:lnTo>
                <a:lnTo>
                  <a:pt x="1173471" y="119841"/>
                </a:lnTo>
                <a:lnTo>
                  <a:pt x="1174289" y="82266"/>
                </a:lnTo>
                <a:lnTo>
                  <a:pt x="1176742" y="103717"/>
                </a:lnTo>
                <a:lnTo>
                  <a:pt x="1181649" y="147562"/>
                </a:lnTo>
                <a:lnTo>
                  <a:pt x="1183284" y="123137"/>
                </a:lnTo>
                <a:lnTo>
                  <a:pt x="1184920" y="136376"/>
                </a:lnTo>
                <a:lnTo>
                  <a:pt x="1185738" y="134261"/>
                </a:lnTo>
                <a:lnTo>
                  <a:pt x="1188191" y="107945"/>
                </a:lnTo>
                <a:lnTo>
                  <a:pt x="1189826" y="138275"/>
                </a:lnTo>
                <a:lnTo>
                  <a:pt x="1191462" y="128554"/>
                </a:lnTo>
                <a:lnTo>
                  <a:pt x="1192280" y="115167"/>
                </a:lnTo>
                <a:lnTo>
                  <a:pt x="1193097" y="140886"/>
                </a:lnTo>
                <a:lnTo>
                  <a:pt x="1193915" y="129715"/>
                </a:lnTo>
                <a:lnTo>
                  <a:pt x="1195550" y="123647"/>
                </a:lnTo>
                <a:lnTo>
                  <a:pt x="1197186" y="152960"/>
                </a:lnTo>
                <a:lnTo>
                  <a:pt x="1198004" y="138145"/>
                </a:lnTo>
                <a:lnTo>
                  <a:pt x="1198822" y="117420"/>
                </a:lnTo>
                <a:lnTo>
                  <a:pt x="1200457" y="122166"/>
                </a:lnTo>
                <a:lnTo>
                  <a:pt x="1202910" y="154859"/>
                </a:lnTo>
                <a:lnTo>
                  <a:pt x="1203728" y="141434"/>
                </a:lnTo>
                <a:lnTo>
                  <a:pt x="1206181" y="127129"/>
                </a:lnTo>
                <a:lnTo>
                  <a:pt x="1206999" y="127491"/>
                </a:lnTo>
                <a:lnTo>
                  <a:pt x="1208634" y="156592"/>
                </a:lnTo>
                <a:lnTo>
                  <a:pt x="1210270" y="146257"/>
                </a:lnTo>
                <a:lnTo>
                  <a:pt x="1212723" y="113149"/>
                </a:lnTo>
                <a:lnTo>
                  <a:pt x="1213541" y="127931"/>
                </a:lnTo>
                <a:lnTo>
                  <a:pt x="1215176" y="159202"/>
                </a:lnTo>
                <a:lnTo>
                  <a:pt x="1216812" y="143464"/>
                </a:lnTo>
                <a:lnTo>
                  <a:pt x="1221718" y="163280"/>
                </a:lnTo>
                <a:lnTo>
                  <a:pt x="1223354" y="183124"/>
                </a:lnTo>
                <a:lnTo>
                  <a:pt x="1224172" y="174548"/>
                </a:lnTo>
                <a:lnTo>
                  <a:pt x="1225807" y="151487"/>
                </a:lnTo>
                <a:lnTo>
                  <a:pt x="1227443" y="158802"/>
                </a:lnTo>
                <a:lnTo>
                  <a:pt x="1228260" y="169921"/>
                </a:lnTo>
                <a:lnTo>
                  <a:pt x="1229078" y="151621"/>
                </a:lnTo>
                <a:lnTo>
                  <a:pt x="1229896" y="138673"/>
                </a:lnTo>
                <a:lnTo>
                  <a:pt x="1230714" y="158203"/>
                </a:lnTo>
                <a:lnTo>
                  <a:pt x="1232349" y="177794"/>
                </a:lnTo>
                <a:lnTo>
                  <a:pt x="1233985" y="169297"/>
                </a:lnTo>
                <a:lnTo>
                  <a:pt x="1234802" y="171859"/>
                </a:lnTo>
                <a:lnTo>
                  <a:pt x="1237256" y="139644"/>
                </a:lnTo>
                <a:lnTo>
                  <a:pt x="1238891" y="152275"/>
                </a:lnTo>
                <a:lnTo>
                  <a:pt x="1239709" y="164788"/>
                </a:lnTo>
                <a:lnTo>
                  <a:pt x="1240527" y="136468"/>
                </a:lnTo>
                <a:lnTo>
                  <a:pt x="1241344" y="139786"/>
                </a:lnTo>
                <a:lnTo>
                  <a:pt x="1242162" y="106451"/>
                </a:lnTo>
                <a:lnTo>
                  <a:pt x="1244616" y="115348"/>
                </a:lnTo>
                <a:lnTo>
                  <a:pt x="1247069" y="162398"/>
                </a:lnTo>
                <a:lnTo>
                  <a:pt x="1247886" y="135256"/>
                </a:lnTo>
                <a:lnTo>
                  <a:pt x="1251158" y="95917"/>
                </a:lnTo>
                <a:lnTo>
                  <a:pt x="1252793" y="116867"/>
                </a:lnTo>
                <a:lnTo>
                  <a:pt x="1253611" y="160957"/>
                </a:lnTo>
                <a:lnTo>
                  <a:pt x="1256064" y="137724"/>
                </a:lnTo>
                <a:lnTo>
                  <a:pt x="1257700" y="172585"/>
                </a:lnTo>
                <a:lnTo>
                  <a:pt x="1258517" y="150929"/>
                </a:lnTo>
                <a:lnTo>
                  <a:pt x="1259335" y="129670"/>
                </a:lnTo>
                <a:lnTo>
                  <a:pt x="1260153" y="155322"/>
                </a:lnTo>
                <a:lnTo>
                  <a:pt x="1261788" y="137559"/>
                </a:lnTo>
                <a:lnTo>
                  <a:pt x="1262606" y="136697"/>
                </a:lnTo>
                <a:lnTo>
                  <a:pt x="1266695" y="169540"/>
                </a:lnTo>
                <a:lnTo>
                  <a:pt x="1269148" y="140177"/>
                </a:lnTo>
                <a:lnTo>
                  <a:pt x="1269966" y="155499"/>
                </a:lnTo>
                <a:lnTo>
                  <a:pt x="1270783" y="178381"/>
                </a:lnTo>
                <a:lnTo>
                  <a:pt x="1272419" y="154311"/>
                </a:lnTo>
                <a:lnTo>
                  <a:pt x="1273237" y="150696"/>
                </a:lnTo>
                <a:lnTo>
                  <a:pt x="1274872" y="149606"/>
                </a:lnTo>
                <a:lnTo>
                  <a:pt x="1277325" y="181248"/>
                </a:lnTo>
                <a:lnTo>
                  <a:pt x="1281414" y="135215"/>
                </a:lnTo>
                <a:lnTo>
                  <a:pt x="1283050" y="170530"/>
                </a:lnTo>
                <a:lnTo>
                  <a:pt x="1283867" y="141659"/>
                </a:lnTo>
                <a:lnTo>
                  <a:pt x="1284685" y="143048"/>
                </a:lnTo>
                <a:lnTo>
                  <a:pt x="1285503" y="117773"/>
                </a:lnTo>
                <a:lnTo>
                  <a:pt x="1286321" y="149273"/>
                </a:lnTo>
                <a:lnTo>
                  <a:pt x="1287139" y="137556"/>
                </a:lnTo>
                <a:lnTo>
                  <a:pt x="1288774" y="144923"/>
                </a:lnTo>
                <a:lnTo>
                  <a:pt x="1289592" y="119696"/>
                </a:lnTo>
                <a:lnTo>
                  <a:pt x="1292045" y="130471"/>
                </a:lnTo>
                <a:lnTo>
                  <a:pt x="1292863" y="133754"/>
                </a:lnTo>
                <a:lnTo>
                  <a:pt x="1293681" y="132658"/>
                </a:lnTo>
                <a:lnTo>
                  <a:pt x="1296134" y="121211"/>
                </a:lnTo>
                <a:lnTo>
                  <a:pt x="1297769" y="164614"/>
                </a:lnTo>
                <a:lnTo>
                  <a:pt x="1301040" y="114859"/>
                </a:lnTo>
                <a:lnTo>
                  <a:pt x="1302676" y="142389"/>
                </a:lnTo>
                <a:lnTo>
                  <a:pt x="1304311" y="122725"/>
                </a:lnTo>
                <a:lnTo>
                  <a:pt x="1305947" y="133684"/>
                </a:lnTo>
                <a:lnTo>
                  <a:pt x="1307582" y="124431"/>
                </a:lnTo>
                <a:lnTo>
                  <a:pt x="1309218" y="116096"/>
                </a:lnTo>
                <a:lnTo>
                  <a:pt x="1312489" y="182095"/>
                </a:lnTo>
                <a:lnTo>
                  <a:pt x="1311671" y="105336"/>
                </a:lnTo>
                <a:lnTo>
                  <a:pt x="1313307" y="159146"/>
                </a:lnTo>
                <a:lnTo>
                  <a:pt x="1314124" y="127665"/>
                </a:lnTo>
                <a:lnTo>
                  <a:pt x="1316577" y="133276"/>
                </a:lnTo>
                <a:lnTo>
                  <a:pt x="1319849" y="159411"/>
                </a:lnTo>
                <a:lnTo>
                  <a:pt x="1320666" y="123114"/>
                </a:lnTo>
                <a:lnTo>
                  <a:pt x="1323119" y="126431"/>
                </a:lnTo>
                <a:lnTo>
                  <a:pt x="1324755" y="129612"/>
                </a:lnTo>
                <a:lnTo>
                  <a:pt x="1325573" y="143045"/>
                </a:lnTo>
                <a:lnTo>
                  <a:pt x="1326391" y="122600"/>
                </a:lnTo>
                <a:lnTo>
                  <a:pt x="1327208" y="103510"/>
                </a:lnTo>
                <a:lnTo>
                  <a:pt x="1328026" y="165694"/>
                </a:lnTo>
                <a:lnTo>
                  <a:pt x="1330479" y="135535"/>
                </a:lnTo>
                <a:lnTo>
                  <a:pt x="1332115" y="127369"/>
                </a:lnTo>
                <a:lnTo>
                  <a:pt x="1332933" y="129757"/>
                </a:lnTo>
                <a:lnTo>
                  <a:pt x="1334568" y="140755"/>
                </a:lnTo>
                <a:lnTo>
                  <a:pt x="1336203" y="136722"/>
                </a:lnTo>
                <a:lnTo>
                  <a:pt x="1339475" y="118036"/>
                </a:lnTo>
                <a:lnTo>
                  <a:pt x="1342745" y="134760"/>
                </a:lnTo>
                <a:lnTo>
                  <a:pt x="1345199" y="117873"/>
                </a:lnTo>
                <a:lnTo>
                  <a:pt x="1346016" y="129187"/>
                </a:lnTo>
                <a:lnTo>
                  <a:pt x="1346834" y="128518"/>
                </a:lnTo>
                <a:lnTo>
                  <a:pt x="1348470" y="157487"/>
                </a:lnTo>
                <a:lnTo>
                  <a:pt x="1350923" y="153334"/>
                </a:lnTo>
                <a:lnTo>
                  <a:pt x="1352558" y="129603"/>
                </a:lnTo>
                <a:lnTo>
                  <a:pt x="1355012" y="132420"/>
                </a:lnTo>
                <a:lnTo>
                  <a:pt x="1355830" y="162524"/>
                </a:lnTo>
                <a:lnTo>
                  <a:pt x="1357465" y="136944"/>
                </a:lnTo>
                <a:lnTo>
                  <a:pt x="1358283" y="134402"/>
                </a:lnTo>
                <a:lnTo>
                  <a:pt x="1359918" y="135544"/>
                </a:lnTo>
                <a:lnTo>
                  <a:pt x="1361554" y="139413"/>
                </a:lnTo>
                <a:lnTo>
                  <a:pt x="1363189" y="169836"/>
                </a:lnTo>
                <a:lnTo>
                  <a:pt x="1364007" y="142933"/>
                </a:lnTo>
                <a:lnTo>
                  <a:pt x="1364825" y="132968"/>
                </a:lnTo>
                <a:lnTo>
                  <a:pt x="1365642" y="147181"/>
                </a:lnTo>
                <a:lnTo>
                  <a:pt x="1366460" y="185807"/>
                </a:lnTo>
                <a:lnTo>
                  <a:pt x="1368096" y="142496"/>
                </a:lnTo>
                <a:lnTo>
                  <a:pt x="1370549" y="178414"/>
                </a:lnTo>
                <a:lnTo>
                  <a:pt x="1373002" y="172247"/>
                </a:lnTo>
                <a:lnTo>
                  <a:pt x="1374638" y="148073"/>
                </a:lnTo>
                <a:lnTo>
                  <a:pt x="1375456" y="183802"/>
                </a:lnTo>
                <a:lnTo>
                  <a:pt x="1376273" y="164592"/>
                </a:lnTo>
                <a:lnTo>
                  <a:pt x="1379544" y="155818"/>
                </a:lnTo>
                <a:lnTo>
                  <a:pt x="1381180" y="169588"/>
                </a:lnTo>
                <a:lnTo>
                  <a:pt x="1381998" y="158693"/>
                </a:lnTo>
                <a:lnTo>
                  <a:pt x="1382815" y="155483"/>
                </a:lnTo>
                <a:lnTo>
                  <a:pt x="1383633" y="159459"/>
                </a:lnTo>
                <a:lnTo>
                  <a:pt x="1386086" y="205485"/>
                </a:lnTo>
                <a:lnTo>
                  <a:pt x="1387722" y="190178"/>
                </a:lnTo>
                <a:lnTo>
                  <a:pt x="1389357" y="190884"/>
                </a:lnTo>
                <a:lnTo>
                  <a:pt x="1391810" y="160159"/>
                </a:lnTo>
                <a:lnTo>
                  <a:pt x="1394264" y="182284"/>
                </a:lnTo>
                <a:lnTo>
                  <a:pt x="1395082" y="174809"/>
                </a:lnTo>
                <a:lnTo>
                  <a:pt x="1395899" y="170136"/>
                </a:lnTo>
                <a:lnTo>
                  <a:pt x="1399988" y="197998"/>
                </a:lnTo>
                <a:lnTo>
                  <a:pt x="1401624" y="185309"/>
                </a:lnTo>
                <a:lnTo>
                  <a:pt x="1402441" y="195988"/>
                </a:lnTo>
                <a:lnTo>
                  <a:pt x="1404077" y="186263"/>
                </a:lnTo>
                <a:lnTo>
                  <a:pt x="1405712" y="211624"/>
                </a:lnTo>
                <a:lnTo>
                  <a:pt x="1407348" y="197390"/>
                </a:lnTo>
                <a:lnTo>
                  <a:pt x="1409801" y="197775"/>
                </a:lnTo>
                <a:lnTo>
                  <a:pt x="1413890" y="215910"/>
                </a:lnTo>
                <a:lnTo>
                  <a:pt x="1414708" y="211390"/>
                </a:lnTo>
                <a:lnTo>
                  <a:pt x="1418796" y="220768"/>
                </a:lnTo>
                <a:lnTo>
                  <a:pt x="1419614" y="213664"/>
                </a:lnTo>
                <a:lnTo>
                  <a:pt x="1421250" y="220387"/>
                </a:lnTo>
                <a:lnTo>
                  <a:pt x="1425338" y="250024"/>
                </a:lnTo>
                <a:lnTo>
                  <a:pt x="1426156" y="235566"/>
                </a:lnTo>
                <a:lnTo>
                  <a:pt x="1428609" y="242965"/>
                </a:lnTo>
                <a:lnTo>
                  <a:pt x="1431062" y="251809"/>
                </a:lnTo>
                <a:lnTo>
                  <a:pt x="1431880" y="240366"/>
                </a:lnTo>
                <a:lnTo>
                  <a:pt x="1433516" y="255857"/>
                </a:lnTo>
                <a:lnTo>
                  <a:pt x="1436787" y="247525"/>
                </a:lnTo>
                <a:lnTo>
                  <a:pt x="1437605" y="248719"/>
                </a:lnTo>
                <a:lnTo>
                  <a:pt x="1440875" y="262637"/>
                </a:lnTo>
                <a:lnTo>
                  <a:pt x="1441693" y="251269"/>
                </a:lnTo>
                <a:lnTo>
                  <a:pt x="1442511" y="258571"/>
                </a:lnTo>
                <a:lnTo>
                  <a:pt x="1443329" y="271518"/>
                </a:lnTo>
                <a:lnTo>
                  <a:pt x="1444147" y="254996"/>
                </a:lnTo>
                <a:lnTo>
                  <a:pt x="1444964" y="264445"/>
                </a:lnTo>
                <a:lnTo>
                  <a:pt x="1447417" y="269204"/>
                </a:lnTo>
                <a:lnTo>
                  <a:pt x="1449053" y="252068"/>
                </a:lnTo>
                <a:lnTo>
                  <a:pt x="1450689" y="274504"/>
                </a:lnTo>
                <a:lnTo>
                  <a:pt x="1455595" y="329982"/>
                </a:lnTo>
                <a:lnTo>
                  <a:pt x="1459684" y="294752"/>
                </a:lnTo>
                <a:lnTo>
                  <a:pt x="1460501" y="312402"/>
                </a:lnTo>
                <a:lnTo>
                  <a:pt x="1462137" y="308854"/>
                </a:lnTo>
                <a:lnTo>
                  <a:pt x="1465408" y="283792"/>
                </a:lnTo>
                <a:lnTo>
                  <a:pt x="1467043" y="321285"/>
                </a:lnTo>
                <a:lnTo>
                  <a:pt x="1468679" y="306943"/>
                </a:lnTo>
                <a:lnTo>
                  <a:pt x="1472768" y="342383"/>
                </a:lnTo>
                <a:lnTo>
                  <a:pt x="1475221" y="326946"/>
                </a:lnTo>
                <a:lnTo>
                  <a:pt x="1479310" y="284453"/>
                </a:lnTo>
                <a:lnTo>
                  <a:pt x="1480127" y="295508"/>
                </a:lnTo>
                <a:lnTo>
                  <a:pt x="1480945" y="254041"/>
                </a:lnTo>
                <a:lnTo>
                  <a:pt x="1482581" y="282571"/>
                </a:lnTo>
                <a:lnTo>
                  <a:pt x="1484216" y="315671"/>
                </a:lnTo>
                <a:lnTo>
                  <a:pt x="1486669" y="304042"/>
                </a:lnTo>
                <a:lnTo>
                  <a:pt x="1488305" y="311109"/>
                </a:lnTo>
                <a:lnTo>
                  <a:pt x="1489941" y="289981"/>
                </a:lnTo>
                <a:lnTo>
                  <a:pt x="1492394" y="304298"/>
                </a:lnTo>
                <a:lnTo>
                  <a:pt x="1493211" y="297398"/>
                </a:lnTo>
                <a:lnTo>
                  <a:pt x="1494029" y="297123"/>
                </a:lnTo>
                <a:lnTo>
                  <a:pt x="1494847" y="307100"/>
                </a:lnTo>
                <a:lnTo>
                  <a:pt x="1495665" y="289532"/>
                </a:lnTo>
                <a:lnTo>
                  <a:pt x="1496483" y="288050"/>
                </a:lnTo>
                <a:lnTo>
                  <a:pt x="1497300" y="301969"/>
                </a:lnTo>
                <a:lnTo>
                  <a:pt x="1498118" y="294705"/>
                </a:lnTo>
                <a:lnTo>
                  <a:pt x="1499753" y="297265"/>
                </a:lnTo>
                <a:lnTo>
                  <a:pt x="1501389" y="263838"/>
                </a:lnTo>
                <a:lnTo>
                  <a:pt x="1503842" y="306229"/>
                </a:lnTo>
                <a:lnTo>
                  <a:pt x="1504660" y="295415"/>
                </a:lnTo>
                <a:lnTo>
                  <a:pt x="1505478" y="271148"/>
                </a:lnTo>
                <a:lnTo>
                  <a:pt x="1507931" y="287539"/>
                </a:lnTo>
                <a:lnTo>
                  <a:pt x="1508749" y="282166"/>
                </a:lnTo>
                <a:lnTo>
                  <a:pt x="1509567" y="290103"/>
                </a:lnTo>
                <a:lnTo>
                  <a:pt x="1510384" y="290007"/>
                </a:lnTo>
                <a:lnTo>
                  <a:pt x="1512020" y="301377"/>
                </a:lnTo>
                <a:lnTo>
                  <a:pt x="1513655" y="297021"/>
                </a:lnTo>
                <a:lnTo>
                  <a:pt x="1514473" y="290793"/>
                </a:lnTo>
                <a:lnTo>
                  <a:pt x="1515291" y="292284"/>
                </a:lnTo>
                <a:lnTo>
                  <a:pt x="1516926" y="340133"/>
                </a:lnTo>
                <a:lnTo>
                  <a:pt x="1520197" y="337292"/>
                </a:lnTo>
                <a:lnTo>
                  <a:pt x="1521015" y="319916"/>
                </a:lnTo>
                <a:lnTo>
                  <a:pt x="1521833" y="345410"/>
                </a:lnTo>
                <a:lnTo>
                  <a:pt x="1522650" y="362631"/>
                </a:lnTo>
                <a:lnTo>
                  <a:pt x="1523468" y="352833"/>
                </a:lnTo>
                <a:lnTo>
                  <a:pt x="1526739" y="299324"/>
                </a:lnTo>
                <a:lnTo>
                  <a:pt x="1527557" y="315572"/>
                </a:lnTo>
                <a:lnTo>
                  <a:pt x="1528375" y="316626"/>
                </a:lnTo>
                <a:lnTo>
                  <a:pt x="1530010" y="337577"/>
                </a:lnTo>
                <a:lnTo>
                  <a:pt x="1532464" y="327754"/>
                </a:lnTo>
                <a:lnTo>
                  <a:pt x="1533281" y="323433"/>
                </a:lnTo>
                <a:lnTo>
                  <a:pt x="1534099" y="348957"/>
                </a:lnTo>
                <a:lnTo>
                  <a:pt x="1536552" y="337505"/>
                </a:lnTo>
                <a:lnTo>
                  <a:pt x="1537370" y="348258"/>
                </a:lnTo>
                <a:lnTo>
                  <a:pt x="1539006" y="330958"/>
                </a:lnTo>
                <a:lnTo>
                  <a:pt x="1540641" y="305874"/>
                </a:lnTo>
                <a:lnTo>
                  <a:pt x="1543094" y="373346"/>
                </a:lnTo>
                <a:lnTo>
                  <a:pt x="1543912" y="355448"/>
                </a:lnTo>
                <a:lnTo>
                  <a:pt x="1544730" y="358871"/>
                </a:lnTo>
                <a:lnTo>
                  <a:pt x="1545548" y="355605"/>
                </a:lnTo>
                <a:lnTo>
                  <a:pt x="1546365" y="330014"/>
                </a:lnTo>
                <a:lnTo>
                  <a:pt x="1547183" y="357113"/>
                </a:lnTo>
                <a:lnTo>
                  <a:pt x="1549636" y="393347"/>
                </a:lnTo>
                <a:lnTo>
                  <a:pt x="1550454" y="390498"/>
                </a:lnTo>
                <a:lnTo>
                  <a:pt x="1551272" y="386341"/>
                </a:lnTo>
                <a:lnTo>
                  <a:pt x="1552090" y="355648"/>
                </a:lnTo>
                <a:lnTo>
                  <a:pt x="1552907" y="387018"/>
                </a:lnTo>
                <a:lnTo>
                  <a:pt x="1554543" y="363314"/>
                </a:lnTo>
                <a:lnTo>
                  <a:pt x="1557814" y="302708"/>
                </a:lnTo>
                <a:lnTo>
                  <a:pt x="1558632" y="373759"/>
                </a:lnTo>
                <a:lnTo>
                  <a:pt x="1561085" y="326839"/>
                </a:lnTo>
                <a:lnTo>
                  <a:pt x="1565174" y="279283"/>
                </a:lnTo>
                <a:lnTo>
                  <a:pt x="1569262" y="360782"/>
                </a:lnTo>
                <a:lnTo>
                  <a:pt x="1570898" y="344443"/>
                </a:lnTo>
                <a:lnTo>
                  <a:pt x="1574169" y="283389"/>
                </a:lnTo>
                <a:lnTo>
                  <a:pt x="1572533" y="351999"/>
                </a:lnTo>
                <a:lnTo>
                  <a:pt x="1574986" y="298428"/>
                </a:lnTo>
                <a:lnTo>
                  <a:pt x="1578258" y="335288"/>
                </a:lnTo>
                <a:lnTo>
                  <a:pt x="1579075" y="330640"/>
                </a:lnTo>
                <a:lnTo>
                  <a:pt x="1582346" y="289015"/>
                </a:lnTo>
                <a:lnTo>
                  <a:pt x="1583164" y="303069"/>
                </a:lnTo>
                <a:lnTo>
                  <a:pt x="1583982" y="264231"/>
                </a:lnTo>
                <a:lnTo>
                  <a:pt x="1586435" y="292768"/>
                </a:lnTo>
                <a:lnTo>
                  <a:pt x="1587253" y="334794"/>
                </a:lnTo>
                <a:lnTo>
                  <a:pt x="1588070" y="275193"/>
                </a:lnTo>
                <a:lnTo>
                  <a:pt x="1588888" y="307407"/>
                </a:lnTo>
                <a:lnTo>
                  <a:pt x="1590524" y="286556"/>
                </a:lnTo>
                <a:lnTo>
                  <a:pt x="1592977" y="290497"/>
                </a:lnTo>
                <a:lnTo>
                  <a:pt x="1595430" y="306114"/>
                </a:lnTo>
                <a:lnTo>
                  <a:pt x="1597066" y="259602"/>
                </a:lnTo>
                <a:lnTo>
                  <a:pt x="1598701" y="267801"/>
                </a:lnTo>
                <a:lnTo>
                  <a:pt x="1602790" y="295438"/>
                </a:lnTo>
                <a:lnTo>
                  <a:pt x="1604425" y="287133"/>
                </a:lnTo>
                <a:lnTo>
                  <a:pt x="1606061" y="282898"/>
                </a:lnTo>
                <a:lnTo>
                  <a:pt x="1607697" y="285874"/>
                </a:lnTo>
                <a:lnTo>
                  <a:pt x="1608514" y="287289"/>
                </a:lnTo>
                <a:lnTo>
                  <a:pt x="1609332" y="283093"/>
                </a:lnTo>
                <a:lnTo>
                  <a:pt x="1610150" y="284337"/>
                </a:lnTo>
                <a:lnTo>
                  <a:pt x="1610967" y="325921"/>
                </a:lnTo>
                <a:lnTo>
                  <a:pt x="1613421" y="318291"/>
                </a:lnTo>
                <a:lnTo>
                  <a:pt x="1615874" y="258733"/>
                </a:lnTo>
                <a:lnTo>
                  <a:pt x="1617509" y="270668"/>
                </a:lnTo>
                <a:lnTo>
                  <a:pt x="1619963" y="258131"/>
                </a:lnTo>
                <a:lnTo>
                  <a:pt x="1620781" y="263450"/>
                </a:lnTo>
                <a:lnTo>
                  <a:pt x="1626505" y="324663"/>
                </a:lnTo>
                <a:lnTo>
                  <a:pt x="1628140" y="288277"/>
                </a:lnTo>
                <a:lnTo>
                  <a:pt x="1629776" y="297319"/>
                </a:lnTo>
                <a:lnTo>
                  <a:pt x="1631411" y="328433"/>
                </a:lnTo>
                <a:lnTo>
                  <a:pt x="1632229" y="290251"/>
                </a:lnTo>
                <a:lnTo>
                  <a:pt x="1634682" y="258245"/>
                </a:lnTo>
                <a:lnTo>
                  <a:pt x="1636318" y="277918"/>
                </a:lnTo>
                <a:lnTo>
                  <a:pt x="1640407" y="303067"/>
                </a:lnTo>
                <a:lnTo>
                  <a:pt x="1641224" y="296777"/>
                </a:lnTo>
                <a:lnTo>
                  <a:pt x="1642042" y="293513"/>
                </a:lnTo>
                <a:lnTo>
                  <a:pt x="1645313" y="254111"/>
                </a:lnTo>
                <a:lnTo>
                  <a:pt x="1646949" y="287680"/>
                </a:lnTo>
                <a:lnTo>
                  <a:pt x="1649402" y="274745"/>
                </a:lnTo>
                <a:lnTo>
                  <a:pt x="1651037" y="255670"/>
                </a:lnTo>
                <a:lnTo>
                  <a:pt x="1651855" y="280598"/>
                </a:lnTo>
                <a:lnTo>
                  <a:pt x="1652673" y="277131"/>
                </a:lnTo>
                <a:lnTo>
                  <a:pt x="1653491" y="259357"/>
                </a:lnTo>
                <a:lnTo>
                  <a:pt x="1655126" y="278105"/>
                </a:lnTo>
                <a:lnTo>
                  <a:pt x="1655944" y="281497"/>
                </a:lnTo>
                <a:lnTo>
                  <a:pt x="1656761" y="267410"/>
                </a:lnTo>
                <a:lnTo>
                  <a:pt x="1658397" y="283343"/>
                </a:lnTo>
                <a:lnTo>
                  <a:pt x="1661668" y="299572"/>
                </a:lnTo>
                <a:lnTo>
                  <a:pt x="1662486" y="295078"/>
                </a:lnTo>
                <a:lnTo>
                  <a:pt x="1663303" y="286452"/>
                </a:lnTo>
                <a:lnTo>
                  <a:pt x="1664939" y="291562"/>
                </a:lnTo>
                <a:lnTo>
                  <a:pt x="1666575" y="301021"/>
                </a:lnTo>
                <a:lnTo>
                  <a:pt x="1667392" y="262067"/>
                </a:lnTo>
                <a:lnTo>
                  <a:pt x="1669845" y="284970"/>
                </a:lnTo>
                <a:lnTo>
                  <a:pt x="1670663" y="276773"/>
                </a:lnTo>
                <a:lnTo>
                  <a:pt x="1671481" y="299685"/>
                </a:lnTo>
                <a:lnTo>
                  <a:pt x="1673934" y="296911"/>
                </a:lnTo>
                <a:lnTo>
                  <a:pt x="1675570" y="322608"/>
                </a:lnTo>
                <a:lnTo>
                  <a:pt x="1677205" y="310979"/>
                </a:lnTo>
                <a:lnTo>
                  <a:pt x="1678841" y="298455"/>
                </a:lnTo>
                <a:lnTo>
                  <a:pt x="1679659" y="309122"/>
                </a:lnTo>
                <a:lnTo>
                  <a:pt x="1683747" y="342023"/>
                </a:lnTo>
                <a:lnTo>
                  <a:pt x="1684565" y="339883"/>
                </a:lnTo>
                <a:lnTo>
                  <a:pt x="1685383" y="328323"/>
                </a:lnTo>
                <a:lnTo>
                  <a:pt x="1686200" y="335171"/>
                </a:lnTo>
                <a:lnTo>
                  <a:pt x="1689472" y="380321"/>
                </a:lnTo>
                <a:lnTo>
                  <a:pt x="1691107" y="379842"/>
                </a:lnTo>
                <a:lnTo>
                  <a:pt x="1691925" y="381092"/>
                </a:lnTo>
                <a:lnTo>
                  <a:pt x="1697649" y="418953"/>
                </a:lnTo>
                <a:lnTo>
                  <a:pt x="1700920" y="435810"/>
                </a:lnTo>
                <a:lnTo>
                  <a:pt x="1701738" y="428996"/>
                </a:lnTo>
                <a:lnTo>
                  <a:pt x="1702556" y="423449"/>
                </a:lnTo>
                <a:lnTo>
                  <a:pt x="1703373" y="434339"/>
                </a:lnTo>
                <a:lnTo>
                  <a:pt x="1709098" y="457214"/>
                </a:lnTo>
                <a:lnTo>
                  <a:pt x="1709915" y="449271"/>
                </a:lnTo>
                <a:lnTo>
                  <a:pt x="1710733" y="461380"/>
                </a:lnTo>
                <a:lnTo>
                  <a:pt x="1725452" y="539888"/>
                </a:lnTo>
                <a:lnTo>
                  <a:pt x="1726270" y="529361"/>
                </a:lnTo>
                <a:lnTo>
                  <a:pt x="1729541" y="568973"/>
                </a:lnTo>
                <a:lnTo>
                  <a:pt x="1731177" y="548250"/>
                </a:lnTo>
                <a:lnTo>
                  <a:pt x="1731994" y="567475"/>
                </a:lnTo>
                <a:lnTo>
                  <a:pt x="1736083" y="624467"/>
                </a:lnTo>
                <a:lnTo>
                  <a:pt x="1738536" y="607176"/>
                </a:lnTo>
                <a:lnTo>
                  <a:pt x="1740172" y="594693"/>
                </a:lnTo>
                <a:lnTo>
                  <a:pt x="1742625" y="641811"/>
                </a:lnTo>
                <a:lnTo>
                  <a:pt x="1746714" y="680443"/>
                </a:lnTo>
                <a:lnTo>
                  <a:pt x="1749985" y="733715"/>
                </a:lnTo>
                <a:lnTo>
                  <a:pt x="1752438" y="656850"/>
                </a:lnTo>
                <a:lnTo>
                  <a:pt x="1753256" y="675565"/>
                </a:lnTo>
                <a:lnTo>
                  <a:pt x="1754892" y="708587"/>
                </a:lnTo>
                <a:lnTo>
                  <a:pt x="1755709" y="689586"/>
                </a:lnTo>
                <a:lnTo>
                  <a:pt x="1759798" y="556428"/>
                </a:lnTo>
                <a:lnTo>
                  <a:pt x="1760616" y="581956"/>
                </a:lnTo>
                <a:lnTo>
                  <a:pt x="1763069" y="640724"/>
                </a:lnTo>
                <a:lnTo>
                  <a:pt x="1764705" y="541043"/>
                </a:lnTo>
                <a:lnTo>
                  <a:pt x="1766340" y="559456"/>
                </a:lnTo>
                <a:lnTo>
                  <a:pt x="1767975" y="589759"/>
                </a:lnTo>
                <a:lnTo>
                  <a:pt x="1768793" y="575043"/>
                </a:lnTo>
                <a:lnTo>
                  <a:pt x="1771247" y="456822"/>
                </a:lnTo>
                <a:lnTo>
                  <a:pt x="1772064" y="578958"/>
                </a:lnTo>
                <a:lnTo>
                  <a:pt x="1774517" y="553166"/>
                </a:lnTo>
                <a:lnTo>
                  <a:pt x="1776153" y="478693"/>
                </a:lnTo>
                <a:lnTo>
                  <a:pt x="1777789" y="539447"/>
                </a:lnTo>
                <a:lnTo>
                  <a:pt x="1778606" y="574552"/>
                </a:lnTo>
                <a:lnTo>
                  <a:pt x="1779424" y="511594"/>
                </a:lnTo>
                <a:lnTo>
                  <a:pt x="1780242" y="492952"/>
                </a:lnTo>
                <a:lnTo>
                  <a:pt x="1781059" y="555769"/>
                </a:lnTo>
                <a:lnTo>
                  <a:pt x="1782695" y="483426"/>
                </a:lnTo>
                <a:lnTo>
                  <a:pt x="1784331" y="381304"/>
                </a:lnTo>
                <a:lnTo>
                  <a:pt x="1785148" y="445012"/>
                </a:lnTo>
                <a:lnTo>
                  <a:pt x="1785966" y="499799"/>
                </a:lnTo>
                <a:lnTo>
                  <a:pt x="1787601" y="464088"/>
                </a:lnTo>
                <a:lnTo>
                  <a:pt x="1793326" y="324670"/>
                </a:lnTo>
                <a:lnTo>
                  <a:pt x="1794961" y="357872"/>
                </a:lnTo>
                <a:lnTo>
                  <a:pt x="1795779" y="357003"/>
                </a:lnTo>
                <a:lnTo>
                  <a:pt x="1796597" y="378347"/>
                </a:lnTo>
                <a:lnTo>
                  <a:pt x="1798232" y="358525"/>
                </a:lnTo>
                <a:lnTo>
                  <a:pt x="1799050" y="359394"/>
                </a:lnTo>
                <a:lnTo>
                  <a:pt x="1799868" y="347801"/>
                </a:lnTo>
                <a:lnTo>
                  <a:pt x="1802321" y="350138"/>
                </a:lnTo>
                <a:lnTo>
                  <a:pt x="1804774" y="343174"/>
                </a:lnTo>
                <a:lnTo>
                  <a:pt x="1805592" y="348892"/>
                </a:lnTo>
                <a:lnTo>
                  <a:pt x="1806410" y="360391"/>
                </a:lnTo>
                <a:lnTo>
                  <a:pt x="1807227" y="357037"/>
                </a:lnTo>
                <a:lnTo>
                  <a:pt x="1808863" y="316549"/>
                </a:lnTo>
                <a:lnTo>
                  <a:pt x="1810499" y="336752"/>
                </a:lnTo>
                <a:lnTo>
                  <a:pt x="1811316" y="355152"/>
                </a:lnTo>
                <a:lnTo>
                  <a:pt x="1813769" y="245202"/>
                </a:lnTo>
                <a:lnTo>
                  <a:pt x="1815405" y="251103"/>
                </a:lnTo>
                <a:lnTo>
                  <a:pt x="1817858" y="310108"/>
                </a:lnTo>
                <a:lnTo>
                  <a:pt x="1819494" y="291431"/>
                </a:lnTo>
                <a:lnTo>
                  <a:pt x="1829307" y="345623"/>
                </a:lnTo>
                <a:lnTo>
                  <a:pt x="1830125" y="334377"/>
                </a:lnTo>
                <a:lnTo>
                  <a:pt x="1831760" y="352842"/>
                </a:lnTo>
                <a:lnTo>
                  <a:pt x="1834213" y="348839"/>
                </a:lnTo>
                <a:lnTo>
                  <a:pt x="1835031" y="362597"/>
                </a:lnTo>
                <a:lnTo>
                  <a:pt x="1837484" y="358713"/>
                </a:lnTo>
                <a:lnTo>
                  <a:pt x="1839937" y="380156"/>
                </a:lnTo>
                <a:lnTo>
                  <a:pt x="1840755" y="377539"/>
                </a:lnTo>
                <a:lnTo>
                  <a:pt x="1842391" y="350560"/>
                </a:lnTo>
                <a:lnTo>
                  <a:pt x="1844026" y="370022"/>
                </a:lnTo>
                <a:lnTo>
                  <a:pt x="1848115" y="410718"/>
                </a:lnTo>
                <a:lnTo>
                  <a:pt x="1848933" y="382234"/>
                </a:lnTo>
                <a:lnTo>
                  <a:pt x="1851386" y="394063"/>
                </a:lnTo>
                <a:lnTo>
                  <a:pt x="1852204" y="401461"/>
                </a:lnTo>
                <a:lnTo>
                  <a:pt x="1853022" y="390690"/>
                </a:lnTo>
                <a:lnTo>
                  <a:pt x="1853839" y="383306"/>
                </a:lnTo>
                <a:lnTo>
                  <a:pt x="1854657" y="389159"/>
                </a:lnTo>
                <a:lnTo>
                  <a:pt x="1856292" y="407893"/>
                </a:lnTo>
                <a:lnTo>
                  <a:pt x="1857110" y="396330"/>
                </a:lnTo>
                <a:lnTo>
                  <a:pt x="1857928" y="377801"/>
                </a:lnTo>
                <a:lnTo>
                  <a:pt x="1859564" y="391591"/>
                </a:lnTo>
                <a:lnTo>
                  <a:pt x="1861199" y="415194"/>
                </a:lnTo>
                <a:lnTo>
                  <a:pt x="1862017" y="399670"/>
                </a:lnTo>
                <a:lnTo>
                  <a:pt x="1863652" y="377837"/>
                </a:lnTo>
                <a:lnTo>
                  <a:pt x="1865288" y="425687"/>
                </a:lnTo>
                <a:lnTo>
                  <a:pt x="1866923" y="396026"/>
                </a:lnTo>
                <a:lnTo>
                  <a:pt x="1868559" y="379703"/>
                </a:lnTo>
                <a:lnTo>
                  <a:pt x="1870194" y="384873"/>
                </a:lnTo>
                <a:lnTo>
                  <a:pt x="1871012" y="394004"/>
                </a:lnTo>
                <a:lnTo>
                  <a:pt x="1872648" y="381695"/>
                </a:lnTo>
                <a:lnTo>
                  <a:pt x="1873465" y="386030"/>
                </a:lnTo>
                <a:lnTo>
                  <a:pt x="1875101" y="411583"/>
                </a:lnTo>
                <a:lnTo>
                  <a:pt x="1875918" y="393752"/>
                </a:lnTo>
                <a:lnTo>
                  <a:pt x="1878372" y="382024"/>
                </a:lnTo>
                <a:lnTo>
                  <a:pt x="1877554" y="394320"/>
                </a:lnTo>
                <a:lnTo>
                  <a:pt x="1879190" y="390226"/>
                </a:lnTo>
                <a:lnTo>
                  <a:pt x="1880007" y="389048"/>
                </a:lnTo>
                <a:lnTo>
                  <a:pt x="1881643" y="407212"/>
                </a:lnTo>
                <a:lnTo>
                  <a:pt x="1882460" y="406842"/>
                </a:lnTo>
                <a:lnTo>
                  <a:pt x="1884096" y="385672"/>
                </a:lnTo>
                <a:lnTo>
                  <a:pt x="1885732" y="388768"/>
                </a:lnTo>
                <a:lnTo>
                  <a:pt x="1886549" y="395882"/>
                </a:lnTo>
                <a:lnTo>
                  <a:pt x="1888185" y="383248"/>
                </a:lnTo>
                <a:lnTo>
                  <a:pt x="1889820" y="389000"/>
                </a:lnTo>
                <a:lnTo>
                  <a:pt x="1890638" y="410106"/>
                </a:lnTo>
                <a:lnTo>
                  <a:pt x="1891456" y="404216"/>
                </a:lnTo>
                <a:lnTo>
                  <a:pt x="1892274" y="368835"/>
                </a:lnTo>
                <a:lnTo>
                  <a:pt x="1894727" y="382525"/>
                </a:lnTo>
                <a:lnTo>
                  <a:pt x="1897998" y="414489"/>
                </a:lnTo>
                <a:lnTo>
                  <a:pt x="1900451" y="356630"/>
                </a:lnTo>
                <a:lnTo>
                  <a:pt x="1901269" y="365442"/>
                </a:lnTo>
                <a:lnTo>
                  <a:pt x="1902904" y="401303"/>
                </a:lnTo>
                <a:lnTo>
                  <a:pt x="1904540" y="394677"/>
                </a:lnTo>
                <a:lnTo>
                  <a:pt x="1907811" y="364016"/>
                </a:lnTo>
                <a:lnTo>
                  <a:pt x="1909446" y="394731"/>
                </a:lnTo>
                <a:lnTo>
                  <a:pt x="1911082" y="378351"/>
                </a:lnTo>
                <a:lnTo>
                  <a:pt x="1914353" y="351047"/>
                </a:lnTo>
                <a:lnTo>
                  <a:pt x="1915988" y="365024"/>
                </a:lnTo>
                <a:lnTo>
                  <a:pt x="1917624" y="394614"/>
                </a:lnTo>
                <a:lnTo>
                  <a:pt x="1919259" y="381873"/>
                </a:lnTo>
                <a:lnTo>
                  <a:pt x="1920077" y="367640"/>
                </a:lnTo>
                <a:lnTo>
                  <a:pt x="1922530" y="378268"/>
                </a:lnTo>
                <a:lnTo>
                  <a:pt x="1923348" y="376320"/>
                </a:lnTo>
                <a:lnTo>
                  <a:pt x="1926619" y="342220"/>
                </a:lnTo>
                <a:lnTo>
                  <a:pt x="1928254" y="374690"/>
                </a:lnTo>
                <a:lnTo>
                  <a:pt x="1929890" y="362932"/>
                </a:lnTo>
                <a:lnTo>
                  <a:pt x="1932343" y="329404"/>
                </a:lnTo>
                <a:lnTo>
                  <a:pt x="1933161" y="343314"/>
                </a:lnTo>
                <a:lnTo>
                  <a:pt x="1933979" y="373340"/>
                </a:lnTo>
                <a:lnTo>
                  <a:pt x="1935614" y="338305"/>
                </a:lnTo>
                <a:lnTo>
                  <a:pt x="1936432" y="339451"/>
                </a:lnTo>
                <a:lnTo>
                  <a:pt x="1938885" y="370408"/>
                </a:lnTo>
                <a:lnTo>
                  <a:pt x="1939703" y="355348"/>
                </a:lnTo>
                <a:lnTo>
                  <a:pt x="1940521" y="347360"/>
                </a:lnTo>
                <a:lnTo>
                  <a:pt x="1942156" y="355042"/>
                </a:lnTo>
                <a:lnTo>
                  <a:pt x="1942974" y="359150"/>
                </a:lnTo>
                <a:lnTo>
                  <a:pt x="1947063" y="315967"/>
                </a:lnTo>
                <a:lnTo>
                  <a:pt x="1947881" y="335709"/>
                </a:lnTo>
                <a:lnTo>
                  <a:pt x="1948698" y="310251"/>
                </a:lnTo>
                <a:lnTo>
                  <a:pt x="1950334" y="325133"/>
                </a:lnTo>
                <a:lnTo>
                  <a:pt x="1951151" y="330584"/>
                </a:lnTo>
                <a:lnTo>
                  <a:pt x="1952787" y="322672"/>
                </a:lnTo>
                <a:lnTo>
                  <a:pt x="1954423" y="329168"/>
                </a:lnTo>
                <a:lnTo>
                  <a:pt x="1955240" y="344257"/>
                </a:lnTo>
                <a:lnTo>
                  <a:pt x="1956058" y="332237"/>
                </a:lnTo>
                <a:lnTo>
                  <a:pt x="1958511" y="295850"/>
                </a:lnTo>
                <a:lnTo>
                  <a:pt x="1959329" y="320001"/>
                </a:lnTo>
                <a:lnTo>
                  <a:pt x="1963418" y="288888"/>
                </a:lnTo>
                <a:lnTo>
                  <a:pt x="1961782" y="321359"/>
                </a:lnTo>
                <a:lnTo>
                  <a:pt x="1965053" y="292468"/>
                </a:lnTo>
                <a:lnTo>
                  <a:pt x="1965871" y="307429"/>
                </a:lnTo>
                <a:lnTo>
                  <a:pt x="1966689" y="283511"/>
                </a:lnTo>
                <a:lnTo>
                  <a:pt x="1967507" y="295854"/>
                </a:lnTo>
                <a:lnTo>
                  <a:pt x="1968324" y="282736"/>
                </a:lnTo>
                <a:lnTo>
                  <a:pt x="1969960" y="297524"/>
                </a:lnTo>
                <a:lnTo>
                  <a:pt x="1970777" y="297442"/>
                </a:lnTo>
                <a:lnTo>
                  <a:pt x="1972413" y="290265"/>
                </a:lnTo>
                <a:lnTo>
                  <a:pt x="1974049" y="295272"/>
                </a:lnTo>
                <a:lnTo>
                  <a:pt x="1974866" y="296260"/>
                </a:lnTo>
                <a:lnTo>
                  <a:pt x="1976502" y="259248"/>
                </a:lnTo>
                <a:lnTo>
                  <a:pt x="1978137" y="288792"/>
                </a:lnTo>
                <a:lnTo>
                  <a:pt x="1982226" y="266193"/>
                </a:lnTo>
                <a:lnTo>
                  <a:pt x="1983044" y="269623"/>
                </a:lnTo>
                <a:lnTo>
                  <a:pt x="1983861" y="296237"/>
                </a:lnTo>
                <a:lnTo>
                  <a:pt x="1985497" y="275000"/>
                </a:lnTo>
                <a:lnTo>
                  <a:pt x="1987950" y="249454"/>
                </a:lnTo>
                <a:lnTo>
                  <a:pt x="1988768" y="275000"/>
                </a:lnTo>
                <a:lnTo>
                  <a:pt x="1991221" y="260267"/>
                </a:lnTo>
                <a:lnTo>
                  <a:pt x="1992039" y="239313"/>
                </a:lnTo>
                <a:lnTo>
                  <a:pt x="1993675" y="260029"/>
                </a:lnTo>
                <a:lnTo>
                  <a:pt x="1994492" y="287509"/>
                </a:lnTo>
                <a:lnTo>
                  <a:pt x="1995310" y="281996"/>
                </a:lnTo>
                <a:lnTo>
                  <a:pt x="1997763" y="228485"/>
                </a:lnTo>
                <a:lnTo>
                  <a:pt x="1998581" y="230049"/>
                </a:lnTo>
                <a:lnTo>
                  <a:pt x="2003487" y="283974"/>
                </a:lnTo>
                <a:lnTo>
                  <a:pt x="2005941" y="258720"/>
                </a:lnTo>
                <a:lnTo>
                  <a:pt x="2005123" y="292611"/>
                </a:lnTo>
                <a:lnTo>
                  <a:pt x="2007576" y="262174"/>
                </a:lnTo>
                <a:lnTo>
                  <a:pt x="2008394" y="283731"/>
                </a:lnTo>
                <a:lnTo>
                  <a:pt x="2010029" y="249572"/>
                </a:lnTo>
                <a:lnTo>
                  <a:pt x="2010847" y="248021"/>
                </a:lnTo>
                <a:lnTo>
                  <a:pt x="2012483" y="284214"/>
                </a:lnTo>
                <a:lnTo>
                  <a:pt x="2014118" y="265166"/>
                </a:lnTo>
                <a:lnTo>
                  <a:pt x="2015754" y="240392"/>
                </a:lnTo>
                <a:lnTo>
                  <a:pt x="2016571" y="245502"/>
                </a:lnTo>
                <a:lnTo>
                  <a:pt x="2019843" y="287364"/>
                </a:lnTo>
                <a:lnTo>
                  <a:pt x="2022296" y="252165"/>
                </a:lnTo>
                <a:lnTo>
                  <a:pt x="2023114" y="273991"/>
                </a:lnTo>
                <a:lnTo>
                  <a:pt x="2023931" y="286095"/>
                </a:lnTo>
                <a:lnTo>
                  <a:pt x="2024749" y="278200"/>
                </a:lnTo>
                <a:lnTo>
                  <a:pt x="2025567" y="253577"/>
                </a:lnTo>
                <a:lnTo>
                  <a:pt x="2027202" y="272422"/>
                </a:lnTo>
                <a:lnTo>
                  <a:pt x="2028020" y="286775"/>
                </a:lnTo>
                <a:lnTo>
                  <a:pt x="2028838" y="253659"/>
                </a:lnTo>
                <a:lnTo>
                  <a:pt x="2029656" y="256958"/>
                </a:lnTo>
                <a:lnTo>
                  <a:pt x="2031291" y="279535"/>
                </a:lnTo>
                <a:lnTo>
                  <a:pt x="2032109" y="260348"/>
                </a:lnTo>
                <a:lnTo>
                  <a:pt x="2032926" y="240080"/>
                </a:lnTo>
                <a:lnTo>
                  <a:pt x="2034562" y="252878"/>
                </a:lnTo>
                <a:lnTo>
                  <a:pt x="2038651" y="307539"/>
                </a:lnTo>
                <a:lnTo>
                  <a:pt x="2041104" y="239519"/>
                </a:lnTo>
                <a:lnTo>
                  <a:pt x="2042740" y="269571"/>
                </a:lnTo>
                <a:lnTo>
                  <a:pt x="2044375" y="290289"/>
                </a:lnTo>
                <a:lnTo>
                  <a:pt x="2045193" y="264314"/>
                </a:lnTo>
                <a:lnTo>
                  <a:pt x="2046010" y="233697"/>
                </a:lnTo>
                <a:lnTo>
                  <a:pt x="2047646" y="260409"/>
                </a:lnTo>
                <a:lnTo>
                  <a:pt x="2049282" y="314297"/>
                </a:lnTo>
                <a:lnTo>
                  <a:pt x="2050099" y="286910"/>
                </a:lnTo>
                <a:lnTo>
                  <a:pt x="2053370" y="241796"/>
                </a:lnTo>
                <a:lnTo>
                  <a:pt x="2055006" y="289050"/>
                </a:lnTo>
                <a:lnTo>
                  <a:pt x="2056641" y="253447"/>
                </a:lnTo>
                <a:lnTo>
                  <a:pt x="2058277" y="272034"/>
                </a:lnTo>
                <a:lnTo>
                  <a:pt x="2059094" y="230586"/>
                </a:lnTo>
                <a:lnTo>
                  <a:pt x="2060730" y="294511"/>
                </a:lnTo>
                <a:lnTo>
                  <a:pt x="2063183" y="227102"/>
                </a:lnTo>
                <a:lnTo>
                  <a:pt x="2064001" y="246062"/>
                </a:lnTo>
                <a:lnTo>
                  <a:pt x="2068908" y="316425"/>
                </a:lnTo>
                <a:lnTo>
                  <a:pt x="2072178" y="245825"/>
                </a:lnTo>
                <a:lnTo>
                  <a:pt x="2072996" y="255361"/>
                </a:lnTo>
                <a:lnTo>
                  <a:pt x="2074632" y="251725"/>
                </a:lnTo>
                <a:lnTo>
                  <a:pt x="2076267" y="292001"/>
                </a:lnTo>
                <a:lnTo>
                  <a:pt x="2077085" y="279653"/>
                </a:lnTo>
                <a:lnTo>
                  <a:pt x="2078720" y="252239"/>
                </a:lnTo>
                <a:lnTo>
                  <a:pt x="2079538" y="300839"/>
                </a:lnTo>
                <a:lnTo>
                  <a:pt x="2081174" y="250119"/>
                </a:lnTo>
                <a:lnTo>
                  <a:pt x="2081992" y="276083"/>
                </a:lnTo>
                <a:lnTo>
                  <a:pt x="2082809" y="246371"/>
                </a:lnTo>
                <a:lnTo>
                  <a:pt x="2084445" y="252317"/>
                </a:lnTo>
                <a:lnTo>
                  <a:pt x="2086080" y="295530"/>
                </a:lnTo>
                <a:lnTo>
                  <a:pt x="2086898" y="288042"/>
                </a:lnTo>
                <a:lnTo>
                  <a:pt x="2088534" y="231695"/>
                </a:lnTo>
                <a:lnTo>
                  <a:pt x="2090169" y="259879"/>
                </a:lnTo>
                <a:lnTo>
                  <a:pt x="2092622" y="233994"/>
                </a:lnTo>
                <a:lnTo>
                  <a:pt x="2093440" y="256193"/>
                </a:lnTo>
                <a:lnTo>
                  <a:pt x="2095076" y="211775"/>
                </a:lnTo>
                <a:lnTo>
                  <a:pt x="2096711" y="215493"/>
                </a:lnTo>
                <a:lnTo>
                  <a:pt x="2097529" y="254157"/>
                </a:lnTo>
                <a:lnTo>
                  <a:pt x="2099164" y="225536"/>
                </a:lnTo>
                <a:lnTo>
                  <a:pt x="2099982" y="214469"/>
                </a:lnTo>
                <a:lnTo>
                  <a:pt x="2100800" y="259270"/>
                </a:lnTo>
                <a:lnTo>
                  <a:pt x="2101618" y="190282"/>
                </a:lnTo>
                <a:lnTo>
                  <a:pt x="2103253" y="106070"/>
                </a:lnTo>
                <a:lnTo>
                  <a:pt x="2104071" y="226994"/>
                </a:lnTo>
                <a:lnTo>
                  <a:pt x="2106524" y="163794"/>
                </a:lnTo>
                <a:lnTo>
                  <a:pt x="2110613" y="228097"/>
                </a:lnTo>
                <a:lnTo>
                  <a:pt x="2113066" y="175422"/>
                </a:lnTo>
                <a:lnTo>
                  <a:pt x="2113884" y="198844"/>
                </a:lnTo>
                <a:lnTo>
                  <a:pt x="2114701" y="198996"/>
                </a:lnTo>
                <a:lnTo>
                  <a:pt x="2115519" y="194049"/>
                </a:lnTo>
                <a:lnTo>
                  <a:pt x="2116337" y="170209"/>
                </a:lnTo>
                <a:lnTo>
                  <a:pt x="2117155" y="196900"/>
                </a:lnTo>
                <a:lnTo>
                  <a:pt x="2117973" y="196375"/>
                </a:lnTo>
                <a:lnTo>
                  <a:pt x="2119608" y="218483"/>
                </a:lnTo>
                <a:lnTo>
                  <a:pt x="2120426" y="198417"/>
                </a:lnTo>
                <a:lnTo>
                  <a:pt x="2121243" y="195837"/>
                </a:lnTo>
                <a:lnTo>
                  <a:pt x="2122061" y="202508"/>
                </a:lnTo>
                <a:lnTo>
                  <a:pt x="2122879" y="210162"/>
                </a:lnTo>
                <a:lnTo>
                  <a:pt x="2123697" y="165319"/>
                </a:lnTo>
                <a:lnTo>
                  <a:pt x="2125332" y="181752"/>
                </a:lnTo>
                <a:lnTo>
                  <a:pt x="2126968" y="218706"/>
                </a:lnTo>
                <a:lnTo>
                  <a:pt x="2128603" y="217361"/>
                </a:lnTo>
                <a:lnTo>
                  <a:pt x="2129421" y="221071"/>
                </a:lnTo>
                <a:lnTo>
                  <a:pt x="2130239" y="173379"/>
                </a:lnTo>
                <a:lnTo>
                  <a:pt x="2132692" y="204816"/>
                </a:lnTo>
                <a:lnTo>
                  <a:pt x="2134327" y="242641"/>
                </a:lnTo>
                <a:lnTo>
                  <a:pt x="2135145" y="225553"/>
                </a:lnTo>
                <a:lnTo>
                  <a:pt x="2136781" y="193886"/>
                </a:lnTo>
                <a:lnTo>
                  <a:pt x="2137599" y="212942"/>
                </a:lnTo>
                <a:lnTo>
                  <a:pt x="2138416" y="236551"/>
                </a:lnTo>
                <a:lnTo>
                  <a:pt x="2139234" y="204594"/>
                </a:lnTo>
                <a:lnTo>
                  <a:pt x="2140052" y="172458"/>
                </a:lnTo>
                <a:lnTo>
                  <a:pt x="2140869" y="211386"/>
                </a:lnTo>
                <a:lnTo>
                  <a:pt x="2142505" y="245460"/>
                </a:lnTo>
                <a:lnTo>
                  <a:pt x="2143323" y="211083"/>
                </a:lnTo>
                <a:lnTo>
                  <a:pt x="2144141" y="234654"/>
                </a:lnTo>
                <a:lnTo>
                  <a:pt x="2147411" y="263252"/>
                </a:lnTo>
                <a:lnTo>
                  <a:pt x="2148229" y="262160"/>
                </a:lnTo>
                <a:lnTo>
                  <a:pt x="2149865" y="188286"/>
                </a:lnTo>
                <a:lnTo>
                  <a:pt x="2151500" y="231319"/>
                </a:lnTo>
                <a:lnTo>
                  <a:pt x="2152318" y="249820"/>
                </a:lnTo>
                <a:lnTo>
                  <a:pt x="2153953" y="249734"/>
                </a:lnTo>
                <a:lnTo>
                  <a:pt x="2155589" y="197919"/>
                </a:lnTo>
                <a:lnTo>
                  <a:pt x="2157225" y="237273"/>
                </a:lnTo>
                <a:lnTo>
                  <a:pt x="2158042" y="254751"/>
                </a:lnTo>
                <a:lnTo>
                  <a:pt x="2158860" y="217682"/>
                </a:lnTo>
                <a:lnTo>
                  <a:pt x="2159678" y="243083"/>
                </a:lnTo>
                <a:lnTo>
                  <a:pt x="2160495" y="223483"/>
                </a:lnTo>
                <a:lnTo>
                  <a:pt x="2162131" y="257677"/>
                </a:lnTo>
                <a:lnTo>
                  <a:pt x="2164584" y="235873"/>
                </a:lnTo>
                <a:lnTo>
                  <a:pt x="2165402" y="255761"/>
                </a:lnTo>
                <a:lnTo>
                  <a:pt x="2167037" y="270986"/>
                </a:lnTo>
                <a:lnTo>
                  <a:pt x="2169491" y="221350"/>
                </a:lnTo>
                <a:lnTo>
                  <a:pt x="2170309" y="247092"/>
                </a:lnTo>
                <a:lnTo>
                  <a:pt x="2171126" y="245656"/>
                </a:lnTo>
                <a:lnTo>
                  <a:pt x="2171944" y="212905"/>
                </a:lnTo>
                <a:lnTo>
                  <a:pt x="2173579" y="269382"/>
                </a:lnTo>
                <a:lnTo>
                  <a:pt x="2176033" y="238237"/>
                </a:lnTo>
                <a:lnTo>
                  <a:pt x="2176851" y="215607"/>
                </a:lnTo>
                <a:lnTo>
                  <a:pt x="2177668" y="253025"/>
                </a:lnTo>
                <a:lnTo>
                  <a:pt x="2179304" y="293410"/>
                </a:lnTo>
                <a:lnTo>
                  <a:pt x="2180121" y="248815"/>
                </a:lnTo>
                <a:lnTo>
                  <a:pt x="2180939" y="261375"/>
                </a:lnTo>
                <a:lnTo>
                  <a:pt x="2183393" y="291695"/>
                </a:lnTo>
                <a:lnTo>
                  <a:pt x="2184210" y="285499"/>
                </a:lnTo>
                <a:lnTo>
                  <a:pt x="2185846" y="269556"/>
                </a:lnTo>
                <a:lnTo>
                  <a:pt x="2187481" y="300486"/>
                </a:lnTo>
                <a:lnTo>
                  <a:pt x="2188299" y="266998"/>
                </a:lnTo>
                <a:lnTo>
                  <a:pt x="2190752" y="242924"/>
                </a:lnTo>
                <a:lnTo>
                  <a:pt x="2194841" y="307031"/>
                </a:lnTo>
                <a:lnTo>
                  <a:pt x="2196476" y="252794"/>
                </a:lnTo>
                <a:lnTo>
                  <a:pt x="2198112" y="272036"/>
                </a:lnTo>
                <a:lnTo>
                  <a:pt x="2199748" y="298512"/>
                </a:lnTo>
                <a:lnTo>
                  <a:pt x="2200565" y="267548"/>
                </a:lnTo>
                <a:lnTo>
                  <a:pt x="2201383" y="252134"/>
                </a:lnTo>
                <a:lnTo>
                  <a:pt x="2202201" y="268851"/>
                </a:lnTo>
                <a:lnTo>
                  <a:pt x="2203018" y="258517"/>
                </a:lnTo>
                <a:lnTo>
                  <a:pt x="2203836" y="269272"/>
                </a:lnTo>
                <a:lnTo>
                  <a:pt x="2204654" y="257012"/>
                </a:lnTo>
                <a:lnTo>
                  <a:pt x="2205472" y="259572"/>
                </a:lnTo>
                <a:lnTo>
                  <a:pt x="2206290" y="254540"/>
                </a:lnTo>
                <a:lnTo>
                  <a:pt x="2207107" y="268455"/>
                </a:lnTo>
                <a:lnTo>
                  <a:pt x="2209560" y="246900"/>
                </a:lnTo>
                <a:lnTo>
                  <a:pt x="2210378" y="250569"/>
                </a:lnTo>
                <a:lnTo>
                  <a:pt x="2211196" y="272226"/>
                </a:lnTo>
                <a:lnTo>
                  <a:pt x="2213649" y="270658"/>
                </a:lnTo>
                <a:lnTo>
                  <a:pt x="2215285" y="240369"/>
                </a:lnTo>
                <a:lnTo>
                  <a:pt x="2216102" y="274701"/>
                </a:lnTo>
                <a:lnTo>
                  <a:pt x="2217738" y="242117"/>
                </a:lnTo>
                <a:lnTo>
                  <a:pt x="2221827" y="285107"/>
                </a:lnTo>
                <a:lnTo>
                  <a:pt x="2227551" y="221830"/>
                </a:lnTo>
                <a:lnTo>
                  <a:pt x="2230822" y="281617"/>
                </a:lnTo>
                <a:lnTo>
                  <a:pt x="2231640" y="240094"/>
                </a:lnTo>
                <a:lnTo>
                  <a:pt x="2234093" y="263922"/>
                </a:lnTo>
                <a:lnTo>
                  <a:pt x="2235728" y="270447"/>
                </a:lnTo>
                <a:lnTo>
                  <a:pt x="2237364" y="238268"/>
                </a:lnTo>
                <a:lnTo>
                  <a:pt x="2239000" y="284365"/>
                </a:lnTo>
                <a:lnTo>
                  <a:pt x="2239817" y="267550"/>
                </a:lnTo>
                <a:lnTo>
                  <a:pt x="2242270" y="223382"/>
                </a:lnTo>
                <a:lnTo>
                  <a:pt x="2243088" y="234157"/>
                </a:lnTo>
                <a:lnTo>
                  <a:pt x="2244724" y="270857"/>
                </a:lnTo>
                <a:lnTo>
                  <a:pt x="2245542" y="237495"/>
                </a:lnTo>
                <a:lnTo>
                  <a:pt x="2247995" y="222802"/>
                </a:lnTo>
                <a:lnTo>
                  <a:pt x="2248812" y="224434"/>
                </a:lnTo>
                <a:lnTo>
                  <a:pt x="2250448" y="267265"/>
                </a:lnTo>
                <a:lnTo>
                  <a:pt x="2252084" y="252630"/>
                </a:lnTo>
                <a:lnTo>
                  <a:pt x="2252901" y="255393"/>
                </a:lnTo>
                <a:lnTo>
                  <a:pt x="2253719" y="232207"/>
                </a:lnTo>
                <a:lnTo>
                  <a:pt x="2256172" y="247705"/>
                </a:lnTo>
                <a:lnTo>
                  <a:pt x="2256990" y="261663"/>
                </a:lnTo>
                <a:lnTo>
                  <a:pt x="2257808" y="245195"/>
                </a:lnTo>
                <a:lnTo>
                  <a:pt x="2258626" y="232453"/>
                </a:lnTo>
                <a:lnTo>
                  <a:pt x="2259443" y="270858"/>
                </a:lnTo>
                <a:lnTo>
                  <a:pt x="2261079" y="253237"/>
                </a:lnTo>
                <a:lnTo>
                  <a:pt x="2264350" y="215127"/>
                </a:lnTo>
                <a:lnTo>
                  <a:pt x="2270074" y="253009"/>
                </a:lnTo>
                <a:lnTo>
                  <a:pt x="2270892" y="241223"/>
                </a:lnTo>
                <a:lnTo>
                  <a:pt x="2272527" y="256613"/>
                </a:lnTo>
                <a:lnTo>
                  <a:pt x="2274981" y="209429"/>
                </a:lnTo>
                <a:lnTo>
                  <a:pt x="2276616" y="237444"/>
                </a:lnTo>
                <a:lnTo>
                  <a:pt x="2277434" y="235848"/>
                </a:lnTo>
                <a:lnTo>
                  <a:pt x="2279887" y="199175"/>
                </a:lnTo>
                <a:lnTo>
                  <a:pt x="2279069" y="236268"/>
                </a:lnTo>
                <a:lnTo>
                  <a:pt x="2280705" y="207275"/>
                </a:lnTo>
                <a:lnTo>
                  <a:pt x="2281523" y="233627"/>
                </a:lnTo>
                <a:lnTo>
                  <a:pt x="2282340" y="204043"/>
                </a:lnTo>
                <a:lnTo>
                  <a:pt x="2283976" y="214595"/>
                </a:lnTo>
                <a:lnTo>
                  <a:pt x="2286429" y="224041"/>
                </a:lnTo>
                <a:lnTo>
                  <a:pt x="2285611" y="211301"/>
                </a:lnTo>
                <a:lnTo>
                  <a:pt x="2287247" y="214526"/>
                </a:lnTo>
                <a:lnTo>
                  <a:pt x="2289700" y="240456"/>
                </a:lnTo>
                <a:lnTo>
                  <a:pt x="2290518" y="217912"/>
                </a:lnTo>
              </a:path>
            </a:pathLst>
          </a:custGeom>
          <a:noFill/>
          <a:ln w="2208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Editable path 100"/>
          <p:cNvSpPr/>
          <p:nvPr/>
        </p:nvSpPr>
        <p:spPr>
          <a:xfrm>
            <a:off x="7017086" y="3421934"/>
            <a:ext cx="2290518" cy="415790"/>
          </a:xfrm>
          <a:custGeom>
            <a:avLst/>
            <a:gdLst/>
            <a:ahLst/>
            <a:cxnLst/>
            <a:rect l="l" t="t" r="r" b="b"/>
            <a:pathLst>
              <a:path w="2290518" h="415790">
                <a:moveTo>
                  <a:pt x="0" y="185879"/>
                </a:moveTo>
                <a:lnTo>
                  <a:pt x="24532" y="179766"/>
                </a:lnTo>
                <a:lnTo>
                  <a:pt x="26985" y="178343"/>
                </a:lnTo>
                <a:lnTo>
                  <a:pt x="27804" y="178787"/>
                </a:lnTo>
                <a:lnTo>
                  <a:pt x="29439" y="179010"/>
                </a:lnTo>
                <a:lnTo>
                  <a:pt x="30257" y="177554"/>
                </a:lnTo>
                <a:lnTo>
                  <a:pt x="38434" y="175888"/>
                </a:lnTo>
                <a:lnTo>
                  <a:pt x="40888" y="170923"/>
                </a:lnTo>
                <a:lnTo>
                  <a:pt x="41705" y="176024"/>
                </a:lnTo>
                <a:lnTo>
                  <a:pt x="44158" y="172601"/>
                </a:lnTo>
                <a:lnTo>
                  <a:pt x="53154" y="172760"/>
                </a:lnTo>
                <a:lnTo>
                  <a:pt x="56425" y="171751"/>
                </a:lnTo>
                <a:lnTo>
                  <a:pt x="60514" y="172859"/>
                </a:lnTo>
                <a:lnTo>
                  <a:pt x="66238" y="168267"/>
                </a:lnTo>
                <a:lnTo>
                  <a:pt x="67873" y="165489"/>
                </a:lnTo>
                <a:lnTo>
                  <a:pt x="68691" y="168679"/>
                </a:lnTo>
                <a:lnTo>
                  <a:pt x="76051" y="167003"/>
                </a:lnTo>
                <a:lnTo>
                  <a:pt x="76868" y="164202"/>
                </a:lnTo>
                <a:lnTo>
                  <a:pt x="78504" y="166260"/>
                </a:lnTo>
                <a:lnTo>
                  <a:pt x="79322" y="168300"/>
                </a:lnTo>
                <a:lnTo>
                  <a:pt x="81775" y="166826"/>
                </a:lnTo>
                <a:lnTo>
                  <a:pt x="87499" y="162418"/>
                </a:lnTo>
                <a:lnTo>
                  <a:pt x="88317" y="165726"/>
                </a:lnTo>
                <a:lnTo>
                  <a:pt x="90770" y="163042"/>
                </a:lnTo>
                <a:lnTo>
                  <a:pt x="100583" y="163046"/>
                </a:lnTo>
                <a:lnTo>
                  <a:pt x="101401" y="165115"/>
                </a:lnTo>
                <a:lnTo>
                  <a:pt x="103037" y="161006"/>
                </a:lnTo>
                <a:lnTo>
                  <a:pt x="103854" y="163777"/>
                </a:lnTo>
                <a:lnTo>
                  <a:pt x="105490" y="157704"/>
                </a:lnTo>
                <a:lnTo>
                  <a:pt x="107943" y="158865"/>
                </a:lnTo>
                <a:lnTo>
                  <a:pt x="108761" y="159441"/>
                </a:lnTo>
                <a:lnTo>
                  <a:pt x="112032" y="163991"/>
                </a:lnTo>
                <a:lnTo>
                  <a:pt x="115302" y="161290"/>
                </a:lnTo>
                <a:lnTo>
                  <a:pt x="118574" y="164856"/>
                </a:lnTo>
                <a:lnTo>
                  <a:pt x="121844" y="158965"/>
                </a:lnTo>
                <a:lnTo>
                  <a:pt x="122663" y="160379"/>
                </a:lnTo>
                <a:lnTo>
                  <a:pt x="134929" y="159670"/>
                </a:lnTo>
                <a:lnTo>
                  <a:pt x="139017" y="159336"/>
                </a:lnTo>
                <a:lnTo>
                  <a:pt x="140653" y="162811"/>
                </a:lnTo>
                <a:lnTo>
                  <a:pt x="141471" y="159728"/>
                </a:lnTo>
                <a:lnTo>
                  <a:pt x="152101" y="156955"/>
                </a:lnTo>
                <a:lnTo>
                  <a:pt x="161097" y="156477"/>
                </a:lnTo>
                <a:lnTo>
                  <a:pt x="161914" y="158538"/>
                </a:lnTo>
                <a:lnTo>
                  <a:pt x="162732" y="154469"/>
                </a:lnTo>
                <a:lnTo>
                  <a:pt x="168456" y="154299"/>
                </a:lnTo>
                <a:lnTo>
                  <a:pt x="173363" y="156644"/>
                </a:lnTo>
                <a:lnTo>
                  <a:pt x="176634" y="155313"/>
                </a:lnTo>
                <a:lnTo>
                  <a:pt x="180723" y="154829"/>
                </a:lnTo>
                <a:lnTo>
                  <a:pt x="185629" y="151402"/>
                </a:lnTo>
                <a:lnTo>
                  <a:pt x="186447" y="152478"/>
                </a:lnTo>
                <a:lnTo>
                  <a:pt x="189718" y="153637"/>
                </a:lnTo>
                <a:lnTo>
                  <a:pt x="197077" y="152201"/>
                </a:lnTo>
                <a:lnTo>
                  <a:pt x="202802" y="150635"/>
                </a:lnTo>
                <a:lnTo>
                  <a:pt x="210980" y="152129"/>
                </a:lnTo>
                <a:lnTo>
                  <a:pt x="214250" y="146676"/>
                </a:lnTo>
                <a:lnTo>
                  <a:pt x="215068" y="147653"/>
                </a:lnTo>
                <a:lnTo>
                  <a:pt x="221610" y="149254"/>
                </a:lnTo>
                <a:lnTo>
                  <a:pt x="227334" y="147901"/>
                </a:lnTo>
                <a:lnTo>
                  <a:pt x="232241" y="147295"/>
                </a:lnTo>
                <a:lnTo>
                  <a:pt x="238783" y="146204"/>
                </a:lnTo>
                <a:lnTo>
                  <a:pt x="240418" y="145444"/>
                </a:lnTo>
                <a:lnTo>
                  <a:pt x="241236" y="147054"/>
                </a:lnTo>
                <a:lnTo>
                  <a:pt x="245325" y="146555"/>
                </a:lnTo>
                <a:lnTo>
                  <a:pt x="248596" y="145925"/>
                </a:lnTo>
                <a:lnTo>
                  <a:pt x="252685" y="146736"/>
                </a:lnTo>
                <a:lnTo>
                  <a:pt x="253502" y="147055"/>
                </a:lnTo>
                <a:lnTo>
                  <a:pt x="254320" y="144899"/>
                </a:lnTo>
                <a:lnTo>
                  <a:pt x="259227" y="143721"/>
                </a:lnTo>
                <a:lnTo>
                  <a:pt x="260862" y="146155"/>
                </a:lnTo>
                <a:lnTo>
                  <a:pt x="262498" y="144753"/>
                </a:lnTo>
                <a:lnTo>
                  <a:pt x="267404" y="142837"/>
                </a:lnTo>
                <a:lnTo>
                  <a:pt x="270675" y="143677"/>
                </a:lnTo>
                <a:lnTo>
                  <a:pt x="287030" y="143788"/>
                </a:lnTo>
                <a:lnTo>
                  <a:pt x="288666" y="140775"/>
                </a:lnTo>
                <a:lnTo>
                  <a:pt x="289483" y="143024"/>
                </a:lnTo>
                <a:lnTo>
                  <a:pt x="291119" y="143648"/>
                </a:lnTo>
                <a:lnTo>
                  <a:pt x="291937" y="140621"/>
                </a:lnTo>
                <a:lnTo>
                  <a:pt x="294390" y="141534"/>
                </a:lnTo>
                <a:lnTo>
                  <a:pt x="297661" y="143366"/>
                </a:lnTo>
                <a:lnTo>
                  <a:pt x="300114" y="138426"/>
                </a:lnTo>
                <a:lnTo>
                  <a:pt x="301750" y="139320"/>
                </a:lnTo>
                <a:lnTo>
                  <a:pt x="305839" y="138464"/>
                </a:lnTo>
                <a:lnTo>
                  <a:pt x="314834" y="136796"/>
                </a:lnTo>
                <a:lnTo>
                  <a:pt x="318105" y="137093"/>
                </a:lnTo>
                <a:lnTo>
                  <a:pt x="326282" y="135739"/>
                </a:lnTo>
                <a:lnTo>
                  <a:pt x="331189" y="137524"/>
                </a:lnTo>
                <a:lnTo>
                  <a:pt x="335277" y="138047"/>
                </a:lnTo>
                <a:lnTo>
                  <a:pt x="340184" y="136885"/>
                </a:lnTo>
                <a:lnTo>
                  <a:pt x="344273" y="137901"/>
                </a:lnTo>
                <a:lnTo>
                  <a:pt x="346726" y="137498"/>
                </a:lnTo>
                <a:lnTo>
                  <a:pt x="349997" y="135731"/>
                </a:lnTo>
                <a:lnTo>
                  <a:pt x="352450" y="138138"/>
                </a:lnTo>
                <a:lnTo>
                  <a:pt x="354086" y="136494"/>
                </a:lnTo>
                <a:lnTo>
                  <a:pt x="355721" y="135059"/>
                </a:lnTo>
                <a:lnTo>
                  <a:pt x="357357" y="138134"/>
                </a:lnTo>
                <a:lnTo>
                  <a:pt x="359810" y="135895"/>
                </a:lnTo>
                <a:lnTo>
                  <a:pt x="361446" y="135154"/>
                </a:lnTo>
                <a:lnTo>
                  <a:pt x="362263" y="136234"/>
                </a:lnTo>
                <a:lnTo>
                  <a:pt x="365534" y="139461"/>
                </a:lnTo>
                <a:lnTo>
                  <a:pt x="366352" y="136325"/>
                </a:lnTo>
                <a:lnTo>
                  <a:pt x="370441" y="135420"/>
                </a:lnTo>
                <a:lnTo>
                  <a:pt x="374530" y="137681"/>
                </a:lnTo>
                <a:lnTo>
                  <a:pt x="375347" y="136341"/>
                </a:lnTo>
                <a:lnTo>
                  <a:pt x="376983" y="136244"/>
                </a:lnTo>
                <a:lnTo>
                  <a:pt x="377800" y="137567"/>
                </a:lnTo>
                <a:lnTo>
                  <a:pt x="383525" y="137770"/>
                </a:lnTo>
                <a:lnTo>
                  <a:pt x="390067" y="136637"/>
                </a:lnTo>
                <a:lnTo>
                  <a:pt x="394156" y="138112"/>
                </a:lnTo>
                <a:lnTo>
                  <a:pt x="399062" y="138815"/>
                </a:lnTo>
                <a:lnTo>
                  <a:pt x="401515" y="137602"/>
                </a:lnTo>
                <a:lnTo>
                  <a:pt x="402333" y="139492"/>
                </a:lnTo>
                <a:lnTo>
                  <a:pt x="408057" y="138468"/>
                </a:lnTo>
                <a:lnTo>
                  <a:pt x="414599" y="138208"/>
                </a:lnTo>
                <a:lnTo>
                  <a:pt x="427683" y="141568"/>
                </a:lnTo>
                <a:lnTo>
                  <a:pt x="431772" y="143635"/>
                </a:lnTo>
                <a:lnTo>
                  <a:pt x="432590" y="142148"/>
                </a:lnTo>
                <a:lnTo>
                  <a:pt x="434225" y="141496"/>
                </a:lnTo>
                <a:lnTo>
                  <a:pt x="435043" y="143168"/>
                </a:lnTo>
                <a:lnTo>
                  <a:pt x="454669" y="143132"/>
                </a:lnTo>
                <a:lnTo>
                  <a:pt x="456305" y="144337"/>
                </a:lnTo>
                <a:lnTo>
                  <a:pt x="457122" y="141693"/>
                </a:lnTo>
                <a:lnTo>
                  <a:pt x="457940" y="141077"/>
                </a:lnTo>
                <a:lnTo>
                  <a:pt x="459575" y="143471"/>
                </a:lnTo>
                <a:lnTo>
                  <a:pt x="462029" y="142648"/>
                </a:lnTo>
                <a:lnTo>
                  <a:pt x="463664" y="141953"/>
                </a:lnTo>
                <a:lnTo>
                  <a:pt x="464482" y="144195"/>
                </a:lnTo>
                <a:lnTo>
                  <a:pt x="496374" y="146508"/>
                </a:lnTo>
                <a:lnTo>
                  <a:pt x="497192" y="144435"/>
                </a:lnTo>
                <a:lnTo>
                  <a:pt x="499645" y="145559"/>
                </a:lnTo>
                <a:lnTo>
                  <a:pt x="503734" y="146201"/>
                </a:lnTo>
                <a:lnTo>
                  <a:pt x="508640" y="144112"/>
                </a:lnTo>
                <a:lnTo>
                  <a:pt x="512729" y="149552"/>
                </a:lnTo>
                <a:lnTo>
                  <a:pt x="515182" y="150538"/>
                </a:lnTo>
                <a:lnTo>
                  <a:pt x="516000" y="149043"/>
                </a:lnTo>
                <a:lnTo>
                  <a:pt x="518454" y="146049"/>
                </a:lnTo>
                <a:lnTo>
                  <a:pt x="520089" y="147245"/>
                </a:lnTo>
                <a:lnTo>
                  <a:pt x="526631" y="148606"/>
                </a:lnTo>
                <a:lnTo>
                  <a:pt x="536444" y="146575"/>
                </a:lnTo>
                <a:lnTo>
                  <a:pt x="539715" y="146493"/>
                </a:lnTo>
                <a:lnTo>
                  <a:pt x="542168" y="147402"/>
                </a:lnTo>
                <a:lnTo>
                  <a:pt x="547075" y="147989"/>
                </a:lnTo>
                <a:lnTo>
                  <a:pt x="551164" y="145843"/>
                </a:lnTo>
                <a:lnTo>
                  <a:pt x="586327" y="144745"/>
                </a:lnTo>
                <a:lnTo>
                  <a:pt x="592051" y="143186"/>
                </a:lnTo>
                <a:lnTo>
                  <a:pt x="596140" y="144757"/>
                </a:lnTo>
                <a:lnTo>
                  <a:pt x="599411" y="144232"/>
                </a:lnTo>
                <a:lnTo>
                  <a:pt x="603499" y="146656"/>
                </a:lnTo>
                <a:lnTo>
                  <a:pt x="609224" y="146475"/>
                </a:lnTo>
                <a:lnTo>
                  <a:pt x="623943" y="149447"/>
                </a:lnTo>
                <a:lnTo>
                  <a:pt x="628850" y="149213"/>
                </a:lnTo>
                <a:lnTo>
                  <a:pt x="633756" y="152316"/>
                </a:lnTo>
                <a:lnTo>
                  <a:pt x="637027" y="152328"/>
                </a:lnTo>
                <a:lnTo>
                  <a:pt x="658289" y="154814"/>
                </a:lnTo>
                <a:lnTo>
                  <a:pt x="660742" y="154175"/>
                </a:lnTo>
                <a:lnTo>
                  <a:pt x="664831" y="156441"/>
                </a:lnTo>
                <a:lnTo>
                  <a:pt x="671373" y="157641"/>
                </a:lnTo>
                <a:lnTo>
                  <a:pt x="682821" y="157492"/>
                </a:lnTo>
                <a:lnTo>
                  <a:pt x="683639" y="158947"/>
                </a:lnTo>
                <a:lnTo>
                  <a:pt x="686092" y="157344"/>
                </a:lnTo>
                <a:lnTo>
                  <a:pt x="690999" y="156759"/>
                </a:lnTo>
                <a:lnTo>
                  <a:pt x="695088" y="155774"/>
                </a:lnTo>
                <a:lnTo>
                  <a:pt x="696723" y="157526"/>
                </a:lnTo>
                <a:lnTo>
                  <a:pt x="698358" y="155828"/>
                </a:lnTo>
                <a:lnTo>
                  <a:pt x="701630" y="152132"/>
                </a:lnTo>
                <a:lnTo>
                  <a:pt x="703265" y="153164"/>
                </a:lnTo>
                <a:lnTo>
                  <a:pt x="723709" y="143182"/>
                </a:lnTo>
                <a:lnTo>
                  <a:pt x="728615" y="142380"/>
                </a:lnTo>
                <a:lnTo>
                  <a:pt x="779316" y="138172"/>
                </a:lnTo>
                <a:lnTo>
                  <a:pt x="789128" y="132988"/>
                </a:lnTo>
                <a:lnTo>
                  <a:pt x="803848" y="146160"/>
                </a:lnTo>
                <a:lnTo>
                  <a:pt x="842282" y="158351"/>
                </a:lnTo>
                <a:lnTo>
                  <a:pt x="843918" y="158154"/>
                </a:lnTo>
                <a:lnTo>
                  <a:pt x="848007" y="161376"/>
                </a:lnTo>
                <a:lnTo>
                  <a:pt x="852096" y="162552"/>
                </a:lnTo>
                <a:lnTo>
                  <a:pt x="853731" y="164915"/>
                </a:lnTo>
                <a:lnTo>
                  <a:pt x="855366" y="163967"/>
                </a:lnTo>
                <a:lnTo>
                  <a:pt x="893801" y="173195"/>
                </a:lnTo>
                <a:lnTo>
                  <a:pt x="897890" y="178284"/>
                </a:lnTo>
                <a:lnTo>
                  <a:pt x="898707" y="181591"/>
                </a:lnTo>
                <a:lnTo>
                  <a:pt x="899525" y="177208"/>
                </a:lnTo>
                <a:lnTo>
                  <a:pt x="900343" y="178212"/>
                </a:lnTo>
                <a:lnTo>
                  <a:pt x="901160" y="177238"/>
                </a:lnTo>
                <a:lnTo>
                  <a:pt x="901978" y="178393"/>
                </a:lnTo>
                <a:lnTo>
                  <a:pt x="906885" y="185553"/>
                </a:lnTo>
                <a:lnTo>
                  <a:pt x="908520" y="183469"/>
                </a:lnTo>
                <a:lnTo>
                  <a:pt x="910156" y="184933"/>
                </a:lnTo>
                <a:lnTo>
                  <a:pt x="913427" y="186214"/>
                </a:lnTo>
                <a:lnTo>
                  <a:pt x="922422" y="190724"/>
                </a:lnTo>
                <a:lnTo>
                  <a:pt x="927328" y="192966"/>
                </a:lnTo>
                <a:lnTo>
                  <a:pt x="942048" y="195557"/>
                </a:lnTo>
                <a:lnTo>
                  <a:pt x="946955" y="197958"/>
                </a:lnTo>
                <a:lnTo>
                  <a:pt x="987024" y="204890"/>
                </a:lnTo>
                <a:lnTo>
                  <a:pt x="987842" y="206833"/>
                </a:lnTo>
                <a:lnTo>
                  <a:pt x="990295" y="204777"/>
                </a:lnTo>
                <a:lnTo>
                  <a:pt x="991113" y="203483"/>
                </a:lnTo>
                <a:lnTo>
                  <a:pt x="992749" y="204877"/>
                </a:lnTo>
                <a:lnTo>
                  <a:pt x="995202" y="205477"/>
                </a:lnTo>
                <a:lnTo>
                  <a:pt x="998473" y="203821"/>
                </a:lnTo>
                <a:lnTo>
                  <a:pt x="1031183" y="201593"/>
                </a:lnTo>
                <a:lnTo>
                  <a:pt x="1037725" y="198412"/>
                </a:lnTo>
                <a:lnTo>
                  <a:pt x="1042631" y="197467"/>
                </a:lnTo>
                <a:lnTo>
                  <a:pt x="1069617" y="196195"/>
                </a:lnTo>
                <a:lnTo>
                  <a:pt x="1103963" y="170552"/>
                </a:lnTo>
                <a:lnTo>
                  <a:pt x="1139126" y="136959"/>
                </a:lnTo>
                <a:lnTo>
                  <a:pt x="1156299" y="121861"/>
                </a:lnTo>
                <a:lnTo>
                  <a:pt x="1158752" y="120323"/>
                </a:lnTo>
                <a:lnTo>
                  <a:pt x="1160387" y="122848"/>
                </a:lnTo>
                <a:lnTo>
                  <a:pt x="1167747" y="122365"/>
                </a:lnTo>
                <a:lnTo>
                  <a:pt x="1173471" y="120639"/>
                </a:lnTo>
                <a:lnTo>
                  <a:pt x="1174289" y="116943"/>
                </a:lnTo>
                <a:lnTo>
                  <a:pt x="1175107" y="121706"/>
                </a:lnTo>
                <a:lnTo>
                  <a:pt x="1175924" y="120213"/>
                </a:lnTo>
                <a:lnTo>
                  <a:pt x="1196368" y="138878"/>
                </a:lnTo>
                <a:lnTo>
                  <a:pt x="1219265" y="167639"/>
                </a:lnTo>
                <a:lnTo>
                  <a:pt x="1226625" y="183453"/>
                </a:lnTo>
                <a:lnTo>
                  <a:pt x="1229896" y="183417"/>
                </a:lnTo>
                <a:lnTo>
                  <a:pt x="1236438" y="191921"/>
                </a:lnTo>
                <a:lnTo>
                  <a:pt x="1237256" y="190686"/>
                </a:lnTo>
                <a:lnTo>
                  <a:pt x="1238074" y="194182"/>
                </a:lnTo>
                <a:lnTo>
                  <a:pt x="1238891" y="191951"/>
                </a:lnTo>
                <a:lnTo>
                  <a:pt x="1239709" y="194312"/>
                </a:lnTo>
                <a:lnTo>
                  <a:pt x="1241344" y="193301"/>
                </a:lnTo>
                <a:lnTo>
                  <a:pt x="1242162" y="189714"/>
                </a:lnTo>
                <a:lnTo>
                  <a:pt x="1242980" y="195283"/>
                </a:lnTo>
                <a:lnTo>
                  <a:pt x="1244616" y="191184"/>
                </a:lnTo>
                <a:lnTo>
                  <a:pt x="1247069" y="199313"/>
                </a:lnTo>
                <a:lnTo>
                  <a:pt x="1248704" y="197021"/>
                </a:lnTo>
                <a:lnTo>
                  <a:pt x="1249522" y="197124"/>
                </a:lnTo>
                <a:lnTo>
                  <a:pt x="1251158" y="193039"/>
                </a:lnTo>
                <a:lnTo>
                  <a:pt x="1252793" y="194479"/>
                </a:lnTo>
                <a:lnTo>
                  <a:pt x="1255246" y="201836"/>
                </a:lnTo>
                <a:lnTo>
                  <a:pt x="1256064" y="201399"/>
                </a:lnTo>
                <a:lnTo>
                  <a:pt x="1256882" y="201798"/>
                </a:lnTo>
                <a:lnTo>
                  <a:pt x="1259335" y="200540"/>
                </a:lnTo>
                <a:lnTo>
                  <a:pt x="1260153" y="206718"/>
                </a:lnTo>
                <a:lnTo>
                  <a:pt x="1260970" y="202116"/>
                </a:lnTo>
                <a:lnTo>
                  <a:pt x="1262606" y="205626"/>
                </a:lnTo>
                <a:lnTo>
                  <a:pt x="1267512" y="212655"/>
                </a:lnTo>
                <a:lnTo>
                  <a:pt x="1268330" y="209546"/>
                </a:lnTo>
                <a:lnTo>
                  <a:pt x="1269148" y="209893"/>
                </a:lnTo>
                <a:lnTo>
                  <a:pt x="1270783" y="218654"/>
                </a:lnTo>
                <a:lnTo>
                  <a:pt x="1272419" y="214720"/>
                </a:lnTo>
                <a:lnTo>
                  <a:pt x="1280597" y="226111"/>
                </a:lnTo>
                <a:lnTo>
                  <a:pt x="1281414" y="219370"/>
                </a:lnTo>
                <a:lnTo>
                  <a:pt x="1282232" y="227388"/>
                </a:lnTo>
                <a:lnTo>
                  <a:pt x="1283867" y="223107"/>
                </a:lnTo>
                <a:lnTo>
                  <a:pt x="1287139" y="219950"/>
                </a:lnTo>
                <a:lnTo>
                  <a:pt x="1287956" y="220682"/>
                </a:lnTo>
                <a:lnTo>
                  <a:pt x="1290409" y="222211"/>
                </a:lnTo>
                <a:lnTo>
                  <a:pt x="1289592" y="217901"/>
                </a:lnTo>
                <a:lnTo>
                  <a:pt x="1291227" y="220532"/>
                </a:lnTo>
                <a:lnTo>
                  <a:pt x="1297769" y="223864"/>
                </a:lnTo>
                <a:lnTo>
                  <a:pt x="1301040" y="215987"/>
                </a:lnTo>
                <a:lnTo>
                  <a:pt x="1302676" y="220912"/>
                </a:lnTo>
                <a:lnTo>
                  <a:pt x="1303493" y="217740"/>
                </a:lnTo>
                <a:lnTo>
                  <a:pt x="1305129" y="213932"/>
                </a:lnTo>
                <a:lnTo>
                  <a:pt x="1305947" y="218977"/>
                </a:lnTo>
                <a:lnTo>
                  <a:pt x="1306765" y="220413"/>
                </a:lnTo>
                <a:lnTo>
                  <a:pt x="1307582" y="218064"/>
                </a:lnTo>
                <a:lnTo>
                  <a:pt x="1309218" y="211026"/>
                </a:lnTo>
                <a:lnTo>
                  <a:pt x="1310035" y="218288"/>
                </a:lnTo>
                <a:lnTo>
                  <a:pt x="1310853" y="218713"/>
                </a:lnTo>
                <a:lnTo>
                  <a:pt x="1311671" y="211312"/>
                </a:lnTo>
                <a:lnTo>
                  <a:pt x="1312489" y="226331"/>
                </a:lnTo>
                <a:lnTo>
                  <a:pt x="1314124" y="223807"/>
                </a:lnTo>
                <a:lnTo>
                  <a:pt x="1314942" y="227925"/>
                </a:lnTo>
                <a:lnTo>
                  <a:pt x="1315760" y="219317"/>
                </a:lnTo>
                <a:lnTo>
                  <a:pt x="1318213" y="224573"/>
                </a:lnTo>
                <a:lnTo>
                  <a:pt x="1321484" y="225704"/>
                </a:lnTo>
                <a:lnTo>
                  <a:pt x="1323937" y="219180"/>
                </a:lnTo>
                <a:lnTo>
                  <a:pt x="1324755" y="220775"/>
                </a:lnTo>
                <a:lnTo>
                  <a:pt x="1325573" y="224853"/>
                </a:lnTo>
                <a:lnTo>
                  <a:pt x="1326391" y="221084"/>
                </a:lnTo>
                <a:lnTo>
                  <a:pt x="1327208" y="212093"/>
                </a:lnTo>
                <a:lnTo>
                  <a:pt x="1328026" y="225594"/>
                </a:lnTo>
                <a:lnTo>
                  <a:pt x="1328844" y="225430"/>
                </a:lnTo>
                <a:lnTo>
                  <a:pt x="1332933" y="221577"/>
                </a:lnTo>
                <a:lnTo>
                  <a:pt x="1330479" y="227404"/>
                </a:lnTo>
                <a:lnTo>
                  <a:pt x="1333750" y="223708"/>
                </a:lnTo>
                <a:lnTo>
                  <a:pt x="1337839" y="228544"/>
                </a:lnTo>
                <a:lnTo>
                  <a:pt x="1338657" y="228602"/>
                </a:lnTo>
                <a:lnTo>
                  <a:pt x="1339475" y="222456"/>
                </a:lnTo>
                <a:lnTo>
                  <a:pt x="1341928" y="224940"/>
                </a:lnTo>
                <a:lnTo>
                  <a:pt x="1344381" y="226842"/>
                </a:lnTo>
                <a:lnTo>
                  <a:pt x="1346016" y="222082"/>
                </a:lnTo>
                <a:lnTo>
                  <a:pt x="1346834" y="224653"/>
                </a:lnTo>
                <a:lnTo>
                  <a:pt x="1350923" y="239102"/>
                </a:lnTo>
                <a:lnTo>
                  <a:pt x="1351741" y="237082"/>
                </a:lnTo>
                <a:lnTo>
                  <a:pt x="1353376" y="238768"/>
                </a:lnTo>
                <a:lnTo>
                  <a:pt x="1355012" y="236539"/>
                </a:lnTo>
                <a:lnTo>
                  <a:pt x="1355830" y="245402"/>
                </a:lnTo>
                <a:lnTo>
                  <a:pt x="1358283" y="240573"/>
                </a:lnTo>
                <a:lnTo>
                  <a:pt x="1362372" y="247364"/>
                </a:lnTo>
                <a:lnTo>
                  <a:pt x="1363189" y="255248"/>
                </a:lnTo>
                <a:lnTo>
                  <a:pt x="1364825" y="244333"/>
                </a:lnTo>
                <a:lnTo>
                  <a:pt x="1371367" y="264407"/>
                </a:lnTo>
                <a:lnTo>
                  <a:pt x="1374638" y="249697"/>
                </a:lnTo>
                <a:lnTo>
                  <a:pt x="1375456" y="263097"/>
                </a:lnTo>
                <a:lnTo>
                  <a:pt x="1377909" y="260177"/>
                </a:lnTo>
                <a:lnTo>
                  <a:pt x="1380362" y="259912"/>
                </a:lnTo>
                <a:lnTo>
                  <a:pt x="1386086" y="279268"/>
                </a:lnTo>
                <a:lnTo>
                  <a:pt x="1388540" y="270235"/>
                </a:lnTo>
                <a:lnTo>
                  <a:pt x="1389357" y="274027"/>
                </a:lnTo>
                <a:lnTo>
                  <a:pt x="1390175" y="275872"/>
                </a:lnTo>
                <a:lnTo>
                  <a:pt x="1390993" y="273989"/>
                </a:lnTo>
                <a:lnTo>
                  <a:pt x="1391810" y="267484"/>
                </a:lnTo>
                <a:lnTo>
                  <a:pt x="1393446" y="271517"/>
                </a:lnTo>
                <a:lnTo>
                  <a:pt x="1397535" y="280787"/>
                </a:lnTo>
                <a:lnTo>
                  <a:pt x="1398352" y="277897"/>
                </a:lnTo>
                <a:lnTo>
                  <a:pt x="1399988" y="283179"/>
                </a:lnTo>
                <a:lnTo>
                  <a:pt x="1400806" y="280478"/>
                </a:lnTo>
                <a:lnTo>
                  <a:pt x="1401624" y="279296"/>
                </a:lnTo>
                <a:lnTo>
                  <a:pt x="1402441" y="282923"/>
                </a:lnTo>
                <a:lnTo>
                  <a:pt x="1404077" y="281134"/>
                </a:lnTo>
                <a:lnTo>
                  <a:pt x="1406530" y="289879"/>
                </a:lnTo>
                <a:lnTo>
                  <a:pt x="1408166" y="286888"/>
                </a:lnTo>
                <a:lnTo>
                  <a:pt x="1409801" y="287517"/>
                </a:lnTo>
                <a:lnTo>
                  <a:pt x="1417161" y="300207"/>
                </a:lnTo>
                <a:lnTo>
                  <a:pt x="1421250" y="299876"/>
                </a:lnTo>
                <a:lnTo>
                  <a:pt x="1425338" y="315931"/>
                </a:lnTo>
                <a:lnTo>
                  <a:pt x="1426156" y="312169"/>
                </a:lnTo>
                <a:lnTo>
                  <a:pt x="1431062" y="318924"/>
                </a:lnTo>
                <a:lnTo>
                  <a:pt x="1431880" y="316412"/>
                </a:lnTo>
                <a:lnTo>
                  <a:pt x="1432698" y="320487"/>
                </a:lnTo>
                <a:lnTo>
                  <a:pt x="1435969" y="321718"/>
                </a:lnTo>
                <a:lnTo>
                  <a:pt x="1437605" y="319857"/>
                </a:lnTo>
                <a:lnTo>
                  <a:pt x="1438422" y="321157"/>
                </a:lnTo>
                <a:lnTo>
                  <a:pt x="1440875" y="326778"/>
                </a:lnTo>
                <a:lnTo>
                  <a:pt x="1441693" y="323903"/>
                </a:lnTo>
                <a:lnTo>
                  <a:pt x="1442511" y="323158"/>
                </a:lnTo>
                <a:lnTo>
                  <a:pt x="1444964" y="330051"/>
                </a:lnTo>
                <a:lnTo>
                  <a:pt x="1445782" y="329025"/>
                </a:lnTo>
                <a:lnTo>
                  <a:pt x="1449053" y="325195"/>
                </a:lnTo>
                <a:lnTo>
                  <a:pt x="1447417" y="330827"/>
                </a:lnTo>
                <a:lnTo>
                  <a:pt x="1449871" y="327615"/>
                </a:lnTo>
                <a:lnTo>
                  <a:pt x="1455595" y="362533"/>
                </a:lnTo>
                <a:lnTo>
                  <a:pt x="1459684" y="350694"/>
                </a:lnTo>
                <a:lnTo>
                  <a:pt x="1460501" y="355298"/>
                </a:lnTo>
                <a:lnTo>
                  <a:pt x="1462137" y="352157"/>
                </a:lnTo>
                <a:lnTo>
                  <a:pt x="1465408" y="341776"/>
                </a:lnTo>
                <a:lnTo>
                  <a:pt x="1467861" y="361116"/>
                </a:lnTo>
                <a:lnTo>
                  <a:pt x="1469497" y="355761"/>
                </a:lnTo>
                <a:lnTo>
                  <a:pt x="1472768" y="372902"/>
                </a:lnTo>
                <a:lnTo>
                  <a:pt x="1473585" y="371823"/>
                </a:lnTo>
                <a:lnTo>
                  <a:pt x="1477674" y="342091"/>
                </a:lnTo>
                <a:lnTo>
                  <a:pt x="1479310" y="343613"/>
                </a:lnTo>
                <a:lnTo>
                  <a:pt x="1480127" y="349240"/>
                </a:lnTo>
                <a:lnTo>
                  <a:pt x="1480945" y="334871"/>
                </a:lnTo>
                <a:lnTo>
                  <a:pt x="1481763" y="343657"/>
                </a:lnTo>
                <a:lnTo>
                  <a:pt x="1482581" y="342748"/>
                </a:lnTo>
                <a:lnTo>
                  <a:pt x="1488305" y="358595"/>
                </a:lnTo>
                <a:lnTo>
                  <a:pt x="1494029" y="350011"/>
                </a:lnTo>
                <a:lnTo>
                  <a:pt x="1496483" y="347531"/>
                </a:lnTo>
                <a:lnTo>
                  <a:pt x="1497300" y="352366"/>
                </a:lnTo>
                <a:lnTo>
                  <a:pt x="1498118" y="351118"/>
                </a:lnTo>
                <a:lnTo>
                  <a:pt x="1501389" y="334128"/>
                </a:lnTo>
                <a:lnTo>
                  <a:pt x="1503842" y="349734"/>
                </a:lnTo>
                <a:lnTo>
                  <a:pt x="1504660" y="348794"/>
                </a:lnTo>
                <a:lnTo>
                  <a:pt x="1507113" y="336478"/>
                </a:lnTo>
                <a:lnTo>
                  <a:pt x="1507931" y="340842"/>
                </a:lnTo>
                <a:lnTo>
                  <a:pt x="1508749" y="339245"/>
                </a:lnTo>
                <a:lnTo>
                  <a:pt x="1509567" y="342253"/>
                </a:lnTo>
                <a:lnTo>
                  <a:pt x="1512020" y="347128"/>
                </a:lnTo>
                <a:lnTo>
                  <a:pt x="1512837" y="348407"/>
                </a:lnTo>
                <a:lnTo>
                  <a:pt x="1513655" y="347132"/>
                </a:lnTo>
                <a:lnTo>
                  <a:pt x="1515291" y="341735"/>
                </a:lnTo>
                <a:lnTo>
                  <a:pt x="1516108" y="348716"/>
                </a:lnTo>
                <a:lnTo>
                  <a:pt x="1516926" y="361433"/>
                </a:lnTo>
                <a:lnTo>
                  <a:pt x="1518562" y="347863"/>
                </a:lnTo>
                <a:lnTo>
                  <a:pt x="1519380" y="357013"/>
                </a:lnTo>
                <a:lnTo>
                  <a:pt x="1522650" y="370437"/>
                </a:lnTo>
                <a:lnTo>
                  <a:pt x="1523468" y="367063"/>
                </a:lnTo>
                <a:lnTo>
                  <a:pt x="1526739" y="341899"/>
                </a:lnTo>
                <a:lnTo>
                  <a:pt x="1527557" y="350250"/>
                </a:lnTo>
                <a:lnTo>
                  <a:pt x="1534099" y="361621"/>
                </a:lnTo>
                <a:lnTo>
                  <a:pt x="1535734" y="357025"/>
                </a:lnTo>
                <a:lnTo>
                  <a:pt x="1539823" y="350654"/>
                </a:lnTo>
                <a:lnTo>
                  <a:pt x="1540641" y="341936"/>
                </a:lnTo>
                <a:lnTo>
                  <a:pt x="1541459" y="359469"/>
                </a:lnTo>
                <a:lnTo>
                  <a:pt x="1542276" y="355589"/>
                </a:lnTo>
                <a:lnTo>
                  <a:pt x="1543094" y="367516"/>
                </a:lnTo>
                <a:lnTo>
                  <a:pt x="1545548" y="365450"/>
                </a:lnTo>
                <a:lnTo>
                  <a:pt x="1546365" y="355020"/>
                </a:lnTo>
                <a:lnTo>
                  <a:pt x="1547183" y="363522"/>
                </a:lnTo>
                <a:lnTo>
                  <a:pt x="1549636" y="375584"/>
                </a:lnTo>
                <a:lnTo>
                  <a:pt x="1550454" y="372321"/>
                </a:lnTo>
                <a:lnTo>
                  <a:pt x="1551272" y="373495"/>
                </a:lnTo>
                <a:lnTo>
                  <a:pt x="1552090" y="365985"/>
                </a:lnTo>
                <a:lnTo>
                  <a:pt x="1552907" y="377201"/>
                </a:lnTo>
                <a:lnTo>
                  <a:pt x="1553725" y="373777"/>
                </a:lnTo>
                <a:lnTo>
                  <a:pt x="1554543" y="372754"/>
                </a:lnTo>
                <a:lnTo>
                  <a:pt x="1557814" y="341664"/>
                </a:lnTo>
                <a:lnTo>
                  <a:pt x="1558632" y="368597"/>
                </a:lnTo>
                <a:lnTo>
                  <a:pt x="1561085" y="357326"/>
                </a:lnTo>
                <a:lnTo>
                  <a:pt x="1565174" y="341294"/>
                </a:lnTo>
                <a:lnTo>
                  <a:pt x="1565991" y="344809"/>
                </a:lnTo>
                <a:lnTo>
                  <a:pt x="1566809" y="342795"/>
                </a:lnTo>
                <a:lnTo>
                  <a:pt x="1567627" y="347218"/>
                </a:lnTo>
                <a:lnTo>
                  <a:pt x="1569262" y="372646"/>
                </a:lnTo>
                <a:lnTo>
                  <a:pt x="1572533" y="372302"/>
                </a:lnTo>
                <a:lnTo>
                  <a:pt x="1574169" y="346255"/>
                </a:lnTo>
                <a:lnTo>
                  <a:pt x="1575804" y="358581"/>
                </a:lnTo>
                <a:lnTo>
                  <a:pt x="1579075" y="364798"/>
                </a:lnTo>
                <a:lnTo>
                  <a:pt x="1583982" y="343872"/>
                </a:lnTo>
                <a:lnTo>
                  <a:pt x="1587253" y="372903"/>
                </a:lnTo>
                <a:lnTo>
                  <a:pt x="1588888" y="360924"/>
                </a:lnTo>
                <a:lnTo>
                  <a:pt x="1590524" y="353117"/>
                </a:lnTo>
                <a:lnTo>
                  <a:pt x="1592977" y="355758"/>
                </a:lnTo>
                <a:lnTo>
                  <a:pt x="1595430" y="367679"/>
                </a:lnTo>
                <a:lnTo>
                  <a:pt x="1597066" y="345563"/>
                </a:lnTo>
                <a:lnTo>
                  <a:pt x="1598701" y="350945"/>
                </a:lnTo>
                <a:lnTo>
                  <a:pt x="1602790" y="367371"/>
                </a:lnTo>
                <a:lnTo>
                  <a:pt x="1605243" y="364878"/>
                </a:lnTo>
                <a:lnTo>
                  <a:pt x="1606879" y="362021"/>
                </a:lnTo>
                <a:lnTo>
                  <a:pt x="1607697" y="364856"/>
                </a:lnTo>
                <a:lnTo>
                  <a:pt x="1610150" y="366673"/>
                </a:lnTo>
                <a:lnTo>
                  <a:pt x="1610967" y="383886"/>
                </a:lnTo>
                <a:lnTo>
                  <a:pt x="1613421" y="379945"/>
                </a:lnTo>
                <a:lnTo>
                  <a:pt x="1615874" y="357054"/>
                </a:lnTo>
                <a:lnTo>
                  <a:pt x="1617509" y="364743"/>
                </a:lnTo>
                <a:lnTo>
                  <a:pt x="1619963" y="357325"/>
                </a:lnTo>
                <a:lnTo>
                  <a:pt x="1620781" y="359199"/>
                </a:lnTo>
                <a:lnTo>
                  <a:pt x="1624869" y="385693"/>
                </a:lnTo>
                <a:lnTo>
                  <a:pt x="1625687" y="383971"/>
                </a:lnTo>
                <a:lnTo>
                  <a:pt x="1626505" y="386802"/>
                </a:lnTo>
                <a:lnTo>
                  <a:pt x="1628140" y="372124"/>
                </a:lnTo>
                <a:lnTo>
                  <a:pt x="1629776" y="379500"/>
                </a:lnTo>
                <a:lnTo>
                  <a:pt x="1631411" y="389745"/>
                </a:lnTo>
                <a:lnTo>
                  <a:pt x="1634682" y="358442"/>
                </a:lnTo>
                <a:lnTo>
                  <a:pt x="1635500" y="361416"/>
                </a:lnTo>
                <a:lnTo>
                  <a:pt x="1640407" y="375455"/>
                </a:lnTo>
                <a:lnTo>
                  <a:pt x="1642042" y="373284"/>
                </a:lnTo>
                <a:lnTo>
                  <a:pt x="1645313" y="351729"/>
                </a:lnTo>
                <a:lnTo>
                  <a:pt x="1646949" y="367234"/>
                </a:lnTo>
                <a:lnTo>
                  <a:pt x="1649402" y="363542"/>
                </a:lnTo>
                <a:lnTo>
                  <a:pt x="1651037" y="353148"/>
                </a:lnTo>
                <a:lnTo>
                  <a:pt x="1653491" y="353919"/>
                </a:lnTo>
                <a:lnTo>
                  <a:pt x="1655944" y="362886"/>
                </a:lnTo>
                <a:lnTo>
                  <a:pt x="1657579" y="361435"/>
                </a:lnTo>
                <a:lnTo>
                  <a:pt x="1660850" y="365696"/>
                </a:lnTo>
                <a:lnTo>
                  <a:pt x="1661668" y="367070"/>
                </a:lnTo>
                <a:lnTo>
                  <a:pt x="1662486" y="365330"/>
                </a:lnTo>
                <a:lnTo>
                  <a:pt x="1663303" y="362070"/>
                </a:lnTo>
                <a:lnTo>
                  <a:pt x="1665757" y="363603"/>
                </a:lnTo>
                <a:lnTo>
                  <a:pt x="1666575" y="365544"/>
                </a:lnTo>
                <a:lnTo>
                  <a:pt x="1668210" y="348679"/>
                </a:lnTo>
                <a:lnTo>
                  <a:pt x="1669845" y="355701"/>
                </a:lnTo>
                <a:lnTo>
                  <a:pt x="1670663" y="350929"/>
                </a:lnTo>
                <a:lnTo>
                  <a:pt x="1671481" y="360813"/>
                </a:lnTo>
                <a:lnTo>
                  <a:pt x="1672299" y="358730"/>
                </a:lnTo>
                <a:lnTo>
                  <a:pt x="1673934" y="358780"/>
                </a:lnTo>
                <a:lnTo>
                  <a:pt x="1675570" y="366868"/>
                </a:lnTo>
                <a:lnTo>
                  <a:pt x="1677205" y="361638"/>
                </a:lnTo>
                <a:lnTo>
                  <a:pt x="1678841" y="352754"/>
                </a:lnTo>
                <a:lnTo>
                  <a:pt x="1679659" y="357756"/>
                </a:lnTo>
                <a:lnTo>
                  <a:pt x="1682929" y="369139"/>
                </a:lnTo>
                <a:lnTo>
                  <a:pt x="1683747" y="368061"/>
                </a:lnTo>
                <a:lnTo>
                  <a:pt x="1685383" y="361917"/>
                </a:lnTo>
                <a:lnTo>
                  <a:pt x="1686200" y="362244"/>
                </a:lnTo>
                <a:lnTo>
                  <a:pt x="1689472" y="381109"/>
                </a:lnTo>
                <a:lnTo>
                  <a:pt x="1690289" y="379296"/>
                </a:lnTo>
                <a:lnTo>
                  <a:pt x="1691925" y="371785"/>
                </a:lnTo>
                <a:lnTo>
                  <a:pt x="1693560" y="378286"/>
                </a:lnTo>
                <a:lnTo>
                  <a:pt x="1697649" y="389635"/>
                </a:lnTo>
                <a:lnTo>
                  <a:pt x="1699284" y="393568"/>
                </a:lnTo>
                <a:lnTo>
                  <a:pt x="1700102" y="390379"/>
                </a:lnTo>
                <a:lnTo>
                  <a:pt x="1702556" y="385487"/>
                </a:lnTo>
                <a:lnTo>
                  <a:pt x="1703373" y="388313"/>
                </a:lnTo>
                <a:lnTo>
                  <a:pt x="1706644" y="393463"/>
                </a:lnTo>
                <a:lnTo>
                  <a:pt x="1708280" y="390777"/>
                </a:lnTo>
                <a:lnTo>
                  <a:pt x="1709915" y="386617"/>
                </a:lnTo>
                <a:lnTo>
                  <a:pt x="1710733" y="390973"/>
                </a:lnTo>
                <a:lnTo>
                  <a:pt x="1711551" y="392971"/>
                </a:lnTo>
                <a:lnTo>
                  <a:pt x="1712368" y="389449"/>
                </a:lnTo>
                <a:lnTo>
                  <a:pt x="1714004" y="385132"/>
                </a:lnTo>
                <a:lnTo>
                  <a:pt x="1714822" y="392334"/>
                </a:lnTo>
                <a:lnTo>
                  <a:pt x="1716457" y="391428"/>
                </a:lnTo>
                <a:lnTo>
                  <a:pt x="1718093" y="396714"/>
                </a:lnTo>
                <a:lnTo>
                  <a:pt x="1719728" y="393513"/>
                </a:lnTo>
                <a:lnTo>
                  <a:pt x="1722182" y="394675"/>
                </a:lnTo>
                <a:lnTo>
                  <a:pt x="1728724" y="407823"/>
                </a:lnTo>
                <a:lnTo>
                  <a:pt x="1729541" y="408511"/>
                </a:lnTo>
                <a:lnTo>
                  <a:pt x="1731177" y="400376"/>
                </a:lnTo>
                <a:lnTo>
                  <a:pt x="1731994" y="407018"/>
                </a:lnTo>
                <a:lnTo>
                  <a:pt x="1736083" y="415790"/>
                </a:lnTo>
                <a:lnTo>
                  <a:pt x="1733630" y="406191"/>
                </a:lnTo>
                <a:lnTo>
                  <a:pt x="1736901" y="413572"/>
                </a:lnTo>
                <a:lnTo>
                  <a:pt x="1740172" y="396449"/>
                </a:lnTo>
                <a:lnTo>
                  <a:pt x="1741808" y="403744"/>
                </a:lnTo>
                <a:lnTo>
                  <a:pt x="1742625" y="405256"/>
                </a:lnTo>
                <a:lnTo>
                  <a:pt x="1743443" y="403824"/>
                </a:lnTo>
                <a:lnTo>
                  <a:pt x="1745896" y="398636"/>
                </a:lnTo>
                <a:lnTo>
                  <a:pt x="1747532" y="411743"/>
                </a:lnTo>
                <a:lnTo>
                  <a:pt x="1749985" y="408830"/>
                </a:lnTo>
                <a:lnTo>
                  <a:pt x="1766340" y="29352"/>
                </a:lnTo>
                <a:lnTo>
                  <a:pt x="1767975" y="38184"/>
                </a:lnTo>
                <a:lnTo>
                  <a:pt x="1768793" y="36042"/>
                </a:lnTo>
                <a:lnTo>
                  <a:pt x="1771247" y="0"/>
                </a:lnTo>
                <a:lnTo>
                  <a:pt x="1772064" y="22121"/>
                </a:lnTo>
                <a:lnTo>
                  <a:pt x="1772882" y="21580"/>
                </a:lnTo>
                <a:lnTo>
                  <a:pt x="1774517" y="23755"/>
                </a:lnTo>
                <a:lnTo>
                  <a:pt x="1776153" y="7102"/>
                </a:lnTo>
                <a:lnTo>
                  <a:pt x="1778606" y="33373"/>
                </a:lnTo>
                <a:lnTo>
                  <a:pt x="1779424" y="23693"/>
                </a:lnTo>
                <a:lnTo>
                  <a:pt x="1780242" y="19477"/>
                </a:lnTo>
                <a:lnTo>
                  <a:pt x="1781059" y="32390"/>
                </a:lnTo>
                <a:lnTo>
                  <a:pt x="1782695" y="19548"/>
                </a:lnTo>
                <a:lnTo>
                  <a:pt x="1784331" y="1903"/>
                </a:lnTo>
                <a:lnTo>
                  <a:pt x="1785148" y="18708"/>
                </a:lnTo>
                <a:lnTo>
                  <a:pt x="1789237" y="45526"/>
                </a:lnTo>
                <a:lnTo>
                  <a:pt x="1790055" y="39346"/>
                </a:lnTo>
                <a:lnTo>
                  <a:pt x="1790873" y="46481"/>
                </a:lnTo>
                <a:lnTo>
                  <a:pt x="1791690" y="57333"/>
                </a:lnTo>
                <a:lnTo>
                  <a:pt x="1793326" y="40687"/>
                </a:lnTo>
                <a:lnTo>
                  <a:pt x="1794143" y="52124"/>
                </a:lnTo>
                <a:lnTo>
                  <a:pt x="1803139" y="95727"/>
                </a:lnTo>
                <a:lnTo>
                  <a:pt x="1811316" y="128692"/>
                </a:lnTo>
                <a:lnTo>
                  <a:pt x="1812952" y="115078"/>
                </a:lnTo>
                <a:lnTo>
                  <a:pt x="1814587" y="126224"/>
                </a:lnTo>
                <a:lnTo>
                  <a:pt x="1816223" y="133653"/>
                </a:lnTo>
                <a:lnTo>
                  <a:pt x="1821129" y="153615"/>
                </a:lnTo>
                <a:lnTo>
                  <a:pt x="1826853" y="171624"/>
                </a:lnTo>
                <a:lnTo>
                  <a:pt x="1835031" y="190059"/>
                </a:lnTo>
                <a:lnTo>
                  <a:pt x="1835849" y="189631"/>
                </a:lnTo>
                <a:lnTo>
                  <a:pt x="1836667" y="191422"/>
                </a:lnTo>
                <a:lnTo>
                  <a:pt x="1840755" y="203209"/>
                </a:lnTo>
                <a:lnTo>
                  <a:pt x="1841573" y="199992"/>
                </a:lnTo>
                <a:lnTo>
                  <a:pt x="1843209" y="196339"/>
                </a:lnTo>
                <a:lnTo>
                  <a:pt x="1844026" y="201552"/>
                </a:lnTo>
                <a:lnTo>
                  <a:pt x="1848115" y="218494"/>
                </a:lnTo>
                <a:lnTo>
                  <a:pt x="1848933" y="212126"/>
                </a:lnTo>
                <a:lnTo>
                  <a:pt x="1849751" y="208833"/>
                </a:lnTo>
                <a:lnTo>
                  <a:pt x="1850568" y="213047"/>
                </a:lnTo>
                <a:lnTo>
                  <a:pt x="1852204" y="222908"/>
                </a:lnTo>
                <a:lnTo>
                  <a:pt x="1853839" y="217802"/>
                </a:lnTo>
                <a:lnTo>
                  <a:pt x="1856292" y="224225"/>
                </a:lnTo>
                <a:lnTo>
                  <a:pt x="1857110" y="222320"/>
                </a:lnTo>
                <a:lnTo>
                  <a:pt x="1857928" y="217444"/>
                </a:lnTo>
                <a:lnTo>
                  <a:pt x="1859564" y="222478"/>
                </a:lnTo>
                <a:lnTo>
                  <a:pt x="1861199" y="229081"/>
                </a:lnTo>
                <a:lnTo>
                  <a:pt x="1862017" y="224404"/>
                </a:lnTo>
                <a:lnTo>
                  <a:pt x="1863652" y="217719"/>
                </a:lnTo>
                <a:lnTo>
                  <a:pt x="1864470" y="223395"/>
                </a:lnTo>
                <a:lnTo>
                  <a:pt x="1866106" y="234278"/>
                </a:lnTo>
                <a:lnTo>
                  <a:pt x="1866923" y="226259"/>
                </a:lnTo>
                <a:lnTo>
                  <a:pt x="1870194" y="216910"/>
                </a:lnTo>
                <a:lnTo>
                  <a:pt x="1874283" y="225828"/>
                </a:lnTo>
                <a:lnTo>
                  <a:pt x="1877554" y="226264"/>
                </a:lnTo>
                <a:lnTo>
                  <a:pt x="1878372" y="221517"/>
                </a:lnTo>
                <a:lnTo>
                  <a:pt x="1880007" y="223829"/>
                </a:lnTo>
                <a:lnTo>
                  <a:pt x="1881643" y="228170"/>
                </a:lnTo>
                <a:lnTo>
                  <a:pt x="1882460" y="227447"/>
                </a:lnTo>
                <a:lnTo>
                  <a:pt x="1884096" y="222754"/>
                </a:lnTo>
                <a:lnTo>
                  <a:pt x="1885732" y="223193"/>
                </a:lnTo>
                <a:lnTo>
                  <a:pt x="1890638" y="228627"/>
                </a:lnTo>
                <a:lnTo>
                  <a:pt x="1892274" y="218916"/>
                </a:lnTo>
                <a:lnTo>
                  <a:pt x="1894727" y="222684"/>
                </a:lnTo>
                <a:lnTo>
                  <a:pt x="1897998" y="230939"/>
                </a:lnTo>
                <a:lnTo>
                  <a:pt x="1900451" y="220002"/>
                </a:lnTo>
                <a:lnTo>
                  <a:pt x="1901269" y="222247"/>
                </a:lnTo>
                <a:lnTo>
                  <a:pt x="1902904" y="231553"/>
                </a:lnTo>
                <a:lnTo>
                  <a:pt x="1904540" y="230818"/>
                </a:lnTo>
                <a:lnTo>
                  <a:pt x="1905358" y="226003"/>
                </a:lnTo>
                <a:lnTo>
                  <a:pt x="1907811" y="228793"/>
                </a:lnTo>
                <a:lnTo>
                  <a:pt x="1909446" y="235700"/>
                </a:lnTo>
                <a:lnTo>
                  <a:pt x="1911900" y="234677"/>
                </a:lnTo>
                <a:lnTo>
                  <a:pt x="1913535" y="234405"/>
                </a:lnTo>
                <a:lnTo>
                  <a:pt x="1914353" y="230247"/>
                </a:lnTo>
                <a:lnTo>
                  <a:pt x="1915170" y="235431"/>
                </a:lnTo>
                <a:lnTo>
                  <a:pt x="1917624" y="243762"/>
                </a:lnTo>
                <a:lnTo>
                  <a:pt x="1919259" y="239602"/>
                </a:lnTo>
                <a:lnTo>
                  <a:pt x="1920077" y="238008"/>
                </a:lnTo>
                <a:lnTo>
                  <a:pt x="1921712" y="239106"/>
                </a:lnTo>
                <a:lnTo>
                  <a:pt x="1923348" y="241290"/>
                </a:lnTo>
                <a:lnTo>
                  <a:pt x="1924984" y="234469"/>
                </a:lnTo>
                <a:lnTo>
                  <a:pt x="1926619" y="235848"/>
                </a:lnTo>
                <a:lnTo>
                  <a:pt x="1929072" y="242748"/>
                </a:lnTo>
                <a:lnTo>
                  <a:pt x="1929890" y="241255"/>
                </a:lnTo>
                <a:lnTo>
                  <a:pt x="1932343" y="236448"/>
                </a:lnTo>
                <a:lnTo>
                  <a:pt x="1933979" y="247250"/>
                </a:lnTo>
                <a:lnTo>
                  <a:pt x="1935614" y="239963"/>
                </a:lnTo>
                <a:lnTo>
                  <a:pt x="1941339" y="246080"/>
                </a:lnTo>
                <a:lnTo>
                  <a:pt x="1942156" y="245043"/>
                </a:lnTo>
                <a:lnTo>
                  <a:pt x="1945427" y="234737"/>
                </a:lnTo>
                <a:lnTo>
                  <a:pt x="1947063" y="236022"/>
                </a:lnTo>
                <a:lnTo>
                  <a:pt x="1947881" y="242081"/>
                </a:lnTo>
                <a:lnTo>
                  <a:pt x="1950334" y="240519"/>
                </a:lnTo>
                <a:lnTo>
                  <a:pt x="1954423" y="243680"/>
                </a:lnTo>
                <a:lnTo>
                  <a:pt x="1955240" y="248110"/>
                </a:lnTo>
                <a:lnTo>
                  <a:pt x="1956058" y="244035"/>
                </a:lnTo>
                <a:lnTo>
                  <a:pt x="1957693" y="236744"/>
                </a:lnTo>
                <a:lnTo>
                  <a:pt x="1959329" y="242080"/>
                </a:lnTo>
                <a:lnTo>
                  <a:pt x="1960147" y="242383"/>
                </a:lnTo>
                <a:lnTo>
                  <a:pt x="1961782" y="243096"/>
                </a:lnTo>
                <a:lnTo>
                  <a:pt x="1963418" y="233226"/>
                </a:lnTo>
                <a:lnTo>
                  <a:pt x="1965871" y="240500"/>
                </a:lnTo>
                <a:lnTo>
                  <a:pt x="1966689" y="235544"/>
                </a:lnTo>
                <a:lnTo>
                  <a:pt x="1969960" y="240828"/>
                </a:lnTo>
                <a:lnTo>
                  <a:pt x="1972413" y="239468"/>
                </a:lnTo>
                <a:lnTo>
                  <a:pt x="1974866" y="242522"/>
                </a:lnTo>
                <a:lnTo>
                  <a:pt x="1976502" y="232277"/>
                </a:lnTo>
                <a:lnTo>
                  <a:pt x="1977319" y="238012"/>
                </a:lnTo>
                <a:lnTo>
                  <a:pt x="1978137" y="241572"/>
                </a:lnTo>
                <a:lnTo>
                  <a:pt x="1978955" y="237368"/>
                </a:lnTo>
                <a:lnTo>
                  <a:pt x="1980591" y="240726"/>
                </a:lnTo>
                <a:lnTo>
                  <a:pt x="1983044" y="240854"/>
                </a:lnTo>
                <a:lnTo>
                  <a:pt x="1983861" y="246826"/>
                </a:lnTo>
                <a:lnTo>
                  <a:pt x="1985497" y="240863"/>
                </a:lnTo>
                <a:lnTo>
                  <a:pt x="1987950" y="234438"/>
                </a:lnTo>
                <a:lnTo>
                  <a:pt x="1989586" y="240964"/>
                </a:lnTo>
                <a:lnTo>
                  <a:pt x="1991221" y="236891"/>
                </a:lnTo>
                <a:lnTo>
                  <a:pt x="1992039" y="232203"/>
                </a:lnTo>
                <a:lnTo>
                  <a:pt x="1993675" y="236270"/>
                </a:lnTo>
                <a:lnTo>
                  <a:pt x="1994492" y="247224"/>
                </a:lnTo>
                <a:lnTo>
                  <a:pt x="1996128" y="234506"/>
                </a:lnTo>
                <a:lnTo>
                  <a:pt x="1996945" y="239147"/>
                </a:lnTo>
                <a:lnTo>
                  <a:pt x="1997763" y="229935"/>
                </a:lnTo>
                <a:lnTo>
                  <a:pt x="2000217" y="234189"/>
                </a:lnTo>
                <a:lnTo>
                  <a:pt x="2002670" y="241691"/>
                </a:lnTo>
                <a:lnTo>
                  <a:pt x="2005123" y="249054"/>
                </a:lnTo>
                <a:lnTo>
                  <a:pt x="2007576" y="239634"/>
                </a:lnTo>
                <a:lnTo>
                  <a:pt x="2008394" y="245657"/>
                </a:lnTo>
                <a:lnTo>
                  <a:pt x="2009212" y="245967"/>
                </a:lnTo>
                <a:lnTo>
                  <a:pt x="2010847" y="237141"/>
                </a:lnTo>
                <a:lnTo>
                  <a:pt x="2011665" y="244199"/>
                </a:lnTo>
                <a:lnTo>
                  <a:pt x="2012483" y="247893"/>
                </a:lnTo>
                <a:lnTo>
                  <a:pt x="2014118" y="242574"/>
                </a:lnTo>
                <a:lnTo>
                  <a:pt x="2015754" y="228019"/>
                </a:lnTo>
                <a:lnTo>
                  <a:pt x="2017389" y="238641"/>
                </a:lnTo>
                <a:lnTo>
                  <a:pt x="2018207" y="235032"/>
                </a:lnTo>
                <a:lnTo>
                  <a:pt x="2019843" y="239237"/>
                </a:lnTo>
                <a:lnTo>
                  <a:pt x="2020660" y="236170"/>
                </a:lnTo>
                <a:lnTo>
                  <a:pt x="2022296" y="234524"/>
                </a:lnTo>
                <a:lnTo>
                  <a:pt x="2024749" y="242855"/>
                </a:lnTo>
                <a:lnTo>
                  <a:pt x="2025567" y="234281"/>
                </a:lnTo>
                <a:lnTo>
                  <a:pt x="2027202" y="237986"/>
                </a:lnTo>
                <a:lnTo>
                  <a:pt x="2028020" y="244190"/>
                </a:lnTo>
                <a:lnTo>
                  <a:pt x="2029656" y="236649"/>
                </a:lnTo>
                <a:lnTo>
                  <a:pt x="2030473" y="242535"/>
                </a:lnTo>
                <a:lnTo>
                  <a:pt x="2032109" y="236028"/>
                </a:lnTo>
                <a:lnTo>
                  <a:pt x="2032926" y="228248"/>
                </a:lnTo>
                <a:lnTo>
                  <a:pt x="2034562" y="232036"/>
                </a:lnTo>
                <a:lnTo>
                  <a:pt x="2038651" y="247091"/>
                </a:lnTo>
                <a:lnTo>
                  <a:pt x="2041104" y="231913"/>
                </a:lnTo>
                <a:lnTo>
                  <a:pt x="2042740" y="240083"/>
                </a:lnTo>
                <a:lnTo>
                  <a:pt x="2044375" y="247093"/>
                </a:lnTo>
                <a:lnTo>
                  <a:pt x="2045193" y="238234"/>
                </a:lnTo>
                <a:lnTo>
                  <a:pt x="2046828" y="227974"/>
                </a:lnTo>
                <a:lnTo>
                  <a:pt x="2047646" y="228198"/>
                </a:lnTo>
                <a:lnTo>
                  <a:pt x="2049282" y="247313"/>
                </a:lnTo>
                <a:lnTo>
                  <a:pt x="2050917" y="234756"/>
                </a:lnTo>
                <a:lnTo>
                  <a:pt x="2054188" y="237109"/>
                </a:lnTo>
                <a:lnTo>
                  <a:pt x="2055006" y="242871"/>
                </a:lnTo>
                <a:lnTo>
                  <a:pt x="2056641" y="235453"/>
                </a:lnTo>
                <a:lnTo>
                  <a:pt x="2057459" y="235374"/>
                </a:lnTo>
                <a:lnTo>
                  <a:pt x="2058277" y="238500"/>
                </a:lnTo>
                <a:lnTo>
                  <a:pt x="2059912" y="224655"/>
                </a:lnTo>
                <a:lnTo>
                  <a:pt x="2060730" y="242117"/>
                </a:lnTo>
                <a:lnTo>
                  <a:pt x="2063183" y="225724"/>
                </a:lnTo>
                <a:lnTo>
                  <a:pt x="2062366" y="243045"/>
                </a:lnTo>
                <a:lnTo>
                  <a:pt x="2064819" y="233573"/>
                </a:lnTo>
                <a:lnTo>
                  <a:pt x="2066454" y="225794"/>
                </a:lnTo>
                <a:lnTo>
                  <a:pt x="2067272" y="232230"/>
                </a:lnTo>
                <a:lnTo>
                  <a:pt x="2068908" y="249571"/>
                </a:lnTo>
                <a:lnTo>
                  <a:pt x="2070543" y="244282"/>
                </a:lnTo>
                <a:lnTo>
                  <a:pt x="2072178" y="231395"/>
                </a:lnTo>
                <a:lnTo>
                  <a:pt x="2073814" y="235810"/>
                </a:lnTo>
                <a:lnTo>
                  <a:pt x="2075450" y="245560"/>
                </a:lnTo>
                <a:lnTo>
                  <a:pt x="2076267" y="240668"/>
                </a:lnTo>
                <a:lnTo>
                  <a:pt x="2078720" y="227662"/>
                </a:lnTo>
                <a:lnTo>
                  <a:pt x="2079538" y="241291"/>
                </a:lnTo>
                <a:lnTo>
                  <a:pt x="2081992" y="237797"/>
                </a:lnTo>
                <a:lnTo>
                  <a:pt x="2082809" y="229995"/>
                </a:lnTo>
                <a:lnTo>
                  <a:pt x="2084445" y="233352"/>
                </a:lnTo>
                <a:lnTo>
                  <a:pt x="2086080" y="243631"/>
                </a:lnTo>
                <a:lnTo>
                  <a:pt x="2086898" y="238615"/>
                </a:lnTo>
                <a:lnTo>
                  <a:pt x="2088534" y="225733"/>
                </a:lnTo>
                <a:lnTo>
                  <a:pt x="2090169" y="230456"/>
                </a:lnTo>
                <a:lnTo>
                  <a:pt x="2091804" y="233517"/>
                </a:lnTo>
                <a:lnTo>
                  <a:pt x="2095076" y="219827"/>
                </a:lnTo>
                <a:lnTo>
                  <a:pt x="2098347" y="232545"/>
                </a:lnTo>
                <a:lnTo>
                  <a:pt x="2099164" y="233524"/>
                </a:lnTo>
                <a:lnTo>
                  <a:pt x="2099982" y="230245"/>
                </a:lnTo>
                <a:lnTo>
                  <a:pt x="2100800" y="240946"/>
                </a:lnTo>
                <a:lnTo>
                  <a:pt x="2101618" y="223446"/>
                </a:lnTo>
                <a:lnTo>
                  <a:pt x="2103253" y="206428"/>
                </a:lnTo>
                <a:lnTo>
                  <a:pt x="2104071" y="239024"/>
                </a:lnTo>
                <a:lnTo>
                  <a:pt x="2106524" y="219018"/>
                </a:lnTo>
                <a:lnTo>
                  <a:pt x="2110613" y="237873"/>
                </a:lnTo>
                <a:lnTo>
                  <a:pt x="2112248" y="228044"/>
                </a:lnTo>
                <a:lnTo>
                  <a:pt x="2113884" y="235182"/>
                </a:lnTo>
                <a:lnTo>
                  <a:pt x="2116337" y="230099"/>
                </a:lnTo>
                <a:lnTo>
                  <a:pt x="2117155" y="235754"/>
                </a:lnTo>
                <a:lnTo>
                  <a:pt x="2118790" y="239649"/>
                </a:lnTo>
                <a:lnTo>
                  <a:pt x="2120426" y="237314"/>
                </a:lnTo>
                <a:lnTo>
                  <a:pt x="2122879" y="242317"/>
                </a:lnTo>
                <a:lnTo>
                  <a:pt x="2123697" y="230765"/>
                </a:lnTo>
                <a:lnTo>
                  <a:pt x="2125332" y="238278"/>
                </a:lnTo>
                <a:lnTo>
                  <a:pt x="2128603" y="247168"/>
                </a:lnTo>
                <a:lnTo>
                  <a:pt x="2129421" y="246572"/>
                </a:lnTo>
                <a:lnTo>
                  <a:pt x="2130239" y="235352"/>
                </a:lnTo>
                <a:lnTo>
                  <a:pt x="2132692" y="242804"/>
                </a:lnTo>
                <a:lnTo>
                  <a:pt x="2134327" y="253587"/>
                </a:lnTo>
                <a:lnTo>
                  <a:pt x="2135145" y="252193"/>
                </a:lnTo>
                <a:lnTo>
                  <a:pt x="2135963" y="243329"/>
                </a:lnTo>
                <a:lnTo>
                  <a:pt x="2137599" y="248760"/>
                </a:lnTo>
                <a:lnTo>
                  <a:pt x="2138416" y="256628"/>
                </a:lnTo>
                <a:lnTo>
                  <a:pt x="2139234" y="248532"/>
                </a:lnTo>
                <a:lnTo>
                  <a:pt x="2140052" y="241621"/>
                </a:lnTo>
                <a:lnTo>
                  <a:pt x="2140869" y="250498"/>
                </a:lnTo>
                <a:lnTo>
                  <a:pt x="2144958" y="262160"/>
                </a:lnTo>
                <a:lnTo>
                  <a:pt x="2145776" y="261083"/>
                </a:lnTo>
                <a:lnTo>
                  <a:pt x="2146594" y="261780"/>
                </a:lnTo>
                <a:lnTo>
                  <a:pt x="2147411" y="265152"/>
                </a:lnTo>
                <a:lnTo>
                  <a:pt x="2148229" y="264688"/>
                </a:lnTo>
                <a:lnTo>
                  <a:pt x="2149865" y="247811"/>
                </a:lnTo>
                <a:lnTo>
                  <a:pt x="2151500" y="257836"/>
                </a:lnTo>
                <a:lnTo>
                  <a:pt x="2152318" y="263156"/>
                </a:lnTo>
                <a:lnTo>
                  <a:pt x="2153136" y="257317"/>
                </a:lnTo>
                <a:lnTo>
                  <a:pt x="2153953" y="260178"/>
                </a:lnTo>
                <a:lnTo>
                  <a:pt x="2155589" y="252347"/>
                </a:lnTo>
                <a:lnTo>
                  <a:pt x="2156407" y="258926"/>
                </a:lnTo>
                <a:lnTo>
                  <a:pt x="2158042" y="263375"/>
                </a:lnTo>
                <a:lnTo>
                  <a:pt x="2158860" y="257137"/>
                </a:lnTo>
                <a:lnTo>
                  <a:pt x="2159678" y="265788"/>
                </a:lnTo>
                <a:lnTo>
                  <a:pt x="2162131" y="263739"/>
                </a:lnTo>
                <a:lnTo>
                  <a:pt x="2167037" y="271618"/>
                </a:lnTo>
                <a:lnTo>
                  <a:pt x="2167855" y="260155"/>
                </a:lnTo>
                <a:lnTo>
                  <a:pt x="2170309" y="264290"/>
                </a:lnTo>
                <a:lnTo>
                  <a:pt x="2171126" y="263653"/>
                </a:lnTo>
                <a:lnTo>
                  <a:pt x="2171944" y="258168"/>
                </a:lnTo>
                <a:lnTo>
                  <a:pt x="2172762" y="259800"/>
                </a:lnTo>
                <a:lnTo>
                  <a:pt x="2173579" y="274469"/>
                </a:lnTo>
                <a:lnTo>
                  <a:pt x="2175215" y="265702"/>
                </a:lnTo>
                <a:lnTo>
                  <a:pt x="2176851" y="256695"/>
                </a:lnTo>
                <a:lnTo>
                  <a:pt x="2177668" y="264644"/>
                </a:lnTo>
                <a:lnTo>
                  <a:pt x="2179304" y="279407"/>
                </a:lnTo>
                <a:lnTo>
                  <a:pt x="2181757" y="277778"/>
                </a:lnTo>
                <a:lnTo>
                  <a:pt x="2185846" y="272832"/>
                </a:lnTo>
                <a:lnTo>
                  <a:pt x="2187481" y="282483"/>
                </a:lnTo>
                <a:lnTo>
                  <a:pt x="2188299" y="273121"/>
                </a:lnTo>
                <a:lnTo>
                  <a:pt x="2189935" y="275374"/>
                </a:lnTo>
                <a:lnTo>
                  <a:pt x="2190752" y="269010"/>
                </a:lnTo>
                <a:lnTo>
                  <a:pt x="2194841" y="283809"/>
                </a:lnTo>
                <a:lnTo>
                  <a:pt x="2196476" y="270123"/>
                </a:lnTo>
                <a:lnTo>
                  <a:pt x="2198112" y="275032"/>
                </a:lnTo>
                <a:lnTo>
                  <a:pt x="2199748" y="282049"/>
                </a:lnTo>
                <a:lnTo>
                  <a:pt x="2200565" y="273177"/>
                </a:lnTo>
                <a:lnTo>
                  <a:pt x="2201383" y="271064"/>
                </a:lnTo>
                <a:lnTo>
                  <a:pt x="2202201" y="277283"/>
                </a:lnTo>
                <a:lnTo>
                  <a:pt x="2203018" y="272927"/>
                </a:lnTo>
                <a:lnTo>
                  <a:pt x="2205472" y="275309"/>
                </a:lnTo>
                <a:lnTo>
                  <a:pt x="2206290" y="272630"/>
                </a:lnTo>
                <a:lnTo>
                  <a:pt x="2208743" y="272648"/>
                </a:lnTo>
                <a:lnTo>
                  <a:pt x="2209560" y="270103"/>
                </a:lnTo>
                <a:lnTo>
                  <a:pt x="2210378" y="271074"/>
                </a:lnTo>
                <a:lnTo>
                  <a:pt x="2211196" y="277334"/>
                </a:lnTo>
                <a:lnTo>
                  <a:pt x="2212014" y="270272"/>
                </a:lnTo>
                <a:lnTo>
                  <a:pt x="2213649" y="274628"/>
                </a:lnTo>
                <a:lnTo>
                  <a:pt x="2215285" y="267970"/>
                </a:lnTo>
                <a:lnTo>
                  <a:pt x="2216102" y="277505"/>
                </a:lnTo>
                <a:lnTo>
                  <a:pt x="2217738" y="269309"/>
                </a:lnTo>
                <a:lnTo>
                  <a:pt x="2218556" y="276945"/>
                </a:lnTo>
                <a:lnTo>
                  <a:pt x="2220191" y="267649"/>
                </a:lnTo>
                <a:lnTo>
                  <a:pt x="2225916" y="277249"/>
                </a:lnTo>
                <a:lnTo>
                  <a:pt x="2227551" y="259882"/>
                </a:lnTo>
                <a:lnTo>
                  <a:pt x="2229186" y="272402"/>
                </a:lnTo>
                <a:lnTo>
                  <a:pt x="2230004" y="271380"/>
                </a:lnTo>
                <a:lnTo>
                  <a:pt x="2230822" y="278032"/>
                </a:lnTo>
                <a:lnTo>
                  <a:pt x="2231640" y="267656"/>
                </a:lnTo>
                <a:lnTo>
                  <a:pt x="2233275" y="272935"/>
                </a:lnTo>
                <a:lnTo>
                  <a:pt x="2234093" y="275727"/>
                </a:lnTo>
                <a:lnTo>
                  <a:pt x="2234911" y="268179"/>
                </a:lnTo>
                <a:lnTo>
                  <a:pt x="2235728" y="272247"/>
                </a:lnTo>
                <a:lnTo>
                  <a:pt x="2237364" y="264988"/>
                </a:lnTo>
                <a:lnTo>
                  <a:pt x="2238182" y="269389"/>
                </a:lnTo>
                <a:lnTo>
                  <a:pt x="2239000" y="278190"/>
                </a:lnTo>
                <a:lnTo>
                  <a:pt x="2240635" y="265743"/>
                </a:lnTo>
                <a:lnTo>
                  <a:pt x="2241453" y="274361"/>
                </a:lnTo>
                <a:lnTo>
                  <a:pt x="2242270" y="265488"/>
                </a:lnTo>
                <a:lnTo>
                  <a:pt x="2243906" y="267274"/>
                </a:lnTo>
                <a:lnTo>
                  <a:pt x="2244724" y="272850"/>
                </a:lnTo>
                <a:lnTo>
                  <a:pt x="2246359" y="263175"/>
                </a:lnTo>
                <a:lnTo>
                  <a:pt x="2247177" y="271151"/>
                </a:lnTo>
                <a:lnTo>
                  <a:pt x="2248812" y="265060"/>
                </a:lnTo>
                <a:lnTo>
                  <a:pt x="2249630" y="269187"/>
                </a:lnTo>
                <a:lnTo>
                  <a:pt x="2250448" y="275234"/>
                </a:lnTo>
                <a:lnTo>
                  <a:pt x="2252084" y="267674"/>
                </a:lnTo>
                <a:lnTo>
                  <a:pt x="2253719" y="266619"/>
                </a:lnTo>
                <a:lnTo>
                  <a:pt x="2254537" y="270890"/>
                </a:lnTo>
                <a:lnTo>
                  <a:pt x="2255354" y="267234"/>
                </a:lnTo>
                <a:lnTo>
                  <a:pt x="2256990" y="272524"/>
                </a:lnTo>
                <a:lnTo>
                  <a:pt x="2257808" y="270195"/>
                </a:lnTo>
                <a:lnTo>
                  <a:pt x="2258626" y="267900"/>
                </a:lnTo>
                <a:lnTo>
                  <a:pt x="2259443" y="275513"/>
                </a:lnTo>
                <a:lnTo>
                  <a:pt x="2261079" y="273672"/>
                </a:lnTo>
                <a:lnTo>
                  <a:pt x="2261896" y="264387"/>
                </a:lnTo>
                <a:lnTo>
                  <a:pt x="2264350" y="264959"/>
                </a:lnTo>
                <a:lnTo>
                  <a:pt x="2265985" y="263817"/>
                </a:lnTo>
                <a:lnTo>
                  <a:pt x="2269256" y="271216"/>
                </a:lnTo>
                <a:lnTo>
                  <a:pt x="2270074" y="270656"/>
                </a:lnTo>
                <a:lnTo>
                  <a:pt x="2270892" y="270569"/>
                </a:lnTo>
                <a:lnTo>
                  <a:pt x="2272527" y="273250"/>
                </a:lnTo>
                <a:lnTo>
                  <a:pt x="2274981" y="261377"/>
                </a:lnTo>
                <a:lnTo>
                  <a:pt x="2276616" y="270914"/>
                </a:lnTo>
                <a:lnTo>
                  <a:pt x="2277434" y="267235"/>
                </a:lnTo>
                <a:lnTo>
                  <a:pt x="2278251" y="260497"/>
                </a:lnTo>
                <a:lnTo>
                  <a:pt x="2279069" y="269265"/>
                </a:lnTo>
                <a:lnTo>
                  <a:pt x="2280705" y="262423"/>
                </a:lnTo>
                <a:lnTo>
                  <a:pt x="2281523" y="268214"/>
                </a:lnTo>
                <a:lnTo>
                  <a:pt x="2282340" y="261352"/>
                </a:lnTo>
                <a:lnTo>
                  <a:pt x="2283158" y="262993"/>
                </a:lnTo>
                <a:lnTo>
                  <a:pt x="2285611" y="261936"/>
                </a:lnTo>
                <a:lnTo>
                  <a:pt x="2288065" y="268859"/>
                </a:lnTo>
                <a:lnTo>
                  <a:pt x="2289700" y="268498"/>
                </a:lnTo>
                <a:lnTo>
                  <a:pt x="2290518" y="262890"/>
                </a:lnTo>
              </a:path>
            </a:pathLst>
          </a:custGeom>
          <a:noFill/>
          <a:ln w="2208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Editable path 101"/>
          <p:cNvSpPr/>
          <p:nvPr/>
        </p:nvSpPr>
        <p:spPr>
          <a:xfrm>
            <a:off x="7017086" y="3478829"/>
            <a:ext cx="2290518" cy="446221"/>
          </a:xfrm>
          <a:custGeom>
            <a:avLst/>
            <a:gdLst/>
            <a:ahLst/>
            <a:cxnLst/>
            <a:rect l="l" t="t" r="r" b="b"/>
            <a:pathLst>
              <a:path w="2290518" h="446221">
                <a:moveTo>
                  <a:pt x="0" y="133617"/>
                </a:moveTo>
                <a:lnTo>
                  <a:pt x="8995" y="130059"/>
                </a:lnTo>
                <a:lnTo>
                  <a:pt x="10631" y="131910"/>
                </a:lnTo>
                <a:lnTo>
                  <a:pt x="12266" y="130997"/>
                </a:lnTo>
                <a:lnTo>
                  <a:pt x="17173" y="131902"/>
                </a:lnTo>
                <a:lnTo>
                  <a:pt x="17990" y="132756"/>
                </a:lnTo>
                <a:lnTo>
                  <a:pt x="18808" y="130273"/>
                </a:lnTo>
                <a:lnTo>
                  <a:pt x="19626" y="129868"/>
                </a:lnTo>
                <a:lnTo>
                  <a:pt x="20444" y="132400"/>
                </a:lnTo>
                <a:lnTo>
                  <a:pt x="21261" y="134337"/>
                </a:lnTo>
                <a:lnTo>
                  <a:pt x="22897" y="132532"/>
                </a:lnTo>
                <a:lnTo>
                  <a:pt x="27804" y="132034"/>
                </a:lnTo>
                <a:lnTo>
                  <a:pt x="28621" y="133457"/>
                </a:lnTo>
                <a:lnTo>
                  <a:pt x="30257" y="131680"/>
                </a:lnTo>
                <a:lnTo>
                  <a:pt x="34346" y="130918"/>
                </a:lnTo>
                <a:lnTo>
                  <a:pt x="38434" y="130590"/>
                </a:lnTo>
                <a:lnTo>
                  <a:pt x="39252" y="127795"/>
                </a:lnTo>
                <a:lnTo>
                  <a:pt x="40888" y="130301"/>
                </a:lnTo>
                <a:lnTo>
                  <a:pt x="41705" y="131257"/>
                </a:lnTo>
                <a:lnTo>
                  <a:pt x="42523" y="129511"/>
                </a:lnTo>
                <a:lnTo>
                  <a:pt x="43341" y="126198"/>
                </a:lnTo>
                <a:lnTo>
                  <a:pt x="45794" y="128661"/>
                </a:lnTo>
                <a:lnTo>
                  <a:pt x="61331" y="127290"/>
                </a:lnTo>
                <a:lnTo>
                  <a:pt x="62967" y="130977"/>
                </a:lnTo>
                <a:lnTo>
                  <a:pt x="64602" y="128482"/>
                </a:lnTo>
                <a:lnTo>
                  <a:pt x="67056" y="121215"/>
                </a:lnTo>
                <a:lnTo>
                  <a:pt x="69509" y="124268"/>
                </a:lnTo>
                <a:lnTo>
                  <a:pt x="72780" y="126786"/>
                </a:lnTo>
                <a:lnTo>
                  <a:pt x="76868" y="120711"/>
                </a:lnTo>
                <a:lnTo>
                  <a:pt x="79322" y="125515"/>
                </a:lnTo>
                <a:lnTo>
                  <a:pt x="80139" y="123418"/>
                </a:lnTo>
                <a:lnTo>
                  <a:pt x="81775" y="124875"/>
                </a:lnTo>
                <a:lnTo>
                  <a:pt x="83410" y="120923"/>
                </a:lnTo>
                <a:lnTo>
                  <a:pt x="88317" y="126141"/>
                </a:lnTo>
                <a:lnTo>
                  <a:pt x="91588" y="118053"/>
                </a:lnTo>
                <a:lnTo>
                  <a:pt x="93223" y="122518"/>
                </a:lnTo>
                <a:lnTo>
                  <a:pt x="96494" y="126257"/>
                </a:lnTo>
                <a:lnTo>
                  <a:pt x="98130" y="119000"/>
                </a:lnTo>
                <a:lnTo>
                  <a:pt x="99765" y="122858"/>
                </a:lnTo>
                <a:lnTo>
                  <a:pt x="103854" y="126486"/>
                </a:lnTo>
                <a:lnTo>
                  <a:pt x="107943" y="117585"/>
                </a:lnTo>
                <a:lnTo>
                  <a:pt x="110396" y="119983"/>
                </a:lnTo>
                <a:lnTo>
                  <a:pt x="114485" y="124117"/>
                </a:lnTo>
                <a:lnTo>
                  <a:pt x="119391" y="123325"/>
                </a:lnTo>
                <a:lnTo>
                  <a:pt x="121844" y="115626"/>
                </a:lnTo>
                <a:lnTo>
                  <a:pt x="123480" y="120651"/>
                </a:lnTo>
                <a:lnTo>
                  <a:pt x="125116" y="125720"/>
                </a:lnTo>
                <a:lnTo>
                  <a:pt x="126751" y="122966"/>
                </a:lnTo>
                <a:lnTo>
                  <a:pt x="134111" y="123262"/>
                </a:lnTo>
                <a:lnTo>
                  <a:pt x="134929" y="117918"/>
                </a:lnTo>
                <a:lnTo>
                  <a:pt x="137382" y="121290"/>
                </a:lnTo>
                <a:lnTo>
                  <a:pt x="140653" y="122033"/>
                </a:lnTo>
                <a:lnTo>
                  <a:pt x="146377" y="120097"/>
                </a:lnTo>
                <a:lnTo>
                  <a:pt x="148013" y="119581"/>
                </a:lnTo>
                <a:lnTo>
                  <a:pt x="148831" y="120302"/>
                </a:lnTo>
                <a:lnTo>
                  <a:pt x="150466" y="121469"/>
                </a:lnTo>
                <a:lnTo>
                  <a:pt x="151284" y="119653"/>
                </a:lnTo>
                <a:lnTo>
                  <a:pt x="153737" y="120125"/>
                </a:lnTo>
                <a:lnTo>
                  <a:pt x="157826" y="126139"/>
                </a:lnTo>
                <a:lnTo>
                  <a:pt x="159461" y="125061"/>
                </a:lnTo>
                <a:lnTo>
                  <a:pt x="162732" y="119580"/>
                </a:lnTo>
                <a:lnTo>
                  <a:pt x="163550" y="118334"/>
                </a:lnTo>
                <a:lnTo>
                  <a:pt x="166003" y="120060"/>
                </a:lnTo>
                <a:lnTo>
                  <a:pt x="174998" y="120480"/>
                </a:lnTo>
                <a:lnTo>
                  <a:pt x="177452" y="124349"/>
                </a:lnTo>
                <a:lnTo>
                  <a:pt x="178269" y="122815"/>
                </a:lnTo>
                <a:lnTo>
                  <a:pt x="179905" y="120246"/>
                </a:lnTo>
                <a:lnTo>
                  <a:pt x="180723" y="122729"/>
                </a:lnTo>
                <a:lnTo>
                  <a:pt x="181540" y="124718"/>
                </a:lnTo>
                <a:lnTo>
                  <a:pt x="182358" y="122680"/>
                </a:lnTo>
                <a:lnTo>
                  <a:pt x="183176" y="116434"/>
                </a:lnTo>
                <a:lnTo>
                  <a:pt x="185629" y="117353"/>
                </a:lnTo>
                <a:lnTo>
                  <a:pt x="190536" y="119841"/>
                </a:lnTo>
                <a:lnTo>
                  <a:pt x="197077" y="119931"/>
                </a:lnTo>
                <a:lnTo>
                  <a:pt x="202802" y="114998"/>
                </a:lnTo>
                <a:lnTo>
                  <a:pt x="203619" y="116258"/>
                </a:lnTo>
                <a:lnTo>
                  <a:pt x="210980" y="122380"/>
                </a:lnTo>
                <a:lnTo>
                  <a:pt x="215068" y="108607"/>
                </a:lnTo>
                <a:lnTo>
                  <a:pt x="215886" y="111324"/>
                </a:lnTo>
                <a:lnTo>
                  <a:pt x="218339" y="116922"/>
                </a:lnTo>
                <a:lnTo>
                  <a:pt x="219157" y="115421"/>
                </a:lnTo>
                <a:lnTo>
                  <a:pt x="224881" y="114810"/>
                </a:lnTo>
                <a:lnTo>
                  <a:pt x="231423" y="114652"/>
                </a:lnTo>
                <a:lnTo>
                  <a:pt x="232241" y="113100"/>
                </a:lnTo>
                <a:lnTo>
                  <a:pt x="233876" y="114425"/>
                </a:lnTo>
                <a:lnTo>
                  <a:pt x="237148" y="121705"/>
                </a:lnTo>
                <a:lnTo>
                  <a:pt x="238783" y="118574"/>
                </a:lnTo>
                <a:lnTo>
                  <a:pt x="241236" y="107337"/>
                </a:lnTo>
                <a:lnTo>
                  <a:pt x="242872" y="113304"/>
                </a:lnTo>
                <a:lnTo>
                  <a:pt x="255138" y="105569"/>
                </a:lnTo>
                <a:lnTo>
                  <a:pt x="259227" y="91578"/>
                </a:lnTo>
                <a:lnTo>
                  <a:pt x="256773" y="107442"/>
                </a:lnTo>
                <a:lnTo>
                  <a:pt x="260044" y="98555"/>
                </a:lnTo>
                <a:lnTo>
                  <a:pt x="260862" y="105700"/>
                </a:lnTo>
                <a:lnTo>
                  <a:pt x="263315" y="104798"/>
                </a:lnTo>
                <a:lnTo>
                  <a:pt x="264951" y="110376"/>
                </a:lnTo>
                <a:lnTo>
                  <a:pt x="265769" y="103765"/>
                </a:lnTo>
                <a:lnTo>
                  <a:pt x="270675" y="92921"/>
                </a:lnTo>
                <a:lnTo>
                  <a:pt x="271493" y="93919"/>
                </a:lnTo>
                <a:lnTo>
                  <a:pt x="273129" y="102658"/>
                </a:lnTo>
                <a:lnTo>
                  <a:pt x="274764" y="99665"/>
                </a:lnTo>
                <a:lnTo>
                  <a:pt x="275582" y="98174"/>
                </a:lnTo>
                <a:lnTo>
                  <a:pt x="277217" y="101467"/>
                </a:lnTo>
                <a:lnTo>
                  <a:pt x="278035" y="99620"/>
                </a:lnTo>
                <a:lnTo>
                  <a:pt x="279671" y="100308"/>
                </a:lnTo>
                <a:lnTo>
                  <a:pt x="282941" y="103020"/>
                </a:lnTo>
                <a:lnTo>
                  <a:pt x="287848" y="99523"/>
                </a:lnTo>
                <a:lnTo>
                  <a:pt x="288666" y="95938"/>
                </a:lnTo>
                <a:lnTo>
                  <a:pt x="291119" y="98917"/>
                </a:lnTo>
                <a:lnTo>
                  <a:pt x="296025" y="94272"/>
                </a:lnTo>
                <a:lnTo>
                  <a:pt x="297661" y="97521"/>
                </a:lnTo>
                <a:lnTo>
                  <a:pt x="298479" y="93643"/>
                </a:lnTo>
                <a:lnTo>
                  <a:pt x="300932" y="87049"/>
                </a:lnTo>
                <a:lnTo>
                  <a:pt x="302567" y="87656"/>
                </a:lnTo>
                <a:lnTo>
                  <a:pt x="308292" y="84898"/>
                </a:lnTo>
                <a:lnTo>
                  <a:pt x="309109" y="86464"/>
                </a:lnTo>
                <a:lnTo>
                  <a:pt x="314016" y="89448"/>
                </a:lnTo>
                <a:lnTo>
                  <a:pt x="318105" y="88774"/>
                </a:lnTo>
                <a:lnTo>
                  <a:pt x="321376" y="87544"/>
                </a:lnTo>
                <a:lnTo>
                  <a:pt x="322193" y="88814"/>
                </a:lnTo>
                <a:lnTo>
                  <a:pt x="336095" y="93573"/>
                </a:lnTo>
                <a:lnTo>
                  <a:pt x="341002" y="94753"/>
                </a:lnTo>
                <a:lnTo>
                  <a:pt x="344273" y="94418"/>
                </a:lnTo>
                <a:lnTo>
                  <a:pt x="347544" y="91055"/>
                </a:lnTo>
                <a:lnTo>
                  <a:pt x="349997" y="89948"/>
                </a:lnTo>
                <a:lnTo>
                  <a:pt x="350815" y="91836"/>
                </a:lnTo>
                <a:lnTo>
                  <a:pt x="352450" y="97036"/>
                </a:lnTo>
                <a:lnTo>
                  <a:pt x="354086" y="92841"/>
                </a:lnTo>
                <a:lnTo>
                  <a:pt x="356539" y="93201"/>
                </a:lnTo>
                <a:lnTo>
                  <a:pt x="358174" y="97157"/>
                </a:lnTo>
                <a:lnTo>
                  <a:pt x="358992" y="95682"/>
                </a:lnTo>
                <a:lnTo>
                  <a:pt x="361446" y="87618"/>
                </a:lnTo>
                <a:lnTo>
                  <a:pt x="362263" y="92106"/>
                </a:lnTo>
                <a:lnTo>
                  <a:pt x="365534" y="100825"/>
                </a:lnTo>
                <a:lnTo>
                  <a:pt x="366352" y="96320"/>
                </a:lnTo>
                <a:lnTo>
                  <a:pt x="367988" y="84422"/>
                </a:lnTo>
                <a:lnTo>
                  <a:pt x="371258" y="88548"/>
                </a:lnTo>
                <a:lnTo>
                  <a:pt x="372076" y="88080"/>
                </a:lnTo>
                <a:lnTo>
                  <a:pt x="372894" y="89906"/>
                </a:lnTo>
                <a:lnTo>
                  <a:pt x="374530" y="93280"/>
                </a:lnTo>
                <a:lnTo>
                  <a:pt x="376983" y="91306"/>
                </a:lnTo>
                <a:lnTo>
                  <a:pt x="378618" y="91554"/>
                </a:lnTo>
                <a:lnTo>
                  <a:pt x="379436" y="89980"/>
                </a:lnTo>
                <a:lnTo>
                  <a:pt x="381072" y="87103"/>
                </a:lnTo>
                <a:lnTo>
                  <a:pt x="382707" y="89330"/>
                </a:lnTo>
                <a:lnTo>
                  <a:pt x="392520" y="91339"/>
                </a:lnTo>
                <a:lnTo>
                  <a:pt x="398244" y="90371"/>
                </a:lnTo>
                <a:lnTo>
                  <a:pt x="406422" y="97243"/>
                </a:lnTo>
                <a:lnTo>
                  <a:pt x="407240" y="96251"/>
                </a:lnTo>
                <a:lnTo>
                  <a:pt x="410510" y="95548"/>
                </a:lnTo>
                <a:lnTo>
                  <a:pt x="411328" y="97627"/>
                </a:lnTo>
                <a:lnTo>
                  <a:pt x="412964" y="95741"/>
                </a:lnTo>
                <a:lnTo>
                  <a:pt x="413781" y="94796"/>
                </a:lnTo>
                <a:lnTo>
                  <a:pt x="415417" y="96474"/>
                </a:lnTo>
                <a:lnTo>
                  <a:pt x="419506" y="95834"/>
                </a:lnTo>
                <a:lnTo>
                  <a:pt x="422777" y="94981"/>
                </a:lnTo>
                <a:lnTo>
                  <a:pt x="430136" y="104284"/>
                </a:lnTo>
                <a:lnTo>
                  <a:pt x="435861" y="103963"/>
                </a:lnTo>
                <a:lnTo>
                  <a:pt x="442403" y="104354"/>
                </a:lnTo>
                <a:lnTo>
                  <a:pt x="445674" y="104410"/>
                </a:lnTo>
                <a:lnTo>
                  <a:pt x="448127" y="105068"/>
                </a:lnTo>
                <a:lnTo>
                  <a:pt x="456305" y="107993"/>
                </a:lnTo>
                <a:lnTo>
                  <a:pt x="457940" y="103885"/>
                </a:lnTo>
                <a:lnTo>
                  <a:pt x="459575" y="105705"/>
                </a:lnTo>
                <a:lnTo>
                  <a:pt x="472659" y="110752"/>
                </a:lnTo>
                <a:lnTo>
                  <a:pt x="476748" y="116038"/>
                </a:lnTo>
                <a:lnTo>
                  <a:pt x="481655" y="112956"/>
                </a:lnTo>
                <a:lnTo>
                  <a:pt x="482473" y="114259"/>
                </a:lnTo>
                <a:lnTo>
                  <a:pt x="484926" y="117164"/>
                </a:lnTo>
                <a:lnTo>
                  <a:pt x="485743" y="118656"/>
                </a:lnTo>
                <a:lnTo>
                  <a:pt x="487379" y="115665"/>
                </a:lnTo>
                <a:lnTo>
                  <a:pt x="500463" y="114856"/>
                </a:lnTo>
                <a:lnTo>
                  <a:pt x="503734" y="117095"/>
                </a:lnTo>
                <a:lnTo>
                  <a:pt x="508640" y="113882"/>
                </a:lnTo>
                <a:lnTo>
                  <a:pt x="513547" y="124849"/>
                </a:lnTo>
                <a:lnTo>
                  <a:pt x="516818" y="119541"/>
                </a:lnTo>
                <a:lnTo>
                  <a:pt x="518454" y="115912"/>
                </a:lnTo>
                <a:lnTo>
                  <a:pt x="520089" y="117615"/>
                </a:lnTo>
                <a:lnTo>
                  <a:pt x="527449" y="122173"/>
                </a:lnTo>
                <a:lnTo>
                  <a:pt x="528266" y="119864"/>
                </a:lnTo>
                <a:lnTo>
                  <a:pt x="530720" y="117865"/>
                </a:lnTo>
                <a:lnTo>
                  <a:pt x="531538" y="120330"/>
                </a:lnTo>
                <a:lnTo>
                  <a:pt x="533991" y="119407"/>
                </a:lnTo>
                <a:lnTo>
                  <a:pt x="535626" y="114428"/>
                </a:lnTo>
                <a:lnTo>
                  <a:pt x="537262" y="116999"/>
                </a:lnTo>
                <a:lnTo>
                  <a:pt x="538080" y="119453"/>
                </a:lnTo>
                <a:lnTo>
                  <a:pt x="539715" y="117571"/>
                </a:lnTo>
                <a:lnTo>
                  <a:pt x="542168" y="117849"/>
                </a:lnTo>
                <a:lnTo>
                  <a:pt x="546257" y="119331"/>
                </a:lnTo>
                <a:lnTo>
                  <a:pt x="549528" y="119250"/>
                </a:lnTo>
                <a:lnTo>
                  <a:pt x="558523" y="109869"/>
                </a:lnTo>
                <a:lnTo>
                  <a:pt x="561794" y="116155"/>
                </a:lnTo>
                <a:lnTo>
                  <a:pt x="562612" y="114283"/>
                </a:lnTo>
                <a:lnTo>
                  <a:pt x="563430" y="112801"/>
                </a:lnTo>
                <a:lnTo>
                  <a:pt x="565065" y="114915"/>
                </a:lnTo>
                <a:lnTo>
                  <a:pt x="566701" y="115500"/>
                </a:lnTo>
                <a:lnTo>
                  <a:pt x="567518" y="113470"/>
                </a:lnTo>
                <a:lnTo>
                  <a:pt x="569154" y="109464"/>
                </a:lnTo>
                <a:lnTo>
                  <a:pt x="570790" y="112557"/>
                </a:lnTo>
                <a:lnTo>
                  <a:pt x="577332" y="117793"/>
                </a:lnTo>
                <a:lnTo>
                  <a:pt x="580602" y="116155"/>
                </a:lnTo>
                <a:lnTo>
                  <a:pt x="582238" y="118265"/>
                </a:lnTo>
                <a:lnTo>
                  <a:pt x="583056" y="116816"/>
                </a:lnTo>
                <a:lnTo>
                  <a:pt x="590415" y="105582"/>
                </a:lnTo>
                <a:lnTo>
                  <a:pt x="592869" y="112280"/>
                </a:lnTo>
                <a:lnTo>
                  <a:pt x="594504" y="108406"/>
                </a:lnTo>
                <a:lnTo>
                  <a:pt x="595322" y="107190"/>
                </a:lnTo>
                <a:lnTo>
                  <a:pt x="596957" y="109122"/>
                </a:lnTo>
                <a:lnTo>
                  <a:pt x="604317" y="112125"/>
                </a:lnTo>
                <a:lnTo>
                  <a:pt x="611677" y="103627"/>
                </a:lnTo>
                <a:lnTo>
                  <a:pt x="618219" y="103976"/>
                </a:lnTo>
                <a:lnTo>
                  <a:pt x="623943" y="101483"/>
                </a:lnTo>
                <a:lnTo>
                  <a:pt x="627214" y="104851"/>
                </a:lnTo>
                <a:lnTo>
                  <a:pt x="628032" y="104242"/>
                </a:lnTo>
                <a:lnTo>
                  <a:pt x="632939" y="96180"/>
                </a:lnTo>
                <a:lnTo>
                  <a:pt x="636209" y="99009"/>
                </a:lnTo>
                <a:lnTo>
                  <a:pt x="640298" y="93699"/>
                </a:lnTo>
                <a:lnTo>
                  <a:pt x="642751" y="99663"/>
                </a:lnTo>
                <a:lnTo>
                  <a:pt x="645205" y="94715"/>
                </a:lnTo>
                <a:lnTo>
                  <a:pt x="651747" y="91141"/>
                </a:lnTo>
                <a:lnTo>
                  <a:pt x="653382" y="90100"/>
                </a:lnTo>
                <a:lnTo>
                  <a:pt x="655018" y="91701"/>
                </a:lnTo>
                <a:lnTo>
                  <a:pt x="657471" y="91381"/>
                </a:lnTo>
                <a:lnTo>
                  <a:pt x="658289" y="94205"/>
                </a:lnTo>
                <a:lnTo>
                  <a:pt x="659107" y="92463"/>
                </a:lnTo>
                <a:lnTo>
                  <a:pt x="660742" y="86535"/>
                </a:lnTo>
                <a:lnTo>
                  <a:pt x="662377" y="89433"/>
                </a:lnTo>
                <a:lnTo>
                  <a:pt x="666466" y="93285"/>
                </a:lnTo>
                <a:lnTo>
                  <a:pt x="667284" y="92477"/>
                </a:lnTo>
                <a:lnTo>
                  <a:pt x="670555" y="91169"/>
                </a:lnTo>
                <a:lnTo>
                  <a:pt x="675461" y="86580"/>
                </a:lnTo>
                <a:lnTo>
                  <a:pt x="682821" y="83513"/>
                </a:lnTo>
                <a:lnTo>
                  <a:pt x="684457" y="87406"/>
                </a:lnTo>
                <a:lnTo>
                  <a:pt x="685274" y="84455"/>
                </a:lnTo>
                <a:lnTo>
                  <a:pt x="686910" y="81001"/>
                </a:lnTo>
                <a:lnTo>
                  <a:pt x="688546" y="82643"/>
                </a:lnTo>
                <a:lnTo>
                  <a:pt x="689363" y="81912"/>
                </a:lnTo>
                <a:lnTo>
                  <a:pt x="690181" y="83758"/>
                </a:lnTo>
                <a:lnTo>
                  <a:pt x="696723" y="94114"/>
                </a:lnTo>
                <a:lnTo>
                  <a:pt x="699176" y="90835"/>
                </a:lnTo>
                <a:lnTo>
                  <a:pt x="699994" y="88754"/>
                </a:lnTo>
                <a:lnTo>
                  <a:pt x="701630" y="89498"/>
                </a:lnTo>
                <a:lnTo>
                  <a:pt x="704900" y="94827"/>
                </a:lnTo>
                <a:lnTo>
                  <a:pt x="705718" y="93375"/>
                </a:lnTo>
                <a:lnTo>
                  <a:pt x="708989" y="88704"/>
                </a:lnTo>
                <a:lnTo>
                  <a:pt x="709807" y="89332"/>
                </a:lnTo>
                <a:lnTo>
                  <a:pt x="713078" y="91417"/>
                </a:lnTo>
                <a:lnTo>
                  <a:pt x="713896" y="90843"/>
                </a:lnTo>
                <a:lnTo>
                  <a:pt x="715531" y="90267"/>
                </a:lnTo>
                <a:lnTo>
                  <a:pt x="719620" y="94854"/>
                </a:lnTo>
                <a:lnTo>
                  <a:pt x="724526" y="94440"/>
                </a:lnTo>
                <a:lnTo>
                  <a:pt x="726162" y="97134"/>
                </a:lnTo>
                <a:lnTo>
                  <a:pt x="728615" y="95150"/>
                </a:lnTo>
                <a:lnTo>
                  <a:pt x="735157" y="95137"/>
                </a:lnTo>
                <a:lnTo>
                  <a:pt x="736793" y="98524"/>
                </a:lnTo>
                <a:lnTo>
                  <a:pt x="737610" y="94954"/>
                </a:lnTo>
                <a:lnTo>
                  <a:pt x="739246" y="94637"/>
                </a:lnTo>
                <a:lnTo>
                  <a:pt x="740064" y="95512"/>
                </a:lnTo>
                <a:lnTo>
                  <a:pt x="743335" y="100083"/>
                </a:lnTo>
                <a:lnTo>
                  <a:pt x="744152" y="99818"/>
                </a:lnTo>
                <a:lnTo>
                  <a:pt x="745788" y="98503"/>
                </a:lnTo>
                <a:lnTo>
                  <a:pt x="746606" y="100462"/>
                </a:lnTo>
                <a:lnTo>
                  <a:pt x="747424" y="102877"/>
                </a:lnTo>
                <a:lnTo>
                  <a:pt x="749877" y="101663"/>
                </a:lnTo>
                <a:lnTo>
                  <a:pt x="753148" y="100100"/>
                </a:lnTo>
                <a:lnTo>
                  <a:pt x="757236" y="101321"/>
                </a:lnTo>
                <a:lnTo>
                  <a:pt x="779316" y="103716"/>
                </a:lnTo>
                <a:lnTo>
                  <a:pt x="781769" y="99598"/>
                </a:lnTo>
                <a:lnTo>
                  <a:pt x="782587" y="100750"/>
                </a:lnTo>
                <a:lnTo>
                  <a:pt x="783405" y="101878"/>
                </a:lnTo>
                <a:lnTo>
                  <a:pt x="784222" y="100323"/>
                </a:lnTo>
                <a:lnTo>
                  <a:pt x="787493" y="92396"/>
                </a:lnTo>
                <a:lnTo>
                  <a:pt x="788311" y="93516"/>
                </a:lnTo>
                <a:lnTo>
                  <a:pt x="790764" y="100602"/>
                </a:lnTo>
                <a:lnTo>
                  <a:pt x="792400" y="97936"/>
                </a:lnTo>
                <a:lnTo>
                  <a:pt x="794035" y="93457"/>
                </a:lnTo>
                <a:lnTo>
                  <a:pt x="795671" y="96064"/>
                </a:lnTo>
                <a:lnTo>
                  <a:pt x="799759" y="107137"/>
                </a:lnTo>
                <a:lnTo>
                  <a:pt x="802213" y="106106"/>
                </a:lnTo>
                <a:lnTo>
                  <a:pt x="813661" y="112548"/>
                </a:lnTo>
                <a:lnTo>
                  <a:pt x="814479" y="110385"/>
                </a:lnTo>
                <a:lnTo>
                  <a:pt x="816932" y="108523"/>
                </a:lnTo>
                <a:lnTo>
                  <a:pt x="821021" y="113885"/>
                </a:lnTo>
                <a:lnTo>
                  <a:pt x="825110" y="112734"/>
                </a:lnTo>
                <a:lnTo>
                  <a:pt x="831652" y="116033"/>
                </a:lnTo>
                <a:lnTo>
                  <a:pt x="839011" y="116211"/>
                </a:lnTo>
                <a:lnTo>
                  <a:pt x="842282" y="117209"/>
                </a:lnTo>
                <a:lnTo>
                  <a:pt x="844736" y="122172"/>
                </a:lnTo>
                <a:lnTo>
                  <a:pt x="845554" y="118615"/>
                </a:lnTo>
                <a:lnTo>
                  <a:pt x="866815" y="121304"/>
                </a:lnTo>
                <a:lnTo>
                  <a:pt x="867633" y="119979"/>
                </a:lnTo>
                <a:lnTo>
                  <a:pt x="868450" y="122374"/>
                </a:lnTo>
                <a:lnTo>
                  <a:pt x="869268" y="124635"/>
                </a:lnTo>
                <a:lnTo>
                  <a:pt x="870904" y="122020"/>
                </a:lnTo>
                <a:lnTo>
                  <a:pt x="874175" y="120870"/>
                </a:lnTo>
                <a:lnTo>
                  <a:pt x="875810" y="123751"/>
                </a:lnTo>
                <a:lnTo>
                  <a:pt x="876628" y="121616"/>
                </a:lnTo>
                <a:lnTo>
                  <a:pt x="880717" y="120064"/>
                </a:lnTo>
                <a:lnTo>
                  <a:pt x="897072" y="124852"/>
                </a:lnTo>
                <a:lnTo>
                  <a:pt x="897890" y="128214"/>
                </a:lnTo>
                <a:lnTo>
                  <a:pt x="899525" y="125042"/>
                </a:lnTo>
                <a:lnTo>
                  <a:pt x="904432" y="125868"/>
                </a:lnTo>
                <a:lnTo>
                  <a:pt x="907702" y="127715"/>
                </a:lnTo>
                <a:lnTo>
                  <a:pt x="910156" y="126134"/>
                </a:lnTo>
                <a:lnTo>
                  <a:pt x="910974" y="127050"/>
                </a:lnTo>
                <a:lnTo>
                  <a:pt x="914244" y="125757"/>
                </a:lnTo>
                <a:lnTo>
                  <a:pt x="916698" y="120684"/>
                </a:lnTo>
                <a:lnTo>
                  <a:pt x="918333" y="122987"/>
                </a:lnTo>
                <a:lnTo>
                  <a:pt x="926511" y="127472"/>
                </a:lnTo>
                <a:lnTo>
                  <a:pt x="927328" y="122998"/>
                </a:lnTo>
                <a:lnTo>
                  <a:pt x="928964" y="126878"/>
                </a:lnTo>
                <a:lnTo>
                  <a:pt x="930599" y="129207"/>
                </a:lnTo>
                <a:lnTo>
                  <a:pt x="939595" y="137477"/>
                </a:lnTo>
                <a:lnTo>
                  <a:pt x="942866" y="137208"/>
                </a:lnTo>
                <a:lnTo>
                  <a:pt x="946137" y="137401"/>
                </a:lnTo>
                <a:lnTo>
                  <a:pt x="965763" y="135442"/>
                </a:lnTo>
                <a:lnTo>
                  <a:pt x="969034" y="132859"/>
                </a:lnTo>
                <a:lnTo>
                  <a:pt x="979665" y="125280"/>
                </a:lnTo>
                <a:lnTo>
                  <a:pt x="983753" y="126333"/>
                </a:lnTo>
                <a:lnTo>
                  <a:pt x="1026276" y="102816"/>
                </a:lnTo>
                <a:lnTo>
                  <a:pt x="1038542" y="105228"/>
                </a:lnTo>
                <a:lnTo>
                  <a:pt x="1049173" y="90029"/>
                </a:lnTo>
                <a:lnTo>
                  <a:pt x="1049991" y="91726"/>
                </a:lnTo>
                <a:lnTo>
                  <a:pt x="1050809" y="92458"/>
                </a:lnTo>
                <a:lnTo>
                  <a:pt x="1052444" y="90063"/>
                </a:lnTo>
                <a:lnTo>
                  <a:pt x="1086790" y="39492"/>
                </a:lnTo>
                <a:lnTo>
                  <a:pt x="1087608" y="40097"/>
                </a:lnTo>
                <a:lnTo>
                  <a:pt x="1097420" y="48840"/>
                </a:lnTo>
                <a:lnTo>
                  <a:pt x="1102327" y="52570"/>
                </a:lnTo>
                <a:lnTo>
                  <a:pt x="1109687" y="59367"/>
                </a:lnTo>
                <a:lnTo>
                  <a:pt x="1145668" y="84790"/>
                </a:lnTo>
                <a:lnTo>
                  <a:pt x="1155481" y="84051"/>
                </a:lnTo>
                <a:lnTo>
                  <a:pt x="1169383" y="70205"/>
                </a:lnTo>
                <a:lnTo>
                  <a:pt x="1184920" y="61003"/>
                </a:lnTo>
                <a:lnTo>
                  <a:pt x="1188191" y="60866"/>
                </a:lnTo>
                <a:lnTo>
                  <a:pt x="1189826" y="60050"/>
                </a:lnTo>
                <a:lnTo>
                  <a:pt x="1190644" y="61347"/>
                </a:lnTo>
                <a:lnTo>
                  <a:pt x="1197186" y="64756"/>
                </a:lnTo>
                <a:lnTo>
                  <a:pt x="1198004" y="67679"/>
                </a:lnTo>
                <a:lnTo>
                  <a:pt x="1199639" y="64550"/>
                </a:lnTo>
                <a:lnTo>
                  <a:pt x="1200457" y="63281"/>
                </a:lnTo>
                <a:lnTo>
                  <a:pt x="1201275" y="64963"/>
                </a:lnTo>
                <a:lnTo>
                  <a:pt x="1206999" y="70700"/>
                </a:lnTo>
                <a:lnTo>
                  <a:pt x="1214359" y="80181"/>
                </a:lnTo>
                <a:lnTo>
                  <a:pt x="1218448" y="90403"/>
                </a:lnTo>
                <a:lnTo>
                  <a:pt x="1222536" y="99770"/>
                </a:lnTo>
                <a:lnTo>
                  <a:pt x="1224990" y="104594"/>
                </a:lnTo>
                <a:lnTo>
                  <a:pt x="1226625" y="102830"/>
                </a:lnTo>
                <a:lnTo>
                  <a:pt x="1242162" y="119326"/>
                </a:lnTo>
                <a:lnTo>
                  <a:pt x="1242980" y="117141"/>
                </a:lnTo>
                <a:lnTo>
                  <a:pt x="1244616" y="118596"/>
                </a:lnTo>
                <a:lnTo>
                  <a:pt x="1252793" y="123937"/>
                </a:lnTo>
                <a:lnTo>
                  <a:pt x="1253611" y="122816"/>
                </a:lnTo>
                <a:lnTo>
                  <a:pt x="1256064" y="128386"/>
                </a:lnTo>
                <a:lnTo>
                  <a:pt x="1256882" y="125959"/>
                </a:lnTo>
                <a:lnTo>
                  <a:pt x="1257700" y="126241"/>
                </a:lnTo>
                <a:lnTo>
                  <a:pt x="1258517" y="130168"/>
                </a:lnTo>
                <a:lnTo>
                  <a:pt x="1260970" y="129021"/>
                </a:lnTo>
                <a:lnTo>
                  <a:pt x="1261788" y="128603"/>
                </a:lnTo>
                <a:lnTo>
                  <a:pt x="1262606" y="130279"/>
                </a:lnTo>
                <a:lnTo>
                  <a:pt x="1267512" y="136985"/>
                </a:lnTo>
                <a:lnTo>
                  <a:pt x="1270783" y="135458"/>
                </a:lnTo>
                <a:lnTo>
                  <a:pt x="1273237" y="138651"/>
                </a:lnTo>
                <a:lnTo>
                  <a:pt x="1277325" y="129545"/>
                </a:lnTo>
                <a:lnTo>
                  <a:pt x="1281414" y="137137"/>
                </a:lnTo>
                <a:lnTo>
                  <a:pt x="1282232" y="136267"/>
                </a:lnTo>
                <a:lnTo>
                  <a:pt x="1284685" y="132658"/>
                </a:lnTo>
                <a:lnTo>
                  <a:pt x="1285503" y="137400"/>
                </a:lnTo>
                <a:lnTo>
                  <a:pt x="1287956" y="134845"/>
                </a:lnTo>
                <a:lnTo>
                  <a:pt x="1291227" y="136624"/>
                </a:lnTo>
                <a:lnTo>
                  <a:pt x="1292045" y="137237"/>
                </a:lnTo>
                <a:lnTo>
                  <a:pt x="1295316" y="131666"/>
                </a:lnTo>
                <a:lnTo>
                  <a:pt x="1296134" y="137276"/>
                </a:lnTo>
                <a:lnTo>
                  <a:pt x="1298587" y="134133"/>
                </a:lnTo>
                <a:lnTo>
                  <a:pt x="1303493" y="135589"/>
                </a:lnTo>
                <a:lnTo>
                  <a:pt x="1308400" y="128169"/>
                </a:lnTo>
                <a:lnTo>
                  <a:pt x="1310853" y="137420"/>
                </a:lnTo>
                <a:lnTo>
                  <a:pt x="1311671" y="136395"/>
                </a:lnTo>
                <a:lnTo>
                  <a:pt x="1312489" y="129352"/>
                </a:lnTo>
                <a:lnTo>
                  <a:pt x="1314942" y="130524"/>
                </a:lnTo>
                <a:lnTo>
                  <a:pt x="1315760" y="129191"/>
                </a:lnTo>
                <a:lnTo>
                  <a:pt x="1317395" y="131402"/>
                </a:lnTo>
                <a:lnTo>
                  <a:pt x="1318213" y="132809"/>
                </a:lnTo>
                <a:lnTo>
                  <a:pt x="1319031" y="131599"/>
                </a:lnTo>
                <a:lnTo>
                  <a:pt x="1323119" y="128275"/>
                </a:lnTo>
                <a:lnTo>
                  <a:pt x="1323937" y="126529"/>
                </a:lnTo>
                <a:lnTo>
                  <a:pt x="1324755" y="129063"/>
                </a:lnTo>
                <a:lnTo>
                  <a:pt x="1327208" y="133055"/>
                </a:lnTo>
                <a:lnTo>
                  <a:pt x="1331297" y="124720"/>
                </a:lnTo>
                <a:lnTo>
                  <a:pt x="1332115" y="123536"/>
                </a:lnTo>
                <a:lnTo>
                  <a:pt x="1332933" y="125322"/>
                </a:lnTo>
                <a:lnTo>
                  <a:pt x="1335386" y="131856"/>
                </a:lnTo>
                <a:lnTo>
                  <a:pt x="1336203" y="130730"/>
                </a:lnTo>
                <a:lnTo>
                  <a:pt x="1337839" y="127554"/>
                </a:lnTo>
                <a:lnTo>
                  <a:pt x="1338657" y="128767"/>
                </a:lnTo>
                <a:lnTo>
                  <a:pt x="1339475" y="132180"/>
                </a:lnTo>
                <a:lnTo>
                  <a:pt x="1340292" y="127994"/>
                </a:lnTo>
                <a:lnTo>
                  <a:pt x="1341928" y="129863"/>
                </a:lnTo>
                <a:lnTo>
                  <a:pt x="1346834" y="126783"/>
                </a:lnTo>
                <a:lnTo>
                  <a:pt x="1348470" y="127522"/>
                </a:lnTo>
                <a:lnTo>
                  <a:pt x="1350923" y="131075"/>
                </a:lnTo>
                <a:lnTo>
                  <a:pt x="1351741" y="130455"/>
                </a:lnTo>
                <a:lnTo>
                  <a:pt x="1355830" y="127403"/>
                </a:lnTo>
                <a:lnTo>
                  <a:pt x="1359918" y="132182"/>
                </a:lnTo>
                <a:lnTo>
                  <a:pt x="1363189" y="128306"/>
                </a:lnTo>
                <a:lnTo>
                  <a:pt x="1365642" y="133702"/>
                </a:lnTo>
                <a:lnTo>
                  <a:pt x="1366460" y="130348"/>
                </a:lnTo>
                <a:lnTo>
                  <a:pt x="1367278" y="130273"/>
                </a:lnTo>
                <a:lnTo>
                  <a:pt x="1369731" y="133572"/>
                </a:lnTo>
                <a:lnTo>
                  <a:pt x="1370549" y="131324"/>
                </a:lnTo>
                <a:lnTo>
                  <a:pt x="1371367" y="130230"/>
                </a:lnTo>
                <a:lnTo>
                  <a:pt x="1372184" y="133866"/>
                </a:lnTo>
                <a:lnTo>
                  <a:pt x="1374638" y="136614"/>
                </a:lnTo>
                <a:lnTo>
                  <a:pt x="1375456" y="130605"/>
                </a:lnTo>
                <a:lnTo>
                  <a:pt x="1377909" y="131784"/>
                </a:lnTo>
                <a:lnTo>
                  <a:pt x="1381180" y="134238"/>
                </a:lnTo>
                <a:lnTo>
                  <a:pt x="1382815" y="136969"/>
                </a:lnTo>
                <a:lnTo>
                  <a:pt x="1383633" y="133932"/>
                </a:lnTo>
                <a:lnTo>
                  <a:pt x="1385268" y="132469"/>
                </a:lnTo>
                <a:lnTo>
                  <a:pt x="1386086" y="134168"/>
                </a:lnTo>
                <a:lnTo>
                  <a:pt x="1387722" y="139948"/>
                </a:lnTo>
                <a:lnTo>
                  <a:pt x="1389357" y="135843"/>
                </a:lnTo>
                <a:lnTo>
                  <a:pt x="1390175" y="134215"/>
                </a:lnTo>
                <a:lnTo>
                  <a:pt x="1390993" y="136261"/>
                </a:lnTo>
                <a:lnTo>
                  <a:pt x="1391810" y="139226"/>
                </a:lnTo>
                <a:lnTo>
                  <a:pt x="1393446" y="136239"/>
                </a:lnTo>
                <a:lnTo>
                  <a:pt x="1397535" y="134741"/>
                </a:lnTo>
                <a:lnTo>
                  <a:pt x="1401624" y="136068"/>
                </a:lnTo>
                <a:lnTo>
                  <a:pt x="1403259" y="133666"/>
                </a:lnTo>
                <a:lnTo>
                  <a:pt x="1404077" y="137772"/>
                </a:lnTo>
                <a:lnTo>
                  <a:pt x="1407348" y="135907"/>
                </a:lnTo>
                <a:lnTo>
                  <a:pt x="1408166" y="136737"/>
                </a:lnTo>
                <a:lnTo>
                  <a:pt x="1409801" y="137989"/>
                </a:lnTo>
                <a:lnTo>
                  <a:pt x="1410619" y="135991"/>
                </a:lnTo>
                <a:lnTo>
                  <a:pt x="1412254" y="137253"/>
                </a:lnTo>
                <a:lnTo>
                  <a:pt x="1413890" y="135549"/>
                </a:lnTo>
                <a:lnTo>
                  <a:pt x="1416343" y="138813"/>
                </a:lnTo>
                <a:lnTo>
                  <a:pt x="1417161" y="137048"/>
                </a:lnTo>
                <a:lnTo>
                  <a:pt x="1420432" y="137582"/>
                </a:lnTo>
                <a:lnTo>
                  <a:pt x="1422885" y="138253"/>
                </a:lnTo>
                <a:lnTo>
                  <a:pt x="1423703" y="136907"/>
                </a:lnTo>
                <a:lnTo>
                  <a:pt x="1430245" y="140265"/>
                </a:lnTo>
                <a:lnTo>
                  <a:pt x="1438422" y="140057"/>
                </a:lnTo>
                <a:lnTo>
                  <a:pt x="1440058" y="139647"/>
                </a:lnTo>
                <a:lnTo>
                  <a:pt x="1440875" y="140758"/>
                </a:lnTo>
                <a:lnTo>
                  <a:pt x="1444964" y="139288"/>
                </a:lnTo>
                <a:lnTo>
                  <a:pt x="1445782" y="138188"/>
                </a:lnTo>
                <a:lnTo>
                  <a:pt x="1447417" y="140327"/>
                </a:lnTo>
                <a:lnTo>
                  <a:pt x="1449053" y="141471"/>
                </a:lnTo>
                <a:lnTo>
                  <a:pt x="1449871" y="138863"/>
                </a:lnTo>
                <a:lnTo>
                  <a:pt x="1452324" y="136737"/>
                </a:lnTo>
                <a:lnTo>
                  <a:pt x="1456413" y="142152"/>
                </a:lnTo>
                <a:lnTo>
                  <a:pt x="1465408" y="147910"/>
                </a:lnTo>
                <a:lnTo>
                  <a:pt x="1467043" y="140683"/>
                </a:lnTo>
                <a:lnTo>
                  <a:pt x="1468679" y="145609"/>
                </a:lnTo>
                <a:lnTo>
                  <a:pt x="1469497" y="147063"/>
                </a:lnTo>
                <a:lnTo>
                  <a:pt x="1470315" y="144233"/>
                </a:lnTo>
                <a:lnTo>
                  <a:pt x="1472768" y="140921"/>
                </a:lnTo>
                <a:lnTo>
                  <a:pt x="1473585" y="143308"/>
                </a:lnTo>
                <a:lnTo>
                  <a:pt x="1476039" y="149409"/>
                </a:lnTo>
                <a:lnTo>
                  <a:pt x="1477674" y="147582"/>
                </a:lnTo>
                <a:lnTo>
                  <a:pt x="1480127" y="141535"/>
                </a:lnTo>
                <a:lnTo>
                  <a:pt x="1480945" y="147233"/>
                </a:lnTo>
                <a:lnTo>
                  <a:pt x="1482581" y="144592"/>
                </a:lnTo>
                <a:lnTo>
                  <a:pt x="1485852" y="140748"/>
                </a:lnTo>
                <a:lnTo>
                  <a:pt x="1486669" y="141783"/>
                </a:lnTo>
                <a:lnTo>
                  <a:pt x="1489941" y="144963"/>
                </a:lnTo>
                <a:lnTo>
                  <a:pt x="1492394" y="142404"/>
                </a:lnTo>
                <a:lnTo>
                  <a:pt x="1493211" y="143037"/>
                </a:lnTo>
                <a:lnTo>
                  <a:pt x="1494029" y="145228"/>
                </a:lnTo>
                <a:lnTo>
                  <a:pt x="1495665" y="141894"/>
                </a:lnTo>
                <a:lnTo>
                  <a:pt x="1499753" y="142564"/>
                </a:lnTo>
                <a:lnTo>
                  <a:pt x="1501389" y="144438"/>
                </a:lnTo>
                <a:lnTo>
                  <a:pt x="1502207" y="140885"/>
                </a:lnTo>
                <a:lnTo>
                  <a:pt x="1503025" y="142992"/>
                </a:lnTo>
                <a:lnTo>
                  <a:pt x="1514473" y="143028"/>
                </a:lnTo>
                <a:lnTo>
                  <a:pt x="1515291" y="144968"/>
                </a:lnTo>
                <a:lnTo>
                  <a:pt x="1516108" y="143470"/>
                </a:lnTo>
                <a:lnTo>
                  <a:pt x="1516926" y="140236"/>
                </a:lnTo>
                <a:lnTo>
                  <a:pt x="1519380" y="141103"/>
                </a:lnTo>
                <a:lnTo>
                  <a:pt x="1521833" y="139410"/>
                </a:lnTo>
                <a:lnTo>
                  <a:pt x="1522650" y="140785"/>
                </a:lnTo>
                <a:lnTo>
                  <a:pt x="1525922" y="144921"/>
                </a:lnTo>
                <a:lnTo>
                  <a:pt x="1528375" y="137322"/>
                </a:lnTo>
                <a:lnTo>
                  <a:pt x="1530828" y="140204"/>
                </a:lnTo>
                <a:lnTo>
                  <a:pt x="1534099" y="136269"/>
                </a:lnTo>
                <a:lnTo>
                  <a:pt x="1535734" y="139024"/>
                </a:lnTo>
                <a:lnTo>
                  <a:pt x="1537370" y="140370"/>
                </a:lnTo>
                <a:lnTo>
                  <a:pt x="1538188" y="137383"/>
                </a:lnTo>
                <a:lnTo>
                  <a:pt x="1541459" y="135242"/>
                </a:lnTo>
                <a:lnTo>
                  <a:pt x="1543912" y="139058"/>
                </a:lnTo>
                <a:lnTo>
                  <a:pt x="1544730" y="136721"/>
                </a:lnTo>
                <a:lnTo>
                  <a:pt x="1548001" y="133455"/>
                </a:lnTo>
                <a:lnTo>
                  <a:pt x="1548818" y="136134"/>
                </a:lnTo>
                <a:lnTo>
                  <a:pt x="1552090" y="141251"/>
                </a:lnTo>
                <a:lnTo>
                  <a:pt x="1552907" y="140718"/>
                </a:lnTo>
                <a:lnTo>
                  <a:pt x="1554543" y="142233"/>
                </a:lnTo>
                <a:lnTo>
                  <a:pt x="1557814" y="164255"/>
                </a:lnTo>
                <a:lnTo>
                  <a:pt x="1559449" y="158484"/>
                </a:lnTo>
                <a:lnTo>
                  <a:pt x="1562720" y="165591"/>
                </a:lnTo>
                <a:lnTo>
                  <a:pt x="1567627" y="175440"/>
                </a:lnTo>
                <a:lnTo>
                  <a:pt x="1569262" y="173498"/>
                </a:lnTo>
                <a:lnTo>
                  <a:pt x="1589706" y="223047"/>
                </a:lnTo>
                <a:lnTo>
                  <a:pt x="1592977" y="230330"/>
                </a:lnTo>
                <a:lnTo>
                  <a:pt x="1593795" y="229328"/>
                </a:lnTo>
                <a:lnTo>
                  <a:pt x="1595430" y="230266"/>
                </a:lnTo>
                <a:lnTo>
                  <a:pt x="1600337" y="246875"/>
                </a:lnTo>
                <a:lnTo>
                  <a:pt x="1602790" y="249334"/>
                </a:lnTo>
                <a:lnTo>
                  <a:pt x="1614239" y="276311"/>
                </a:lnTo>
                <a:lnTo>
                  <a:pt x="1620781" y="297711"/>
                </a:lnTo>
                <a:lnTo>
                  <a:pt x="1622416" y="293858"/>
                </a:lnTo>
                <a:lnTo>
                  <a:pt x="1623234" y="295574"/>
                </a:lnTo>
                <a:lnTo>
                  <a:pt x="1630593" y="313477"/>
                </a:lnTo>
                <a:lnTo>
                  <a:pt x="1633865" y="326800"/>
                </a:lnTo>
                <a:lnTo>
                  <a:pt x="1635500" y="331808"/>
                </a:lnTo>
                <a:lnTo>
                  <a:pt x="1636318" y="328876"/>
                </a:lnTo>
                <a:lnTo>
                  <a:pt x="1637135" y="327209"/>
                </a:lnTo>
                <a:lnTo>
                  <a:pt x="1637953" y="330858"/>
                </a:lnTo>
                <a:lnTo>
                  <a:pt x="1645313" y="350930"/>
                </a:lnTo>
                <a:lnTo>
                  <a:pt x="1646949" y="348823"/>
                </a:lnTo>
                <a:lnTo>
                  <a:pt x="1647766" y="352277"/>
                </a:lnTo>
                <a:lnTo>
                  <a:pt x="1652673" y="362593"/>
                </a:lnTo>
                <a:lnTo>
                  <a:pt x="1657579" y="373281"/>
                </a:lnTo>
                <a:lnTo>
                  <a:pt x="1673117" y="402427"/>
                </a:lnTo>
                <a:lnTo>
                  <a:pt x="1677205" y="410639"/>
                </a:lnTo>
                <a:lnTo>
                  <a:pt x="1678841" y="414624"/>
                </a:lnTo>
                <a:lnTo>
                  <a:pt x="1681294" y="413652"/>
                </a:lnTo>
                <a:lnTo>
                  <a:pt x="1691107" y="429023"/>
                </a:lnTo>
                <a:lnTo>
                  <a:pt x="1691925" y="432961"/>
                </a:lnTo>
                <a:lnTo>
                  <a:pt x="1694378" y="431881"/>
                </a:lnTo>
                <a:lnTo>
                  <a:pt x="1695196" y="433012"/>
                </a:lnTo>
                <a:lnTo>
                  <a:pt x="1696014" y="430888"/>
                </a:lnTo>
                <a:lnTo>
                  <a:pt x="1696831" y="429819"/>
                </a:lnTo>
                <a:lnTo>
                  <a:pt x="1698467" y="431388"/>
                </a:lnTo>
                <a:lnTo>
                  <a:pt x="1709915" y="439995"/>
                </a:lnTo>
                <a:lnTo>
                  <a:pt x="1710733" y="438442"/>
                </a:lnTo>
                <a:lnTo>
                  <a:pt x="1712368" y="440326"/>
                </a:lnTo>
                <a:lnTo>
                  <a:pt x="1716457" y="442782"/>
                </a:lnTo>
                <a:lnTo>
                  <a:pt x="1718093" y="441524"/>
                </a:lnTo>
                <a:lnTo>
                  <a:pt x="1718910" y="442060"/>
                </a:lnTo>
                <a:lnTo>
                  <a:pt x="1721364" y="446221"/>
                </a:lnTo>
                <a:lnTo>
                  <a:pt x="1722999" y="444734"/>
                </a:lnTo>
                <a:lnTo>
                  <a:pt x="1730359" y="445378"/>
                </a:lnTo>
                <a:lnTo>
                  <a:pt x="1731994" y="441182"/>
                </a:lnTo>
                <a:lnTo>
                  <a:pt x="1733630" y="442041"/>
                </a:lnTo>
                <a:lnTo>
                  <a:pt x="1749167" y="418341"/>
                </a:lnTo>
                <a:lnTo>
                  <a:pt x="1754074" y="336127"/>
                </a:lnTo>
                <a:lnTo>
                  <a:pt x="1765522" y="86278"/>
                </a:lnTo>
                <a:lnTo>
                  <a:pt x="1766340" y="85764"/>
                </a:lnTo>
                <a:lnTo>
                  <a:pt x="1774517" y="58020"/>
                </a:lnTo>
                <a:lnTo>
                  <a:pt x="1775335" y="59031"/>
                </a:lnTo>
                <a:lnTo>
                  <a:pt x="1776153" y="58177"/>
                </a:lnTo>
                <a:lnTo>
                  <a:pt x="1781059" y="47842"/>
                </a:lnTo>
                <a:lnTo>
                  <a:pt x="1785148" y="43245"/>
                </a:lnTo>
                <a:lnTo>
                  <a:pt x="1790873" y="35955"/>
                </a:lnTo>
                <a:lnTo>
                  <a:pt x="1794961" y="29377"/>
                </a:lnTo>
                <a:lnTo>
                  <a:pt x="1795779" y="29745"/>
                </a:lnTo>
                <a:lnTo>
                  <a:pt x="1796597" y="30727"/>
                </a:lnTo>
                <a:lnTo>
                  <a:pt x="1798232" y="28069"/>
                </a:lnTo>
                <a:lnTo>
                  <a:pt x="1799868" y="24897"/>
                </a:lnTo>
                <a:lnTo>
                  <a:pt x="1801503" y="26815"/>
                </a:lnTo>
                <a:lnTo>
                  <a:pt x="1805592" y="27638"/>
                </a:lnTo>
                <a:lnTo>
                  <a:pt x="1808863" y="28244"/>
                </a:lnTo>
                <a:lnTo>
                  <a:pt x="1809681" y="27071"/>
                </a:lnTo>
                <a:lnTo>
                  <a:pt x="1810499" y="28323"/>
                </a:lnTo>
                <a:lnTo>
                  <a:pt x="1816223" y="34940"/>
                </a:lnTo>
                <a:lnTo>
                  <a:pt x="1825218" y="47524"/>
                </a:lnTo>
                <a:lnTo>
                  <a:pt x="1826036" y="46805"/>
                </a:lnTo>
                <a:lnTo>
                  <a:pt x="1841573" y="56861"/>
                </a:lnTo>
                <a:lnTo>
                  <a:pt x="1842391" y="54708"/>
                </a:lnTo>
                <a:lnTo>
                  <a:pt x="1844026" y="49541"/>
                </a:lnTo>
                <a:lnTo>
                  <a:pt x="1845662" y="51298"/>
                </a:lnTo>
                <a:lnTo>
                  <a:pt x="1852204" y="58528"/>
                </a:lnTo>
                <a:lnTo>
                  <a:pt x="1853022" y="55039"/>
                </a:lnTo>
                <a:lnTo>
                  <a:pt x="1854657" y="52063"/>
                </a:lnTo>
                <a:lnTo>
                  <a:pt x="1855475" y="53725"/>
                </a:lnTo>
                <a:lnTo>
                  <a:pt x="1857110" y="56134"/>
                </a:lnTo>
                <a:lnTo>
                  <a:pt x="1857928" y="54444"/>
                </a:lnTo>
                <a:lnTo>
                  <a:pt x="1859564" y="52271"/>
                </a:lnTo>
                <a:lnTo>
                  <a:pt x="1860381" y="52801"/>
                </a:lnTo>
                <a:lnTo>
                  <a:pt x="1866106" y="58285"/>
                </a:lnTo>
                <a:lnTo>
                  <a:pt x="1873465" y="47029"/>
                </a:lnTo>
                <a:lnTo>
                  <a:pt x="1874283" y="49470"/>
                </a:lnTo>
                <a:lnTo>
                  <a:pt x="1875918" y="52177"/>
                </a:lnTo>
                <a:lnTo>
                  <a:pt x="1876736" y="49728"/>
                </a:lnTo>
                <a:lnTo>
                  <a:pt x="1886549" y="45735"/>
                </a:lnTo>
                <a:lnTo>
                  <a:pt x="1891456" y="47200"/>
                </a:lnTo>
                <a:lnTo>
                  <a:pt x="1895544" y="41074"/>
                </a:lnTo>
                <a:lnTo>
                  <a:pt x="1897998" y="48518"/>
                </a:lnTo>
                <a:lnTo>
                  <a:pt x="1899633" y="44927"/>
                </a:lnTo>
                <a:lnTo>
                  <a:pt x="1909446" y="51710"/>
                </a:lnTo>
                <a:lnTo>
                  <a:pt x="1913535" y="56517"/>
                </a:lnTo>
                <a:lnTo>
                  <a:pt x="1915988" y="54842"/>
                </a:lnTo>
                <a:lnTo>
                  <a:pt x="1916806" y="56086"/>
                </a:lnTo>
                <a:lnTo>
                  <a:pt x="1921712" y="64039"/>
                </a:lnTo>
                <a:lnTo>
                  <a:pt x="1924984" y="63164"/>
                </a:lnTo>
                <a:lnTo>
                  <a:pt x="1927437" y="61056"/>
                </a:lnTo>
                <a:lnTo>
                  <a:pt x="1928254" y="63237"/>
                </a:lnTo>
                <a:lnTo>
                  <a:pt x="1941339" y="56624"/>
                </a:lnTo>
                <a:lnTo>
                  <a:pt x="1942156" y="58544"/>
                </a:lnTo>
                <a:lnTo>
                  <a:pt x="1942974" y="61482"/>
                </a:lnTo>
                <a:lnTo>
                  <a:pt x="1944609" y="59686"/>
                </a:lnTo>
                <a:lnTo>
                  <a:pt x="1950334" y="52271"/>
                </a:lnTo>
                <a:lnTo>
                  <a:pt x="1951151" y="53520"/>
                </a:lnTo>
                <a:lnTo>
                  <a:pt x="1952787" y="50849"/>
                </a:lnTo>
                <a:lnTo>
                  <a:pt x="1956876" y="49633"/>
                </a:lnTo>
                <a:lnTo>
                  <a:pt x="1960147" y="47064"/>
                </a:lnTo>
                <a:lnTo>
                  <a:pt x="1960965" y="48361"/>
                </a:lnTo>
                <a:lnTo>
                  <a:pt x="1967507" y="43546"/>
                </a:lnTo>
                <a:lnTo>
                  <a:pt x="1971595" y="41576"/>
                </a:lnTo>
                <a:lnTo>
                  <a:pt x="1980591" y="37632"/>
                </a:lnTo>
                <a:lnTo>
                  <a:pt x="1983044" y="33226"/>
                </a:lnTo>
                <a:lnTo>
                  <a:pt x="1984679" y="36505"/>
                </a:lnTo>
                <a:lnTo>
                  <a:pt x="1992039" y="31928"/>
                </a:lnTo>
                <a:lnTo>
                  <a:pt x="1996945" y="31182"/>
                </a:lnTo>
                <a:lnTo>
                  <a:pt x="1999399" y="29944"/>
                </a:lnTo>
                <a:lnTo>
                  <a:pt x="2000217" y="31095"/>
                </a:lnTo>
                <a:lnTo>
                  <a:pt x="2001852" y="32563"/>
                </a:lnTo>
                <a:lnTo>
                  <a:pt x="2003487" y="30780"/>
                </a:lnTo>
                <a:lnTo>
                  <a:pt x="2008394" y="31231"/>
                </a:lnTo>
                <a:lnTo>
                  <a:pt x="2012483" y="29935"/>
                </a:lnTo>
                <a:lnTo>
                  <a:pt x="2017389" y="26527"/>
                </a:lnTo>
                <a:lnTo>
                  <a:pt x="2018207" y="29043"/>
                </a:lnTo>
                <a:lnTo>
                  <a:pt x="2019843" y="30717"/>
                </a:lnTo>
                <a:lnTo>
                  <a:pt x="2020660" y="29498"/>
                </a:lnTo>
                <a:lnTo>
                  <a:pt x="2025567" y="27944"/>
                </a:lnTo>
                <a:lnTo>
                  <a:pt x="2028020" y="28194"/>
                </a:lnTo>
                <a:lnTo>
                  <a:pt x="2028838" y="26232"/>
                </a:lnTo>
                <a:lnTo>
                  <a:pt x="2032926" y="26115"/>
                </a:lnTo>
                <a:lnTo>
                  <a:pt x="2037015" y="27714"/>
                </a:lnTo>
                <a:lnTo>
                  <a:pt x="2041922" y="25062"/>
                </a:lnTo>
                <a:lnTo>
                  <a:pt x="2046010" y="24060"/>
                </a:lnTo>
                <a:lnTo>
                  <a:pt x="2048464" y="27020"/>
                </a:lnTo>
                <a:lnTo>
                  <a:pt x="2050917" y="25083"/>
                </a:lnTo>
                <a:lnTo>
                  <a:pt x="2059912" y="18878"/>
                </a:lnTo>
                <a:lnTo>
                  <a:pt x="2063183" y="18872"/>
                </a:lnTo>
                <a:lnTo>
                  <a:pt x="2065636" y="16925"/>
                </a:lnTo>
                <a:lnTo>
                  <a:pt x="2066454" y="17722"/>
                </a:lnTo>
                <a:lnTo>
                  <a:pt x="2069725" y="20858"/>
                </a:lnTo>
                <a:lnTo>
                  <a:pt x="2070543" y="19245"/>
                </a:lnTo>
                <a:lnTo>
                  <a:pt x="2074632" y="13322"/>
                </a:lnTo>
                <a:lnTo>
                  <a:pt x="2075450" y="14026"/>
                </a:lnTo>
                <a:lnTo>
                  <a:pt x="2077085" y="16945"/>
                </a:lnTo>
                <a:lnTo>
                  <a:pt x="2078720" y="15379"/>
                </a:lnTo>
                <a:lnTo>
                  <a:pt x="2082809" y="15929"/>
                </a:lnTo>
                <a:lnTo>
                  <a:pt x="2085262" y="13554"/>
                </a:lnTo>
                <a:lnTo>
                  <a:pt x="2086080" y="15510"/>
                </a:lnTo>
                <a:lnTo>
                  <a:pt x="2090169" y="15430"/>
                </a:lnTo>
                <a:lnTo>
                  <a:pt x="2096711" y="12703"/>
                </a:lnTo>
                <a:lnTo>
                  <a:pt x="2098347" y="14422"/>
                </a:lnTo>
                <a:lnTo>
                  <a:pt x="2099164" y="13387"/>
                </a:lnTo>
                <a:lnTo>
                  <a:pt x="2104071" y="4393"/>
                </a:lnTo>
                <a:lnTo>
                  <a:pt x="2108977" y="9682"/>
                </a:lnTo>
                <a:lnTo>
                  <a:pt x="2117973" y="8298"/>
                </a:lnTo>
                <a:lnTo>
                  <a:pt x="2121243" y="9565"/>
                </a:lnTo>
                <a:lnTo>
                  <a:pt x="2126150" y="8776"/>
                </a:lnTo>
                <a:lnTo>
                  <a:pt x="2134327" y="8862"/>
                </a:lnTo>
                <a:lnTo>
                  <a:pt x="2138416" y="6948"/>
                </a:lnTo>
                <a:lnTo>
                  <a:pt x="2146594" y="4786"/>
                </a:lnTo>
                <a:lnTo>
                  <a:pt x="2148229" y="6611"/>
                </a:lnTo>
                <a:lnTo>
                  <a:pt x="2149865" y="5122"/>
                </a:lnTo>
                <a:lnTo>
                  <a:pt x="2154771" y="5789"/>
                </a:lnTo>
                <a:lnTo>
                  <a:pt x="2155589" y="4113"/>
                </a:lnTo>
                <a:lnTo>
                  <a:pt x="2157225" y="5592"/>
                </a:lnTo>
                <a:lnTo>
                  <a:pt x="2162131" y="6540"/>
                </a:lnTo>
                <a:lnTo>
                  <a:pt x="2167037" y="4343"/>
                </a:lnTo>
                <a:lnTo>
                  <a:pt x="2167855" y="5223"/>
                </a:lnTo>
                <a:lnTo>
                  <a:pt x="2168673" y="2985"/>
                </a:lnTo>
                <a:lnTo>
                  <a:pt x="2169491" y="889"/>
                </a:lnTo>
                <a:lnTo>
                  <a:pt x="2171944" y="2636"/>
                </a:lnTo>
                <a:lnTo>
                  <a:pt x="2173579" y="0"/>
                </a:lnTo>
                <a:lnTo>
                  <a:pt x="2174397" y="3250"/>
                </a:lnTo>
                <a:lnTo>
                  <a:pt x="2178486" y="5152"/>
                </a:lnTo>
                <a:lnTo>
                  <a:pt x="2182575" y="3437"/>
                </a:lnTo>
                <a:lnTo>
                  <a:pt x="2192388" y="3257"/>
                </a:lnTo>
                <a:lnTo>
                  <a:pt x="2193206" y="5802"/>
                </a:lnTo>
                <a:lnTo>
                  <a:pt x="2195659" y="4599"/>
                </a:lnTo>
                <a:lnTo>
                  <a:pt x="2201383" y="3317"/>
                </a:lnTo>
                <a:lnTo>
                  <a:pt x="2202201" y="844"/>
                </a:lnTo>
                <a:lnTo>
                  <a:pt x="2204654" y="2010"/>
                </a:lnTo>
                <a:lnTo>
                  <a:pt x="2208743" y="460"/>
                </a:lnTo>
                <a:lnTo>
                  <a:pt x="2212832" y="4203"/>
                </a:lnTo>
                <a:lnTo>
                  <a:pt x="2213649" y="2295"/>
                </a:lnTo>
                <a:lnTo>
                  <a:pt x="2223462" y="3599"/>
                </a:lnTo>
                <a:lnTo>
                  <a:pt x="2225098" y="576"/>
                </a:lnTo>
                <a:lnTo>
                  <a:pt x="2225916" y="2537"/>
                </a:lnTo>
                <a:lnTo>
                  <a:pt x="2228369" y="6528"/>
                </a:lnTo>
                <a:lnTo>
                  <a:pt x="2229186" y="4620"/>
                </a:lnTo>
                <a:lnTo>
                  <a:pt x="2240635" y="9266"/>
                </a:lnTo>
                <a:lnTo>
                  <a:pt x="2243088" y="5896"/>
                </a:lnTo>
                <a:lnTo>
                  <a:pt x="2243906" y="7658"/>
                </a:lnTo>
                <a:lnTo>
                  <a:pt x="2245542" y="10097"/>
                </a:lnTo>
                <a:lnTo>
                  <a:pt x="2246359" y="9213"/>
                </a:lnTo>
                <a:lnTo>
                  <a:pt x="2247995" y="6257"/>
                </a:lnTo>
                <a:lnTo>
                  <a:pt x="2249630" y="8026"/>
                </a:lnTo>
                <a:lnTo>
                  <a:pt x="2250448" y="7020"/>
                </a:lnTo>
                <a:lnTo>
                  <a:pt x="2251266" y="9247"/>
                </a:lnTo>
                <a:lnTo>
                  <a:pt x="2252901" y="11171"/>
                </a:lnTo>
                <a:lnTo>
                  <a:pt x="2253719" y="9173"/>
                </a:lnTo>
                <a:lnTo>
                  <a:pt x="2254537" y="7181"/>
                </a:lnTo>
                <a:lnTo>
                  <a:pt x="2256172" y="9590"/>
                </a:lnTo>
                <a:lnTo>
                  <a:pt x="2260261" y="9131"/>
                </a:lnTo>
                <a:lnTo>
                  <a:pt x="2264350" y="7028"/>
                </a:lnTo>
                <a:lnTo>
                  <a:pt x="2265985" y="8981"/>
                </a:lnTo>
                <a:lnTo>
                  <a:pt x="2267621" y="7943"/>
                </a:lnTo>
                <a:lnTo>
                  <a:pt x="2270892" y="7381"/>
                </a:lnTo>
                <a:lnTo>
                  <a:pt x="2275798" y="10100"/>
                </a:lnTo>
                <a:lnTo>
                  <a:pt x="2279069" y="6672"/>
                </a:lnTo>
                <a:lnTo>
                  <a:pt x="2290518" y="8857"/>
                </a:lnTo>
              </a:path>
            </a:pathLst>
          </a:custGeom>
          <a:noFill/>
          <a:ln w="2208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Editable path 102"/>
          <p:cNvSpPr/>
          <p:nvPr/>
        </p:nvSpPr>
        <p:spPr>
          <a:xfrm>
            <a:off x="6902560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Editable path 103"/>
          <p:cNvSpPr/>
          <p:nvPr/>
        </p:nvSpPr>
        <p:spPr>
          <a:xfrm>
            <a:off x="9422130" y="3380529"/>
            <a:ext cx="0" cy="910910"/>
          </a:xfrm>
          <a:custGeom>
            <a:avLst/>
            <a:gdLst/>
            <a:ahLst/>
            <a:cxnLst/>
            <a:rect l="l" t="t" r="r" b="b"/>
            <a:pathLst>
              <a:path w="0" h="910910">
                <a:moveTo>
                  <a:pt x="0" y="910910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Editable path 104"/>
          <p:cNvSpPr/>
          <p:nvPr/>
        </p:nvSpPr>
        <p:spPr>
          <a:xfrm>
            <a:off x="6902560" y="4291439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Editable path 105"/>
          <p:cNvSpPr/>
          <p:nvPr/>
        </p:nvSpPr>
        <p:spPr>
          <a:xfrm>
            <a:off x="6902560" y="3380529"/>
            <a:ext cx="2519570" cy="0"/>
          </a:xfrm>
          <a:custGeom>
            <a:avLst/>
            <a:gdLst/>
            <a:ahLst/>
            <a:cxnLst/>
            <a:rect l="l" t="t" r="r" b="b"/>
            <a:pathLst>
              <a:path w="2519570" h="0">
                <a:moveTo>
                  <a:pt x="0" y="0"/>
                </a:moveTo>
                <a:lnTo>
                  <a:pt x="251957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603268" y="3171614"/>
            <a:ext cx="1173557" cy="2252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78" b="0" i="0">
                <a:solidFill>
                  <a:srgbClr val="3A9A94"/>
                </a:solidFill>
                <a:latin typeface="Times New Roman"/>
              </a:rPr>
              <a:t>Robot B · right</a:t>
            </a:r>
          </a:p>
        </p:txBody>
      </p:sp>
      <p:sp>
        <p:nvSpPr>
          <p:cNvPr id="146" name="Editable path 106"/>
          <p:cNvSpPr/>
          <p:nvPr/>
        </p:nvSpPr>
        <p:spPr>
          <a:xfrm>
            <a:off x="3627120" y="5154124"/>
            <a:ext cx="5795010" cy="1018076"/>
          </a:xfrm>
          <a:custGeom>
            <a:avLst/>
            <a:gdLst/>
            <a:ahLst/>
            <a:cxnLst/>
            <a:rect l="l" t="t" r="r" b="b"/>
            <a:pathLst>
              <a:path w="5795010" h="1018076">
                <a:moveTo>
                  <a:pt x="0" y="0"/>
                </a:moveTo>
                <a:lnTo>
                  <a:pt x="5795010" y="0"/>
                </a:lnTo>
                <a:lnTo>
                  <a:pt x="5795010" y="1018076"/>
                </a:lnTo>
                <a:lnTo>
                  <a:pt x="0" y="10180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Editable path 107"/>
          <p:cNvSpPr/>
          <p:nvPr/>
        </p:nvSpPr>
        <p:spPr>
          <a:xfrm>
            <a:off x="3890529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Editable path 108"/>
          <p:cNvSpPr/>
          <p:nvPr/>
        </p:nvSpPr>
        <p:spPr>
          <a:xfrm>
            <a:off x="3890529" y="6172200"/>
            <a:ext cx="0" cy="96631"/>
          </a:xfrm>
          <a:custGeom>
            <a:avLst/>
            <a:gdLst/>
            <a:ahLst/>
            <a:cxnLst/>
            <a:rect l="l" t="t" r="r" b="b"/>
            <a:pathLst>
              <a:path w="0" h="96631">
                <a:moveTo>
                  <a:pt x="0" y="0"/>
                </a:moveTo>
                <a:lnTo>
                  <a:pt x="0" y="96631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849116" y="6273847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50" name="Editable path 109"/>
          <p:cNvSpPr/>
          <p:nvPr/>
        </p:nvSpPr>
        <p:spPr>
          <a:xfrm>
            <a:off x="4830942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Editable path 110"/>
          <p:cNvSpPr/>
          <p:nvPr/>
        </p:nvSpPr>
        <p:spPr>
          <a:xfrm>
            <a:off x="4830942" y="6172200"/>
            <a:ext cx="0" cy="96631"/>
          </a:xfrm>
          <a:custGeom>
            <a:avLst/>
            <a:gdLst/>
            <a:ahLst/>
            <a:cxnLst/>
            <a:rect l="l" t="t" r="r" b="b"/>
            <a:pathLst>
              <a:path w="0" h="96631">
                <a:moveTo>
                  <a:pt x="0" y="0"/>
                </a:moveTo>
                <a:lnTo>
                  <a:pt x="0" y="96631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748115" y="6273847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10</a:t>
            </a:r>
          </a:p>
        </p:txBody>
      </p:sp>
      <p:sp>
        <p:nvSpPr>
          <p:cNvPr id="153" name="Editable path 111"/>
          <p:cNvSpPr/>
          <p:nvPr/>
        </p:nvSpPr>
        <p:spPr>
          <a:xfrm>
            <a:off x="5771354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Editable path 112"/>
          <p:cNvSpPr/>
          <p:nvPr/>
        </p:nvSpPr>
        <p:spPr>
          <a:xfrm>
            <a:off x="5771354" y="6172200"/>
            <a:ext cx="0" cy="96631"/>
          </a:xfrm>
          <a:custGeom>
            <a:avLst/>
            <a:gdLst/>
            <a:ahLst/>
            <a:cxnLst/>
            <a:rect l="l" t="t" r="r" b="b"/>
            <a:pathLst>
              <a:path w="0" h="96631">
                <a:moveTo>
                  <a:pt x="0" y="0"/>
                </a:moveTo>
                <a:lnTo>
                  <a:pt x="0" y="96631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688528" y="6273847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156" name="Editable path 113"/>
          <p:cNvSpPr/>
          <p:nvPr/>
        </p:nvSpPr>
        <p:spPr>
          <a:xfrm>
            <a:off x="6711767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Editable path 114"/>
          <p:cNvSpPr/>
          <p:nvPr/>
        </p:nvSpPr>
        <p:spPr>
          <a:xfrm>
            <a:off x="6711767" y="6172200"/>
            <a:ext cx="0" cy="96631"/>
          </a:xfrm>
          <a:custGeom>
            <a:avLst/>
            <a:gdLst/>
            <a:ahLst/>
            <a:cxnLst/>
            <a:rect l="l" t="t" r="r" b="b"/>
            <a:pathLst>
              <a:path w="0" h="96631">
                <a:moveTo>
                  <a:pt x="0" y="0"/>
                </a:moveTo>
                <a:lnTo>
                  <a:pt x="0" y="96631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628940" y="6273847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30</a:t>
            </a:r>
          </a:p>
        </p:txBody>
      </p:sp>
      <p:sp>
        <p:nvSpPr>
          <p:cNvPr id="159" name="Editable path 115"/>
          <p:cNvSpPr/>
          <p:nvPr/>
        </p:nvSpPr>
        <p:spPr>
          <a:xfrm>
            <a:off x="7652179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Editable path 116"/>
          <p:cNvSpPr/>
          <p:nvPr/>
        </p:nvSpPr>
        <p:spPr>
          <a:xfrm>
            <a:off x="7652179" y="6172200"/>
            <a:ext cx="0" cy="96631"/>
          </a:xfrm>
          <a:custGeom>
            <a:avLst/>
            <a:gdLst/>
            <a:ahLst/>
            <a:cxnLst/>
            <a:rect l="l" t="t" r="r" b="b"/>
            <a:pathLst>
              <a:path w="0" h="96631">
                <a:moveTo>
                  <a:pt x="0" y="0"/>
                </a:moveTo>
                <a:lnTo>
                  <a:pt x="0" y="96631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569353" y="6273847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162" name="Editable path 117"/>
          <p:cNvSpPr/>
          <p:nvPr/>
        </p:nvSpPr>
        <p:spPr>
          <a:xfrm>
            <a:off x="8592592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Editable path 118"/>
          <p:cNvSpPr/>
          <p:nvPr/>
        </p:nvSpPr>
        <p:spPr>
          <a:xfrm>
            <a:off x="8592592" y="6172200"/>
            <a:ext cx="0" cy="96631"/>
          </a:xfrm>
          <a:custGeom>
            <a:avLst/>
            <a:gdLst/>
            <a:ahLst/>
            <a:cxnLst/>
            <a:rect l="l" t="t" r="r" b="b"/>
            <a:pathLst>
              <a:path w="0" h="96631">
                <a:moveTo>
                  <a:pt x="0" y="0"/>
                </a:moveTo>
                <a:lnTo>
                  <a:pt x="0" y="96631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509765" y="6273847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296900" y="6540789"/>
            <a:ext cx="2496420" cy="2153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13" b="0" i="0">
                <a:solidFill>
                  <a:srgbClr val="2B2B2B"/>
                </a:solidFill>
                <a:latin typeface="Times New Roman"/>
              </a:rPr>
              <a:t>Time after reference activation (s)</a:t>
            </a:r>
          </a:p>
        </p:txBody>
      </p:sp>
      <p:sp>
        <p:nvSpPr>
          <p:cNvPr id="166" name="Editable path 119"/>
          <p:cNvSpPr/>
          <p:nvPr/>
        </p:nvSpPr>
        <p:spPr>
          <a:xfrm>
            <a:off x="3627120" y="6155161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Editable path 120"/>
          <p:cNvSpPr/>
          <p:nvPr/>
        </p:nvSpPr>
        <p:spPr>
          <a:xfrm>
            <a:off x="3530489" y="6155161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420054" y="6076057"/>
            <a:ext cx="124239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169" name="Editable path 121"/>
          <p:cNvSpPr/>
          <p:nvPr/>
        </p:nvSpPr>
        <p:spPr>
          <a:xfrm>
            <a:off x="3627120" y="5710816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Editable path 122"/>
          <p:cNvSpPr/>
          <p:nvPr/>
        </p:nvSpPr>
        <p:spPr>
          <a:xfrm>
            <a:off x="3530489" y="5710816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337228" y="5631712"/>
            <a:ext cx="207065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50</a:t>
            </a:r>
          </a:p>
        </p:txBody>
      </p:sp>
      <p:sp>
        <p:nvSpPr>
          <p:cNvPr id="172" name="Editable path 123"/>
          <p:cNvSpPr/>
          <p:nvPr/>
        </p:nvSpPr>
        <p:spPr>
          <a:xfrm>
            <a:off x="3627120" y="5266471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22086">
            <a:solidFill>
              <a:srgbClr val="B0B0B0">
                <a:alpha val="1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Editable path 124"/>
          <p:cNvSpPr/>
          <p:nvPr/>
        </p:nvSpPr>
        <p:spPr>
          <a:xfrm>
            <a:off x="3530489" y="5266471"/>
            <a:ext cx="96631" cy="0"/>
          </a:xfrm>
          <a:custGeom>
            <a:avLst/>
            <a:gdLst/>
            <a:ahLst/>
            <a:cxnLst/>
            <a:rect l="l" t="t" r="r" b="b"/>
            <a:pathLst>
              <a:path w="96631" h="0">
                <a:moveTo>
                  <a:pt x="96631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22086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254402" y="5187367"/>
            <a:ext cx="289891" cy="1987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4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175" name="TextBox 174"/>
          <p:cNvSpPr txBox="1"/>
          <p:nvPr/>
        </p:nvSpPr>
        <p:spPr>
          <a:xfrm rot="16200000">
            <a:off x="2995070" y="5893128"/>
            <a:ext cx="149390" cy="2319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21" b="0" i="0">
                <a:solidFill>
                  <a:srgbClr val="2B2B2B"/>
                </a:solidFill>
                <a:latin typeface="Times New Roman"/>
              </a:rPr>
              <a:t>‖</a:t>
            </a:r>
          </a:p>
        </p:txBody>
      </p:sp>
      <p:sp>
        <p:nvSpPr>
          <p:cNvPr id="176" name="TextBox 175"/>
          <p:cNvSpPr txBox="1"/>
          <p:nvPr/>
        </p:nvSpPr>
        <p:spPr>
          <a:xfrm rot="16200000">
            <a:off x="3005990" y="5802972"/>
            <a:ext cx="127552" cy="2319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21" b="0" i="1">
                <a:solidFill>
                  <a:srgbClr val="2B2B2B"/>
                </a:solidFill>
                <a:latin typeface="Times New Roman"/>
              </a:rPr>
              <a:t>τ</a:t>
            </a:r>
          </a:p>
        </p:txBody>
      </p:sp>
      <p:sp>
        <p:nvSpPr>
          <p:cNvPr id="177" name="TextBox 176"/>
          <p:cNvSpPr txBox="1"/>
          <p:nvPr/>
        </p:nvSpPr>
        <p:spPr>
          <a:xfrm rot="16200000">
            <a:off x="2737454" y="5455200"/>
            <a:ext cx="664623" cy="2319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21" b="0" i="0">
                <a:solidFill>
                  <a:srgbClr val="2B2B2B"/>
                </a:solidFill>
                <a:latin typeface="Times New Roman"/>
              </a:rPr>
              <a:t>‖ (N m)</a:t>
            </a:r>
          </a:p>
        </p:txBody>
      </p:sp>
      <p:sp>
        <p:nvSpPr>
          <p:cNvPr id="178" name="Editable path 125"/>
          <p:cNvSpPr/>
          <p:nvPr/>
        </p:nvSpPr>
        <p:spPr>
          <a:xfrm>
            <a:off x="3890529" y="5813253"/>
            <a:ext cx="5268191" cy="270718"/>
          </a:xfrm>
          <a:custGeom>
            <a:avLst/>
            <a:gdLst/>
            <a:ahLst/>
            <a:cxnLst/>
            <a:rect l="l" t="t" r="r" b="b"/>
            <a:pathLst>
              <a:path w="5268191" h="270718">
                <a:moveTo>
                  <a:pt x="0" y="245734"/>
                </a:moveTo>
                <a:lnTo>
                  <a:pt x="3762" y="242749"/>
                </a:lnTo>
                <a:lnTo>
                  <a:pt x="7523" y="245396"/>
                </a:lnTo>
                <a:lnTo>
                  <a:pt x="9404" y="238887"/>
                </a:lnTo>
                <a:lnTo>
                  <a:pt x="11285" y="239961"/>
                </a:lnTo>
                <a:lnTo>
                  <a:pt x="15047" y="241201"/>
                </a:lnTo>
                <a:lnTo>
                  <a:pt x="20689" y="231960"/>
                </a:lnTo>
                <a:lnTo>
                  <a:pt x="24451" y="238384"/>
                </a:lnTo>
                <a:lnTo>
                  <a:pt x="26332" y="231449"/>
                </a:lnTo>
                <a:lnTo>
                  <a:pt x="28212" y="233755"/>
                </a:lnTo>
                <a:lnTo>
                  <a:pt x="30093" y="236342"/>
                </a:lnTo>
                <a:lnTo>
                  <a:pt x="31974" y="234844"/>
                </a:lnTo>
                <a:lnTo>
                  <a:pt x="33855" y="232887"/>
                </a:lnTo>
                <a:lnTo>
                  <a:pt x="37617" y="239066"/>
                </a:lnTo>
                <a:lnTo>
                  <a:pt x="39497" y="237584"/>
                </a:lnTo>
                <a:lnTo>
                  <a:pt x="41378" y="236564"/>
                </a:lnTo>
                <a:lnTo>
                  <a:pt x="43259" y="230656"/>
                </a:lnTo>
                <a:lnTo>
                  <a:pt x="48902" y="241271"/>
                </a:lnTo>
                <a:lnTo>
                  <a:pt x="60187" y="219159"/>
                </a:lnTo>
                <a:lnTo>
                  <a:pt x="65829" y="236980"/>
                </a:lnTo>
                <a:lnTo>
                  <a:pt x="71471" y="226636"/>
                </a:lnTo>
                <a:lnTo>
                  <a:pt x="73352" y="230542"/>
                </a:lnTo>
                <a:lnTo>
                  <a:pt x="75233" y="228312"/>
                </a:lnTo>
                <a:lnTo>
                  <a:pt x="82756" y="230747"/>
                </a:lnTo>
                <a:lnTo>
                  <a:pt x="84637" y="230933"/>
                </a:lnTo>
                <a:lnTo>
                  <a:pt x="90280" y="220780"/>
                </a:lnTo>
                <a:lnTo>
                  <a:pt x="92160" y="226268"/>
                </a:lnTo>
                <a:lnTo>
                  <a:pt x="94041" y="224468"/>
                </a:lnTo>
                <a:lnTo>
                  <a:pt x="105326" y="228457"/>
                </a:lnTo>
                <a:lnTo>
                  <a:pt x="107207" y="228567"/>
                </a:lnTo>
                <a:lnTo>
                  <a:pt x="109088" y="232053"/>
                </a:lnTo>
                <a:lnTo>
                  <a:pt x="110969" y="230322"/>
                </a:lnTo>
                <a:lnTo>
                  <a:pt x="112850" y="227506"/>
                </a:lnTo>
                <a:lnTo>
                  <a:pt x="114730" y="231859"/>
                </a:lnTo>
                <a:lnTo>
                  <a:pt x="116611" y="230688"/>
                </a:lnTo>
                <a:lnTo>
                  <a:pt x="131658" y="223149"/>
                </a:lnTo>
                <a:lnTo>
                  <a:pt x="133539" y="223352"/>
                </a:lnTo>
                <a:lnTo>
                  <a:pt x="137300" y="229996"/>
                </a:lnTo>
                <a:lnTo>
                  <a:pt x="142943" y="223860"/>
                </a:lnTo>
                <a:lnTo>
                  <a:pt x="148585" y="217913"/>
                </a:lnTo>
                <a:lnTo>
                  <a:pt x="150466" y="216031"/>
                </a:lnTo>
                <a:lnTo>
                  <a:pt x="152347" y="218723"/>
                </a:lnTo>
                <a:lnTo>
                  <a:pt x="156109" y="211525"/>
                </a:lnTo>
                <a:lnTo>
                  <a:pt x="169274" y="215543"/>
                </a:lnTo>
                <a:lnTo>
                  <a:pt x="173036" y="214325"/>
                </a:lnTo>
                <a:lnTo>
                  <a:pt x="176798" y="216360"/>
                </a:lnTo>
                <a:lnTo>
                  <a:pt x="184321" y="215982"/>
                </a:lnTo>
                <a:lnTo>
                  <a:pt x="188083" y="220464"/>
                </a:lnTo>
                <a:lnTo>
                  <a:pt x="189963" y="216643"/>
                </a:lnTo>
                <a:lnTo>
                  <a:pt x="191844" y="214003"/>
                </a:lnTo>
                <a:lnTo>
                  <a:pt x="195606" y="220248"/>
                </a:lnTo>
                <a:lnTo>
                  <a:pt x="201248" y="207442"/>
                </a:lnTo>
                <a:lnTo>
                  <a:pt x="203129" y="210985"/>
                </a:lnTo>
                <a:lnTo>
                  <a:pt x="212533" y="212239"/>
                </a:lnTo>
                <a:lnTo>
                  <a:pt x="214414" y="210293"/>
                </a:lnTo>
                <a:lnTo>
                  <a:pt x="216295" y="212457"/>
                </a:lnTo>
                <a:lnTo>
                  <a:pt x="220057" y="213985"/>
                </a:lnTo>
                <a:lnTo>
                  <a:pt x="227580" y="209069"/>
                </a:lnTo>
                <a:lnTo>
                  <a:pt x="233222" y="212495"/>
                </a:lnTo>
                <a:lnTo>
                  <a:pt x="235103" y="217138"/>
                </a:lnTo>
                <a:lnTo>
                  <a:pt x="236984" y="207775"/>
                </a:lnTo>
                <a:lnTo>
                  <a:pt x="238865" y="211657"/>
                </a:lnTo>
                <a:lnTo>
                  <a:pt x="240746" y="209534"/>
                </a:lnTo>
                <a:lnTo>
                  <a:pt x="242627" y="202583"/>
                </a:lnTo>
                <a:lnTo>
                  <a:pt x="246388" y="209534"/>
                </a:lnTo>
                <a:lnTo>
                  <a:pt x="248269" y="202599"/>
                </a:lnTo>
                <a:lnTo>
                  <a:pt x="250150" y="205608"/>
                </a:lnTo>
                <a:lnTo>
                  <a:pt x="252031" y="209754"/>
                </a:lnTo>
                <a:lnTo>
                  <a:pt x="253911" y="206030"/>
                </a:lnTo>
                <a:lnTo>
                  <a:pt x="255792" y="211614"/>
                </a:lnTo>
                <a:lnTo>
                  <a:pt x="257673" y="209092"/>
                </a:lnTo>
                <a:lnTo>
                  <a:pt x="278362" y="216466"/>
                </a:lnTo>
                <a:lnTo>
                  <a:pt x="285885" y="214138"/>
                </a:lnTo>
                <a:lnTo>
                  <a:pt x="291528" y="218340"/>
                </a:lnTo>
                <a:lnTo>
                  <a:pt x="295290" y="213365"/>
                </a:lnTo>
                <a:lnTo>
                  <a:pt x="299051" y="214286"/>
                </a:lnTo>
                <a:lnTo>
                  <a:pt x="302813" y="213144"/>
                </a:lnTo>
                <a:lnTo>
                  <a:pt x="304694" y="210426"/>
                </a:lnTo>
                <a:lnTo>
                  <a:pt x="306575" y="212461"/>
                </a:lnTo>
                <a:lnTo>
                  <a:pt x="310336" y="222820"/>
                </a:lnTo>
                <a:lnTo>
                  <a:pt x="312217" y="220373"/>
                </a:lnTo>
                <a:lnTo>
                  <a:pt x="314098" y="217150"/>
                </a:lnTo>
                <a:lnTo>
                  <a:pt x="315979" y="206402"/>
                </a:lnTo>
                <a:lnTo>
                  <a:pt x="317860" y="209943"/>
                </a:lnTo>
                <a:lnTo>
                  <a:pt x="323502" y="218160"/>
                </a:lnTo>
                <a:lnTo>
                  <a:pt x="325383" y="207954"/>
                </a:lnTo>
                <a:lnTo>
                  <a:pt x="327264" y="210638"/>
                </a:lnTo>
                <a:lnTo>
                  <a:pt x="334787" y="212829"/>
                </a:lnTo>
                <a:lnTo>
                  <a:pt x="338549" y="201292"/>
                </a:lnTo>
                <a:lnTo>
                  <a:pt x="340429" y="205745"/>
                </a:lnTo>
                <a:lnTo>
                  <a:pt x="342310" y="204673"/>
                </a:lnTo>
                <a:lnTo>
                  <a:pt x="344191" y="200973"/>
                </a:lnTo>
                <a:lnTo>
                  <a:pt x="346072" y="203424"/>
                </a:lnTo>
                <a:lnTo>
                  <a:pt x="349833" y="213562"/>
                </a:lnTo>
                <a:lnTo>
                  <a:pt x="351714" y="212283"/>
                </a:lnTo>
                <a:lnTo>
                  <a:pt x="355476" y="211899"/>
                </a:lnTo>
                <a:lnTo>
                  <a:pt x="359238" y="203945"/>
                </a:lnTo>
                <a:lnTo>
                  <a:pt x="362999" y="207241"/>
                </a:lnTo>
                <a:lnTo>
                  <a:pt x="364880" y="205012"/>
                </a:lnTo>
                <a:lnTo>
                  <a:pt x="368642" y="209414"/>
                </a:lnTo>
                <a:lnTo>
                  <a:pt x="374284" y="207882"/>
                </a:lnTo>
                <a:lnTo>
                  <a:pt x="376165" y="213404"/>
                </a:lnTo>
                <a:lnTo>
                  <a:pt x="378046" y="210341"/>
                </a:lnTo>
                <a:lnTo>
                  <a:pt x="383688" y="207303"/>
                </a:lnTo>
                <a:lnTo>
                  <a:pt x="389331" y="207711"/>
                </a:lnTo>
                <a:lnTo>
                  <a:pt x="402497" y="213522"/>
                </a:lnTo>
                <a:lnTo>
                  <a:pt x="406258" y="212367"/>
                </a:lnTo>
                <a:lnTo>
                  <a:pt x="408139" y="214893"/>
                </a:lnTo>
                <a:lnTo>
                  <a:pt x="410020" y="212342"/>
                </a:lnTo>
                <a:lnTo>
                  <a:pt x="415662" y="206273"/>
                </a:lnTo>
                <a:lnTo>
                  <a:pt x="421305" y="209675"/>
                </a:lnTo>
                <a:lnTo>
                  <a:pt x="426947" y="197881"/>
                </a:lnTo>
                <a:lnTo>
                  <a:pt x="430709" y="213573"/>
                </a:lnTo>
                <a:lnTo>
                  <a:pt x="434471" y="211376"/>
                </a:lnTo>
                <a:lnTo>
                  <a:pt x="443875" y="211200"/>
                </a:lnTo>
                <a:lnTo>
                  <a:pt x="449517" y="214701"/>
                </a:lnTo>
                <a:lnTo>
                  <a:pt x="455160" y="199844"/>
                </a:lnTo>
                <a:lnTo>
                  <a:pt x="457041" y="195222"/>
                </a:lnTo>
                <a:lnTo>
                  <a:pt x="458921" y="207046"/>
                </a:lnTo>
                <a:lnTo>
                  <a:pt x="460802" y="204911"/>
                </a:lnTo>
                <a:lnTo>
                  <a:pt x="462683" y="206956"/>
                </a:lnTo>
                <a:lnTo>
                  <a:pt x="468325" y="199595"/>
                </a:lnTo>
                <a:lnTo>
                  <a:pt x="473968" y="203375"/>
                </a:lnTo>
                <a:lnTo>
                  <a:pt x="475849" y="199923"/>
                </a:lnTo>
                <a:lnTo>
                  <a:pt x="477730" y="201679"/>
                </a:lnTo>
                <a:lnTo>
                  <a:pt x="490895" y="202605"/>
                </a:lnTo>
                <a:lnTo>
                  <a:pt x="492776" y="207390"/>
                </a:lnTo>
                <a:lnTo>
                  <a:pt x="496538" y="202017"/>
                </a:lnTo>
                <a:lnTo>
                  <a:pt x="504061" y="201287"/>
                </a:lnTo>
                <a:lnTo>
                  <a:pt x="509704" y="207449"/>
                </a:lnTo>
                <a:lnTo>
                  <a:pt x="519108" y="207620"/>
                </a:lnTo>
                <a:lnTo>
                  <a:pt x="526631" y="207085"/>
                </a:lnTo>
                <a:lnTo>
                  <a:pt x="530393" y="202991"/>
                </a:lnTo>
                <a:lnTo>
                  <a:pt x="534154" y="213764"/>
                </a:lnTo>
                <a:lnTo>
                  <a:pt x="536035" y="211846"/>
                </a:lnTo>
                <a:lnTo>
                  <a:pt x="537916" y="206924"/>
                </a:lnTo>
                <a:lnTo>
                  <a:pt x="539797" y="209041"/>
                </a:lnTo>
                <a:lnTo>
                  <a:pt x="543559" y="206236"/>
                </a:lnTo>
                <a:lnTo>
                  <a:pt x="545439" y="200483"/>
                </a:lnTo>
                <a:lnTo>
                  <a:pt x="547320" y="203956"/>
                </a:lnTo>
                <a:lnTo>
                  <a:pt x="551082" y="207181"/>
                </a:lnTo>
                <a:lnTo>
                  <a:pt x="552963" y="214911"/>
                </a:lnTo>
                <a:lnTo>
                  <a:pt x="554843" y="213068"/>
                </a:lnTo>
                <a:lnTo>
                  <a:pt x="558605" y="208420"/>
                </a:lnTo>
                <a:lnTo>
                  <a:pt x="560486" y="200393"/>
                </a:lnTo>
                <a:lnTo>
                  <a:pt x="564248" y="209938"/>
                </a:lnTo>
                <a:lnTo>
                  <a:pt x="568009" y="199541"/>
                </a:lnTo>
                <a:lnTo>
                  <a:pt x="579294" y="205242"/>
                </a:lnTo>
                <a:lnTo>
                  <a:pt x="581175" y="202784"/>
                </a:lnTo>
                <a:lnTo>
                  <a:pt x="583056" y="205511"/>
                </a:lnTo>
                <a:lnTo>
                  <a:pt x="584937" y="201217"/>
                </a:lnTo>
                <a:lnTo>
                  <a:pt x="588698" y="209662"/>
                </a:lnTo>
                <a:lnTo>
                  <a:pt x="590579" y="205765"/>
                </a:lnTo>
                <a:lnTo>
                  <a:pt x="592460" y="210982"/>
                </a:lnTo>
                <a:lnTo>
                  <a:pt x="594341" y="208438"/>
                </a:lnTo>
                <a:lnTo>
                  <a:pt x="598102" y="201581"/>
                </a:lnTo>
                <a:lnTo>
                  <a:pt x="599983" y="201195"/>
                </a:lnTo>
                <a:lnTo>
                  <a:pt x="601864" y="205464"/>
                </a:lnTo>
                <a:lnTo>
                  <a:pt x="605626" y="199684"/>
                </a:lnTo>
                <a:lnTo>
                  <a:pt x="611268" y="211145"/>
                </a:lnTo>
                <a:lnTo>
                  <a:pt x="613149" y="208236"/>
                </a:lnTo>
                <a:lnTo>
                  <a:pt x="616911" y="199287"/>
                </a:lnTo>
                <a:lnTo>
                  <a:pt x="620672" y="207620"/>
                </a:lnTo>
                <a:lnTo>
                  <a:pt x="624434" y="203500"/>
                </a:lnTo>
                <a:lnTo>
                  <a:pt x="630076" y="206996"/>
                </a:lnTo>
                <a:lnTo>
                  <a:pt x="631957" y="199210"/>
                </a:lnTo>
                <a:lnTo>
                  <a:pt x="633838" y="207599"/>
                </a:lnTo>
                <a:lnTo>
                  <a:pt x="635719" y="206990"/>
                </a:lnTo>
                <a:lnTo>
                  <a:pt x="639481" y="200206"/>
                </a:lnTo>
                <a:lnTo>
                  <a:pt x="643242" y="208464"/>
                </a:lnTo>
                <a:lnTo>
                  <a:pt x="648885" y="208672"/>
                </a:lnTo>
                <a:lnTo>
                  <a:pt x="650765" y="206105"/>
                </a:lnTo>
                <a:lnTo>
                  <a:pt x="652646" y="210809"/>
                </a:lnTo>
                <a:lnTo>
                  <a:pt x="654527" y="209316"/>
                </a:lnTo>
                <a:lnTo>
                  <a:pt x="658289" y="209482"/>
                </a:lnTo>
                <a:lnTo>
                  <a:pt x="662051" y="201659"/>
                </a:lnTo>
                <a:lnTo>
                  <a:pt x="667693" y="209632"/>
                </a:lnTo>
                <a:lnTo>
                  <a:pt x="671455" y="204460"/>
                </a:lnTo>
                <a:lnTo>
                  <a:pt x="673336" y="210314"/>
                </a:lnTo>
                <a:lnTo>
                  <a:pt x="675216" y="209169"/>
                </a:lnTo>
                <a:lnTo>
                  <a:pt x="682740" y="209976"/>
                </a:lnTo>
                <a:lnTo>
                  <a:pt x="686501" y="211598"/>
                </a:lnTo>
                <a:lnTo>
                  <a:pt x="692144" y="203134"/>
                </a:lnTo>
                <a:lnTo>
                  <a:pt x="694025" y="205027"/>
                </a:lnTo>
                <a:lnTo>
                  <a:pt x="695905" y="202431"/>
                </a:lnTo>
                <a:lnTo>
                  <a:pt x="697786" y="203856"/>
                </a:lnTo>
                <a:lnTo>
                  <a:pt x="709071" y="205314"/>
                </a:lnTo>
                <a:lnTo>
                  <a:pt x="714714" y="193782"/>
                </a:lnTo>
                <a:lnTo>
                  <a:pt x="720356" y="202183"/>
                </a:lnTo>
                <a:lnTo>
                  <a:pt x="724118" y="193195"/>
                </a:lnTo>
                <a:lnTo>
                  <a:pt x="725999" y="200288"/>
                </a:lnTo>
                <a:lnTo>
                  <a:pt x="727879" y="198044"/>
                </a:lnTo>
                <a:lnTo>
                  <a:pt x="731641" y="193475"/>
                </a:lnTo>
                <a:lnTo>
                  <a:pt x="733522" y="199769"/>
                </a:lnTo>
                <a:lnTo>
                  <a:pt x="735403" y="198510"/>
                </a:lnTo>
                <a:lnTo>
                  <a:pt x="737283" y="195328"/>
                </a:lnTo>
                <a:lnTo>
                  <a:pt x="741045" y="202301"/>
                </a:lnTo>
                <a:lnTo>
                  <a:pt x="742926" y="200492"/>
                </a:lnTo>
                <a:lnTo>
                  <a:pt x="746688" y="189318"/>
                </a:lnTo>
                <a:lnTo>
                  <a:pt x="754211" y="201896"/>
                </a:lnTo>
                <a:lnTo>
                  <a:pt x="759853" y="194788"/>
                </a:lnTo>
                <a:lnTo>
                  <a:pt x="763615" y="196504"/>
                </a:lnTo>
                <a:lnTo>
                  <a:pt x="767377" y="194419"/>
                </a:lnTo>
                <a:lnTo>
                  <a:pt x="773019" y="202076"/>
                </a:lnTo>
                <a:lnTo>
                  <a:pt x="776781" y="194810"/>
                </a:lnTo>
                <a:lnTo>
                  <a:pt x="793708" y="196971"/>
                </a:lnTo>
                <a:lnTo>
                  <a:pt x="797470" y="193442"/>
                </a:lnTo>
                <a:lnTo>
                  <a:pt x="803112" y="197086"/>
                </a:lnTo>
                <a:lnTo>
                  <a:pt x="806874" y="193838"/>
                </a:lnTo>
                <a:lnTo>
                  <a:pt x="812516" y="200153"/>
                </a:lnTo>
                <a:lnTo>
                  <a:pt x="814397" y="197878"/>
                </a:lnTo>
                <a:lnTo>
                  <a:pt x="816278" y="194191"/>
                </a:lnTo>
                <a:lnTo>
                  <a:pt x="818159" y="196617"/>
                </a:lnTo>
                <a:lnTo>
                  <a:pt x="821921" y="195767"/>
                </a:lnTo>
                <a:lnTo>
                  <a:pt x="831325" y="203646"/>
                </a:lnTo>
                <a:lnTo>
                  <a:pt x="833206" y="200272"/>
                </a:lnTo>
                <a:lnTo>
                  <a:pt x="835086" y="202388"/>
                </a:lnTo>
                <a:lnTo>
                  <a:pt x="838848" y="211915"/>
                </a:lnTo>
                <a:lnTo>
                  <a:pt x="840729" y="220274"/>
                </a:lnTo>
                <a:lnTo>
                  <a:pt x="842610" y="211600"/>
                </a:lnTo>
                <a:lnTo>
                  <a:pt x="844491" y="213064"/>
                </a:lnTo>
                <a:lnTo>
                  <a:pt x="853895" y="196719"/>
                </a:lnTo>
                <a:lnTo>
                  <a:pt x="861418" y="209580"/>
                </a:lnTo>
                <a:lnTo>
                  <a:pt x="865180" y="198694"/>
                </a:lnTo>
                <a:lnTo>
                  <a:pt x="870822" y="207641"/>
                </a:lnTo>
                <a:lnTo>
                  <a:pt x="872703" y="205698"/>
                </a:lnTo>
                <a:lnTo>
                  <a:pt x="876465" y="208472"/>
                </a:lnTo>
                <a:lnTo>
                  <a:pt x="883988" y="202924"/>
                </a:lnTo>
                <a:lnTo>
                  <a:pt x="887749" y="204603"/>
                </a:lnTo>
                <a:lnTo>
                  <a:pt x="891511" y="210379"/>
                </a:lnTo>
                <a:lnTo>
                  <a:pt x="893392" y="208935"/>
                </a:lnTo>
                <a:lnTo>
                  <a:pt x="895273" y="201110"/>
                </a:lnTo>
                <a:lnTo>
                  <a:pt x="897154" y="202872"/>
                </a:lnTo>
                <a:lnTo>
                  <a:pt x="902796" y="210302"/>
                </a:lnTo>
                <a:lnTo>
                  <a:pt x="908438" y="210888"/>
                </a:lnTo>
                <a:lnTo>
                  <a:pt x="915962" y="214308"/>
                </a:lnTo>
                <a:lnTo>
                  <a:pt x="919724" y="201245"/>
                </a:lnTo>
                <a:lnTo>
                  <a:pt x="921604" y="204193"/>
                </a:lnTo>
                <a:lnTo>
                  <a:pt x="925366" y="215197"/>
                </a:lnTo>
                <a:lnTo>
                  <a:pt x="931009" y="203224"/>
                </a:lnTo>
                <a:lnTo>
                  <a:pt x="932889" y="215509"/>
                </a:lnTo>
                <a:lnTo>
                  <a:pt x="934770" y="209948"/>
                </a:lnTo>
                <a:lnTo>
                  <a:pt x="938532" y="210162"/>
                </a:lnTo>
                <a:lnTo>
                  <a:pt x="942293" y="203946"/>
                </a:lnTo>
                <a:lnTo>
                  <a:pt x="944174" y="210004"/>
                </a:lnTo>
                <a:lnTo>
                  <a:pt x="946055" y="207888"/>
                </a:lnTo>
                <a:lnTo>
                  <a:pt x="947936" y="206030"/>
                </a:lnTo>
                <a:lnTo>
                  <a:pt x="951698" y="209151"/>
                </a:lnTo>
                <a:lnTo>
                  <a:pt x="957340" y="206723"/>
                </a:lnTo>
                <a:lnTo>
                  <a:pt x="959221" y="214744"/>
                </a:lnTo>
                <a:lnTo>
                  <a:pt x="961102" y="212444"/>
                </a:lnTo>
                <a:lnTo>
                  <a:pt x="962982" y="216226"/>
                </a:lnTo>
                <a:lnTo>
                  <a:pt x="964863" y="215122"/>
                </a:lnTo>
                <a:lnTo>
                  <a:pt x="966744" y="214175"/>
                </a:lnTo>
                <a:lnTo>
                  <a:pt x="968625" y="209036"/>
                </a:lnTo>
                <a:lnTo>
                  <a:pt x="970506" y="215622"/>
                </a:lnTo>
                <a:lnTo>
                  <a:pt x="972387" y="209715"/>
                </a:lnTo>
                <a:lnTo>
                  <a:pt x="978029" y="217197"/>
                </a:lnTo>
                <a:lnTo>
                  <a:pt x="979910" y="219174"/>
                </a:lnTo>
                <a:lnTo>
                  <a:pt x="981791" y="216377"/>
                </a:lnTo>
                <a:lnTo>
                  <a:pt x="985553" y="220457"/>
                </a:lnTo>
                <a:lnTo>
                  <a:pt x="1004361" y="220013"/>
                </a:lnTo>
                <a:lnTo>
                  <a:pt x="1006242" y="222289"/>
                </a:lnTo>
                <a:lnTo>
                  <a:pt x="1008122" y="220013"/>
                </a:lnTo>
                <a:lnTo>
                  <a:pt x="1036335" y="214690"/>
                </a:lnTo>
                <a:lnTo>
                  <a:pt x="1040096" y="208420"/>
                </a:lnTo>
                <a:lnTo>
                  <a:pt x="1043858" y="212411"/>
                </a:lnTo>
                <a:lnTo>
                  <a:pt x="1045739" y="212313"/>
                </a:lnTo>
                <a:lnTo>
                  <a:pt x="1051381" y="217015"/>
                </a:lnTo>
                <a:lnTo>
                  <a:pt x="1053262" y="210872"/>
                </a:lnTo>
                <a:lnTo>
                  <a:pt x="1055143" y="211674"/>
                </a:lnTo>
                <a:lnTo>
                  <a:pt x="1058905" y="215237"/>
                </a:lnTo>
                <a:lnTo>
                  <a:pt x="1062666" y="215753"/>
                </a:lnTo>
                <a:lnTo>
                  <a:pt x="1066428" y="210900"/>
                </a:lnTo>
                <a:lnTo>
                  <a:pt x="1072070" y="215073"/>
                </a:lnTo>
                <a:lnTo>
                  <a:pt x="1081475" y="216280"/>
                </a:lnTo>
                <a:lnTo>
                  <a:pt x="1085236" y="212576"/>
                </a:lnTo>
                <a:lnTo>
                  <a:pt x="1102164" y="213905"/>
                </a:lnTo>
                <a:lnTo>
                  <a:pt x="1111568" y="211908"/>
                </a:lnTo>
                <a:lnTo>
                  <a:pt x="1119091" y="209706"/>
                </a:lnTo>
                <a:lnTo>
                  <a:pt x="1122853" y="212557"/>
                </a:lnTo>
                <a:lnTo>
                  <a:pt x="1124733" y="210114"/>
                </a:lnTo>
                <a:lnTo>
                  <a:pt x="1126614" y="212685"/>
                </a:lnTo>
                <a:lnTo>
                  <a:pt x="1130376" y="211512"/>
                </a:lnTo>
                <a:lnTo>
                  <a:pt x="1134138" y="208086"/>
                </a:lnTo>
                <a:lnTo>
                  <a:pt x="1136018" y="211594"/>
                </a:lnTo>
                <a:lnTo>
                  <a:pt x="1137899" y="209199"/>
                </a:lnTo>
                <a:lnTo>
                  <a:pt x="1145422" y="207173"/>
                </a:lnTo>
                <a:lnTo>
                  <a:pt x="1147303" y="202322"/>
                </a:lnTo>
                <a:lnTo>
                  <a:pt x="1149184" y="209081"/>
                </a:lnTo>
                <a:lnTo>
                  <a:pt x="1151065" y="204737"/>
                </a:lnTo>
                <a:lnTo>
                  <a:pt x="1158588" y="201256"/>
                </a:lnTo>
                <a:lnTo>
                  <a:pt x="1160469" y="204996"/>
                </a:lnTo>
                <a:lnTo>
                  <a:pt x="1162350" y="203626"/>
                </a:lnTo>
                <a:lnTo>
                  <a:pt x="1164231" y="199190"/>
                </a:lnTo>
                <a:lnTo>
                  <a:pt x="1166112" y="201226"/>
                </a:lnTo>
                <a:lnTo>
                  <a:pt x="1167993" y="199025"/>
                </a:lnTo>
                <a:lnTo>
                  <a:pt x="1169873" y="201993"/>
                </a:lnTo>
                <a:lnTo>
                  <a:pt x="1171754" y="199345"/>
                </a:lnTo>
                <a:lnTo>
                  <a:pt x="1179277" y="198876"/>
                </a:lnTo>
                <a:lnTo>
                  <a:pt x="1181158" y="196952"/>
                </a:lnTo>
                <a:lnTo>
                  <a:pt x="1183039" y="199197"/>
                </a:lnTo>
                <a:lnTo>
                  <a:pt x="1186801" y="196775"/>
                </a:lnTo>
                <a:lnTo>
                  <a:pt x="1192443" y="201206"/>
                </a:lnTo>
                <a:lnTo>
                  <a:pt x="1196205" y="200234"/>
                </a:lnTo>
                <a:lnTo>
                  <a:pt x="1201847" y="198017"/>
                </a:lnTo>
                <a:lnTo>
                  <a:pt x="1207490" y="195996"/>
                </a:lnTo>
                <a:lnTo>
                  <a:pt x="1220656" y="198278"/>
                </a:lnTo>
                <a:lnTo>
                  <a:pt x="1224417" y="198446"/>
                </a:lnTo>
                <a:lnTo>
                  <a:pt x="1256391" y="195214"/>
                </a:lnTo>
                <a:lnTo>
                  <a:pt x="1258272" y="194556"/>
                </a:lnTo>
                <a:lnTo>
                  <a:pt x="1260153" y="197968"/>
                </a:lnTo>
                <a:lnTo>
                  <a:pt x="1262034" y="196617"/>
                </a:lnTo>
                <a:lnTo>
                  <a:pt x="1265795" y="196245"/>
                </a:lnTo>
                <a:lnTo>
                  <a:pt x="1271438" y="198927"/>
                </a:lnTo>
                <a:lnTo>
                  <a:pt x="1275199" y="198542"/>
                </a:lnTo>
                <a:lnTo>
                  <a:pt x="1286484" y="195695"/>
                </a:lnTo>
                <a:lnTo>
                  <a:pt x="1290246" y="195176"/>
                </a:lnTo>
                <a:lnTo>
                  <a:pt x="1309054" y="197848"/>
                </a:lnTo>
                <a:lnTo>
                  <a:pt x="1312816" y="193272"/>
                </a:lnTo>
                <a:lnTo>
                  <a:pt x="1318458" y="194518"/>
                </a:lnTo>
                <a:lnTo>
                  <a:pt x="1322220" y="193608"/>
                </a:lnTo>
                <a:lnTo>
                  <a:pt x="1331624" y="194119"/>
                </a:lnTo>
                <a:lnTo>
                  <a:pt x="1337267" y="192154"/>
                </a:lnTo>
                <a:lnTo>
                  <a:pt x="1350433" y="193824"/>
                </a:lnTo>
                <a:lnTo>
                  <a:pt x="1354194" y="194379"/>
                </a:lnTo>
                <a:lnTo>
                  <a:pt x="1359837" y="192131"/>
                </a:lnTo>
                <a:lnTo>
                  <a:pt x="1365479" y="190944"/>
                </a:lnTo>
                <a:lnTo>
                  <a:pt x="1369241" y="191687"/>
                </a:lnTo>
                <a:lnTo>
                  <a:pt x="1373002" y="189107"/>
                </a:lnTo>
                <a:lnTo>
                  <a:pt x="1378645" y="190415"/>
                </a:lnTo>
                <a:lnTo>
                  <a:pt x="1384287" y="188778"/>
                </a:lnTo>
                <a:lnTo>
                  <a:pt x="1403096" y="185904"/>
                </a:lnTo>
                <a:lnTo>
                  <a:pt x="1408738" y="187749"/>
                </a:lnTo>
                <a:lnTo>
                  <a:pt x="1414381" y="185958"/>
                </a:lnTo>
                <a:lnTo>
                  <a:pt x="1416261" y="189032"/>
                </a:lnTo>
                <a:lnTo>
                  <a:pt x="1418142" y="187742"/>
                </a:lnTo>
                <a:lnTo>
                  <a:pt x="1420023" y="181153"/>
                </a:lnTo>
                <a:lnTo>
                  <a:pt x="1421904" y="182855"/>
                </a:lnTo>
                <a:lnTo>
                  <a:pt x="1425666" y="185004"/>
                </a:lnTo>
                <a:lnTo>
                  <a:pt x="1431308" y="180777"/>
                </a:lnTo>
                <a:lnTo>
                  <a:pt x="1440712" y="181200"/>
                </a:lnTo>
                <a:lnTo>
                  <a:pt x="1444474" y="176735"/>
                </a:lnTo>
                <a:lnTo>
                  <a:pt x="1446355" y="181331"/>
                </a:lnTo>
                <a:lnTo>
                  <a:pt x="1448235" y="178538"/>
                </a:lnTo>
                <a:lnTo>
                  <a:pt x="1453878" y="178170"/>
                </a:lnTo>
                <a:lnTo>
                  <a:pt x="1455759" y="181598"/>
                </a:lnTo>
                <a:lnTo>
                  <a:pt x="1459520" y="174665"/>
                </a:lnTo>
                <a:lnTo>
                  <a:pt x="1461401" y="176588"/>
                </a:lnTo>
                <a:lnTo>
                  <a:pt x="1463282" y="172811"/>
                </a:lnTo>
                <a:lnTo>
                  <a:pt x="1465163" y="175576"/>
                </a:lnTo>
                <a:lnTo>
                  <a:pt x="1472686" y="174800"/>
                </a:lnTo>
                <a:lnTo>
                  <a:pt x="1474567" y="175095"/>
                </a:lnTo>
                <a:lnTo>
                  <a:pt x="1480209" y="168830"/>
                </a:lnTo>
                <a:lnTo>
                  <a:pt x="1483971" y="171070"/>
                </a:lnTo>
                <a:lnTo>
                  <a:pt x="1487733" y="160336"/>
                </a:lnTo>
                <a:lnTo>
                  <a:pt x="1489613" y="165749"/>
                </a:lnTo>
                <a:lnTo>
                  <a:pt x="1491494" y="164797"/>
                </a:lnTo>
                <a:lnTo>
                  <a:pt x="1495256" y="172804"/>
                </a:lnTo>
                <a:lnTo>
                  <a:pt x="1499018" y="163035"/>
                </a:lnTo>
                <a:lnTo>
                  <a:pt x="1500899" y="166611"/>
                </a:lnTo>
                <a:lnTo>
                  <a:pt x="1502779" y="164426"/>
                </a:lnTo>
                <a:lnTo>
                  <a:pt x="1506541" y="161645"/>
                </a:lnTo>
                <a:lnTo>
                  <a:pt x="1512183" y="161274"/>
                </a:lnTo>
                <a:lnTo>
                  <a:pt x="1517826" y="161313"/>
                </a:lnTo>
                <a:lnTo>
                  <a:pt x="1519707" y="161033"/>
                </a:lnTo>
                <a:lnTo>
                  <a:pt x="1525349" y="151737"/>
                </a:lnTo>
                <a:lnTo>
                  <a:pt x="1527230" y="152529"/>
                </a:lnTo>
                <a:lnTo>
                  <a:pt x="1530992" y="149150"/>
                </a:lnTo>
                <a:lnTo>
                  <a:pt x="1536634" y="150748"/>
                </a:lnTo>
                <a:lnTo>
                  <a:pt x="1544157" y="142793"/>
                </a:lnTo>
                <a:lnTo>
                  <a:pt x="1557323" y="144764"/>
                </a:lnTo>
                <a:lnTo>
                  <a:pt x="1564846" y="140090"/>
                </a:lnTo>
                <a:lnTo>
                  <a:pt x="1579893" y="138824"/>
                </a:lnTo>
                <a:lnTo>
                  <a:pt x="1589297" y="132538"/>
                </a:lnTo>
                <a:lnTo>
                  <a:pt x="1594940" y="134203"/>
                </a:lnTo>
                <a:lnTo>
                  <a:pt x="1600582" y="129612"/>
                </a:lnTo>
                <a:lnTo>
                  <a:pt x="1602463" y="127772"/>
                </a:lnTo>
                <a:lnTo>
                  <a:pt x="1609986" y="136001"/>
                </a:lnTo>
                <a:lnTo>
                  <a:pt x="1611867" y="136740"/>
                </a:lnTo>
                <a:lnTo>
                  <a:pt x="1613748" y="133983"/>
                </a:lnTo>
                <a:lnTo>
                  <a:pt x="1615629" y="125764"/>
                </a:lnTo>
                <a:lnTo>
                  <a:pt x="1617510" y="126721"/>
                </a:lnTo>
                <a:lnTo>
                  <a:pt x="1619390" y="128884"/>
                </a:lnTo>
                <a:lnTo>
                  <a:pt x="1621271" y="121939"/>
                </a:lnTo>
                <a:lnTo>
                  <a:pt x="1625033" y="132593"/>
                </a:lnTo>
                <a:lnTo>
                  <a:pt x="1628795" y="132267"/>
                </a:lnTo>
                <a:lnTo>
                  <a:pt x="1636318" y="126588"/>
                </a:lnTo>
                <a:lnTo>
                  <a:pt x="1660769" y="118786"/>
                </a:lnTo>
                <a:lnTo>
                  <a:pt x="1664530" y="122342"/>
                </a:lnTo>
                <a:lnTo>
                  <a:pt x="1666411" y="122281"/>
                </a:lnTo>
                <a:lnTo>
                  <a:pt x="1670173" y="116721"/>
                </a:lnTo>
                <a:lnTo>
                  <a:pt x="1672054" y="120311"/>
                </a:lnTo>
                <a:lnTo>
                  <a:pt x="1677696" y="115860"/>
                </a:lnTo>
                <a:lnTo>
                  <a:pt x="1679577" y="112433"/>
                </a:lnTo>
                <a:lnTo>
                  <a:pt x="1685219" y="119003"/>
                </a:lnTo>
                <a:lnTo>
                  <a:pt x="1692743" y="111830"/>
                </a:lnTo>
                <a:lnTo>
                  <a:pt x="1694623" y="112962"/>
                </a:lnTo>
                <a:lnTo>
                  <a:pt x="1696504" y="128694"/>
                </a:lnTo>
                <a:lnTo>
                  <a:pt x="1702147" y="111239"/>
                </a:lnTo>
                <a:lnTo>
                  <a:pt x="1715313" y="109201"/>
                </a:lnTo>
                <a:lnTo>
                  <a:pt x="1719074" y="109657"/>
                </a:lnTo>
                <a:lnTo>
                  <a:pt x="1726597" y="104702"/>
                </a:lnTo>
                <a:lnTo>
                  <a:pt x="1734121" y="107403"/>
                </a:lnTo>
                <a:lnTo>
                  <a:pt x="1739763" y="99615"/>
                </a:lnTo>
                <a:lnTo>
                  <a:pt x="1743525" y="100892"/>
                </a:lnTo>
                <a:lnTo>
                  <a:pt x="1747287" y="95331"/>
                </a:lnTo>
                <a:lnTo>
                  <a:pt x="1749167" y="97987"/>
                </a:lnTo>
                <a:lnTo>
                  <a:pt x="1752929" y="99929"/>
                </a:lnTo>
                <a:lnTo>
                  <a:pt x="1754810" y="91498"/>
                </a:lnTo>
                <a:lnTo>
                  <a:pt x="1756691" y="92148"/>
                </a:lnTo>
                <a:lnTo>
                  <a:pt x="1762333" y="90559"/>
                </a:lnTo>
                <a:lnTo>
                  <a:pt x="1767976" y="82122"/>
                </a:lnTo>
                <a:lnTo>
                  <a:pt x="1788665" y="74519"/>
                </a:lnTo>
                <a:lnTo>
                  <a:pt x="1790546" y="80011"/>
                </a:lnTo>
                <a:lnTo>
                  <a:pt x="1792426" y="72478"/>
                </a:lnTo>
                <a:lnTo>
                  <a:pt x="1794307" y="73143"/>
                </a:lnTo>
                <a:lnTo>
                  <a:pt x="1805592" y="64647"/>
                </a:lnTo>
                <a:lnTo>
                  <a:pt x="1824400" y="39882"/>
                </a:lnTo>
                <a:lnTo>
                  <a:pt x="1839447" y="19911"/>
                </a:lnTo>
                <a:lnTo>
                  <a:pt x="1850732" y="7738"/>
                </a:lnTo>
                <a:lnTo>
                  <a:pt x="1852613" y="0"/>
                </a:lnTo>
                <a:lnTo>
                  <a:pt x="1854494" y="4046"/>
                </a:lnTo>
                <a:lnTo>
                  <a:pt x="1860136" y="1693"/>
                </a:lnTo>
                <a:lnTo>
                  <a:pt x="1869540" y="4692"/>
                </a:lnTo>
                <a:lnTo>
                  <a:pt x="1871421" y="2887"/>
                </a:lnTo>
                <a:lnTo>
                  <a:pt x="1878944" y="24895"/>
                </a:lnTo>
                <a:lnTo>
                  <a:pt x="1880825" y="13855"/>
                </a:lnTo>
                <a:lnTo>
                  <a:pt x="1882706" y="20435"/>
                </a:lnTo>
                <a:lnTo>
                  <a:pt x="1884587" y="26942"/>
                </a:lnTo>
                <a:lnTo>
                  <a:pt x="1886468" y="23162"/>
                </a:lnTo>
                <a:lnTo>
                  <a:pt x="1890229" y="32258"/>
                </a:lnTo>
                <a:lnTo>
                  <a:pt x="1895872" y="40745"/>
                </a:lnTo>
                <a:lnTo>
                  <a:pt x="1899633" y="44324"/>
                </a:lnTo>
                <a:lnTo>
                  <a:pt x="1903395" y="60579"/>
                </a:lnTo>
                <a:lnTo>
                  <a:pt x="1905276" y="59042"/>
                </a:lnTo>
                <a:lnTo>
                  <a:pt x="1909038" y="68077"/>
                </a:lnTo>
                <a:lnTo>
                  <a:pt x="1910918" y="66350"/>
                </a:lnTo>
                <a:lnTo>
                  <a:pt x="1912799" y="56223"/>
                </a:lnTo>
                <a:lnTo>
                  <a:pt x="1918442" y="71616"/>
                </a:lnTo>
                <a:lnTo>
                  <a:pt x="1920323" y="64995"/>
                </a:lnTo>
                <a:lnTo>
                  <a:pt x="1922203" y="71262"/>
                </a:lnTo>
                <a:lnTo>
                  <a:pt x="1924084" y="66412"/>
                </a:lnTo>
                <a:lnTo>
                  <a:pt x="1929727" y="73952"/>
                </a:lnTo>
                <a:lnTo>
                  <a:pt x="1931607" y="70767"/>
                </a:lnTo>
                <a:lnTo>
                  <a:pt x="1939131" y="81960"/>
                </a:lnTo>
                <a:lnTo>
                  <a:pt x="1942892" y="77837"/>
                </a:lnTo>
                <a:lnTo>
                  <a:pt x="1944773" y="89638"/>
                </a:lnTo>
                <a:lnTo>
                  <a:pt x="1946654" y="87656"/>
                </a:lnTo>
                <a:lnTo>
                  <a:pt x="1948535" y="85051"/>
                </a:lnTo>
                <a:lnTo>
                  <a:pt x="1950416" y="86584"/>
                </a:lnTo>
                <a:lnTo>
                  <a:pt x="1956058" y="85864"/>
                </a:lnTo>
                <a:lnTo>
                  <a:pt x="1957939" y="90389"/>
                </a:lnTo>
                <a:lnTo>
                  <a:pt x="1959820" y="76755"/>
                </a:lnTo>
                <a:lnTo>
                  <a:pt x="1961701" y="81536"/>
                </a:lnTo>
                <a:lnTo>
                  <a:pt x="1963581" y="86014"/>
                </a:lnTo>
                <a:lnTo>
                  <a:pt x="1965462" y="83780"/>
                </a:lnTo>
                <a:lnTo>
                  <a:pt x="1967343" y="80450"/>
                </a:lnTo>
                <a:lnTo>
                  <a:pt x="1969224" y="85063"/>
                </a:lnTo>
                <a:lnTo>
                  <a:pt x="1971105" y="84194"/>
                </a:lnTo>
                <a:lnTo>
                  <a:pt x="1976747" y="82512"/>
                </a:lnTo>
                <a:lnTo>
                  <a:pt x="1980509" y="83830"/>
                </a:lnTo>
                <a:lnTo>
                  <a:pt x="1986151" y="80486"/>
                </a:lnTo>
                <a:lnTo>
                  <a:pt x="1988032" y="77033"/>
                </a:lnTo>
                <a:lnTo>
                  <a:pt x="1989913" y="85428"/>
                </a:lnTo>
                <a:lnTo>
                  <a:pt x="1991794" y="78794"/>
                </a:lnTo>
                <a:lnTo>
                  <a:pt x="1993675" y="80112"/>
                </a:lnTo>
                <a:lnTo>
                  <a:pt x="1995556" y="84225"/>
                </a:lnTo>
                <a:lnTo>
                  <a:pt x="1997436" y="81310"/>
                </a:lnTo>
                <a:lnTo>
                  <a:pt x="2003079" y="78562"/>
                </a:lnTo>
                <a:lnTo>
                  <a:pt x="2004960" y="83675"/>
                </a:lnTo>
                <a:lnTo>
                  <a:pt x="2006840" y="81418"/>
                </a:lnTo>
                <a:lnTo>
                  <a:pt x="2008721" y="84240"/>
                </a:lnTo>
                <a:lnTo>
                  <a:pt x="2012483" y="78641"/>
                </a:lnTo>
                <a:lnTo>
                  <a:pt x="2014364" y="86389"/>
                </a:lnTo>
                <a:lnTo>
                  <a:pt x="2016245" y="83304"/>
                </a:lnTo>
                <a:lnTo>
                  <a:pt x="2020006" y="82759"/>
                </a:lnTo>
                <a:lnTo>
                  <a:pt x="2023768" y="78550"/>
                </a:lnTo>
                <a:lnTo>
                  <a:pt x="2025649" y="83512"/>
                </a:lnTo>
                <a:lnTo>
                  <a:pt x="2027530" y="81135"/>
                </a:lnTo>
                <a:lnTo>
                  <a:pt x="2029410" y="78155"/>
                </a:lnTo>
                <a:lnTo>
                  <a:pt x="2031291" y="81803"/>
                </a:lnTo>
                <a:lnTo>
                  <a:pt x="2033172" y="79574"/>
                </a:lnTo>
                <a:lnTo>
                  <a:pt x="2038814" y="79394"/>
                </a:lnTo>
                <a:lnTo>
                  <a:pt x="2046338" y="79426"/>
                </a:lnTo>
                <a:lnTo>
                  <a:pt x="2051980" y="81702"/>
                </a:lnTo>
                <a:lnTo>
                  <a:pt x="2063265" y="81502"/>
                </a:lnTo>
                <a:lnTo>
                  <a:pt x="2067027" y="80094"/>
                </a:lnTo>
                <a:lnTo>
                  <a:pt x="2070789" y="77316"/>
                </a:lnTo>
                <a:lnTo>
                  <a:pt x="2074550" y="82818"/>
                </a:lnTo>
                <a:lnTo>
                  <a:pt x="2078312" y="81698"/>
                </a:lnTo>
                <a:lnTo>
                  <a:pt x="2083954" y="87317"/>
                </a:lnTo>
                <a:lnTo>
                  <a:pt x="2087716" y="84236"/>
                </a:lnTo>
                <a:lnTo>
                  <a:pt x="2089597" y="87776"/>
                </a:lnTo>
                <a:lnTo>
                  <a:pt x="2091478" y="84849"/>
                </a:lnTo>
                <a:lnTo>
                  <a:pt x="2095239" y="80870"/>
                </a:lnTo>
                <a:lnTo>
                  <a:pt x="2099001" y="88162"/>
                </a:lnTo>
                <a:lnTo>
                  <a:pt x="2104643" y="92630"/>
                </a:lnTo>
                <a:lnTo>
                  <a:pt x="2127213" y="110350"/>
                </a:lnTo>
                <a:lnTo>
                  <a:pt x="2132856" y="118705"/>
                </a:lnTo>
                <a:lnTo>
                  <a:pt x="2136617" y="108004"/>
                </a:lnTo>
                <a:lnTo>
                  <a:pt x="2138498" y="112075"/>
                </a:lnTo>
                <a:lnTo>
                  <a:pt x="2144141" y="118777"/>
                </a:lnTo>
                <a:lnTo>
                  <a:pt x="2146021" y="123153"/>
                </a:lnTo>
                <a:lnTo>
                  <a:pt x="2147902" y="118519"/>
                </a:lnTo>
                <a:lnTo>
                  <a:pt x="2149783" y="129057"/>
                </a:lnTo>
                <a:lnTo>
                  <a:pt x="2151664" y="128245"/>
                </a:lnTo>
                <a:lnTo>
                  <a:pt x="2155426" y="127988"/>
                </a:lnTo>
                <a:lnTo>
                  <a:pt x="2157307" y="122350"/>
                </a:lnTo>
                <a:lnTo>
                  <a:pt x="2168591" y="141442"/>
                </a:lnTo>
                <a:lnTo>
                  <a:pt x="2172353" y="137714"/>
                </a:lnTo>
                <a:lnTo>
                  <a:pt x="2177996" y="148237"/>
                </a:lnTo>
                <a:lnTo>
                  <a:pt x="2191161" y="159713"/>
                </a:lnTo>
                <a:lnTo>
                  <a:pt x="2194923" y="158173"/>
                </a:lnTo>
                <a:lnTo>
                  <a:pt x="2200565" y="168031"/>
                </a:lnTo>
                <a:lnTo>
                  <a:pt x="2204327" y="172826"/>
                </a:lnTo>
                <a:lnTo>
                  <a:pt x="2208089" y="172807"/>
                </a:lnTo>
                <a:lnTo>
                  <a:pt x="2213731" y="178736"/>
                </a:lnTo>
                <a:lnTo>
                  <a:pt x="2221254" y="183759"/>
                </a:lnTo>
                <a:lnTo>
                  <a:pt x="2232540" y="201202"/>
                </a:lnTo>
                <a:lnTo>
                  <a:pt x="2253229" y="212772"/>
                </a:lnTo>
                <a:lnTo>
                  <a:pt x="2258871" y="214201"/>
                </a:lnTo>
                <a:lnTo>
                  <a:pt x="2264513" y="219597"/>
                </a:lnTo>
                <a:lnTo>
                  <a:pt x="2268275" y="219174"/>
                </a:lnTo>
                <a:lnTo>
                  <a:pt x="2275798" y="222141"/>
                </a:lnTo>
                <a:lnTo>
                  <a:pt x="2287083" y="225194"/>
                </a:lnTo>
                <a:lnTo>
                  <a:pt x="2290845" y="226069"/>
                </a:lnTo>
                <a:lnTo>
                  <a:pt x="2298368" y="232361"/>
                </a:lnTo>
                <a:lnTo>
                  <a:pt x="2307772" y="229631"/>
                </a:lnTo>
                <a:lnTo>
                  <a:pt x="2311534" y="233274"/>
                </a:lnTo>
                <a:lnTo>
                  <a:pt x="2317177" y="231861"/>
                </a:lnTo>
                <a:lnTo>
                  <a:pt x="2337866" y="238291"/>
                </a:lnTo>
                <a:lnTo>
                  <a:pt x="2388648" y="241420"/>
                </a:lnTo>
                <a:lnTo>
                  <a:pt x="2394290" y="245039"/>
                </a:lnTo>
                <a:lnTo>
                  <a:pt x="2413099" y="251999"/>
                </a:lnTo>
                <a:lnTo>
                  <a:pt x="2475166" y="270718"/>
                </a:lnTo>
                <a:lnTo>
                  <a:pt x="2495855" y="265466"/>
                </a:lnTo>
                <a:lnTo>
                  <a:pt x="2518425" y="254978"/>
                </a:lnTo>
                <a:lnTo>
                  <a:pt x="2539114" y="250950"/>
                </a:lnTo>
                <a:lnTo>
                  <a:pt x="2546637" y="250012"/>
                </a:lnTo>
                <a:lnTo>
                  <a:pt x="2552280" y="250603"/>
                </a:lnTo>
                <a:lnTo>
                  <a:pt x="2580492" y="246486"/>
                </a:lnTo>
                <a:lnTo>
                  <a:pt x="2588015" y="242894"/>
                </a:lnTo>
                <a:lnTo>
                  <a:pt x="2593658" y="241819"/>
                </a:lnTo>
                <a:lnTo>
                  <a:pt x="2636917" y="218176"/>
                </a:lnTo>
                <a:lnTo>
                  <a:pt x="2642559" y="215510"/>
                </a:lnTo>
                <a:lnTo>
                  <a:pt x="2659487" y="207584"/>
                </a:lnTo>
                <a:lnTo>
                  <a:pt x="2665129" y="201851"/>
                </a:lnTo>
                <a:lnTo>
                  <a:pt x="2670772" y="202897"/>
                </a:lnTo>
                <a:lnTo>
                  <a:pt x="2680176" y="198998"/>
                </a:lnTo>
                <a:lnTo>
                  <a:pt x="2712150" y="195807"/>
                </a:lnTo>
                <a:lnTo>
                  <a:pt x="2714031" y="197752"/>
                </a:lnTo>
                <a:lnTo>
                  <a:pt x="2715912" y="195123"/>
                </a:lnTo>
                <a:lnTo>
                  <a:pt x="2719673" y="197654"/>
                </a:lnTo>
                <a:lnTo>
                  <a:pt x="2723435" y="195955"/>
                </a:lnTo>
                <a:lnTo>
                  <a:pt x="2727196" y="196046"/>
                </a:lnTo>
                <a:lnTo>
                  <a:pt x="2751647" y="200075"/>
                </a:lnTo>
                <a:lnTo>
                  <a:pt x="2753528" y="201662"/>
                </a:lnTo>
                <a:lnTo>
                  <a:pt x="2757290" y="194636"/>
                </a:lnTo>
                <a:lnTo>
                  <a:pt x="2761051" y="202469"/>
                </a:lnTo>
                <a:lnTo>
                  <a:pt x="2762932" y="201195"/>
                </a:lnTo>
                <a:lnTo>
                  <a:pt x="2776098" y="206766"/>
                </a:lnTo>
                <a:lnTo>
                  <a:pt x="2813714" y="225225"/>
                </a:lnTo>
                <a:lnTo>
                  <a:pt x="2817476" y="223144"/>
                </a:lnTo>
                <a:lnTo>
                  <a:pt x="2823119" y="224552"/>
                </a:lnTo>
                <a:lnTo>
                  <a:pt x="2826880" y="223785"/>
                </a:lnTo>
                <a:lnTo>
                  <a:pt x="2834403" y="224970"/>
                </a:lnTo>
                <a:lnTo>
                  <a:pt x="2843807" y="224115"/>
                </a:lnTo>
                <a:lnTo>
                  <a:pt x="2853212" y="224018"/>
                </a:lnTo>
                <a:lnTo>
                  <a:pt x="2856974" y="224201"/>
                </a:lnTo>
                <a:lnTo>
                  <a:pt x="2860735" y="223484"/>
                </a:lnTo>
                <a:lnTo>
                  <a:pt x="2866378" y="227444"/>
                </a:lnTo>
                <a:lnTo>
                  <a:pt x="2868258" y="225821"/>
                </a:lnTo>
                <a:lnTo>
                  <a:pt x="2872020" y="219459"/>
                </a:lnTo>
                <a:lnTo>
                  <a:pt x="2879543" y="218514"/>
                </a:lnTo>
                <a:lnTo>
                  <a:pt x="2883305" y="218017"/>
                </a:lnTo>
                <a:lnTo>
                  <a:pt x="2894590" y="215962"/>
                </a:lnTo>
                <a:lnTo>
                  <a:pt x="2896471" y="220783"/>
                </a:lnTo>
                <a:lnTo>
                  <a:pt x="2898352" y="219882"/>
                </a:lnTo>
                <a:lnTo>
                  <a:pt x="2902113" y="215622"/>
                </a:lnTo>
                <a:lnTo>
                  <a:pt x="2905875" y="215750"/>
                </a:lnTo>
                <a:lnTo>
                  <a:pt x="2911517" y="223434"/>
                </a:lnTo>
                <a:lnTo>
                  <a:pt x="2913398" y="220692"/>
                </a:lnTo>
                <a:lnTo>
                  <a:pt x="2915279" y="223417"/>
                </a:lnTo>
                <a:lnTo>
                  <a:pt x="2919040" y="214849"/>
                </a:lnTo>
                <a:lnTo>
                  <a:pt x="2922802" y="216557"/>
                </a:lnTo>
                <a:lnTo>
                  <a:pt x="2928445" y="224020"/>
                </a:lnTo>
                <a:lnTo>
                  <a:pt x="2935968" y="214240"/>
                </a:lnTo>
                <a:lnTo>
                  <a:pt x="2937849" y="220029"/>
                </a:lnTo>
                <a:lnTo>
                  <a:pt x="2939730" y="215852"/>
                </a:lnTo>
                <a:lnTo>
                  <a:pt x="2941611" y="217179"/>
                </a:lnTo>
                <a:lnTo>
                  <a:pt x="2947253" y="222093"/>
                </a:lnTo>
                <a:lnTo>
                  <a:pt x="2954776" y="214514"/>
                </a:lnTo>
                <a:lnTo>
                  <a:pt x="2956657" y="218771"/>
                </a:lnTo>
                <a:lnTo>
                  <a:pt x="2958538" y="216204"/>
                </a:lnTo>
                <a:lnTo>
                  <a:pt x="2964181" y="212847"/>
                </a:lnTo>
                <a:lnTo>
                  <a:pt x="2971704" y="221992"/>
                </a:lnTo>
                <a:lnTo>
                  <a:pt x="2975465" y="217086"/>
                </a:lnTo>
                <a:lnTo>
                  <a:pt x="2977346" y="219923"/>
                </a:lnTo>
                <a:lnTo>
                  <a:pt x="2979227" y="217651"/>
                </a:lnTo>
                <a:lnTo>
                  <a:pt x="2981108" y="219564"/>
                </a:lnTo>
                <a:lnTo>
                  <a:pt x="2982989" y="217251"/>
                </a:lnTo>
                <a:lnTo>
                  <a:pt x="2984869" y="215090"/>
                </a:lnTo>
                <a:lnTo>
                  <a:pt x="2986750" y="218862"/>
                </a:lnTo>
                <a:lnTo>
                  <a:pt x="2990512" y="213348"/>
                </a:lnTo>
                <a:lnTo>
                  <a:pt x="2996154" y="217547"/>
                </a:lnTo>
                <a:lnTo>
                  <a:pt x="2998035" y="217913"/>
                </a:lnTo>
                <a:lnTo>
                  <a:pt x="3003678" y="210268"/>
                </a:lnTo>
                <a:lnTo>
                  <a:pt x="3007439" y="212791"/>
                </a:lnTo>
                <a:lnTo>
                  <a:pt x="3011201" y="207572"/>
                </a:lnTo>
                <a:lnTo>
                  <a:pt x="3013082" y="213170"/>
                </a:lnTo>
                <a:lnTo>
                  <a:pt x="3014963" y="211938"/>
                </a:lnTo>
                <a:lnTo>
                  <a:pt x="3022486" y="211691"/>
                </a:lnTo>
                <a:lnTo>
                  <a:pt x="3026247" y="209098"/>
                </a:lnTo>
                <a:lnTo>
                  <a:pt x="3028128" y="201223"/>
                </a:lnTo>
                <a:lnTo>
                  <a:pt x="3030009" y="210595"/>
                </a:lnTo>
                <a:lnTo>
                  <a:pt x="3031890" y="207509"/>
                </a:lnTo>
                <a:lnTo>
                  <a:pt x="3035652" y="207394"/>
                </a:lnTo>
                <a:lnTo>
                  <a:pt x="3041294" y="202857"/>
                </a:lnTo>
                <a:lnTo>
                  <a:pt x="3045056" y="203523"/>
                </a:lnTo>
                <a:lnTo>
                  <a:pt x="3054460" y="199839"/>
                </a:lnTo>
                <a:lnTo>
                  <a:pt x="3073268" y="196023"/>
                </a:lnTo>
                <a:lnTo>
                  <a:pt x="3075149" y="197050"/>
                </a:lnTo>
                <a:lnTo>
                  <a:pt x="3078911" y="191503"/>
                </a:lnTo>
                <a:lnTo>
                  <a:pt x="3084553" y="192816"/>
                </a:lnTo>
                <a:lnTo>
                  <a:pt x="3086434" y="188525"/>
                </a:lnTo>
                <a:lnTo>
                  <a:pt x="3088315" y="190535"/>
                </a:lnTo>
                <a:lnTo>
                  <a:pt x="3092076" y="188192"/>
                </a:lnTo>
                <a:lnTo>
                  <a:pt x="3095838" y="184795"/>
                </a:lnTo>
                <a:lnTo>
                  <a:pt x="3101480" y="188506"/>
                </a:lnTo>
                <a:lnTo>
                  <a:pt x="3107123" y="182712"/>
                </a:lnTo>
                <a:lnTo>
                  <a:pt x="3109004" y="185083"/>
                </a:lnTo>
                <a:lnTo>
                  <a:pt x="3112766" y="181927"/>
                </a:lnTo>
                <a:lnTo>
                  <a:pt x="3114647" y="177146"/>
                </a:lnTo>
                <a:lnTo>
                  <a:pt x="3116527" y="184398"/>
                </a:lnTo>
                <a:lnTo>
                  <a:pt x="3118408" y="183140"/>
                </a:lnTo>
                <a:lnTo>
                  <a:pt x="3137216" y="176650"/>
                </a:lnTo>
                <a:lnTo>
                  <a:pt x="3140978" y="177155"/>
                </a:lnTo>
                <a:lnTo>
                  <a:pt x="3150382" y="166816"/>
                </a:lnTo>
                <a:lnTo>
                  <a:pt x="3152263" y="174870"/>
                </a:lnTo>
                <a:lnTo>
                  <a:pt x="3154144" y="173379"/>
                </a:lnTo>
                <a:lnTo>
                  <a:pt x="3157905" y="170744"/>
                </a:lnTo>
                <a:lnTo>
                  <a:pt x="3161667" y="164945"/>
                </a:lnTo>
                <a:lnTo>
                  <a:pt x="3163548" y="167731"/>
                </a:lnTo>
                <a:lnTo>
                  <a:pt x="3165429" y="166243"/>
                </a:lnTo>
                <a:lnTo>
                  <a:pt x="3169190" y="164106"/>
                </a:lnTo>
                <a:lnTo>
                  <a:pt x="3172952" y="164864"/>
                </a:lnTo>
                <a:lnTo>
                  <a:pt x="3184237" y="161570"/>
                </a:lnTo>
                <a:lnTo>
                  <a:pt x="3187999" y="158193"/>
                </a:lnTo>
                <a:lnTo>
                  <a:pt x="3189880" y="163104"/>
                </a:lnTo>
                <a:lnTo>
                  <a:pt x="3193641" y="154494"/>
                </a:lnTo>
                <a:lnTo>
                  <a:pt x="3195522" y="155661"/>
                </a:lnTo>
                <a:lnTo>
                  <a:pt x="3197403" y="160358"/>
                </a:lnTo>
                <a:lnTo>
                  <a:pt x="3199284" y="158510"/>
                </a:lnTo>
                <a:lnTo>
                  <a:pt x="3219973" y="151030"/>
                </a:lnTo>
                <a:lnTo>
                  <a:pt x="3229377" y="143862"/>
                </a:lnTo>
                <a:lnTo>
                  <a:pt x="3235019" y="146764"/>
                </a:lnTo>
                <a:lnTo>
                  <a:pt x="3242542" y="143259"/>
                </a:lnTo>
                <a:lnTo>
                  <a:pt x="3250066" y="138944"/>
                </a:lnTo>
                <a:lnTo>
                  <a:pt x="3255708" y="135884"/>
                </a:lnTo>
                <a:lnTo>
                  <a:pt x="3259470" y="136750"/>
                </a:lnTo>
                <a:lnTo>
                  <a:pt x="3263232" y="133619"/>
                </a:lnTo>
                <a:lnTo>
                  <a:pt x="3266993" y="131296"/>
                </a:lnTo>
                <a:lnTo>
                  <a:pt x="3310252" y="120240"/>
                </a:lnTo>
                <a:lnTo>
                  <a:pt x="3319656" y="115966"/>
                </a:lnTo>
                <a:lnTo>
                  <a:pt x="3323418" y="114200"/>
                </a:lnTo>
                <a:lnTo>
                  <a:pt x="3327180" y="109734"/>
                </a:lnTo>
                <a:lnTo>
                  <a:pt x="3334703" y="110214"/>
                </a:lnTo>
                <a:lnTo>
                  <a:pt x="3338465" y="110862"/>
                </a:lnTo>
                <a:lnTo>
                  <a:pt x="3340345" y="112790"/>
                </a:lnTo>
                <a:lnTo>
                  <a:pt x="3345988" y="108980"/>
                </a:lnTo>
                <a:lnTo>
                  <a:pt x="3368558" y="106124"/>
                </a:lnTo>
                <a:lnTo>
                  <a:pt x="3374200" y="106815"/>
                </a:lnTo>
                <a:lnTo>
                  <a:pt x="3385485" y="105071"/>
                </a:lnTo>
                <a:lnTo>
                  <a:pt x="3387366" y="106268"/>
                </a:lnTo>
                <a:lnTo>
                  <a:pt x="3393008" y="97476"/>
                </a:lnTo>
                <a:lnTo>
                  <a:pt x="3394889" y="99367"/>
                </a:lnTo>
                <a:lnTo>
                  <a:pt x="3396770" y="94838"/>
                </a:lnTo>
                <a:lnTo>
                  <a:pt x="3398651" y="96025"/>
                </a:lnTo>
                <a:lnTo>
                  <a:pt x="3400532" y="98194"/>
                </a:lnTo>
                <a:lnTo>
                  <a:pt x="3402413" y="95804"/>
                </a:lnTo>
                <a:lnTo>
                  <a:pt x="3404294" y="96102"/>
                </a:lnTo>
                <a:lnTo>
                  <a:pt x="3406174" y="91593"/>
                </a:lnTo>
                <a:lnTo>
                  <a:pt x="3409936" y="94867"/>
                </a:lnTo>
                <a:lnTo>
                  <a:pt x="3415578" y="91270"/>
                </a:lnTo>
                <a:lnTo>
                  <a:pt x="3419340" y="93954"/>
                </a:lnTo>
                <a:lnTo>
                  <a:pt x="3426863" y="84938"/>
                </a:lnTo>
                <a:lnTo>
                  <a:pt x="3432506" y="85186"/>
                </a:lnTo>
                <a:lnTo>
                  <a:pt x="3436267" y="84251"/>
                </a:lnTo>
                <a:lnTo>
                  <a:pt x="3438148" y="85140"/>
                </a:lnTo>
                <a:lnTo>
                  <a:pt x="3441910" y="76470"/>
                </a:lnTo>
                <a:lnTo>
                  <a:pt x="3445672" y="79215"/>
                </a:lnTo>
                <a:lnTo>
                  <a:pt x="3447553" y="76536"/>
                </a:lnTo>
                <a:lnTo>
                  <a:pt x="3451314" y="80451"/>
                </a:lnTo>
                <a:lnTo>
                  <a:pt x="3456957" y="76982"/>
                </a:lnTo>
                <a:lnTo>
                  <a:pt x="3460718" y="80632"/>
                </a:lnTo>
                <a:lnTo>
                  <a:pt x="3466361" y="76660"/>
                </a:lnTo>
                <a:lnTo>
                  <a:pt x="3473884" y="77916"/>
                </a:lnTo>
                <a:lnTo>
                  <a:pt x="3479527" y="76491"/>
                </a:lnTo>
                <a:lnTo>
                  <a:pt x="3487050" y="78290"/>
                </a:lnTo>
                <a:lnTo>
                  <a:pt x="3488931" y="80085"/>
                </a:lnTo>
                <a:lnTo>
                  <a:pt x="3492692" y="75752"/>
                </a:lnTo>
                <a:lnTo>
                  <a:pt x="3496454" y="78534"/>
                </a:lnTo>
                <a:lnTo>
                  <a:pt x="3500215" y="75043"/>
                </a:lnTo>
                <a:lnTo>
                  <a:pt x="3502096" y="76898"/>
                </a:lnTo>
                <a:lnTo>
                  <a:pt x="3503977" y="74935"/>
                </a:lnTo>
                <a:lnTo>
                  <a:pt x="3507739" y="70847"/>
                </a:lnTo>
                <a:lnTo>
                  <a:pt x="3509620" y="71153"/>
                </a:lnTo>
                <a:lnTo>
                  <a:pt x="3513382" y="78518"/>
                </a:lnTo>
                <a:lnTo>
                  <a:pt x="3515262" y="76939"/>
                </a:lnTo>
                <a:lnTo>
                  <a:pt x="3519024" y="70506"/>
                </a:lnTo>
                <a:lnTo>
                  <a:pt x="3530309" y="71723"/>
                </a:lnTo>
                <a:lnTo>
                  <a:pt x="3534070" y="72314"/>
                </a:lnTo>
                <a:lnTo>
                  <a:pt x="3537832" y="72520"/>
                </a:lnTo>
                <a:lnTo>
                  <a:pt x="3543474" y="67338"/>
                </a:lnTo>
                <a:lnTo>
                  <a:pt x="3545355" y="73219"/>
                </a:lnTo>
                <a:lnTo>
                  <a:pt x="3547236" y="72368"/>
                </a:lnTo>
                <a:lnTo>
                  <a:pt x="3556640" y="70956"/>
                </a:lnTo>
                <a:lnTo>
                  <a:pt x="3560402" y="73260"/>
                </a:lnTo>
                <a:lnTo>
                  <a:pt x="3569806" y="68752"/>
                </a:lnTo>
                <a:lnTo>
                  <a:pt x="3573568" y="74553"/>
                </a:lnTo>
                <a:lnTo>
                  <a:pt x="3579210" y="68920"/>
                </a:lnTo>
                <a:lnTo>
                  <a:pt x="3581091" y="70339"/>
                </a:lnTo>
                <a:lnTo>
                  <a:pt x="3586734" y="60091"/>
                </a:lnTo>
                <a:lnTo>
                  <a:pt x="3588614" y="64343"/>
                </a:lnTo>
                <a:lnTo>
                  <a:pt x="3590495" y="66502"/>
                </a:lnTo>
                <a:lnTo>
                  <a:pt x="3594257" y="60979"/>
                </a:lnTo>
                <a:lnTo>
                  <a:pt x="3598018" y="65596"/>
                </a:lnTo>
                <a:lnTo>
                  <a:pt x="3601780" y="56728"/>
                </a:lnTo>
                <a:lnTo>
                  <a:pt x="3609303" y="66471"/>
                </a:lnTo>
                <a:lnTo>
                  <a:pt x="3613065" y="62968"/>
                </a:lnTo>
                <a:lnTo>
                  <a:pt x="3616827" y="63171"/>
                </a:lnTo>
                <a:lnTo>
                  <a:pt x="3620588" y="61158"/>
                </a:lnTo>
                <a:lnTo>
                  <a:pt x="3622469" y="66130"/>
                </a:lnTo>
                <a:lnTo>
                  <a:pt x="3624350" y="64526"/>
                </a:lnTo>
                <a:lnTo>
                  <a:pt x="3635635" y="57112"/>
                </a:lnTo>
                <a:lnTo>
                  <a:pt x="3637516" y="60046"/>
                </a:lnTo>
                <a:lnTo>
                  <a:pt x="3639397" y="58544"/>
                </a:lnTo>
                <a:lnTo>
                  <a:pt x="3652562" y="61567"/>
                </a:lnTo>
                <a:lnTo>
                  <a:pt x="3654443" y="60910"/>
                </a:lnTo>
                <a:lnTo>
                  <a:pt x="3660086" y="63902"/>
                </a:lnTo>
                <a:lnTo>
                  <a:pt x="3663847" y="66446"/>
                </a:lnTo>
                <a:lnTo>
                  <a:pt x="3669490" y="70011"/>
                </a:lnTo>
                <a:lnTo>
                  <a:pt x="3671371" y="64877"/>
                </a:lnTo>
                <a:lnTo>
                  <a:pt x="3673251" y="65625"/>
                </a:lnTo>
                <a:lnTo>
                  <a:pt x="3686417" y="72708"/>
                </a:lnTo>
                <a:lnTo>
                  <a:pt x="3697702" y="72654"/>
                </a:lnTo>
                <a:lnTo>
                  <a:pt x="3701464" y="71884"/>
                </a:lnTo>
                <a:lnTo>
                  <a:pt x="3707106" y="72095"/>
                </a:lnTo>
                <a:lnTo>
                  <a:pt x="3710868" y="69119"/>
                </a:lnTo>
                <a:lnTo>
                  <a:pt x="3714630" y="69337"/>
                </a:lnTo>
                <a:lnTo>
                  <a:pt x="3722153" y="68894"/>
                </a:lnTo>
                <a:lnTo>
                  <a:pt x="3727795" y="66611"/>
                </a:lnTo>
                <a:lnTo>
                  <a:pt x="3737200" y="67650"/>
                </a:lnTo>
                <a:lnTo>
                  <a:pt x="3742842" y="64132"/>
                </a:lnTo>
                <a:lnTo>
                  <a:pt x="3744723" y="63685"/>
                </a:lnTo>
                <a:lnTo>
                  <a:pt x="3748484" y="72006"/>
                </a:lnTo>
                <a:lnTo>
                  <a:pt x="3756008" y="66474"/>
                </a:lnTo>
                <a:lnTo>
                  <a:pt x="3763531" y="70418"/>
                </a:lnTo>
                <a:lnTo>
                  <a:pt x="3776697" y="72054"/>
                </a:lnTo>
                <a:lnTo>
                  <a:pt x="3778578" y="68172"/>
                </a:lnTo>
                <a:lnTo>
                  <a:pt x="3780459" y="69503"/>
                </a:lnTo>
                <a:lnTo>
                  <a:pt x="3835002" y="76991"/>
                </a:lnTo>
                <a:lnTo>
                  <a:pt x="3836883" y="75834"/>
                </a:lnTo>
                <a:lnTo>
                  <a:pt x="3844407" y="84939"/>
                </a:lnTo>
                <a:lnTo>
                  <a:pt x="3848168" y="82516"/>
                </a:lnTo>
                <a:lnTo>
                  <a:pt x="3870738" y="85865"/>
                </a:lnTo>
                <a:lnTo>
                  <a:pt x="3874500" y="81282"/>
                </a:lnTo>
                <a:lnTo>
                  <a:pt x="3876381" y="83718"/>
                </a:lnTo>
                <a:lnTo>
                  <a:pt x="3878262" y="80551"/>
                </a:lnTo>
                <a:lnTo>
                  <a:pt x="3880142" y="86438"/>
                </a:lnTo>
                <a:lnTo>
                  <a:pt x="3882023" y="85488"/>
                </a:lnTo>
                <a:lnTo>
                  <a:pt x="3885785" y="92627"/>
                </a:lnTo>
                <a:lnTo>
                  <a:pt x="3887666" y="95712"/>
                </a:lnTo>
                <a:lnTo>
                  <a:pt x="3889546" y="91938"/>
                </a:lnTo>
                <a:lnTo>
                  <a:pt x="3891427" y="94355"/>
                </a:lnTo>
                <a:lnTo>
                  <a:pt x="3897070" y="103132"/>
                </a:lnTo>
                <a:lnTo>
                  <a:pt x="3900831" y="103131"/>
                </a:lnTo>
                <a:lnTo>
                  <a:pt x="3906474" y="107325"/>
                </a:lnTo>
                <a:lnTo>
                  <a:pt x="3910235" y="101745"/>
                </a:lnTo>
                <a:lnTo>
                  <a:pt x="3915878" y="105871"/>
                </a:lnTo>
                <a:lnTo>
                  <a:pt x="3919640" y="100820"/>
                </a:lnTo>
                <a:lnTo>
                  <a:pt x="3927163" y="103344"/>
                </a:lnTo>
                <a:lnTo>
                  <a:pt x="3930924" y="102426"/>
                </a:lnTo>
                <a:lnTo>
                  <a:pt x="3940328" y="106393"/>
                </a:lnTo>
                <a:lnTo>
                  <a:pt x="3949733" y="111458"/>
                </a:lnTo>
                <a:lnTo>
                  <a:pt x="3955375" y="110508"/>
                </a:lnTo>
                <a:lnTo>
                  <a:pt x="3957256" y="113099"/>
                </a:lnTo>
                <a:lnTo>
                  <a:pt x="3959137" y="110813"/>
                </a:lnTo>
                <a:lnTo>
                  <a:pt x="3983587" y="109225"/>
                </a:lnTo>
                <a:lnTo>
                  <a:pt x="3991111" y="108290"/>
                </a:lnTo>
                <a:lnTo>
                  <a:pt x="3994873" y="109401"/>
                </a:lnTo>
                <a:lnTo>
                  <a:pt x="4013681" y="111002"/>
                </a:lnTo>
                <a:lnTo>
                  <a:pt x="4015561" y="110075"/>
                </a:lnTo>
                <a:lnTo>
                  <a:pt x="4019323" y="113296"/>
                </a:lnTo>
                <a:lnTo>
                  <a:pt x="4023085" y="111184"/>
                </a:lnTo>
                <a:lnTo>
                  <a:pt x="4028728" y="119103"/>
                </a:lnTo>
                <a:lnTo>
                  <a:pt x="4032489" y="120113"/>
                </a:lnTo>
                <a:lnTo>
                  <a:pt x="4036251" y="127410"/>
                </a:lnTo>
                <a:lnTo>
                  <a:pt x="4041893" y="117966"/>
                </a:lnTo>
                <a:lnTo>
                  <a:pt x="4043774" y="120745"/>
                </a:lnTo>
                <a:lnTo>
                  <a:pt x="4045655" y="119404"/>
                </a:lnTo>
                <a:lnTo>
                  <a:pt x="4049416" y="115167"/>
                </a:lnTo>
                <a:lnTo>
                  <a:pt x="4053178" y="111676"/>
                </a:lnTo>
                <a:lnTo>
                  <a:pt x="4062582" y="98181"/>
                </a:lnTo>
                <a:lnTo>
                  <a:pt x="4066344" y="111512"/>
                </a:lnTo>
                <a:lnTo>
                  <a:pt x="4073867" y="95524"/>
                </a:lnTo>
                <a:lnTo>
                  <a:pt x="4077629" y="108135"/>
                </a:lnTo>
                <a:lnTo>
                  <a:pt x="4079510" y="101549"/>
                </a:lnTo>
                <a:lnTo>
                  <a:pt x="4081390" y="102227"/>
                </a:lnTo>
                <a:lnTo>
                  <a:pt x="4102080" y="97767"/>
                </a:lnTo>
                <a:lnTo>
                  <a:pt x="4105841" y="105057"/>
                </a:lnTo>
                <a:lnTo>
                  <a:pt x="4109603" y="106691"/>
                </a:lnTo>
                <a:lnTo>
                  <a:pt x="4113365" y="105379"/>
                </a:lnTo>
                <a:lnTo>
                  <a:pt x="4122769" y="110121"/>
                </a:lnTo>
                <a:lnTo>
                  <a:pt x="4124649" y="109456"/>
                </a:lnTo>
                <a:lnTo>
                  <a:pt x="4132173" y="116399"/>
                </a:lnTo>
                <a:lnTo>
                  <a:pt x="4139696" y="116683"/>
                </a:lnTo>
                <a:lnTo>
                  <a:pt x="4141577" y="116491"/>
                </a:lnTo>
                <a:lnTo>
                  <a:pt x="4143458" y="120068"/>
                </a:lnTo>
                <a:lnTo>
                  <a:pt x="4145339" y="117791"/>
                </a:lnTo>
                <a:lnTo>
                  <a:pt x="4150981" y="117496"/>
                </a:lnTo>
                <a:lnTo>
                  <a:pt x="4173551" y="121952"/>
                </a:lnTo>
                <a:lnTo>
                  <a:pt x="4181074" y="122837"/>
                </a:lnTo>
                <a:lnTo>
                  <a:pt x="4182955" y="124915"/>
                </a:lnTo>
                <a:lnTo>
                  <a:pt x="4188598" y="121723"/>
                </a:lnTo>
                <a:lnTo>
                  <a:pt x="4192359" y="123293"/>
                </a:lnTo>
                <a:lnTo>
                  <a:pt x="4196121" y="119926"/>
                </a:lnTo>
                <a:lnTo>
                  <a:pt x="4201763" y="123510"/>
                </a:lnTo>
                <a:lnTo>
                  <a:pt x="4209287" y="120212"/>
                </a:lnTo>
                <a:lnTo>
                  <a:pt x="4213048" y="119567"/>
                </a:lnTo>
                <a:lnTo>
                  <a:pt x="4216810" y="121801"/>
                </a:lnTo>
                <a:lnTo>
                  <a:pt x="4222452" y="117983"/>
                </a:lnTo>
                <a:lnTo>
                  <a:pt x="4229976" y="120659"/>
                </a:lnTo>
                <a:lnTo>
                  <a:pt x="4243142" y="113590"/>
                </a:lnTo>
                <a:lnTo>
                  <a:pt x="4246903" y="116060"/>
                </a:lnTo>
                <a:lnTo>
                  <a:pt x="4250665" y="115127"/>
                </a:lnTo>
                <a:lnTo>
                  <a:pt x="4252546" y="115929"/>
                </a:lnTo>
                <a:lnTo>
                  <a:pt x="4254426" y="109887"/>
                </a:lnTo>
                <a:lnTo>
                  <a:pt x="4256307" y="110920"/>
                </a:lnTo>
                <a:lnTo>
                  <a:pt x="4260069" y="115596"/>
                </a:lnTo>
                <a:lnTo>
                  <a:pt x="4265711" y="110427"/>
                </a:lnTo>
                <a:lnTo>
                  <a:pt x="4275115" y="108832"/>
                </a:lnTo>
                <a:lnTo>
                  <a:pt x="4278877" y="108950"/>
                </a:lnTo>
                <a:lnTo>
                  <a:pt x="4282639" y="111290"/>
                </a:lnTo>
                <a:lnTo>
                  <a:pt x="4286401" y="110767"/>
                </a:lnTo>
                <a:lnTo>
                  <a:pt x="4290162" y="113636"/>
                </a:lnTo>
                <a:lnTo>
                  <a:pt x="4299566" y="109197"/>
                </a:lnTo>
                <a:lnTo>
                  <a:pt x="4316494" y="110108"/>
                </a:lnTo>
                <a:lnTo>
                  <a:pt x="4320255" y="106839"/>
                </a:lnTo>
                <a:lnTo>
                  <a:pt x="4322136" y="108974"/>
                </a:lnTo>
                <a:lnTo>
                  <a:pt x="4354110" y="106817"/>
                </a:lnTo>
                <a:lnTo>
                  <a:pt x="4355991" y="103903"/>
                </a:lnTo>
                <a:lnTo>
                  <a:pt x="4361634" y="108508"/>
                </a:lnTo>
                <a:lnTo>
                  <a:pt x="4371038" y="104729"/>
                </a:lnTo>
                <a:lnTo>
                  <a:pt x="4376680" y="106888"/>
                </a:lnTo>
                <a:lnTo>
                  <a:pt x="4382322" y="104787"/>
                </a:lnTo>
                <a:lnTo>
                  <a:pt x="4387965" y="106474"/>
                </a:lnTo>
                <a:lnTo>
                  <a:pt x="4408654" y="101785"/>
                </a:lnTo>
                <a:lnTo>
                  <a:pt x="4414296" y="108926"/>
                </a:lnTo>
                <a:lnTo>
                  <a:pt x="4444390" y="102574"/>
                </a:lnTo>
                <a:lnTo>
                  <a:pt x="4450032" y="106382"/>
                </a:lnTo>
                <a:lnTo>
                  <a:pt x="4457555" y="100702"/>
                </a:lnTo>
                <a:lnTo>
                  <a:pt x="4463198" y="105991"/>
                </a:lnTo>
                <a:lnTo>
                  <a:pt x="4466960" y="104358"/>
                </a:lnTo>
                <a:lnTo>
                  <a:pt x="4470721" y="110931"/>
                </a:lnTo>
                <a:lnTo>
                  <a:pt x="4472602" y="101669"/>
                </a:lnTo>
                <a:lnTo>
                  <a:pt x="4474483" y="105837"/>
                </a:lnTo>
                <a:lnTo>
                  <a:pt x="4476364" y="107276"/>
                </a:lnTo>
                <a:lnTo>
                  <a:pt x="4482006" y="102379"/>
                </a:lnTo>
                <a:lnTo>
                  <a:pt x="4489529" y="102377"/>
                </a:lnTo>
                <a:lnTo>
                  <a:pt x="4498934" y="102218"/>
                </a:lnTo>
                <a:lnTo>
                  <a:pt x="4506457" y="105446"/>
                </a:lnTo>
                <a:lnTo>
                  <a:pt x="4515861" y="109000"/>
                </a:lnTo>
                <a:lnTo>
                  <a:pt x="4519623" y="108850"/>
                </a:lnTo>
                <a:lnTo>
                  <a:pt x="4527146" y="107428"/>
                </a:lnTo>
                <a:lnTo>
                  <a:pt x="4530907" y="108774"/>
                </a:lnTo>
                <a:lnTo>
                  <a:pt x="4536550" y="108384"/>
                </a:lnTo>
                <a:lnTo>
                  <a:pt x="4545954" y="110102"/>
                </a:lnTo>
                <a:lnTo>
                  <a:pt x="4561001" y="109703"/>
                </a:lnTo>
                <a:lnTo>
                  <a:pt x="4564762" y="109725"/>
                </a:lnTo>
                <a:lnTo>
                  <a:pt x="4566643" y="113202"/>
                </a:lnTo>
                <a:lnTo>
                  <a:pt x="4568524" y="111327"/>
                </a:lnTo>
                <a:lnTo>
                  <a:pt x="4570405" y="112006"/>
                </a:lnTo>
                <a:lnTo>
                  <a:pt x="4572286" y="108625"/>
                </a:lnTo>
                <a:lnTo>
                  <a:pt x="4574167" y="112399"/>
                </a:lnTo>
                <a:lnTo>
                  <a:pt x="4576048" y="109922"/>
                </a:lnTo>
                <a:lnTo>
                  <a:pt x="4581690" y="113308"/>
                </a:lnTo>
                <a:lnTo>
                  <a:pt x="4585452" y="108104"/>
                </a:lnTo>
                <a:lnTo>
                  <a:pt x="4589213" y="112044"/>
                </a:lnTo>
                <a:lnTo>
                  <a:pt x="4596736" y="107410"/>
                </a:lnTo>
                <a:lnTo>
                  <a:pt x="4598617" y="109643"/>
                </a:lnTo>
                <a:lnTo>
                  <a:pt x="4600498" y="107781"/>
                </a:lnTo>
                <a:lnTo>
                  <a:pt x="4604260" y="114286"/>
                </a:lnTo>
                <a:lnTo>
                  <a:pt x="4606141" y="118409"/>
                </a:lnTo>
                <a:lnTo>
                  <a:pt x="4609902" y="114113"/>
                </a:lnTo>
                <a:lnTo>
                  <a:pt x="4613664" y="116406"/>
                </a:lnTo>
                <a:lnTo>
                  <a:pt x="4617426" y="110188"/>
                </a:lnTo>
                <a:lnTo>
                  <a:pt x="4621187" y="113894"/>
                </a:lnTo>
                <a:lnTo>
                  <a:pt x="4624949" y="108782"/>
                </a:lnTo>
                <a:lnTo>
                  <a:pt x="4628711" y="115102"/>
                </a:lnTo>
                <a:lnTo>
                  <a:pt x="4630591" y="113158"/>
                </a:lnTo>
                <a:lnTo>
                  <a:pt x="4634353" y="110786"/>
                </a:lnTo>
                <a:lnTo>
                  <a:pt x="4638115" y="113549"/>
                </a:lnTo>
                <a:lnTo>
                  <a:pt x="4639995" y="114206"/>
                </a:lnTo>
                <a:lnTo>
                  <a:pt x="4641876" y="110706"/>
                </a:lnTo>
                <a:lnTo>
                  <a:pt x="4645638" y="119570"/>
                </a:lnTo>
                <a:lnTo>
                  <a:pt x="4651281" y="109843"/>
                </a:lnTo>
                <a:lnTo>
                  <a:pt x="4655042" y="115332"/>
                </a:lnTo>
                <a:lnTo>
                  <a:pt x="4664446" y="112892"/>
                </a:lnTo>
                <a:lnTo>
                  <a:pt x="4670089" y="113591"/>
                </a:lnTo>
                <a:lnTo>
                  <a:pt x="4683255" y="117435"/>
                </a:lnTo>
                <a:lnTo>
                  <a:pt x="4688897" y="119437"/>
                </a:lnTo>
                <a:lnTo>
                  <a:pt x="4698301" y="113325"/>
                </a:lnTo>
                <a:lnTo>
                  <a:pt x="4709586" y="114849"/>
                </a:lnTo>
                <a:lnTo>
                  <a:pt x="4711467" y="122433"/>
                </a:lnTo>
                <a:lnTo>
                  <a:pt x="4713348" y="121821"/>
                </a:lnTo>
                <a:lnTo>
                  <a:pt x="4722752" y="110586"/>
                </a:lnTo>
                <a:lnTo>
                  <a:pt x="4726514" y="111154"/>
                </a:lnTo>
                <a:lnTo>
                  <a:pt x="4737798" y="113140"/>
                </a:lnTo>
                <a:lnTo>
                  <a:pt x="4741560" y="111717"/>
                </a:lnTo>
                <a:lnTo>
                  <a:pt x="4749083" y="110493"/>
                </a:lnTo>
                <a:lnTo>
                  <a:pt x="4756607" y="114433"/>
                </a:lnTo>
                <a:lnTo>
                  <a:pt x="4760369" y="109797"/>
                </a:lnTo>
                <a:lnTo>
                  <a:pt x="4764130" y="111725"/>
                </a:lnTo>
                <a:lnTo>
                  <a:pt x="4781057" y="112332"/>
                </a:lnTo>
                <a:lnTo>
                  <a:pt x="4782938" y="115703"/>
                </a:lnTo>
                <a:lnTo>
                  <a:pt x="4784819" y="113759"/>
                </a:lnTo>
                <a:lnTo>
                  <a:pt x="4790461" y="111741"/>
                </a:lnTo>
                <a:lnTo>
                  <a:pt x="4792342" y="115460"/>
                </a:lnTo>
                <a:lnTo>
                  <a:pt x="4794223" y="112159"/>
                </a:lnTo>
                <a:lnTo>
                  <a:pt x="4799866" y="119042"/>
                </a:lnTo>
                <a:lnTo>
                  <a:pt x="4801747" y="114610"/>
                </a:lnTo>
                <a:lnTo>
                  <a:pt x="4803627" y="115517"/>
                </a:lnTo>
                <a:lnTo>
                  <a:pt x="4805508" y="118998"/>
                </a:lnTo>
                <a:lnTo>
                  <a:pt x="4807389" y="116750"/>
                </a:lnTo>
                <a:lnTo>
                  <a:pt x="4811151" y="118786"/>
                </a:lnTo>
                <a:lnTo>
                  <a:pt x="4813031" y="114286"/>
                </a:lnTo>
                <a:lnTo>
                  <a:pt x="4814912" y="119730"/>
                </a:lnTo>
                <a:lnTo>
                  <a:pt x="4816793" y="117098"/>
                </a:lnTo>
                <a:lnTo>
                  <a:pt x="4822435" y="119431"/>
                </a:lnTo>
                <a:lnTo>
                  <a:pt x="4828078" y="115075"/>
                </a:lnTo>
                <a:lnTo>
                  <a:pt x="4829959" y="122431"/>
                </a:lnTo>
                <a:lnTo>
                  <a:pt x="4831840" y="120517"/>
                </a:lnTo>
                <a:lnTo>
                  <a:pt x="4833721" y="114588"/>
                </a:lnTo>
                <a:lnTo>
                  <a:pt x="4835601" y="116088"/>
                </a:lnTo>
                <a:lnTo>
                  <a:pt x="4839363" y="121435"/>
                </a:lnTo>
                <a:lnTo>
                  <a:pt x="4841244" y="117616"/>
                </a:lnTo>
                <a:lnTo>
                  <a:pt x="4852529" y="119782"/>
                </a:lnTo>
                <a:lnTo>
                  <a:pt x="4858171" y="123315"/>
                </a:lnTo>
                <a:lnTo>
                  <a:pt x="4873218" y="122129"/>
                </a:lnTo>
                <a:lnTo>
                  <a:pt x="4876980" y="125678"/>
                </a:lnTo>
                <a:lnTo>
                  <a:pt x="4884503" y="118480"/>
                </a:lnTo>
                <a:lnTo>
                  <a:pt x="4888264" y="123536"/>
                </a:lnTo>
                <a:lnTo>
                  <a:pt x="4893907" y="121934"/>
                </a:lnTo>
                <a:lnTo>
                  <a:pt x="4901430" y="120609"/>
                </a:lnTo>
                <a:lnTo>
                  <a:pt x="4910834" y="123679"/>
                </a:lnTo>
                <a:lnTo>
                  <a:pt x="4912715" y="120620"/>
                </a:lnTo>
                <a:lnTo>
                  <a:pt x="4920238" y="127228"/>
                </a:lnTo>
                <a:lnTo>
                  <a:pt x="4922119" y="122773"/>
                </a:lnTo>
                <a:lnTo>
                  <a:pt x="4924000" y="123982"/>
                </a:lnTo>
                <a:lnTo>
                  <a:pt x="4927762" y="129032"/>
                </a:lnTo>
                <a:lnTo>
                  <a:pt x="4929642" y="126132"/>
                </a:lnTo>
                <a:lnTo>
                  <a:pt x="4937166" y="134064"/>
                </a:lnTo>
                <a:lnTo>
                  <a:pt x="4942809" y="133526"/>
                </a:lnTo>
                <a:lnTo>
                  <a:pt x="4946570" y="132707"/>
                </a:lnTo>
                <a:lnTo>
                  <a:pt x="4955974" y="138311"/>
                </a:lnTo>
                <a:lnTo>
                  <a:pt x="4961617" y="132483"/>
                </a:lnTo>
                <a:lnTo>
                  <a:pt x="4967259" y="136729"/>
                </a:lnTo>
                <a:lnTo>
                  <a:pt x="4971021" y="134487"/>
                </a:lnTo>
                <a:lnTo>
                  <a:pt x="4974782" y="137915"/>
                </a:lnTo>
                <a:lnTo>
                  <a:pt x="4978544" y="136102"/>
                </a:lnTo>
                <a:lnTo>
                  <a:pt x="4980425" y="139944"/>
                </a:lnTo>
                <a:lnTo>
                  <a:pt x="4982306" y="138314"/>
                </a:lnTo>
                <a:lnTo>
                  <a:pt x="4984187" y="136054"/>
                </a:lnTo>
                <a:lnTo>
                  <a:pt x="4986067" y="128756"/>
                </a:lnTo>
                <a:lnTo>
                  <a:pt x="4987948" y="132617"/>
                </a:lnTo>
                <a:lnTo>
                  <a:pt x="4997352" y="130761"/>
                </a:lnTo>
                <a:lnTo>
                  <a:pt x="4999233" y="134960"/>
                </a:lnTo>
                <a:lnTo>
                  <a:pt x="5001114" y="129933"/>
                </a:lnTo>
                <a:lnTo>
                  <a:pt x="5002995" y="135538"/>
                </a:lnTo>
                <a:lnTo>
                  <a:pt x="5004875" y="133872"/>
                </a:lnTo>
                <a:lnTo>
                  <a:pt x="5006756" y="132239"/>
                </a:lnTo>
                <a:lnTo>
                  <a:pt x="5010518" y="136584"/>
                </a:lnTo>
                <a:lnTo>
                  <a:pt x="5012399" y="136045"/>
                </a:lnTo>
                <a:lnTo>
                  <a:pt x="5014280" y="128461"/>
                </a:lnTo>
                <a:lnTo>
                  <a:pt x="5016161" y="129743"/>
                </a:lnTo>
                <a:lnTo>
                  <a:pt x="5019922" y="137191"/>
                </a:lnTo>
                <a:lnTo>
                  <a:pt x="5023684" y="135332"/>
                </a:lnTo>
                <a:lnTo>
                  <a:pt x="5027446" y="129923"/>
                </a:lnTo>
                <a:lnTo>
                  <a:pt x="5031207" y="136924"/>
                </a:lnTo>
                <a:lnTo>
                  <a:pt x="5034969" y="131372"/>
                </a:lnTo>
                <a:lnTo>
                  <a:pt x="5036850" y="134203"/>
                </a:lnTo>
                <a:lnTo>
                  <a:pt x="5040611" y="131353"/>
                </a:lnTo>
                <a:lnTo>
                  <a:pt x="5044373" y="135536"/>
                </a:lnTo>
                <a:lnTo>
                  <a:pt x="5048135" y="140258"/>
                </a:lnTo>
                <a:lnTo>
                  <a:pt x="5051896" y="135375"/>
                </a:lnTo>
                <a:lnTo>
                  <a:pt x="5055658" y="138941"/>
                </a:lnTo>
                <a:lnTo>
                  <a:pt x="5061300" y="131187"/>
                </a:lnTo>
                <a:lnTo>
                  <a:pt x="5065062" y="138707"/>
                </a:lnTo>
                <a:lnTo>
                  <a:pt x="5066943" y="134409"/>
                </a:lnTo>
                <a:lnTo>
                  <a:pt x="5076347" y="134659"/>
                </a:lnTo>
                <a:lnTo>
                  <a:pt x="5080108" y="139473"/>
                </a:lnTo>
                <a:lnTo>
                  <a:pt x="5083870" y="135680"/>
                </a:lnTo>
                <a:lnTo>
                  <a:pt x="5085751" y="141088"/>
                </a:lnTo>
                <a:lnTo>
                  <a:pt x="5087632" y="133676"/>
                </a:lnTo>
                <a:lnTo>
                  <a:pt x="5089513" y="136794"/>
                </a:lnTo>
                <a:lnTo>
                  <a:pt x="5093274" y="139983"/>
                </a:lnTo>
                <a:lnTo>
                  <a:pt x="5095155" y="139437"/>
                </a:lnTo>
                <a:lnTo>
                  <a:pt x="5097036" y="143310"/>
                </a:lnTo>
                <a:lnTo>
                  <a:pt x="5098917" y="137084"/>
                </a:lnTo>
                <a:lnTo>
                  <a:pt x="5100798" y="139113"/>
                </a:lnTo>
                <a:lnTo>
                  <a:pt x="5102679" y="139260"/>
                </a:lnTo>
                <a:lnTo>
                  <a:pt x="5106440" y="135153"/>
                </a:lnTo>
                <a:lnTo>
                  <a:pt x="5110202" y="139578"/>
                </a:lnTo>
                <a:lnTo>
                  <a:pt x="5113963" y="130953"/>
                </a:lnTo>
                <a:lnTo>
                  <a:pt x="5115844" y="136310"/>
                </a:lnTo>
                <a:lnTo>
                  <a:pt x="5117725" y="134961"/>
                </a:lnTo>
                <a:lnTo>
                  <a:pt x="5119606" y="133358"/>
                </a:lnTo>
                <a:lnTo>
                  <a:pt x="5121487" y="127537"/>
                </a:lnTo>
                <a:lnTo>
                  <a:pt x="5123368" y="128563"/>
                </a:lnTo>
                <a:lnTo>
                  <a:pt x="5130891" y="136411"/>
                </a:lnTo>
                <a:lnTo>
                  <a:pt x="5132772" y="132964"/>
                </a:lnTo>
                <a:lnTo>
                  <a:pt x="5136533" y="139315"/>
                </a:lnTo>
                <a:lnTo>
                  <a:pt x="5140295" y="129232"/>
                </a:lnTo>
                <a:lnTo>
                  <a:pt x="5144057" y="136038"/>
                </a:lnTo>
                <a:lnTo>
                  <a:pt x="5147818" y="133344"/>
                </a:lnTo>
                <a:lnTo>
                  <a:pt x="5149699" y="144116"/>
                </a:lnTo>
                <a:lnTo>
                  <a:pt x="5151580" y="141469"/>
                </a:lnTo>
                <a:lnTo>
                  <a:pt x="5160984" y="138602"/>
                </a:lnTo>
                <a:lnTo>
                  <a:pt x="5174150" y="138261"/>
                </a:lnTo>
                <a:lnTo>
                  <a:pt x="5176031" y="142276"/>
                </a:lnTo>
                <a:lnTo>
                  <a:pt x="5177911" y="136425"/>
                </a:lnTo>
                <a:lnTo>
                  <a:pt x="5179792" y="138858"/>
                </a:lnTo>
                <a:lnTo>
                  <a:pt x="5185435" y="142970"/>
                </a:lnTo>
                <a:lnTo>
                  <a:pt x="5189196" y="138397"/>
                </a:lnTo>
                <a:lnTo>
                  <a:pt x="5198601" y="145050"/>
                </a:lnTo>
                <a:lnTo>
                  <a:pt x="5200482" y="144819"/>
                </a:lnTo>
                <a:lnTo>
                  <a:pt x="5202362" y="135889"/>
                </a:lnTo>
                <a:lnTo>
                  <a:pt x="5204243" y="138277"/>
                </a:lnTo>
                <a:lnTo>
                  <a:pt x="5206124" y="143514"/>
                </a:lnTo>
                <a:lnTo>
                  <a:pt x="5209886" y="135374"/>
                </a:lnTo>
                <a:lnTo>
                  <a:pt x="5211766" y="136450"/>
                </a:lnTo>
                <a:lnTo>
                  <a:pt x="5213647" y="141853"/>
                </a:lnTo>
                <a:lnTo>
                  <a:pt x="5215528" y="137190"/>
                </a:lnTo>
                <a:lnTo>
                  <a:pt x="5221170" y="145614"/>
                </a:lnTo>
                <a:lnTo>
                  <a:pt x="5224932" y="143244"/>
                </a:lnTo>
                <a:lnTo>
                  <a:pt x="5226813" y="144954"/>
                </a:lnTo>
                <a:lnTo>
                  <a:pt x="5228694" y="142477"/>
                </a:lnTo>
                <a:lnTo>
                  <a:pt x="5232456" y="134872"/>
                </a:lnTo>
                <a:lnTo>
                  <a:pt x="5236217" y="141081"/>
                </a:lnTo>
                <a:lnTo>
                  <a:pt x="5239979" y="136936"/>
                </a:lnTo>
                <a:lnTo>
                  <a:pt x="5241860" y="144077"/>
                </a:lnTo>
                <a:lnTo>
                  <a:pt x="5243740" y="138256"/>
                </a:lnTo>
                <a:lnTo>
                  <a:pt x="5245621" y="139478"/>
                </a:lnTo>
                <a:lnTo>
                  <a:pt x="5256906" y="140205"/>
                </a:lnTo>
                <a:lnTo>
                  <a:pt x="5264429" y="146201"/>
                </a:lnTo>
                <a:lnTo>
                  <a:pt x="5266310" y="141714"/>
                </a:lnTo>
                <a:lnTo>
                  <a:pt x="5268191" y="139643"/>
                </a:lnTo>
              </a:path>
            </a:pathLst>
          </a:custGeom>
          <a:noFill/>
          <a:ln w="24847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Editable path 126"/>
          <p:cNvSpPr/>
          <p:nvPr/>
        </p:nvSpPr>
        <p:spPr>
          <a:xfrm>
            <a:off x="3890529" y="5668171"/>
            <a:ext cx="5268191" cy="388263"/>
          </a:xfrm>
          <a:custGeom>
            <a:avLst/>
            <a:gdLst/>
            <a:ahLst/>
            <a:cxnLst/>
            <a:rect l="l" t="t" r="r" b="b"/>
            <a:pathLst>
              <a:path w="5268191" h="388263">
                <a:moveTo>
                  <a:pt x="0" y="383488"/>
                </a:moveTo>
                <a:lnTo>
                  <a:pt x="1881" y="376002"/>
                </a:lnTo>
                <a:lnTo>
                  <a:pt x="3762" y="378121"/>
                </a:lnTo>
                <a:lnTo>
                  <a:pt x="7523" y="381086"/>
                </a:lnTo>
                <a:lnTo>
                  <a:pt x="11285" y="370981"/>
                </a:lnTo>
                <a:lnTo>
                  <a:pt x="13166" y="375857"/>
                </a:lnTo>
                <a:lnTo>
                  <a:pt x="15047" y="374155"/>
                </a:lnTo>
                <a:lnTo>
                  <a:pt x="16928" y="372632"/>
                </a:lnTo>
                <a:lnTo>
                  <a:pt x="18808" y="375452"/>
                </a:lnTo>
                <a:lnTo>
                  <a:pt x="20689" y="373475"/>
                </a:lnTo>
                <a:lnTo>
                  <a:pt x="22570" y="364625"/>
                </a:lnTo>
                <a:lnTo>
                  <a:pt x="24451" y="373915"/>
                </a:lnTo>
                <a:lnTo>
                  <a:pt x="26332" y="371694"/>
                </a:lnTo>
                <a:lnTo>
                  <a:pt x="28212" y="361751"/>
                </a:lnTo>
                <a:lnTo>
                  <a:pt x="30093" y="368308"/>
                </a:lnTo>
                <a:lnTo>
                  <a:pt x="47021" y="366465"/>
                </a:lnTo>
                <a:lnTo>
                  <a:pt x="50782" y="366792"/>
                </a:lnTo>
                <a:lnTo>
                  <a:pt x="56425" y="363731"/>
                </a:lnTo>
                <a:lnTo>
                  <a:pt x="63948" y="362556"/>
                </a:lnTo>
                <a:lnTo>
                  <a:pt x="65829" y="368484"/>
                </a:lnTo>
                <a:lnTo>
                  <a:pt x="67710" y="364640"/>
                </a:lnTo>
                <a:lnTo>
                  <a:pt x="73352" y="358534"/>
                </a:lnTo>
                <a:lnTo>
                  <a:pt x="75233" y="362497"/>
                </a:lnTo>
                <a:lnTo>
                  <a:pt x="77114" y="357686"/>
                </a:lnTo>
                <a:lnTo>
                  <a:pt x="78995" y="362442"/>
                </a:lnTo>
                <a:lnTo>
                  <a:pt x="80876" y="361331"/>
                </a:lnTo>
                <a:lnTo>
                  <a:pt x="82756" y="356341"/>
                </a:lnTo>
                <a:lnTo>
                  <a:pt x="84637" y="363812"/>
                </a:lnTo>
                <a:lnTo>
                  <a:pt x="86518" y="362059"/>
                </a:lnTo>
                <a:lnTo>
                  <a:pt x="92160" y="355195"/>
                </a:lnTo>
                <a:lnTo>
                  <a:pt x="95922" y="360921"/>
                </a:lnTo>
                <a:lnTo>
                  <a:pt x="103445" y="354079"/>
                </a:lnTo>
                <a:lnTo>
                  <a:pt x="105326" y="358078"/>
                </a:lnTo>
                <a:lnTo>
                  <a:pt x="107207" y="356365"/>
                </a:lnTo>
                <a:lnTo>
                  <a:pt x="109088" y="353751"/>
                </a:lnTo>
                <a:lnTo>
                  <a:pt x="112850" y="358955"/>
                </a:lnTo>
                <a:lnTo>
                  <a:pt x="116611" y="356785"/>
                </a:lnTo>
                <a:lnTo>
                  <a:pt x="122254" y="357193"/>
                </a:lnTo>
                <a:lnTo>
                  <a:pt x="135419" y="355160"/>
                </a:lnTo>
                <a:lnTo>
                  <a:pt x="150466" y="355678"/>
                </a:lnTo>
                <a:lnTo>
                  <a:pt x="154228" y="350694"/>
                </a:lnTo>
                <a:lnTo>
                  <a:pt x="163632" y="353445"/>
                </a:lnTo>
                <a:lnTo>
                  <a:pt x="167393" y="353444"/>
                </a:lnTo>
                <a:lnTo>
                  <a:pt x="178678" y="350559"/>
                </a:lnTo>
                <a:lnTo>
                  <a:pt x="180559" y="352316"/>
                </a:lnTo>
                <a:lnTo>
                  <a:pt x="182440" y="346818"/>
                </a:lnTo>
                <a:lnTo>
                  <a:pt x="184321" y="352868"/>
                </a:lnTo>
                <a:lnTo>
                  <a:pt x="186202" y="352033"/>
                </a:lnTo>
                <a:lnTo>
                  <a:pt x="188083" y="348620"/>
                </a:lnTo>
                <a:lnTo>
                  <a:pt x="189963" y="351262"/>
                </a:lnTo>
                <a:lnTo>
                  <a:pt x="191844" y="351413"/>
                </a:lnTo>
                <a:lnTo>
                  <a:pt x="193725" y="346657"/>
                </a:lnTo>
                <a:lnTo>
                  <a:pt x="195606" y="349244"/>
                </a:lnTo>
                <a:lnTo>
                  <a:pt x="205010" y="352563"/>
                </a:lnTo>
                <a:lnTo>
                  <a:pt x="210652" y="347679"/>
                </a:lnTo>
                <a:lnTo>
                  <a:pt x="216295" y="351522"/>
                </a:lnTo>
                <a:lnTo>
                  <a:pt x="218176" y="350196"/>
                </a:lnTo>
                <a:lnTo>
                  <a:pt x="221937" y="354422"/>
                </a:lnTo>
                <a:lnTo>
                  <a:pt x="229461" y="347912"/>
                </a:lnTo>
                <a:lnTo>
                  <a:pt x="231342" y="349331"/>
                </a:lnTo>
                <a:lnTo>
                  <a:pt x="233222" y="346404"/>
                </a:lnTo>
                <a:lnTo>
                  <a:pt x="236984" y="352865"/>
                </a:lnTo>
                <a:lnTo>
                  <a:pt x="240746" y="351412"/>
                </a:lnTo>
                <a:lnTo>
                  <a:pt x="242627" y="350886"/>
                </a:lnTo>
                <a:lnTo>
                  <a:pt x="244507" y="345681"/>
                </a:lnTo>
                <a:lnTo>
                  <a:pt x="246388" y="347081"/>
                </a:lnTo>
                <a:lnTo>
                  <a:pt x="252031" y="345114"/>
                </a:lnTo>
                <a:lnTo>
                  <a:pt x="253911" y="349503"/>
                </a:lnTo>
                <a:lnTo>
                  <a:pt x="255792" y="342702"/>
                </a:lnTo>
                <a:lnTo>
                  <a:pt x="257673" y="348885"/>
                </a:lnTo>
                <a:lnTo>
                  <a:pt x="259554" y="337745"/>
                </a:lnTo>
                <a:lnTo>
                  <a:pt x="261435" y="340094"/>
                </a:lnTo>
                <a:lnTo>
                  <a:pt x="267077" y="340794"/>
                </a:lnTo>
                <a:lnTo>
                  <a:pt x="274601" y="340356"/>
                </a:lnTo>
                <a:lnTo>
                  <a:pt x="278362" y="343462"/>
                </a:lnTo>
                <a:lnTo>
                  <a:pt x="291528" y="343725"/>
                </a:lnTo>
                <a:lnTo>
                  <a:pt x="293409" y="349536"/>
                </a:lnTo>
                <a:lnTo>
                  <a:pt x="295290" y="348270"/>
                </a:lnTo>
                <a:lnTo>
                  <a:pt x="297170" y="345844"/>
                </a:lnTo>
                <a:lnTo>
                  <a:pt x="300932" y="348325"/>
                </a:lnTo>
                <a:lnTo>
                  <a:pt x="302813" y="346163"/>
                </a:lnTo>
                <a:lnTo>
                  <a:pt x="304694" y="348065"/>
                </a:lnTo>
                <a:lnTo>
                  <a:pt x="310336" y="348877"/>
                </a:lnTo>
                <a:lnTo>
                  <a:pt x="312217" y="342898"/>
                </a:lnTo>
                <a:lnTo>
                  <a:pt x="314098" y="344715"/>
                </a:lnTo>
                <a:lnTo>
                  <a:pt x="315979" y="348580"/>
                </a:lnTo>
                <a:lnTo>
                  <a:pt x="321621" y="340106"/>
                </a:lnTo>
                <a:lnTo>
                  <a:pt x="323502" y="342066"/>
                </a:lnTo>
                <a:lnTo>
                  <a:pt x="325383" y="350887"/>
                </a:lnTo>
                <a:lnTo>
                  <a:pt x="327264" y="349005"/>
                </a:lnTo>
                <a:lnTo>
                  <a:pt x="331025" y="349628"/>
                </a:lnTo>
                <a:lnTo>
                  <a:pt x="332906" y="342454"/>
                </a:lnTo>
                <a:lnTo>
                  <a:pt x="334787" y="346438"/>
                </a:lnTo>
                <a:lnTo>
                  <a:pt x="340429" y="346513"/>
                </a:lnTo>
                <a:lnTo>
                  <a:pt x="346072" y="347072"/>
                </a:lnTo>
                <a:lnTo>
                  <a:pt x="349833" y="339276"/>
                </a:lnTo>
                <a:lnTo>
                  <a:pt x="355476" y="343452"/>
                </a:lnTo>
                <a:lnTo>
                  <a:pt x="357357" y="349300"/>
                </a:lnTo>
                <a:lnTo>
                  <a:pt x="359238" y="347240"/>
                </a:lnTo>
                <a:lnTo>
                  <a:pt x="361119" y="342406"/>
                </a:lnTo>
                <a:lnTo>
                  <a:pt x="362999" y="345384"/>
                </a:lnTo>
                <a:lnTo>
                  <a:pt x="364880" y="348686"/>
                </a:lnTo>
                <a:lnTo>
                  <a:pt x="366761" y="342127"/>
                </a:lnTo>
                <a:lnTo>
                  <a:pt x="368642" y="347563"/>
                </a:lnTo>
                <a:lnTo>
                  <a:pt x="370523" y="342870"/>
                </a:lnTo>
                <a:lnTo>
                  <a:pt x="372403" y="345291"/>
                </a:lnTo>
                <a:lnTo>
                  <a:pt x="374284" y="348246"/>
                </a:lnTo>
                <a:lnTo>
                  <a:pt x="376165" y="345149"/>
                </a:lnTo>
                <a:lnTo>
                  <a:pt x="378046" y="347482"/>
                </a:lnTo>
                <a:lnTo>
                  <a:pt x="381808" y="347348"/>
                </a:lnTo>
                <a:lnTo>
                  <a:pt x="396854" y="347420"/>
                </a:lnTo>
                <a:lnTo>
                  <a:pt x="400616" y="345909"/>
                </a:lnTo>
                <a:lnTo>
                  <a:pt x="419424" y="349522"/>
                </a:lnTo>
                <a:lnTo>
                  <a:pt x="421305" y="344463"/>
                </a:lnTo>
                <a:lnTo>
                  <a:pt x="423186" y="346698"/>
                </a:lnTo>
                <a:lnTo>
                  <a:pt x="432590" y="336205"/>
                </a:lnTo>
                <a:lnTo>
                  <a:pt x="436352" y="338670"/>
                </a:lnTo>
                <a:lnTo>
                  <a:pt x="447636" y="336470"/>
                </a:lnTo>
                <a:lnTo>
                  <a:pt x="451398" y="349637"/>
                </a:lnTo>
                <a:lnTo>
                  <a:pt x="453279" y="344949"/>
                </a:lnTo>
                <a:lnTo>
                  <a:pt x="457041" y="342941"/>
                </a:lnTo>
                <a:lnTo>
                  <a:pt x="458921" y="334505"/>
                </a:lnTo>
                <a:lnTo>
                  <a:pt x="460802" y="344443"/>
                </a:lnTo>
                <a:lnTo>
                  <a:pt x="462683" y="340587"/>
                </a:lnTo>
                <a:lnTo>
                  <a:pt x="466445" y="344362"/>
                </a:lnTo>
                <a:lnTo>
                  <a:pt x="473968" y="339072"/>
                </a:lnTo>
                <a:lnTo>
                  <a:pt x="475849" y="344458"/>
                </a:lnTo>
                <a:lnTo>
                  <a:pt x="477730" y="343562"/>
                </a:lnTo>
                <a:lnTo>
                  <a:pt x="504061" y="344798"/>
                </a:lnTo>
                <a:lnTo>
                  <a:pt x="505942" y="337562"/>
                </a:lnTo>
                <a:lnTo>
                  <a:pt x="507823" y="339080"/>
                </a:lnTo>
                <a:lnTo>
                  <a:pt x="509704" y="335863"/>
                </a:lnTo>
                <a:lnTo>
                  <a:pt x="511584" y="337265"/>
                </a:lnTo>
                <a:lnTo>
                  <a:pt x="515346" y="341154"/>
                </a:lnTo>
                <a:lnTo>
                  <a:pt x="519108" y="337550"/>
                </a:lnTo>
                <a:lnTo>
                  <a:pt x="522869" y="340289"/>
                </a:lnTo>
                <a:lnTo>
                  <a:pt x="524750" y="335956"/>
                </a:lnTo>
                <a:lnTo>
                  <a:pt x="526631" y="337449"/>
                </a:lnTo>
                <a:lnTo>
                  <a:pt x="528512" y="345604"/>
                </a:lnTo>
                <a:lnTo>
                  <a:pt x="530393" y="343978"/>
                </a:lnTo>
                <a:lnTo>
                  <a:pt x="536035" y="334244"/>
                </a:lnTo>
                <a:lnTo>
                  <a:pt x="537916" y="339348"/>
                </a:lnTo>
                <a:lnTo>
                  <a:pt x="539797" y="336087"/>
                </a:lnTo>
                <a:lnTo>
                  <a:pt x="549201" y="343931"/>
                </a:lnTo>
                <a:lnTo>
                  <a:pt x="552963" y="338965"/>
                </a:lnTo>
                <a:lnTo>
                  <a:pt x="558605" y="337017"/>
                </a:lnTo>
                <a:lnTo>
                  <a:pt x="560486" y="344928"/>
                </a:lnTo>
                <a:lnTo>
                  <a:pt x="564248" y="335031"/>
                </a:lnTo>
                <a:lnTo>
                  <a:pt x="568009" y="342909"/>
                </a:lnTo>
                <a:lnTo>
                  <a:pt x="571771" y="341897"/>
                </a:lnTo>
                <a:lnTo>
                  <a:pt x="575532" y="336680"/>
                </a:lnTo>
                <a:lnTo>
                  <a:pt x="581175" y="340117"/>
                </a:lnTo>
                <a:lnTo>
                  <a:pt x="583056" y="335967"/>
                </a:lnTo>
                <a:lnTo>
                  <a:pt x="584937" y="340374"/>
                </a:lnTo>
                <a:lnTo>
                  <a:pt x="586818" y="337246"/>
                </a:lnTo>
                <a:lnTo>
                  <a:pt x="590579" y="332876"/>
                </a:lnTo>
                <a:lnTo>
                  <a:pt x="592460" y="335353"/>
                </a:lnTo>
                <a:lnTo>
                  <a:pt x="598102" y="328680"/>
                </a:lnTo>
                <a:lnTo>
                  <a:pt x="599983" y="328895"/>
                </a:lnTo>
                <a:lnTo>
                  <a:pt x="603745" y="336476"/>
                </a:lnTo>
                <a:lnTo>
                  <a:pt x="605626" y="335452"/>
                </a:lnTo>
                <a:lnTo>
                  <a:pt x="607507" y="331762"/>
                </a:lnTo>
                <a:lnTo>
                  <a:pt x="609387" y="332993"/>
                </a:lnTo>
                <a:lnTo>
                  <a:pt x="615030" y="331975"/>
                </a:lnTo>
                <a:lnTo>
                  <a:pt x="616911" y="332383"/>
                </a:lnTo>
                <a:lnTo>
                  <a:pt x="620672" y="328278"/>
                </a:lnTo>
                <a:lnTo>
                  <a:pt x="628196" y="329325"/>
                </a:lnTo>
                <a:lnTo>
                  <a:pt x="630076" y="327587"/>
                </a:lnTo>
                <a:lnTo>
                  <a:pt x="631957" y="333852"/>
                </a:lnTo>
                <a:lnTo>
                  <a:pt x="633838" y="325562"/>
                </a:lnTo>
                <a:lnTo>
                  <a:pt x="635719" y="326822"/>
                </a:lnTo>
                <a:lnTo>
                  <a:pt x="639481" y="334683"/>
                </a:lnTo>
                <a:lnTo>
                  <a:pt x="643242" y="325344"/>
                </a:lnTo>
                <a:lnTo>
                  <a:pt x="645123" y="327741"/>
                </a:lnTo>
                <a:lnTo>
                  <a:pt x="658289" y="330971"/>
                </a:lnTo>
                <a:lnTo>
                  <a:pt x="662051" y="337015"/>
                </a:lnTo>
                <a:lnTo>
                  <a:pt x="667693" y="327422"/>
                </a:lnTo>
                <a:lnTo>
                  <a:pt x="671455" y="331765"/>
                </a:lnTo>
                <a:lnTo>
                  <a:pt x="675216" y="325383"/>
                </a:lnTo>
                <a:lnTo>
                  <a:pt x="678978" y="333579"/>
                </a:lnTo>
                <a:lnTo>
                  <a:pt x="680859" y="328897"/>
                </a:lnTo>
                <a:lnTo>
                  <a:pt x="684620" y="328821"/>
                </a:lnTo>
                <a:lnTo>
                  <a:pt x="688382" y="329313"/>
                </a:lnTo>
                <a:lnTo>
                  <a:pt x="694025" y="326231"/>
                </a:lnTo>
                <a:lnTo>
                  <a:pt x="695905" y="328576"/>
                </a:lnTo>
                <a:lnTo>
                  <a:pt x="697786" y="326758"/>
                </a:lnTo>
                <a:lnTo>
                  <a:pt x="709071" y="326579"/>
                </a:lnTo>
                <a:lnTo>
                  <a:pt x="712833" y="330288"/>
                </a:lnTo>
                <a:lnTo>
                  <a:pt x="727879" y="327994"/>
                </a:lnTo>
                <a:lnTo>
                  <a:pt x="731641" y="329664"/>
                </a:lnTo>
                <a:lnTo>
                  <a:pt x="733522" y="325844"/>
                </a:lnTo>
                <a:lnTo>
                  <a:pt x="735403" y="326875"/>
                </a:lnTo>
                <a:lnTo>
                  <a:pt x="737283" y="327773"/>
                </a:lnTo>
                <a:lnTo>
                  <a:pt x="741045" y="322246"/>
                </a:lnTo>
                <a:lnTo>
                  <a:pt x="744807" y="330675"/>
                </a:lnTo>
                <a:lnTo>
                  <a:pt x="746688" y="329076"/>
                </a:lnTo>
                <a:lnTo>
                  <a:pt x="765496" y="326672"/>
                </a:lnTo>
                <a:lnTo>
                  <a:pt x="767377" y="328994"/>
                </a:lnTo>
                <a:lnTo>
                  <a:pt x="773019" y="322280"/>
                </a:lnTo>
                <a:lnTo>
                  <a:pt x="774900" y="330635"/>
                </a:lnTo>
                <a:lnTo>
                  <a:pt x="776781" y="329915"/>
                </a:lnTo>
                <a:lnTo>
                  <a:pt x="791827" y="323824"/>
                </a:lnTo>
                <a:lnTo>
                  <a:pt x="797470" y="329918"/>
                </a:lnTo>
                <a:lnTo>
                  <a:pt x="799351" y="326978"/>
                </a:lnTo>
                <a:lnTo>
                  <a:pt x="803112" y="324588"/>
                </a:lnTo>
                <a:lnTo>
                  <a:pt x="806874" y="328276"/>
                </a:lnTo>
                <a:lnTo>
                  <a:pt x="810636" y="326536"/>
                </a:lnTo>
                <a:lnTo>
                  <a:pt x="814397" y="324716"/>
                </a:lnTo>
                <a:lnTo>
                  <a:pt x="816278" y="329861"/>
                </a:lnTo>
                <a:lnTo>
                  <a:pt x="818159" y="326379"/>
                </a:lnTo>
                <a:lnTo>
                  <a:pt x="835086" y="325865"/>
                </a:lnTo>
                <a:lnTo>
                  <a:pt x="842610" y="336200"/>
                </a:lnTo>
                <a:lnTo>
                  <a:pt x="844491" y="333270"/>
                </a:lnTo>
                <a:lnTo>
                  <a:pt x="848252" y="328276"/>
                </a:lnTo>
                <a:lnTo>
                  <a:pt x="855776" y="333834"/>
                </a:lnTo>
                <a:lnTo>
                  <a:pt x="857656" y="323689"/>
                </a:lnTo>
                <a:lnTo>
                  <a:pt x="859537" y="325151"/>
                </a:lnTo>
                <a:lnTo>
                  <a:pt x="865180" y="331758"/>
                </a:lnTo>
                <a:lnTo>
                  <a:pt x="867060" y="331913"/>
                </a:lnTo>
                <a:lnTo>
                  <a:pt x="870822" y="327127"/>
                </a:lnTo>
                <a:lnTo>
                  <a:pt x="876465" y="329277"/>
                </a:lnTo>
                <a:lnTo>
                  <a:pt x="878345" y="325142"/>
                </a:lnTo>
                <a:lnTo>
                  <a:pt x="880226" y="328153"/>
                </a:lnTo>
                <a:lnTo>
                  <a:pt x="882107" y="326908"/>
                </a:lnTo>
                <a:lnTo>
                  <a:pt x="885869" y="331802"/>
                </a:lnTo>
                <a:lnTo>
                  <a:pt x="887749" y="332149"/>
                </a:lnTo>
                <a:lnTo>
                  <a:pt x="889630" y="324972"/>
                </a:lnTo>
                <a:lnTo>
                  <a:pt x="891511" y="326154"/>
                </a:lnTo>
                <a:lnTo>
                  <a:pt x="893392" y="326926"/>
                </a:lnTo>
                <a:lnTo>
                  <a:pt x="897154" y="333472"/>
                </a:lnTo>
                <a:lnTo>
                  <a:pt x="902796" y="325694"/>
                </a:lnTo>
                <a:lnTo>
                  <a:pt x="904677" y="327675"/>
                </a:lnTo>
                <a:lnTo>
                  <a:pt x="906558" y="325807"/>
                </a:lnTo>
                <a:lnTo>
                  <a:pt x="915962" y="326579"/>
                </a:lnTo>
                <a:lnTo>
                  <a:pt x="919724" y="336361"/>
                </a:lnTo>
                <a:lnTo>
                  <a:pt x="921604" y="334071"/>
                </a:lnTo>
                <a:lnTo>
                  <a:pt x="925366" y="326109"/>
                </a:lnTo>
                <a:lnTo>
                  <a:pt x="931009" y="336734"/>
                </a:lnTo>
                <a:lnTo>
                  <a:pt x="932889" y="327786"/>
                </a:lnTo>
                <a:lnTo>
                  <a:pt x="934770" y="333168"/>
                </a:lnTo>
                <a:lnTo>
                  <a:pt x="936651" y="331076"/>
                </a:lnTo>
                <a:lnTo>
                  <a:pt x="942293" y="337342"/>
                </a:lnTo>
                <a:lnTo>
                  <a:pt x="944174" y="330676"/>
                </a:lnTo>
                <a:lnTo>
                  <a:pt x="946055" y="332614"/>
                </a:lnTo>
                <a:lnTo>
                  <a:pt x="951698" y="335971"/>
                </a:lnTo>
                <a:lnTo>
                  <a:pt x="957340" y="337085"/>
                </a:lnTo>
                <a:lnTo>
                  <a:pt x="959221" y="327938"/>
                </a:lnTo>
                <a:lnTo>
                  <a:pt x="961102" y="332776"/>
                </a:lnTo>
                <a:lnTo>
                  <a:pt x="962982" y="329123"/>
                </a:lnTo>
                <a:lnTo>
                  <a:pt x="964863" y="330787"/>
                </a:lnTo>
                <a:lnTo>
                  <a:pt x="968625" y="335741"/>
                </a:lnTo>
                <a:lnTo>
                  <a:pt x="970506" y="331129"/>
                </a:lnTo>
                <a:lnTo>
                  <a:pt x="972387" y="335957"/>
                </a:lnTo>
                <a:lnTo>
                  <a:pt x="978029" y="330165"/>
                </a:lnTo>
                <a:lnTo>
                  <a:pt x="998718" y="338921"/>
                </a:lnTo>
                <a:lnTo>
                  <a:pt x="1000599" y="333422"/>
                </a:lnTo>
                <a:lnTo>
                  <a:pt x="1002480" y="336980"/>
                </a:lnTo>
                <a:lnTo>
                  <a:pt x="1004361" y="343004"/>
                </a:lnTo>
                <a:lnTo>
                  <a:pt x="1006242" y="332907"/>
                </a:lnTo>
                <a:lnTo>
                  <a:pt x="1008122" y="338260"/>
                </a:lnTo>
                <a:lnTo>
                  <a:pt x="1011884" y="333839"/>
                </a:lnTo>
                <a:lnTo>
                  <a:pt x="1015646" y="343465"/>
                </a:lnTo>
                <a:lnTo>
                  <a:pt x="1017526" y="336893"/>
                </a:lnTo>
                <a:lnTo>
                  <a:pt x="1019407" y="344092"/>
                </a:lnTo>
                <a:lnTo>
                  <a:pt x="1021288" y="339584"/>
                </a:lnTo>
                <a:lnTo>
                  <a:pt x="1023169" y="341780"/>
                </a:lnTo>
                <a:lnTo>
                  <a:pt x="1030692" y="332011"/>
                </a:lnTo>
                <a:lnTo>
                  <a:pt x="1032573" y="334501"/>
                </a:lnTo>
                <a:lnTo>
                  <a:pt x="1034454" y="345376"/>
                </a:lnTo>
                <a:lnTo>
                  <a:pt x="1036335" y="342607"/>
                </a:lnTo>
                <a:lnTo>
                  <a:pt x="1043858" y="342152"/>
                </a:lnTo>
                <a:lnTo>
                  <a:pt x="1045739" y="343358"/>
                </a:lnTo>
                <a:lnTo>
                  <a:pt x="1047620" y="334070"/>
                </a:lnTo>
                <a:lnTo>
                  <a:pt x="1049500" y="334840"/>
                </a:lnTo>
                <a:lnTo>
                  <a:pt x="1051381" y="341314"/>
                </a:lnTo>
                <a:lnTo>
                  <a:pt x="1053262" y="338819"/>
                </a:lnTo>
                <a:lnTo>
                  <a:pt x="1055143" y="337860"/>
                </a:lnTo>
                <a:lnTo>
                  <a:pt x="1058905" y="332496"/>
                </a:lnTo>
                <a:lnTo>
                  <a:pt x="1064547" y="341345"/>
                </a:lnTo>
                <a:lnTo>
                  <a:pt x="1075832" y="337530"/>
                </a:lnTo>
                <a:lnTo>
                  <a:pt x="1077713" y="342840"/>
                </a:lnTo>
                <a:lnTo>
                  <a:pt x="1079594" y="340347"/>
                </a:lnTo>
                <a:lnTo>
                  <a:pt x="1088998" y="339861"/>
                </a:lnTo>
                <a:lnTo>
                  <a:pt x="1094640" y="337112"/>
                </a:lnTo>
                <a:lnTo>
                  <a:pt x="1102164" y="341745"/>
                </a:lnTo>
                <a:lnTo>
                  <a:pt x="1109687" y="343742"/>
                </a:lnTo>
                <a:lnTo>
                  <a:pt x="1111568" y="343864"/>
                </a:lnTo>
                <a:lnTo>
                  <a:pt x="1113449" y="339186"/>
                </a:lnTo>
                <a:lnTo>
                  <a:pt x="1115329" y="342604"/>
                </a:lnTo>
                <a:lnTo>
                  <a:pt x="1117210" y="338173"/>
                </a:lnTo>
                <a:lnTo>
                  <a:pt x="1119091" y="341156"/>
                </a:lnTo>
                <a:lnTo>
                  <a:pt x="1120972" y="347357"/>
                </a:lnTo>
                <a:lnTo>
                  <a:pt x="1122853" y="345579"/>
                </a:lnTo>
                <a:lnTo>
                  <a:pt x="1124733" y="341202"/>
                </a:lnTo>
                <a:lnTo>
                  <a:pt x="1126614" y="344250"/>
                </a:lnTo>
                <a:lnTo>
                  <a:pt x="1128495" y="344960"/>
                </a:lnTo>
                <a:lnTo>
                  <a:pt x="1130376" y="341484"/>
                </a:lnTo>
                <a:lnTo>
                  <a:pt x="1132257" y="346433"/>
                </a:lnTo>
                <a:lnTo>
                  <a:pt x="1134138" y="345667"/>
                </a:lnTo>
                <a:lnTo>
                  <a:pt x="1137899" y="344051"/>
                </a:lnTo>
                <a:lnTo>
                  <a:pt x="1141661" y="344170"/>
                </a:lnTo>
                <a:lnTo>
                  <a:pt x="1143542" y="342830"/>
                </a:lnTo>
                <a:lnTo>
                  <a:pt x="1145422" y="337681"/>
                </a:lnTo>
                <a:lnTo>
                  <a:pt x="1147303" y="345422"/>
                </a:lnTo>
                <a:lnTo>
                  <a:pt x="1151065" y="336291"/>
                </a:lnTo>
                <a:lnTo>
                  <a:pt x="1154827" y="346736"/>
                </a:lnTo>
                <a:lnTo>
                  <a:pt x="1158588" y="345186"/>
                </a:lnTo>
                <a:lnTo>
                  <a:pt x="1162350" y="339685"/>
                </a:lnTo>
                <a:lnTo>
                  <a:pt x="1164231" y="345787"/>
                </a:lnTo>
                <a:lnTo>
                  <a:pt x="1166112" y="344592"/>
                </a:lnTo>
                <a:lnTo>
                  <a:pt x="1171754" y="336421"/>
                </a:lnTo>
                <a:lnTo>
                  <a:pt x="1175516" y="341654"/>
                </a:lnTo>
                <a:lnTo>
                  <a:pt x="1179277" y="339930"/>
                </a:lnTo>
                <a:lnTo>
                  <a:pt x="1186801" y="349970"/>
                </a:lnTo>
                <a:lnTo>
                  <a:pt x="1192443" y="342100"/>
                </a:lnTo>
                <a:lnTo>
                  <a:pt x="1194324" y="340267"/>
                </a:lnTo>
                <a:lnTo>
                  <a:pt x="1198086" y="341909"/>
                </a:lnTo>
                <a:lnTo>
                  <a:pt x="1199966" y="342106"/>
                </a:lnTo>
                <a:lnTo>
                  <a:pt x="1201847" y="335419"/>
                </a:lnTo>
                <a:lnTo>
                  <a:pt x="1203728" y="337006"/>
                </a:lnTo>
                <a:lnTo>
                  <a:pt x="1207490" y="341452"/>
                </a:lnTo>
                <a:lnTo>
                  <a:pt x="1209371" y="346107"/>
                </a:lnTo>
                <a:lnTo>
                  <a:pt x="1211251" y="345183"/>
                </a:lnTo>
                <a:lnTo>
                  <a:pt x="1218775" y="341649"/>
                </a:lnTo>
                <a:lnTo>
                  <a:pt x="1224417" y="340833"/>
                </a:lnTo>
                <a:lnTo>
                  <a:pt x="1226298" y="332931"/>
                </a:lnTo>
                <a:lnTo>
                  <a:pt x="1228179" y="334177"/>
                </a:lnTo>
                <a:lnTo>
                  <a:pt x="1230060" y="339229"/>
                </a:lnTo>
                <a:lnTo>
                  <a:pt x="1231940" y="337360"/>
                </a:lnTo>
                <a:lnTo>
                  <a:pt x="1233821" y="335683"/>
                </a:lnTo>
                <a:lnTo>
                  <a:pt x="1237583" y="342980"/>
                </a:lnTo>
                <a:lnTo>
                  <a:pt x="1239464" y="339781"/>
                </a:lnTo>
                <a:lnTo>
                  <a:pt x="1243226" y="338986"/>
                </a:lnTo>
                <a:lnTo>
                  <a:pt x="1245106" y="333884"/>
                </a:lnTo>
                <a:lnTo>
                  <a:pt x="1246987" y="335738"/>
                </a:lnTo>
                <a:lnTo>
                  <a:pt x="1254510" y="339941"/>
                </a:lnTo>
                <a:lnTo>
                  <a:pt x="1256391" y="333695"/>
                </a:lnTo>
                <a:lnTo>
                  <a:pt x="1260153" y="337952"/>
                </a:lnTo>
                <a:lnTo>
                  <a:pt x="1263915" y="338597"/>
                </a:lnTo>
                <a:lnTo>
                  <a:pt x="1265795" y="332293"/>
                </a:lnTo>
                <a:lnTo>
                  <a:pt x="1267676" y="337666"/>
                </a:lnTo>
                <a:lnTo>
                  <a:pt x="1269557" y="333175"/>
                </a:lnTo>
                <a:lnTo>
                  <a:pt x="1271438" y="335473"/>
                </a:lnTo>
                <a:lnTo>
                  <a:pt x="1278961" y="333052"/>
                </a:lnTo>
                <a:lnTo>
                  <a:pt x="1286484" y="327667"/>
                </a:lnTo>
                <a:lnTo>
                  <a:pt x="1288365" y="332064"/>
                </a:lnTo>
                <a:lnTo>
                  <a:pt x="1290246" y="326636"/>
                </a:lnTo>
                <a:lnTo>
                  <a:pt x="1292127" y="328404"/>
                </a:lnTo>
                <a:lnTo>
                  <a:pt x="1295889" y="331154"/>
                </a:lnTo>
                <a:lnTo>
                  <a:pt x="1297769" y="330616"/>
                </a:lnTo>
                <a:lnTo>
                  <a:pt x="1299650" y="323421"/>
                </a:lnTo>
                <a:lnTo>
                  <a:pt x="1301531" y="324000"/>
                </a:lnTo>
                <a:lnTo>
                  <a:pt x="1305293" y="329390"/>
                </a:lnTo>
                <a:lnTo>
                  <a:pt x="1307173" y="328305"/>
                </a:lnTo>
                <a:lnTo>
                  <a:pt x="1314697" y="331095"/>
                </a:lnTo>
                <a:lnTo>
                  <a:pt x="1322220" y="333507"/>
                </a:lnTo>
                <a:lnTo>
                  <a:pt x="1325982" y="331360"/>
                </a:lnTo>
                <a:lnTo>
                  <a:pt x="1335386" y="334113"/>
                </a:lnTo>
                <a:lnTo>
                  <a:pt x="1337267" y="328183"/>
                </a:lnTo>
                <a:lnTo>
                  <a:pt x="1339148" y="335073"/>
                </a:lnTo>
                <a:lnTo>
                  <a:pt x="1341028" y="330622"/>
                </a:lnTo>
                <a:lnTo>
                  <a:pt x="1342909" y="329464"/>
                </a:lnTo>
                <a:lnTo>
                  <a:pt x="1344790" y="333275"/>
                </a:lnTo>
                <a:lnTo>
                  <a:pt x="1348552" y="325582"/>
                </a:lnTo>
                <a:lnTo>
                  <a:pt x="1350433" y="332008"/>
                </a:lnTo>
                <a:lnTo>
                  <a:pt x="1354194" y="324220"/>
                </a:lnTo>
                <a:lnTo>
                  <a:pt x="1357956" y="325378"/>
                </a:lnTo>
                <a:lnTo>
                  <a:pt x="1361717" y="328164"/>
                </a:lnTo>
                <a:lnTo>
                  <a:pt x="1371122" y="320554"/>
                </a:lnTo>
                <a:lnTo>
                  <a:pt x="1376764" y="328843"/>
                </a:lnTo>
                <a:lnTo>
                  <a:pt x="1386168" y="323361"/>
                </a:lnTo>
                <a:lnTo>
                  <a:pt x="1393691" y="323605"/>
                </a:lnTo>
                <a:lnTo>
                  <a:pt x="1401215" y="315919"/>
                </a:lnTo>
                <a:lnTo>
                  <a:pt x="1403096" y="317319"/>
                </a:lnTo>
                <a:lnTo>
                  <a:pt x="1406857" y="311901"/>
                </a:lnTo>
                <a:lnTo>
                  <a:pt x="1408738" y="315161"/>
                </a:lnTo>
                <a:lnTo>
                  <a:pt x="1410619" y="313692"/>
                </a:lnTo>
                <a:lnTo>
                  <a:pt x="1412500" y="312236"/>
                </a:lnTo>
                <a:lnTo>
                  <a:pt x="1416261" y="321499"/>
                </a:lnTo>
                <a:lnTo>
                  <a:pt x="1420023" y="300933"/>
                </a:lnTo>
                <a:lnTo>
                  <a:pt x="1421904" y="305338"/>
                </a:lnTo>
                <a:lnTo>
                  <a:pt x="1425666" y="306139"/>
                </a:lnTo>
                <a:lnTo>
                  <a:pt x="1429427" y="304597"/>
                </a:lnTo>
                <a:lnTo>
                  <a:pt x="1433189" y="299972"/>
                </a:lnTo>
                <a:lnTo>
                  <a:pt x="1435070" y="300293"/>
                </a:lnTo>
                <a:lnTo>
                  <a:pt x="1436950" y="307661"/>
                </a:lnTo>
                <a:lnTo>
                  <a:pt x="1438831" y="306060"/>
                </a:lnTo>
                <a:lnTo>
                  <a:pt x="1442593" y="299671"/>
                </a:lnTo>
                <a:lnTo>
                  <a:pt x="1455759" y="284535"/>
                </a:lnTo>
                <a:lnTo>
                  <a:pt x="1459520" y="285022"/>
                </a:lnTo>
                <a:lnTo>
                  <a:pt x="1465163" y="273488"/>
                </a:lnTo>
                <a:lnTo>
                  <a:pt x="1468924" y="273014"/>
                </a:lnTo>
                <a:lnTo>
                  <a:pt x="1472686" y="268783"/>
                </a:lnTo>
                <a:lnTo>
                  <a:pt x="1476448" y="279997"/>
                </a:lnTo>
                <a:lnTo>
                  <a:pt x="1478329" y="275770"/>
                </a:lnTo>
                <a:lnTo>
                  <a:pt x="1482090" y="261556"/>
                </a:lnTo>
                <a:lnTo>
                  <a:pt x="1483971" y="260413"/>
                </a:lnTo>
                <a:lnTo>
                  <a:pt x="1487733" y="243926"/>
                </a:lnTo>
                <a:lnTo>
                  <a:pt x="1495256" y="271750"/>
                </a:lnTo>
                <a:lnTo>
                  <a:pt x="1499018" y="242195"/>
                </a:lnTo>
                <a:lnTo>
                  <a:pt x="1500899" y="251328"/>
                </a:lnTo>
                <a:lnTo>
                  <a:pt x="1504660" y="241328"/>
                </a:lnTo>
                <a:lnTo>
                  <a:pt x="1506541" y="245362"/>
                </a:lnTo>
                <a:lnTo>
                  <a:pt x="1510303" y="235147"/>
                </a:lnTo>
                <a:lnTo>
                  <a:pt x="1514064" y="242326"/>
                </a:lnTo>
                <a:lnTo>
                  <a:pt x="1523468" y="213845"/>
                </a:lnTo>
                <a:lnTo>
                  <a:pt x="1527230" y="217427"/>
                </a:lnTo>
                <a:lnTo>
                  <a:pt x="1529111" y="213535"/>
                </a:lnTo>
                <a:lnTo>
                  <a:pt x="1530992" y="215926"/>
                </a:lnTo>
                <a:lnTo>
                  <a:pt x="1534753" y="223504"/>
                </a:lnTo>
                <a:lnTo>
                  <a:pt x="1540396" y="206653"/>
                </a:lnTo>
                <a:lnTo>
                  <a:pt x="1546038" y="196180"/>
                </a:lnTo>
                <a:lnTo>
                  <a:pt x="1547919" y="191195"/>
                </a:lnTo>
                <a:lnTo>
                  <a:pt x="1549800" y="193726"/>
                </a:lnTo>
                <a:lnTo>
                  <a:pt x="1555442" y="187670"/>
                </a:lnTo>
                <a:lnTo>
                  <a:pt x="1561085" y="174962"/>
                </a:lnTo>
                <a:lnTo>
                  <a:pt x="1562966" y="172920"/>
                </a:lnTo>
                <a:lnTo>
                  <a:pt x="1568608" y="176913"/>
                </a:lnTo>
                <a:lnTo>
                  <a:pt x="1570489" y="167831"/>
                </a:lnTo>
                <a:lnTo>
                  <a:pt x="1572370" y="172143"/>
                </a:lnTo>
                <a:lnTo>
                  <a:pt x="1574251" y="171431"/>
                </a:lnTo>
                <a:lnTo>
                  <a:pt x="1578012" y="161380"/>
                </a:lnTo>
                <a:lnTo>
                  <a:pt x="1579893" y="161345"/>
                </a:lnTo>
                <a:lnTo>
                  <a:pt x="1583655" y="167770"/>
                </a:lnTo>
                <a:lnTo>
                  <a:pt x="1585536" y="158328"/>
                </a:lnTo>
                <a:lnTo>
                  <a:pt x="1587416" y="160696"/>
                </a:lnTo>
                <a:lnTo>
                  <a:pt x="1589297" y="159942"/>
                </a:lnTo>
                <a:lnTo>
                  <a:pt x="1591178" y="164796"/>
                </a:lnTo>
                <a:lnTo>
                  <a:pt x="1596821" y="153820"/>
                </a:lnTo>
                <a:lnTo>
                  <a:pt x="1600582" y="153213"/>
                </a:lnTo>
                <a:lnTo>
                  <a:pt x="1602463" y="150832"/>
                </a:lnTo>
                <a:lnTo>
                  <a:pt x="1608106" y="160368"/>
                </a:lnTo>
                <a:lnTo>
                  <a:pt x="1613748" y="157933"/>
                </a:lnTo>
                <a:lnTo>
                  <a:pt x="1615629" y="147282"/>
                </a:lnTo>
                <a:lnTo>
                  <a:pt x="1617510" y="148670"/>
                </a:lnTo>
                <a:lnTo>
                  <a:pt x="1619390" y="161295"/>
                </a:lnTo>
                <a:lnTo>
                  <a:pt x="1621271" y="125387"/>
                </a:lnTo>
                <a:lnTo>
                  <a:pt x="1625033" y="158879"/>
                </a:lnTo>
                <a:lnTo>
                  <a:pt x="1626914" y="163624"/>
                </a:lnTo>
                <a:lnTo>
                  <a:pt x="1640079" y="119186"/>
                </a:lnTo>
                <a:lnTo>
                  <a:pt x="1641960" y="120120"/>
                </a:lnTo>
                <a:lnTo>
                  <a:pt x="1643841" y="115816"/>
                </a:lnTo>
                <a:lnTo>
                  <a:pt x="1645722" y="123803"/>
                </a:lnTo>
                <a:lnTo>
                  <a:pt x="1651364" y="116447"/>
                </a:lnTo>
                <a:lnTo>
                  <a:pt x="1655126" y="108377"/>
                </a:lnTo>
                <a:lnTo>
                  <a:pt x="1658888" y="127857"/>
                </a:lnTo>
                <a:lnTo>
                  <a:pt x="1660769" y="110979"/>
                </a:lnTo>
                <a:lnTo>
                  <a:pt x="1662650" y="129939"/>
                </a:lnTo>
                <a:lnTo>
                  <a:pt x="1664530" y="124094"/>
                </a:lnTo>
                <a:lnTo>
                  <a:pt x="1666411" y="131029"/>
                </a:lnTo>
                <a:lnTo>
                  <a:pt x="1670173" y="123187"/>
                </a:lnTo>
                <a:lnTo>
                  <a:pt x="1672054" y="133071"/>
                </a:lnTo>
                <a:lnTo>
                  <a:pt x="1673934" y="115628"/>
                </a:lnTo>
                <a:lnTo>
                  <a:pt x="1675815" y="125854"/>
                </a:lnTo>
                <a:lnTo>
                  <a:pt x="1679577" y="104556"/>
                </a:lnTo>
                <a:lnTo>
                  <a:pt x="1681458" y="124184"/>
                </a:lnTo>
                <a:lnTo>
                  <a:pt x="1683339" y="114092"/>
                </a:lnTo>
                <a:lnTo>
                  <a:pt x="1685219" y="123911"/>
                </a:lnTo>
                <a:lnTo>
                  <a:pt x="1690862" y="103688"/>
                </a:lnTo>
                <a:lnTo>
                  <a:pt x="1696504" y="131761"/>
                </a:lnTo>
                <a:lnTo>
                  <a:pt x="1700266" y="93017"/>
                </a:lnTo>
                <a:lnTo>
                  <a:pt x="1702147" y="88583"/>
                </a:lnTo>
                <a:lnTo>
                  <a:pt x="1707789" y="102275"/>
                </a:lnTo>
                <a:lnTo>
                  <a:pt x="1709670" y="100045"/>
                </a:lnTo>
                <a:lnTo>
                  <a:pt x="1713432" y="90196"/>
                </a:lnTo>
                <a:lnTo>
                  <a:pt x="1720955" y="108310"/>
                </a:lnTo>
                <a:lnTo>
                  <a:pt x="1726597" y="95143"/>
                </a:lnTo>
                <a:lnTo>
                  <a:pt x="1728478" y="98485"/>
                </a:lnTo>
                <a:lnTo>
                  <a:pt x="1734121" y="120597"/>
                </a:lnTo>
                <a:lnTo>
                  <a:pt x="1737883" y="89854"/>
                </a:lnTo>
                <a:lnTo>
                  <a:pt x="1739763" y="92766"/>
                </a:lnTo>
                <a:lnTo>
                  <a:pt x="1741644" y="102400"/>
                </a:lnTo>
                <a:lnTo>
                  <a:pt x="1743525" y="101015"/>
                </a:lnTo>
                <a:lnTo>
                  <a:pt x="1747287" y="90801"/>
                </a:lnTo>
                <a:lnTo>
                  <a:pt x="1752929" y="115488"/>
                </a:lnTo>
                <a:lnTo>
                  <a:pt x="1754810" y="86255"/>
                </a:lnTo>
                <a:lnTo>
                  <a:pt x="1756691" y="89193"/>
                </a:lnTo>
                <a:lnTo>
                  <a:pt x="1760452" y="99748"/>
                </a:lnTo>
                <a:lnTo>
                  <a:pt x="1762333" y="96384"/>
                </a:lnTo>
                <a:lnTo>
                  <a:pt x="1764214" y="82786"/>
                </a:lnTo>
                <a:lnTo>
                  <a:pt x="1766095" y="83987"/>
                </a:lnTo>
                <a:lnTo>
                  <a:pt x="1771737" y="86895"/>
                </a:lnTo>
                <a:lnTo>
                  <a:pt x="1777380" y="82476"/>
                </a:lnTo>
                <a:lnTo>
                  <a:pt x="1779261" y="87804"/>
                </a:lnTo>
                <a:lnTo>
                  <a:pt x="1781141" y="83745"/>
                </a:lnTo>
                <a:lnTo>
                  <a:pt x="1783022" y="86121"/>
                </a:lnTo>
                <a:lnTo>
                  <a:pt x="1784903" y="86571"/>
                </a:lnTo>
                <a:lnTo>
                  <a:pt x="1786784" y="82953"/>
                </a:lnTo>
                <a:lnTo>
                  <a:pt x="1790546" y="104502"/>
                </a:lnTo>
                <a:lnTo>
                  <a:pt x="1794307" y="77017"/>
                </a:lnTo>
                <a:lnTo>
                  <a:pt x="1805592" y="49310"/>
                </a:lnTo>
                <a:lnTo>
                  <a:pt x="1816877" y="23852"/>
                </a:lnTo>
                <a:lnTo>
                  <a:pt x="1818758" y="21958"/>
                </a:lnTo>
                <a:lnTo>
                  <a:pt x="1826281" y="6040"/>
                </a:lnTo>
                <a:lnTo>
                  <a:pt x="1828162" y="13136"/>
                </a:lnTo>
                <a:lnTo>
                  <a:pt x="1830043" y="4150"/>
                </a:lnTo>
                <a:lnTo>
                  <a:pt x="1831924" y="10692"/>
                </a:lnTo>
                <a:lnTo>
                  <a:pt x="1833805" y="7931"/>
                </a:lnTo>
                <a:lnTo>
                  <a:pt x="1839447" y="6577"/>
                </a:lnTo>
                <a:lnTo>
                  <a:pt x="1841328" y="8320"/>
                </a:lnTo>
                <a:lnTo>
                  <a:pt x="1843209" y="6287"/>
                </a:lnTo>
                <a:lnTo>
                  <a:pt x="1850732" y="6516"/>
                </a:lnTo>
                <a:lnTo>
                  <a:pt x="1852613" y="0"/>
                </a:lnTo>
                <a:lnTo>
                  <a:pt x="1858255" y="13321"/>
                </a:lnTo>
                <a:lnTo>
                  <a:pt x="1869540" y="23121"/>
                </a:lnTo>
                <a:lnTo>
                  <a:pt x="1871421" y="19624"/>
                </a:lnTo>
                <a:lnTo>
                  <a:pt x="1873302" y="20911"/>
                </a:lnTo>
                <a:lnTo>
                  <a:pt x="1877063" y="26460"/>
                </a:lnTo>
                <a:lnTo>
                  <a:pt x="1878944" y="37447"/>
                </a:lnTo>
                <a:lnTo>
                  <a:pt x="1880825" y="33388"/>
                </a:lnTo>
                <a:lnTo>
                  <a:pt x="1882706" y="34686"/>
                </a:lnTo>
                <a:lnTo>
                  <a:pt x="1893991" y="58187"/>
                </a:lnTo>
                <a:lnTo>
                  <a:pt x="1901514" y="72894"/>
                </a:lnTo>
                <a:lnTo>
                  <a:pt x="1907157" y="83417"/>
                </a:lnTo>
                <a:lnTo>
                  <a:pt x="1909038" y="90300"/>
                </a:lnTo>
                <a:lnTo>
                  <a:pt x="1910918" y="89633"/>
                </a:lnTo>
                <a:lnTo>
                  <a:pt x="1912799" y="87111"/>
                </a:lnTo>
                <a:lnTo>
                  <a:pt x="1918442" y="98716"/>
                </a:lnTo>
                <a:lnTo>
                  <a:pt x="1920323" y="92662"/>
                </a:lnTo>
                <a:lnTo>
                  <a:pt x="1922203" y="98015"/>
                </a:lnTo>
                <a:lnTo>
                  <a:pt x="1924084" y="96255"/>
                </a:lnTo>
                <a:lnTo>
                  <a:pt x="1937250" y="104658"/>
                </a:lnTo>
                <a:lnTo>
                  <a:pt x="1944773" y="116315"/>
                </a:lnTo>
                <a:lnTo>
                  <a:pt x="1948535" y="120089"/>
                </a:lnTo>
                <a:lnTo>
                  <a:pt x="1950416" y="119324"/>
                </a:lnTo>
                <a:lnTo>
                  <a:pt x="1954177" y="130283"/>
                </a:lnTo>
                <a:lnTo>
                  <a:pt x="1956058" y="126414"/>
                </a:lnTo>
                <a:lnTo>
                  <a:pt x="1957939" y="130700"/>
                </a:lnTo>
                <a:lnTo>
                  <a:pt x="1961701" y="126791"/>
                </a:lnTo>
                <a:lnTo>
                  <a:pt x="1963581" y="126165"/>
                </a:lnTo>
                <a:lnTo>
                  <a:pt x="1967343" y="134746"/>
                </a:lnTo>
                <a:lnTo>
                  <a:pt x="1969224" y="130980"/>
                </a:lnTo>
                <a:lnTo>
                  <a:pt x="1971105" y="132685"/>
                </a:lnTo>
                <a:lnTo>
                  <a:pt x="1976747" y="130520"/>
                </a:lnTo>
                <a:lnTo>
                  <a:pt x="1986151" y="138464"/>
                </a:lnTo>
                <a:lnTo>
                  <a:pt x="1988032" y="130821"/>
                </a:lnTo>
                <a:lnTo>
                  <a:pt x="1989913" y="134429"/>
                </a:lnTo>
                <a:lnTo>
                  <a:pt x="1991794" y="138256"/>
                </a:lnTo>
                <a:lnTo>
                  <a:pt x="1993675" y="131677"/>
                </a:lnTo>
                <a:lnTo>
                  <a:pt x="1995556" y="140675"/>
                </a:lnTo>
                <a:lnTo>
                  <a:pt x="1997436" y="135893"/>
                </a:lnTo>
                <a:lnTo>
                  <a:pt x="2001198" y="130609"/>
                </a:lnTo>
                <a:lnTo>
                  <a:pt x="2003079" y="132007"/>
                </a:lnTo>
                <a:lnTo>
                  <a:pt x="2004960" y="144760"/>
                </a:lnTo>
                <a:lnTo>
                  <a:pt x="2008721" y="133061"/>
                </a:lnTo>
                <a:lnTo>
                  <a:pt x="2016245" y="139261"/>
                </a:lnTo>
                <a:lnTo>
                  <a:pt x="2018125" y="134719"/>
                </a:lnTo>
                <a:lnTo>
                  <a:pt x="2020006" y="135559"/>
                </a:lnTo>
                <a:lnTo>
                  <a:pt x="2021887" y="134691"/>
                </a:lnTo>
                <a:lnTo>
                  <a:pt x="2023768" y="127131"/>
                </a:lnTo>
                <a:lnTo>
                  <a:pt x="2029410" y="141325"/>
                </a:lnTo>
                <a:lnTo>
                  <a:pt x="2035053" y="136466"/>
                </a:lnTo>
                <a:lnTo>
                  <a:pt x="2042576" y="141732"/>
                </a:lnTo>
                <a:lnTo>
                  <a:pt x="2044457" y="138982"/>
                </a:lnTo>
                <a:lnTo>
                  <a:pt x="2046338" y="141144"/>
                </a:lnTo>
                <a:lnTo>
                  <a:pt x="2048219" y="141671"/>
                </a:lnTo>
                <a:lnTo>
                  <a:pt x="2053861" y="136805"/>
                </a:lnTo>
                <a:lnTo>
                  <a:pt x="2059503" y="143917"/>
                </a:lnTo>
                <a:lnTo>
                  <a:pt x="2061384" y="138335"/>
                </a:lnTo>
                <a:lnTo>
                  <a:pt x="2063265" y="141949"/>
                </a:lnTo>
                <a:lnTo>
                  <a:pt x="2065146" y="145254"/>
                </a:lnTo>
                <a:lnTo>
                  <a:pt x="2067027" y="140342"/>
                </a:lnTo>
                <a:lnTo>
                  <a:pt x="2068908" y="141635"/>
                </a:lnTo>
                <a:lnTo>
                  <a:pt x="2072669" y="152953"/>
                </a:lnTo>
                <a:lnTo>
                  <a:pt x="2074550" y="147832"/>
                </a:lnTo>
                <a:lnTo>
                  <a:pt x="2078312" y="146215"/>
                </a:lnTo>
                <a:lnTo>
                  <a:pt x="2082073" y="154914"/>
                </a:lnTo>
                <a:lnTo>
                  <a:pt x="2085835" y="152679"/>
                </a:lnTo>
                <a:lnTo>
                  <a:pt x="2089597" y="158338"/>
                </a:lnTo>
                <a:lnTo>
                  <a:pt x="2091478" y="165663"/>
                </a:lnTo>
                <a:lnTo>
                  <a:pt x="2093358" y="160987"/>
                </a:lnTo>
                <a:lnTo>
                  <a:pt x="2095239" y="153684"/>
                </a:lnTo>
                <a:lnTo>
                  <a:pt x="2097120" y="156726"/>
                </a:lnTo>
                <a:lnTo>
                  <a:pt x="2108405" y="192476"/>
                </a:lnTo>
                <a:lnTo>
                  <a:pt x="2114047" y="182721"/>
                </a:lnTo>
                <a:lnTo>
                  <a:pt x="2115928" y="182759"/>
                </a:lnTo>
                <a:lnTo>
                  <a:pt x="2127213" y="201418"/>
                </a:lnTo>
                <a:lnTo>
                  <a:pt x="2129094" y="200497"/>
                </a:lnTo>
                <a:lnTo>
                  <a:pt x="2144141" y="233602"/>
                </a:lnTo>
                <a:lnTo>
                  <a:pt x="2146021" y="232687"/>
                </a:lnTo>
                <a:lnTo>
                  <a:pt x="2147902" y="236324"/>
                </a:lnTo>
                <a:lnTo>
                  <a:pt x="2149783" y="233689"/>
                </a:lnTo>
                <a:lnTo>
                  <a:pt x="2153545" y="235476"/>
                </a:lnTo>
                <a:lnTo>
                  <a:pt x="2159187" y="248915"/>
                </a:lnTo>
                <a:lnTo>
                  <a:pt x="2161068" y="246787"/>
                </a:lnTo>
                <a:lnTo>
                  <a:pt x="2176115" y="263990"/>
                </a:lnTo>
                <a:lnTo>
                  <a:pt x="2179876" y="266085"/>
                </a:lnTo>
                <a:lnTo>
                  <a:pt x="2183638" y="276354"/>
                </a:lnTo>
                <a:lnTo>
                  <a:pt x="2185519" y="274356"/>
                </a:lnTo>
                <a:lnTo>
                  <a:pt x="2189280" y="276781"/>
                </a:lnTo>
                <a:lnTo>
                  <a:pt x="2193042" y="288682"/>
                </a:lnTo>
                <a:lnTo>
                  <a:pt x="2198685" y="297745"/>
                </a:lnTo>
                <a:lnTo>
                  <a:pt x="2200565" y="303611"/>
                </a:lnTo>
                <a:lnTo>
                  <a:pt x="2202446" y="303001"/>
                </a:lnTo>
                <a:lnTo>
                  <a:pt x="2206208" y="301685"/>
                </a:lnTo>
                <a:lnTo>
                  <a:pt x="2211850" y="312209"/>
                </a:lnTo>
                <a:lnTo>
                  <a:pt x="2226897" y="329072"/>
                </a:lnTo>
                <a:lnTo>
                  <a:pt x="2230659" y="334461"/>
                </a:lnTo>
                <a:lnTo>
                  <a:pt x="2236301" y="337364"/>
                </a:lnTo>
                <a:lnTo>
                  <a:pt x="2253229" y="362034"/>
                </a:lnTo>
                <a:lnTo>
                  <a:pt x="2258871" y="367684"/>
                </a:lnTo>
                <a:lnTo>
                  <a:pt x="2262633" y="377308"/>
                </a:lnTo>
                <a:lnTo>
                  <a:pt x="2264513" y="375577"/>
                </a:lnTo>
                <a:lnTo>
                  <a:pt x="2266394" y="379942"/>
                </a:lnTo>
                <a:lnTo>
                  <a:pt x="2268275" y="378539"/>
                </a:lnTo>
                <a:lnTo>
                  <a:pt x="2283322" y="381992"/>
                </a:lnTo>
                <a:lnTo>
                  <a:pt x="2287083" y="382813"/>
                </a:lnTo>
                <a:lnTo>
                  <a:pt x="2290845" y="382804"/>
                </a:lnTo>
                <a:lnTo>
                  <a:pt x="2296487" y="382265"/>
                </a:lnTo>
                <a:lnTo>
                  <a:pt x="2300249" y="385463"/>
                </a:lnTo>
                <a:lnTo>
                  <a:pt x="2302130" y="379228"/>
                </a:lnTo>
                <a:lnTo>
                  <a:pt x="2304011" y="385213"/>
                </a:lnTo>
                <a:lnTo>
                  <a:pt x="2305892" y="384447"/>
                </a:lnTo>
                <a:lnTo>
                  <a:pt x="2307772" y="383351"/>
                </a:lnTo>
                <a:lnTo>
                  <a:pt x="2309653" y="388263"/>
                </a:lnTo>
                <a:lnTo>
                  <a:pt x="2311534" y="386431"/>
                </a:lnTo>
                <a:lnTo>
                  <a:pt x="2313415" y="384263"/>
                </a:lnTo>
                <a:lnTo>
                  <a:pt x="2315296" y="386676"/>
                </a:lnTo>
                <a:lnTo>
                  <a:pt x="2322819" y="382749"/>
                </a:lnTo>
                <a:lnTo>
                  <a:pt x="2324700" y="377901"/>
                </a:lnTo>
                <a:lnTo>
                  <a:pt x="2328461" y="383742"/>
                </a:lnTo>
                <a:lnTo>
                  <a:pt x="2347270" y="382099"/>
                </a:lnTo>
                <a:lnTo>
                  <a:pt x="2351031" y="383453"/>
                </a:lnTo>
                <a:lnTo>
                  <a:pt x="2358555" y="382564"/>
                </a:lnTo>
                <a:lnTo>
                  <a:pt x="2362316" y="383684"/>
                </a:lnTo>
                <a:lnTo>
                  <a:pt x="2369839" y="378557"/>
                </a:lnTo>
                <a:lnTo>
                  <a:pt x="2383006" y="376147"/>
                </a:lnTo>
                <a:lnTo>
                  <a:pt x="2386767" y="376635"/>
                </a:lnTo>
                <a:lnTo>
                  <a:pt x="2396171" y="363347"/>
                </a:lnTo>
                <a:lnTo>
                  <a:pt x="2399933" y="362734"/>
                </a:lnTo>
                <a:lnTo>
                  <a:pt x="2424384" y="329837"/>
                </a:lnTo>
                <a:lnTo>
                  <a:pt x="2435668" y="301722"/>
                </a:lnTo>
                <a:lnTo>
                  <a:pt x="2437549" y="302444"/>
                </a:lnTo>
                <a:lnTo>
                  <a:pt x="2445072" y="282341"/>
                </a:lnTo>
                <a:lnTo>
                  <a:pt x="2458239" y="251474"/>
                </a:lnTo>
                <a:lnTo>
                  <a:pt x="2460119" y="250964"/>
                </a:lnTo>
                <a:lnTo>
                  <a:pt x="2471404" y="217387"/>
                </a:lnTo>
                <a:lnTo>
                  <a:pt x="2495855" y="149610"/>
                </a:lnTo>
                <a:lnTo>
                  <a:pt x="2499617" y="149172"/>
                </a:lnTo>
                <a:lnTo>
                  <a:pt x="2501497" y="142844"/>
                </a:lnTo>
                <a:lnTo>
                  <a:pt x="2503378" y="144987"/>
                </a:lnTo>
                <a:lnTo>
                  <a:pt x="2507140" y="141789"/>
                </a:lnTo>
                <a:lnTo>
                  <a:pt x="2509021" y="136650"/>
                </a:lnTo>
                <a:lnTo>
                  <a:pt x="2510901" y="138978"/>
                </a:lnTo>
                <a:lnTo>
                  <a:pt x="2525948" y="127133"/>
                </a:lnTo>
                <a:lnTo>
                  <a:pt x="2535352" y="126947"/>
                </a:lnTo>
                <a:lnTo>
                  <a:pt x="2544756" y="125429"/>
                </a:lnTo>
                <a:lnTo>
                  <a:pt x="2552280" y="126317"/>
                </a:lnTo>
                <a:lnTo>
                  <a:pt x="2559803" y="138923"/>
                </a:lnTo>
                <a:lnTo>
                  <a:pt x="2565446" y="136887"/>
                </a:lnTo>
                <a:lnTo>
                  <a:pt x="2569207" y="138272"/>
                </a:lnTo>
                <a:lnTo>
                  <a:pt x="2574850" y="135336"/>
                </a:lnTo>
                <a:lnTo>
                  <a:pt x="2576730" y="135573"/>
                </a:lnTo>
                <a:lnTo>
                  <a:pt x="2582373" y="130681"/>
                </a:lnTo>
                <a:lnTo>
                  <a:pt x="2589896" y="122845"/>
                </a:lnTo>
                <a:lnTo>
                  <a:pt x="2601181" y="109467"/>
                </a:lnTo>
                <a:lnTo>
                  <a:pt x="2627513" y="76370"/>
                </a:lnTo>
                <a:lnTo>
                  <a:pt x="2635036" y="63884"/>
                </a:lnTo>
                <a:lnTo>
                  <a:pt x="2668891" y="32390"/>
                </a:lnTo>
                <a:lnTo>
                  <a:pt x="2672653" y="32296"/>
                </a:lnTo>
                <a:lnTo>
                  <a:pt x="2693341" y="23017"/>
                </a:lnTo>
                <a:lnTo>
                  <a:pt x="2715912" y="20697"/>
                </a:lnTo>
                <a:lnTo>
                  <a:pt x="2721554" y="21492"/>
                </a:lnTo>
                <a:lnTo>
                  <a:pt x="2727196" y="19246"/>
                </a:lnTo>
                <a:lnTo>
                  <a:pt x="2734720" y="26998"/>
                </a:lnTo>
                <a:lnTo>
                  <a:pt x="2736600" y="26634"/>
                </a:lnTo>
                <a:lnTo>
                  <a:pt x="2744124" y="38255"/>
                </a:lnTo>
                <a:lnTo>
                  <a:pt x="2746005" y="34937"/>
                </a:lnTo>
                <a:lnTo>
                  <a:pt x="2751647" y="46742"/>
                </a:lnTo>
                <a:lnTo>
                  <a:pt x="2753528" y="41631"/>
                </a:lnTo>
                <a:lnTo>
                  <a:pt x="2757290" y="38585"/>
                </a:lnTo>
                <a:lnTo>
                  <a:pt x="2761051" y="43594"/>
                </a:lnTo>
                <a:lnTo>
                  <a:pt x="2762932" y="53878"/>
                </a:lnTo>
                <a:lnTo>
                  <a:pt x="2764813" y="51353"/>
                </a:lnTo>
                <a:lnTo>
                  <a:pt x="2768574" y="52398"/>
                </a:lnTo>
                <a:lnTo>
                  <a:pt x="2774217" y="63599"/>
                </a:lnTo>
                <a:lnTo>
                  <a:pt x="2777979" y="71118"/>
                </a:lnTo>
                <a:lnTo>
                  <a:pt x="2779860" y="67171"/>
                </a:lnTo>
                <a:lnTo>
                  <a:pt x="2785502" y="79331"/>
                </a:lnTo>
                <a:lnTo>
                  <a:pt x="2791145" y="99057"/>
                </a:lnTo>
                <a:lnTo>
                  <a:pt x="2793025" y="94940"/>
                </a:lnTo>
                <a:lnTo>
                  <a:pt x="2794906" y="96529"/>
                </a:lnTo>
                <a:lnTo>
                  <a:pt x="2798668" y="107934"/>
                </a:lnTo>
                <a:lnTo>
                  <a:pt x="2804310" y="119594"/>
                </a:lnTo>
                <a:lnTo>
                  <a:pt x="2806191" y="122890"/>
                </a:lnTo>
                <a:lnTo>
                  <a:pt x="2809953" y="135206"/>
                </a:lnTo>
                <a:lnTo>
                  <a:pt x="2815595" y="130517"/>
                </a:lnTo>
                <a:lnTo>
                  <a:pt x="2823119" y="149948"/>
                </a:lnTo>
                <a:lnTo>
                  <a:pt x="2826880" y="154691"/>
                </a:lnTo>
                <a:lnTo>
                  <a:pt x="2834403" y="167997"/>
                </a:lnTo>
                <a:lnTo>
                  <a:pt x="2836284" y="165503"/>
                </a:lnTo>
                <a:lnTo>
                  <a:pt x="2838165" y="175206"/>
                </a:lnTo>
                <a:lnTo>
                  <a:pt x="2840046" y="172864"/>
                </a:lnTo>
                <a:lnTo>
                  <a:pt x="2849450" y="192869"/>
                </a:lnTo>
                <a:lnTo>
                  <a:pt x="2851331" y="193078"/>
                </a:lnTo>
                <a:lnTo>
                  <a:pt x="2858854" y="214150"/>
                </a:lnTo>
                <a:lnTo>
                  <a:pt x="2862616" y="209307"/>
                </a:lnTo>
                <a:lnTo>
                  <a:pt x="2864497" y="211849"/>
                </a:lnTo>
                <a:lnTo>
                  <a:pt x="2866378" y="210685"/>
                </a:lnTo>
                <a:lnTo>
                  <a:pt x="2875782" y="223354"/>
                </a:lnTo>
                <a:lnTo>
                  <a:pt x="2883305" y="229736"/>
                </a:lnTo>
                <a:lnTo>
                  <a:pt x="2885186" y="234658"/>
                </a:lnTo>
                <a:lnTo>
                  <a:pt x="2887067" y="233661"/>
                </a:lnTo>
                <a:lnTo>
                  <a:pt x="2888948" y="231024"/>
                </a:lnTo>
                <a:lnTo>
                  <a:pt x="2892709" y="239577"/>
                </a:lnTo>
                <a:lnTo>
                  <a:pt x="2896471" y="235669"/>
                </a:lnTo>
                <a:lnTo>
                  <a:pt x="2902113" y="249741"/>
                </a:lnTo>
                <a:lnTo>
                  <a:pt x="2905875" y="254259"/>
                </a:lnTo>
                <a:lnTo>
                  <a:pt x="2907756" y="248636"/>
                </a:lnTo>
                <a:lnTo>
                  <a:pt x="2909636" y="250174"/>
                </a:lnTo>
                <a:lnTo>
                  <a:pt x="2913398" y="259723"/>
                </a:lnTo>
                <a:lnTo>
                  <a:pt x="2915279" y="253807"/>
                </a:lnTo>
                <a:lnTo>
                  <a:pt x="2917160" y="256205"/>
                </a:lnTo>
                <a:lnTo>
                  <a:pt x="2920921" y="264961"/>
                </a:lnTo>
                <a:lnTo>
                  <a:pt x="2928445" y="258565"/>
                </a:lnTo>
                <a:lnTo>
                  <a:pt x="2930326" y="262272"/>
                </a:lnTo>
                <a:lnTo>
                  <a:pt x="2934087" y="259595"/>
                </a:lnTo>
                <a:lnTo>
                  <a:pt x="2937849" y="262097"/>
                </a:lnTo>
                <a:lnTo>
                  <a:pt x="2945372" y="252314"/>
                </a:lnTo>
                <a:lnTo>
                  <a:pt x="2949134" y="252359"/>
                </a:lnTo>
                <a:lnTo>
                  <a:pt x="2952895" y="247978"/>
                </a:lnTo>
                <a:lnTo>
                  <a:pt x="2956657" y="258830"/>
                </a:lnTo>
                <a:lnTo>
                  <a:pt x="2962300" y="253179"/>
                </a:lnTo>
                <a:lnTo>
                  <a:pt x="2966061" y="260465"/>
                </a:lnTo>
                <a:lnTo>
                  <a:pt x="2969823" y="254433"/>
                </a:lnTo>
                <a:lnTo>
                  <a:pt x="2971704" y="257131"/>
                </a:lnTo>
                <a:lnTo>
                  <a:pt x="2988631" y="251480"/>
                </a:lnTo>
                <a:lnTo>
                  <a:pt x="2992393" y="253267"/>
                </a:lnTo>
                <a:lnTo>
                  <a:pt x="2998035" y="236892"/>
                </a:lnTo>
                <a:lnTo>
                  <a:pt x="3001797" y="235434"/>
                </a:lnTo>
                <a:lnTo>
                  <a:pt x="3007439" y="234847"/>
                </a:lnTo>
                <a:lnTo>
                  <a:pt x="3014963" y="226302"/>
                </a:lnTo>
                <a:lnTo>
                  <a:pt x="3018724" y="229979"/>
                </a:lnTo>
                <a:lnTo>
                  <a:pt x="3022486" y="218632"/>
                </a:lnTo>
                <a:lnTo>
                  <a:pt x="3024367" y="223745"/>
                </a:lnTo>
                <a:lnTo>
                  <a:pt x="3028128" y="228346"/>
                </a:lnTo>
                <a:lnTo>
                  <a:pt x="3031890" y="213391"/>
                </a:lnTo>
                <a:lnTo>
                  <a:pt x="3035652" y="215698"/>
                </a:lnTo>
                <a:lnTo>
                  <a:pt x="3050698" y="202040"/>
                </a:lnTo>
                <a:lnTo>
                  <a:pt x="3052579" y="206426"/>
                </a:lnTo>
                <a:lnTo>
                  <a:pt x="3054460" y="203556"/>
                </a:lnTo>
                <a:lnTo>
                  <a:pt x="3058222" y="196044"/>
                </a:lnTo>
                <a:lnTo>
                  <a:pt x="3061983" y="198357"/>
                </a:lnTo>
                <a:lnTo>
                  <a:pt x="3063864" y="197607"/>
                </a:lnTo>
                <a:lnTo>
                  <a:pt x="3067626" y="187711"/>
                </a:lnTo>
                <a:lnTo>
                  <a:pt x="3069507" y="191512"/>
                </a:lnTo>
                <a:lnTo>
                  <a:pt x="3071388" y="194043"/>
                </a:lnTo>
                <a:lnTo>
                  <a:pt x="3073268" y="191621"/>
                </a:lnTo>
                <a:lnTo>
                  <a:pt x="3077030" y="190870"/>
                </a:lnTo>
                <a:lnTo>
                  <a:pt x="3080792" y="195022"/>
                </a:lnTo>
                <a:lnTo>
                  <a:pt x="3086434" y="182499"/>
                </a:lnTo>
                <a:lnTo>
                  <a:pt x="3090196" y="184668"/>
                </a:lnTo>
                <a:lnTo>
                  <a:pt x="3097719" y="177132"/>
                </a:lnTo>
                <a:lnTo>
                  <a:pt x="3101480" y="182056"/>
                </a:lnTo>
                <a:lnTo>
                  <a:pt x="3109004" y="172252"/>
                </a:lnTo>
                <a:lnTo>
                  <a:pt x="3114647" y="181914"/>
                </a:lnTo>
                <a:lnTo>
                  <a:pt x="3118408" y="174920"/>
                </a:lnTo>
                <a:lnTo>
                  <a:pt x="3124051" y="175620"/>
                </a:lnTo>
                <a:lnTo>
                  <a:pt x="3137216" y="171701"/>
                </a:lnTo>
                <a:lnTo>
                  <a:pt x="3139097" y="174282"/>
                </a:lnTo>
                <a:lnTo>
                  <a:pt x="3142859" y="168734"/>
                </a:lnTo>
                <a:lnTo>
                  <a:pt x="3144740" y="170625"/>
                </a:lnTo>
                <a:lnTo>
                  <a:pt x="3154144" y="169390"/>
                </a:lnTo>
                <a:lnTo>
                  <a:pt x="3157905" y="163004"/>
                </a:lnTo>
                <a:lnTo>
                  <a:pt x="3159786" y="166747"/>
                </a:lnTo>
                <a:lnTo>
                  <a:pt x="3161667" y="173579"/>
                </a:lnTo>
                <a:lnTo>
                  <a:pt x="3163548" y="170915"/>
                </a:lnTo>
                <a:lnTo>
                  <a:pt x="3165429" y="164472"/>
                </a:lnTo>
                <a:lnTo>
                  <a:pt x="3167309" y="166639"/>
                </a:lnTo>
                <a:lnTo>
                  <a:pt x="3176713" y="166622"/>
                </a:lnTo>
                <a:lnTo>
                  <a:pt x="3180475" y="166252"/>
                </a:lnTo>
                <a:lnTo>
                  <a:pt x="3186118" y="165358"/>
                </a:lnTo>
                <a:lnTo>
                  <a:pt x="3187999" y="166447"/>
                </a:lnTo>
                <a:lnTo>
                  <a:pt x="3191760" y="161571"/>
                </a:lnTo>
                <a:lnTo>
                  <a:pt x="3193641" y="169619"/>
                </a:lnTo>
                <a:lnTo>
                  <a:pt x="3195522" y="168736"/>
                </a:lnTo>
                <a:lnTo>
                  <a:pt x="3204926" y="163452"/>
                </a:lnTo>
                <a:lnTo>
                  <a:pt x="3210568" y="160309"/>
                </a:lnTo>
                <a:lnTo>
                  <a:pt x="3214330" y="163877"/>
                </a:lnTo>
                <a:lnTo>
                  <a:pt x="3221854" y="153581"/>
                </a:lnTo>
                <a:lnTo>
                  <a:pt x="3225615" y="154259"/>
                </a:lnTo>
                <a:lnTo>
                  <a:pt x="3231258" y="147269"/>
                </a:lnTo>
                <a:lnTo>
                  <a:pt x="3238781" y="148142"/>
                </a:lnTo>
                <a:lnTo>
                  <a:pt x="3248185" y="145915"/>
                </a:lnTo>
                <a:lnTo>
                  <a:pt x="3251947" y="136129"/>
                </a:lnTo>
                <a:lnTo>
                  <a:pt x="3253827" y="138341"/>
                </a:lnTo>
                <a:lnTo>
                  <a:pt x="3255708" y="135983"/>
                </a:lnTo>
                <a:lnTo>
                  <a:pt x="3261351" y="137842"/>
                </a:lnTo>
                <a:lnTo>
                  <a:pt x="3266993" y="127461"/>
                </a:lnTo>
                <a:lnTo>
                  <a:pt x="3270755" y="130703"/>
                </a:lnTo>
                <a:lnTo>
                  <a:pt x="3276397" y="126477"/>
                </a:lnTo>
                <a:lnTo>
                  <a:pt x="3283920" y="126918"/>
                </a:lnTo>
                <a:lnTo>
                  <a:pt x="3287682" y="121705"/>
                </a:lnTo>
                <a:lnTo>
                  <a:pt x="3291444" y="124048"/>
                </a:lnTo>
                <a:lnTo>
                  <a:pt x="3293325" y="121320"/>
                </a:lnTo>
                <a:lnTo>
                  <a:pt x="3297087" y="125350"/>
                </a:lnTo>
                <a:lnTo>
                  <a:pt x="3300848" y="122009"/>
                </a:lnTo>
                <a:lnTo>
                  <a:pt x="3308371" y="108199"/>
                </a:lnTo>
                <a:lnTo>
                  <a:pt x="3310252" y="112501"/>
                </a:lnTo>
                <a:lnTo>
                  <a:pt x="3312133" y="111420"/>
                </a:lnTo>
                <a:lnTo>
                  <a:pt x="3314014" y="110955"/>
                </a:lnTo>
                <a:lnTo>
                  <a:pt x="3319656" y="101348"/>
                </a:lnTo>
                <a:lnTo>
                  <a:pt x="3321537" y="102291"/>
                </a:lnTo>
                <a:lnTo>
                  <a:pt x="3327180" y="96219"/>
                </a:lnTo>
                <a:lnTo>
                  <a:pt x="3342226" y="92285"/>
                </a:lnTo>
                <a:lnTo>
                  <a:pt x="3345988" y="84628"/>
                </a:lnTo>
                <a:lnTo>
                  <a:pt x="3347869" y="90377"/>
                </a:lnTo>
                <a:lnTo>
                  <a:pt x="3349749" y="87379"/>
                </a:lnTo>
                <a:lnTo>
                  <a:pt x="3353511" y="84147"/>
                </a:lnTo>
                <a:lnTo>
                  <a:pt x="3359153" y="94470"/>
                </a:lnTo>
                <a:lnTo>
                  <a:pt x="3362915" y="83671"/>
                </a:lnTo>
                <a:lnTo>
                  <a:pt x="3364796" y="96279"/>
                </a:lnTo>
                <a:lnTo>
                  <a:pt x="3366677" y="90064"/>
                </a:lnTo>
                <a:lnTo>
                  <a:pt x="3370439" y="90590"/>
                </a:lnTo>
                <a:lnTo>
                  <a:pt x="3372320" y="85645"/>
                </a:lnTo>
                <a:lnTo>
                  <a:pt x="3374200" y="86821"/>
                </a:lnTo>
                <a:lnTo>
                  <a:pt x="3376081" y="89625"/>
                </a:lnTo>
                <a:lnTo>
                  <a:pt x="3377962" y="87853"/>
                </a:lnTo>
                <a:lnTo>
                  <a:pt x="3383604" y="76243"/>
                </a:lnTo>
                <a:lnTo>
                  <a:pt x="3385485" y="86023"/>
                </a:lnTo>
                <a:lnTo>
                  <a:pt x="3387366" y="81434"/>
                </a:lnTo>
                <a:lnTo>
                  <a:pt x="3391128" y="72706"/>
                </a:lnTo>
                <a:lnTo>
                  <a:pt x="3394889" y="78218"/>
                </a:lnTo>
                <a:lnTo>
                  <a:pt x="3396770" y="68754"/>
                </a:lnTo>
                <a:lnTo>
                  <a:pt x="3398651" y="83568"/>
                </a:lnTo>
                <a:lnTo>
                  <a:pt x="3400532" y="78729"/>
                </a:lnTo>
                <a:lnTo>
                  <a:pt x="3404294" y="69689"/>
                </a:lnTo>
                <a:lnTo>
                  <a:pt x="3406174" y="73895"/>
                </a:lnTo>
                <a:lnTo>
                  <a:pt x="3411817" y="63757"/>
                </a:lnTo>
                <a:lnTo>
                  <a:pt x="3413698" y="64956"/>
                </a:lnTo>
                <a:lnTo>
                  <a:pt x="3415578" y="69187"/>
                </a:lnTo>
                <a:lnTo>
                  <a:pt x="3419340" y="60800"/>
                </a:lnTo>
                <a:lnTo>
                  <a:pt x="3423102" y="53289"/>
                </a:lnTo>
                <a:lnTo>
                  <a:pt x="3428744" y="47264"/>
                </a:lnTo>
                <a:lnTo>
                  <a:pt x="3432506" y="49990"/>
                </a:lnTo>
                <a:lnTo>
                  <a:pt x="3438148" y="43717"/>
                </a:lnTo>
                <a:lnTo>
                  <a:pt x="3441910" y="39871"/>
                </a:lnTo>
                <a:lnTo>
                  <a:pt x="3453195" y="42198"/>
                </a:lnTo>
                <a:lnTo>
                  <a:pt x="3455076" y="40164"/>
                </a:lnTo>
                <a:lnTo>
                  <a:pt x="3456957" y="42525"/>
                </a:lnTo>
                <a:lnTo>
                  <a:pt x="3468241" y="36168"/>
                </a:lnTo>
                <a:lnTo>
                  <a:pt x="3473884" y="35991"/>
                </a:lnTo>
                <a:lnTo>
                  <a:pt x="3475765" y="29658"/>
                </a:lnTo>
                <a:lnTo>
                  <a:pt x="3477646" y="34585"/>
                </a:lnTo>
                <a:lnTo>
                  <a:pt x="3479527" y="32624"/>
                </a:lnTo>
                <a:lnTo>
                  <a:pt x="3481407" y="29422"/>
                </a:lnTo>
                <a:lnTo>
                  <a:pt x="3483288" y="33689"/>
                </a:lnTo>
                <a:lnTo>
                  <a:pt x="3485169" y="32834"/>
                </a:lnTo>
                <a:lnTo>
                  <a:pt x="3490811" y="32320"/>
                </a:lnTo>
                <a:lnTo>
                  <a:pt x="3492692" y="33867"/>
                </a:lnTo>
                <a:lnTo>
                  <a:pt x="3498335" y="22754"/>
                </a:lnTo>
                <a:lnTo>
                  <a:pt x="3502096" y="25586"/>
                </a:lnTo>
                <a:lnTo>
                  <a:pt x="3505858" y="22540"/>
                </a:lnTo>
                <a:lnTo>
                  <a:pt x="3509620" y="30194"/>
                </a:lnTo>
                <a:lnTo>
                  <a:pt x="3511501" y="28784"/>
                </a:lnTo>
                <a:lnTo>
                  <a:pt x="3513382" y="27504"/>
                </a:lnTo>
                <a:lnTo>
                  <a:pt x="3519024" y="15717"/>
                </a:lnTo>
                <a:lnTo>
                  <a:pt x="3524666" y="22177"/>
                </a:lnTo>
                <a:lnTo>
                  <a:pt x="3530309" y="17208"/>
                </a:lnTo>
                <a:lnTo>
                  <a:pt x="3532190" y="20024"/>
                </a:lnTo>
                <a:lnTo>
                  <a:pt x="3534070" y="18490"/>
                </a:lnTo>
                <a:lnTo>
                  <a:pt x="3541594" y="10458"/>
                </a:lnTo>
                <a:lnTo>
                  <a:pt x="3547236" y="16440"/>
                </a:lnTo>
                <a:lnTo>
                  <a:pt x="3558521" y="8192"/>
                </a:lnTo>
                <a:lnTo>
                  <a:pt x="3569806" y="15054"/>
                </a:lnTo>
                <a:lnTo>
                  <a:pt x="3573568" y="13544"/>
                </a:lnTo>
                <a:lnTo>
                  <a:pt x="3577329" y="17663"/>
                </a:lnTo>
                <a:lnTo>
                  <a:pt x="3581091" y="24069"/>
                </a:lnTo>
                <a:lnTo>
                  <a:pt x="3584853" y="9600"/>
                </a:lnTo>
                <a:lnTo>
                  <a:pt x="3586734" y="10607"/>
                </a:lnTo>
                <a:lnTo>
                  <a:pt x="3592376" y="8688"/>
                </a:lnTo>
                <a:lnTo>
                  <a:pt x="3596138" y="19052"/>
                </a:lnTo>
                <a:lnTo>
                  <a:pt x="3598018" y="17383"/>
                </a:lnTo>
                <a:lnTo>
                  <a:pt x="3601780" y="6026"/>
                </a:lnTo>
                <a:lnTo>
                  <a:pt x="3607422" y="16049"/>
                </a:lnTo>
                <a:lnTo>
                  <a:pt x="3609303" y="10055"/>
                </a:lnTo>
                <a:lnTo>
                  <a:pt x="3611184" y="11441"/>
                </a:lnTo>
                <a:lnTo>
                  <a:pt x="3614946" y="12088"/>
                </a:lnTo>
                <a:lnTo>
                  <a:pt x="3618707" y="17080"/>
                </a:lnTo>
                <a:lnTo>
                  <a:pt x="3620588" y="14634"/>
                </a:lnTo>
                <a:lnTo>
                  <a:pt x="3622469" y="16521"/>
                </a:lnTo>
                <a:lnTo>
                  <a:pt x="3624350" y="17780"/>
                </a:lnTo>
                <a:lnTo>
                  <a:pt x="3626231" y="15215"/>
                </a:lnTo>
                <a:lnTo>
                  <a:pt x="3628112" y="17365"/>
                </a:lnTo>
                <a:lnTo>
                  <a:pt x="3629993" y="16743"/>
                </a:lnTo>
                <a:lnTo>
                  <a:pt x="3631873" y="8772"/>
                </a:lnTo>
                <a:lnTo>
                  <a:pt x="3633754" y="13568"/>
                </a:lnTo>
                <a:lnTo>
                  <a:pt x="3635635" y="13939"/>
                </a:lnTo>
                <a:lnTo>
                  <a:pt x="3637516" y="10842"/>
                </a:lnTo>
                <a:lnTo>
                  <a:pt x="3639397" y="12247"/>
                </a:lnTo>
                <a:lnTo>
                  <a:pt x="3650681" y="22971"/>
                </a:lnTo>
                <a:lnTo>
                  <a:pt x="3652562" y="19554"/>
                </a:lnTo>
                <a:lnTo>
                  <a:pt x="3667609" y="42402"/>
                </a:lnTo>
                <a:lnTo>
                  <a:pt x="3671371" y="37934"/>
                </a:lnTo>
                <a:lnTo>
                  <a:pt x="3678894" y="53037"/>
                </a:lnTo>
                <a:lnTo>
                  <a:pt x="3686417" y="57231"/>
                </a:lnTo>
                <a:lnTo>
                  <a:pt x="3688298" y="59922"/>
                </a:lnTo>
                <a:lnTo>
                  <a:pt x="3690179" y="58533"/>
                </a:lnTo>
                <a:lnTo>
                  <a:pt x="3693941" y="56722"/>
                </a:lnTo>
                <a:lnTo>
                  <a:pt x="3697702" y="62151"/>
                </a:lnTo>
                <a:lnTo>
                  <a:pt x="3699583" y="56119"/>
                </a:lnTo>
                <a:lnTo>
                  <a:pt x="3701464" y="59085"/>
                </a:lnTo>
                <a:lnTo>
                  <a:pt x="3705226" y="61358"/>
                </a:lnTo>
                <a:lnTo>
                  <a:pt x="3712749" y="66052"/>
                </a:lnTo>
                <a:lnTo>
                  <a:pt x="3716510" y="78190"/>
                </a:lnTo>
                <a:lnTo>
                  <a:pt x="3718391" y="75440"/>
                </a:lnTo>
                <a:lnTo>
                  <a:pt x="3722153" y="71789"/>
                </a:lnTo>
                <a:lnTo>
                  <a:pt x="3727795" y="81201"/>
                </a:lnTo>
                <a:lnTo>
                  <a:pt x="3729676" y="71549"/>
                </a:lnTo>
                <a:lnTo>
                  <a:pt x="3731557" y="76735"/>
                </a:lnTo>
                <a:lnTo>
                  <a:pt x="3737200" y="81340"/>
                </a:lnTo>
                <a:lnTo>
                  <a:pt x="3754127" y="102309"/>
                </a:lnTo>
                <a:lnTo>
                  <a:pt x="3757888" y="101609"/>
                </a:lnTo>
                <a:lnTo>
                  <a:pt x="3761650" y="114334"/>
                </a:lnTo>
                <a:lnTo>
                  <a:pt x="3763531" y="110250"/>
                </a:lnTo>
                <a:lnTo>
                  <a:pt x="3765412" y="106149"/>
                </a:lnTo>
                <a:lnTo>
                  <a:pt x="3771055" y="115549"/>
                </a:lnTo>
                <a:lnTo>
                  <a:pt x="3772935" y="112083"/>
                </a:lnTo>
                <a:lnTo>
                  <a:pt x="3774816" y="113833"/>
                </a:lnTo>
                <a:lnTo>
                  <a:pt x="3778578" y="114445"/>
                </a:lnTo>
                <a:lnTo>
                  <a:pt x="3780459" y="122599"/>
                </a:lnTo>
                <a:lnTo>
                  <a:pt x="3782339" y="119123"/>
                </a:lnTo>
                <a:lnTo>
                  <a:pt x="3786101" y="122232"/>
                </a:lnTo>
                <a:lnTo>
                  <a:pt x="3787982" y="120030"/>
                </a:lnTo>
                <a:lnTo>
                  <a:pt x="3789863" y="121771"/>
                </a:lnTo>
                <a:lnTo>
                  <a:pt x="3791743" y="123479"/>
                </a:lnTo>
                <a:lnTo>
                  <a:pt x="3793624" y="121008"/>
                </a:lnTo>
                <a:lnTo>
                  <a:pt x="3795505" y="123581"/>
                </a:lnTo>
                <a:lnTo>
                  <a:pt x="3799267" y="133300"/>
                </a:lnTo>
                <a:lnTo>
                  <a:pt x="3801147" y="130694"/>
                </a:lnTo>
                <a:lnTo>
                  <a:pt x="3804909" y="135639"/>
                </a:lnTo>
                <a:lnTo>
                  <a:pt x="3808671" y="135214"/>
                </a:lnTo>
                <a:lnTo>
                  <a:pt x="3816194" y="144517"/>
                </a:lnTo>
                <a:lnTo>
                  <a:pt x="3818075" y="142245"/>
                </a:lnTo>
                <a:lnTo>
                  <a:pt x="3821837" y="153170"/>
                </a:lnTo>
                <a:lnTo>
                  <a:pt x="3825598" y="144857"/>
                </a:lnTo>
                <a:lnTo>
                  <a:pt x="3835002" y="158826"/>
                </a:lnTo>
                <a:lnTo>
                  <a:pt x="3836883" y="159370"/>
                </a:lnTo>
                <a:lnTo>
                  <a:pt x="3842526" y="167915"/>
                </a:lnTo>
                <a:lnTo>
                  <a:pt x="3844407" y="164627"/>
                </a:lnTo>
                <a:lnTo>
                  <a:pt x="3850049" y="169640"/>
                </a:lnTo>
                <a:lnTo>
                  <a:pt x="3853811" y="173489"/>
                </a:lnTo>
                <a:lnTo>
                  <a:pt x="3857572" y="175786"/>
                </a:lnTo>
                <a:lnTo>
                  <a:pt x="3870738" y="183013"/>
                </a:lnTo>
                <a:lnTo>
                  <a:pt x="3874500" y="186175"/>
                </a:lnTo>
                <a:lnTo>
                  <a:pt x="3876381" y="180798"/>
                </a:lnTo>
                <a:lnTo>
                  <a:pt x="3878262" y="192547"/>
                </a:lnTo>
                <a:lnTo>
                  <a:pt x="3880142" y="191074"/>
                </a:lnTo>
                <a:lnTo>
                  <a:pt x="3882023" y="187738"/>
                </a:lnTo>
                <a:lnTo>
                  <a:pt x="3883904" y="189532"/>
                </a:lnTo>
                <a:lnTo>
                  <a:pt x="3887666" y="195458"/>
                </a:lnTo>
                <a:lnTo>
                  <a:pt x="3897070" y="218963"/>
                </a:lnTo>
                <a:lnTo>
                  <a:pt x="3902712" y="209181"/>
                </a:lnTo>
                <a:lnTo>
                  <a:pt x="3908354" y="217557"/>
                </a:lnTo>
                <a:lnTo>
                  <a:pt x="3912116" y="221623"/>
                </a:lnTo>
                <a:lnTo>
                  <a:pt x="3917759" y="218968"/>
                </a:lnTo>
                <a:lnTo>
                  <a:pt x="3925282" y="224526"/>
                </a:lnTo>
                <a:lnTo>
                  <a:pt x="3927163" y="220763"/>
                </a:lnTo>
                <a:lnTo>
                  <a:pt x="3930924" y="227198"/>
                </a:lnTo>
                <a:lnTo>
                  <a:pt x="3934686" y="224393"/>
                </a:lnTo>
                <a:lnTo>
                  <a:pt x="3940328" y="232119"/>
                </a:lnTo>
                <a:lnTo>
                  <a:pt x="3942209" y="230536"/>
                </a:lnTo>
                <a:lnTo>
                  <a:pt x="3949733" y="233091"/>
                </a:lnTo>
                <a:lnTo>
                  <a:pt x="3951614" y="231591"/>
                </a:lnTo>
                <a:lnTo>
                  <a:pt x="3955375" y="239087"/>
                </a:lnTo>
                <a:lnTo>
                  <a:pt x="3957256" y="237725"/>
                </a:lnTo>
                <a:lnTo>
                  <a:pt x="3961018" y="231389"/>
                </a:lnTo>
                <a:lnTo>
                  <a:pt x="3962899" y="235980"/>
                </a:lnTo>
                <a:lnTo>
                  <a:pt x="3966660" y="239874"/>
                </a:lnTo>
                <a:lnTo>
                  <a:pt x="3970422" y="237728"/>
                </a:lnTo>
                <a:lnTo>
                  <a:pt x="3972303" y="240980"/>
                </a:lnTo>
                <a:lnTo>
                  <a:pt x="3977945" y="231984"/>
                </a:lnTo>
                <a:lnTo>
                  <a:pt x="3979826" y="242677"/>
                </a:lnTo>
                <a:lnTo>
                  <a:pt x="3981707" y="237721"/>
                </a:lnTo>
                <a:lnTo>
                  <a:pt x="3985468" y="229174"/>
                </a:lnTo>
                <a:lnTo>
                  <a:pt x="3991111" y="234176"/>
                </a:lnTo>
                <a:lnTo>
                  <a:pt x="3996753" y="228947"/>
                </a:lnTo>
                <a:lnTo>
                  <a:pt x="4000515" y="232053"/>
                </a:lnTo>
                <a:lnTo>
                  <a:pt x="4002396" y="231505"/>
                </a:lnTo>
                <a:lnTo>
                  <a:pt x="4004277" y="234293"/>
                </a:lnTo>
                <a:lnTo>
                  <a:pt x="4009919" y="226030"/>
                </a:lnTo>
                <a:lnTo>
                  <a:pt x="4013681" y="227217"/>
                </a:lnTo>
                <a:lnTo>
                  <a:pt x="4021204" y="216139"/>
                </a:lnTo>
                <a:lnTo>
                  <a:pt x="4023085" y="220763"/>
                </a:lnTo>
                <a:lnTo>
                  <a:pt x="4026847" y="214452"/>
                </a:lnTo>
                <a:lnTo>
                  <a:pt x="4028728" y="220515"/>
                </a:lnTo>
                <a:lnTo>
                  <a:pt x="4041893" y="169681"/>
                </a:lnTo>
                <a:lnTo>
                  <a:pt x="4043774" y="169456"/>
                </a:lnTo>
                <a:lnTo>
                  <a:pt x="4049416" y="154324"/>
                </a:lnTo>
                <a:lnTo>
                  <a:pt x="4055059" y="142260"/>
                </a:lnTo>
                <a:lnTo>
                  <a:pt x="4058821" y="141937"/>
                </a:lnTo>
                <a:lnTo>
                  <a:pt x="4060702" y="152650"/>
                </a:lnTo>
                <a:lnTo>
                  <a:pt x="4062582" y="146991"/>
                </a:lnTo>
                <a:lnTo>
                  <a:pt x="4066344" y="146002"/>
                </a:lnTo>
                <a:lnTo>
                  <a:pt x="4068225" y="138572"/>
                </a:lnTo>
                <a:lnTo>
                  <a:pt x="4073867" y="156187"/>
                </a:lnTo>
                <a:lnTo>
                  <a:pt x="4077629" y="151423"/>
                </a:lnTo>
                <a:lnTo>
                  <a:pt x="4081390" y="152265"/>
                </a:lnTo>
                <a:lnTo>
                  <a:pt x="4083271" y="158668"/>
                </a:lnTo>
                <a:lnTo>
                  <a:pt x="4085152" y="157892"/>
                </a:lnTo>
                <a:lnTo>
                  <a:pt x="4092675" y="150690"/>
                </a:lnTo>
                <a:lnTo>
                  <a:pt x="4096437" y="156629"/>
                </a:lnTo>
                <a:lnTo>
                  <a:pt x="4098318" y="155733"/>
                </a:lnTo>
                <a:lnTo>
                  <a:pt x="4105841" y="188548"/>
                </a:lnTo>
                <a:lnTo>
                  <a:pt x="4111484" y="174405"/>
                </a:lnTo>
                <a:lnTo>
                  <a:pt x="4117126" y="190543"/>
                </a:lnTo>
                <a:lnTo>
                  <a:pt x="4119007" y="200712"/>
                </a:lnTo>
                <a:lnTo>
                  <a:pt x="4120888" y="198254"/>
                </a:lnTo>
                <a:lnTo>
                  <a:pt x="4122769" y="195299"/>
                </a:lnTo>
                <a:lnTo>
                  <a:pt x="4132173" y="219198"/>
                </a:lnTo>
                <a:lnTo>
                  <a:pt x="4135935" y="215557"/>
                </a:lnTo>
                <a:lnTo>
                  <a:pt x="4143458" y="226949"/>
                </a:lnTo>
                <a:lnTo>
                  <a:pt x="4149100" y="226271"/>
                </a:lnTo>
                <a:lnTo>
                  <a:pt x="4152862" y="231678"/>
                </a:lnTo>
                <a:lnTo>
                  <a:pt x="4156623" y="227281"/>
                </a:lnTo>
                <a:lnTo>
                  <a:pt x="4162266" y="235521"/>
                </a:lnTo>
                <a:lnTo>
                  <a:pt x="4164147" y="237252"/>
                </a:lnTo>
                <a:lnTo>
                  <a:pt x="4166027" y="235040"/>
                </a:lnTo>
                <a:lnTo>
                  <a:pt x="4167908" y="236130"/>
                </a:lnTo>
                <a:lnTo>
                  <a:pt x="4171670" y="247895"/>
                </a:lnTo>
                <a:lnTo>
                  <a:pt x="4177313" y="248842"/>
                </a:lnTo>
                <a:lnTo>
                  <a:pt x="4182955" y="236946"/>
                </a:lnTo>
                <a:lnTo>
                  <a:pt x="4203644" y="228577"/>
                </a:lnTo>
                <a:lnTo>
                  <a:pt x="4209287" y="227721"/>
                </a:lnTo>
                <a:lnTo>
                  <a:pt x="4211168" y="232408"/>
                </a:lnTo>
                <a:lnTo>
                  <a:pt x="4214929" y="225337"/>
                </a:lnTo>
                <a:lnTo>
                  <a:pt x="4216810" y="226196"/>
                </a:lnTo>
                <a:lnTo>
                  <a:pt x="4224333" y="228893"/>
                </a:lnTo>
                <a:lnTo>
                  <a:pt x="4233737" y="221953"/>
                </a:lnTo>
                <a:lnTo>
                  <a:pt x="4239380" y="229120"/>
                </a:lnTo>
                <a:lnTo>
                  <a:pt x="4252546" y="219911"/>
                </a:lnTo>
                <a:lnTo>
                  <a:pt x="4256307" y="230195"/>
                </a:lnTo>
                <a:lnTo>
                  <a:pt x="4260069" y="223023"/>
                </a:lnTo>
                <a:lnTo>
                  <a:pt x="4265711" y="228861"/>
                </a:lnTo>
                <a:lnTo>
                  <a:pt x="4271354" y="222463"/>
                </a:lnTo>
                <a:lnTo>
                  <a:pt x="4275115" y="231182"/>
                </a:lnTo>
                <a:lnTo>
                  <a:pt x="4282639" y="223683"/>
                </a:lnTo>
                <a:lnTo>
                  <a:pt x="4286401" y="238322"/>
                </a:lnTo>
                <a:lnTo>
                  <a:pt x="4288281" y="236101"/>
                </a:lnTo>
                <a:lnTo>
                  <a:pt x="4292043" y="226570"/>
                </a:lnTo>
                <a:lnTo>
                  <a:pt x="4293924" y="228697"/>
                </a:lnTo>
                <a:lnTo>
                  <a:pt x="4299566" y="246826"/>
                </a:lnTo>
                <a:lnTo>
                  <a:pt x="4305209" y="242593"/>
                </a:lnTo>
                <a:lnTo>
                  <a:pt x="4308970" y="247219"/>
                </a:lnTo>
                <a:lnTo>
                  <a:pt x="4312732" y="242889"/>
                </a:lnTo>
                <a:lnTo>
                  <a:pt x="4322136" y="252727"/>
                </a:lnTo>
                <a:lnTo>
                  <a:pt x="4324017" y="250378"/>
                </a:lnTo>
                <a:lnTo>
                  <a:pt x="4331540" y="249864"/>
                </a:lnTo>
                <a:lnTo>
                  <a:pt x="4335302" y="256695"/>
                </a:lnTo>
                <a:lnTo>
                  <a:pt x="4337183" y="254094"/>
                </a:lnTo>
                <a:lnTo>
                  <a:pt x="4344706" y="259798"/>
                </a:lnTo>
                <a:lnTo>
                  <a:pt x="4350348" y="253623"/>
                </a:lnTo>
                <a:lnTo>
                  <a:pt x="4355991" y="265441"/>
                </a:lnTo>
                <a:lnTo>
                  <a:pt x="4357872" y="268635"/>
                </a:lnTo>
                <a:lnTo>
                  <a:pt x="4359753" y="265918"/>
                </a:lnTo>
                <a:lnTo>
                  <a:pt x="4363514" y="254316"/>
                </a:lnTo>
                <a:lnTo>
                  <a:pt x="4372918" y="271657"/>
                </a:lnTo>
                <a:lnTo>
                  <a:pt x="4378561" y="260222"/>
                </a:lnTo>
                <a:lnTo>
                  <a:pt x="4380442" y="261734"/>
                </a:lnTo>
                <a:lnTo>
                  <a:pt x="4384203" y="272147"/>
                </a:lnTo>
                <a:lnTo>
                  <a:pt x="4387965" y="271628"/>
                </a:lnTo>
                <a:lnTo>
                  <a:pt x="4393608" y="261768"/>
                </a:lnTo>
                <a:lnTo>
                  <a:pt x="4399250" y="267203"/>
                </a:lnTo>
                <a:lnTo>
                  <a:pt x="4401131" y="264398"/>
                </a:lnTo>
                <a:lnTo>
                  <a:pt x="4406773" y="272026"/>
                </a:lnTo>
                <a:lnTo>
                  <a:pt x="4410535" y="262015"/>
                </a:lnTo>
                <a:lnTo>
                  <a:pt x="4412416" y="264120"/>
                </a:lnTo>
                <a:lnTo>
                  <a:pt x="4418058" y="269016"/>
                </a:lnTo>
                <a:lnTo>
                  <a:pt x="4423701" y="267560"/>
                </a:lnTo>
                <a:lnTo>
                  <a:pt x="4427462" y="271363"/>
                </a:lnTo>
                <a:lnTo>
                  <a:pt x="4436867" y="263125"/>
                </a:lnTo>
                <a:lnTo>
                  <a:pt x="4444390" y="273383"/>
                </a:lnTo>
                <a:lnTo>
                  <a:pt x="4446271" y="271252"/>
                </a:lnTo>
                <a:lnTo>
                  <a:pt x="4450032" y="263721"/>
                </a:lnTo>
                <a:lnTo>
                  <a:pt x="4455674" y="270209"/>
                </a:lnTo>
                <a:lnTo>
                  <a:pt x="4461317" y="264222"/>
                </a:lnTo>
                <a:lnTo>
                  <a:pt x="4463198" y="268085"/>
                </a:lnTo>
                <a:lnTo>
                  <a:pt x="4465079" y="266830"/>
                </a:lnTo>
                <a:lnTo>
                  <a:pt x="4468841" y="267912"/>
                </a:lnTo>
                <a:lnTo>
                  <a:pt x="4472602" y="275299"/>
                </a:lnTo>
                <a:lnTo>
                  <a:pt x="4476364" y="273580"/>
                </a:lnTo>
                <a:lnTo>
                  <a:pt x="4480125" y="272017"/>
                </a:lnTo>
                <a:lnTo>
                  <a:pt x="4482006" y="270904"/>
                </a:lnTo>
                <a:lnTo>
                  <a:pt x="4483887" y="275628"/>
                </a:lnTo>
                <a:lnTo>
                  <a:pt x="4489529" y="268683"/>
                </a:lnTo>
                <a:lnTo>
                  <a:pt x="4495172" y="270576"/>
                </a:lnTo>
                <a:lnTo>
                  <a:pt x="4498934" y="263033"/>
                </a:lnTo>
                <a:lnTo>
                  <a:pt x="4500815" y="270856"/>
                </a:lnTo>
                <a:lnTo>
                  <a:pt x="4502696" y="270254"/>
                </a:lnTo>
                <a:lnTo>
                  <a:pt x="4513980" y="263094"/>
                </a:lnTo>
                <a:lnTo>
                  <a:pt x="4517742" y="268523"/>
                </a:lnTo>
                <a:lnTo>
                  <a:pt x="4521503" y="262190"/>
                </a:lnTo>
                <a:lnTo>
                  <a:pt x="4525265" y="262750"/>
                </a:lnTo>
                <a:lnTo>
                  <a:pt x="4544074" y="252953"/>
                </a:lnTo>
                <a:lnTo>
                  <a:pt x="4545954" y="256852"/>
                </a:lnTo>
                <a:lnTo>
                  <a:pt x="4547835" y="255065"/>
                </a:lnTo>
                <a:lnTo>
                  <a:pt x="4553478" y="251491"/>
                </a:lnTo>
                <a:lnTo>
                  <a:pt x="4564762" y="242025"/>
                </a:lnTo>
                <a:lnTo>
                  <a:pt x="4572286" y="247622"/>
                </a:lnTo>
                <a:lnTo>
                  <a:pt x="4579809" y="239805"/>
                </a:lnTo>
                <a:lnTo>
                  <a:pt x="4581690" y="239665"/>
                </a:lnTo>
                <a:lnTo>
                  <a:pt x="4583571" y="244991"/>
                </a:lnTo>
                <a:lnTo>
                  <a:pt x="4585452" y="242628"/>
                </a:lnTo>
                <a:lnTo>
                  <a:pt x="4589213" y="234107"/>
                </a:lnTo>
                <a:lnTo>
                  <a:pt x="4594856" y="235592"/>
                </a:lnTo>
                <a:lnTo>
                  <a:pt x="4596736" y="241844"/>
                </a:lnTo>
                <a:lnTo>
                  <a:pt x="4598617" y="240806"/>
                </a:lnTo>
                <a:lnTo>
                  <a:pt x="4602379" y="238078"/>
                </a:lnTo>
                <a:lnTo>
                  <a:pt x="4606141" y="228958"/>
                </a:lnTo>
                <a:lnTo>
                  <a:pt x="4611783" y="224968"/>
                </a:lnTo>
                <a:lnTo>
                  <a:pt x="4615545" y="226482"/>
                </a:lnTo>
                <a:lnTo>
                  <a:pt x="4619307" y="222199"/>
                </a:lnTo>
                <a:lnTo>
                  <a:pt x="4628711" y="217981"/>
                </a:lnTo>
                <a:lnTo>
                  <a:pt x="4632472" y="213232"/>
                </a:lnTo>
                <a:lnTo>
                  <a:pt x="4638115" y="221902"/>
                </a:lnTo>
                <a:lnTo>
                  <a:pt x="4643757" y="209048"/>
                </a:lnTo>
                <a:lnTo>
                  <a:pt x="4645638" y="208324"/>
                </a:lnTo>
                <a:lnTo>
                  <a:pt x="4649400" y="214245"/>
                </a:lnTo>
                <a:lnTo>
                  <a:pt x="4656923" y="202725"/>
                </a:lnTo>
                <a:lnTo>
                  <a:pt x="4664446" y="200742"/>
                </a:lnTo>
                <a:lnTo>
                  <a:pt x="4673850" y="195038"/>
                </a:lnTo>
                <a:lnTo>
                  <a:pt x="4679493" y="206482"/>
                </a:lnTo>
                <a:lnTo>
                  <a:pt x="4685136" y="184376"/>
                </a:lnTo>
                <a:lnTo>
                  <a:pt x="4690778" y="184977"/>
                </a:lnTo>
                <a:lnTo>
                  <a:pt x="4694540" y="193426"/>
                </a:lnTo>
                <a:lnTo>
                  <a:pt x="4702063" y="175978"/>
                </a:lnTo>
                <a:lnTo>
                  <a:pt x="4707705" y="189760"/>
                </a:lnTo>
                <a:lnTo>
                  <a:pt x="4709586" y="187902"/>
                </a:lnTo>
                <a:lnTo>
                  <a:pt x="4713348" y="176421"/>
                </a:lnTo>
                <a:lnTo>
                  <a:pt x="4715228" y="178568"/>
                </a:lnTo>
                <a:lnTo>
                  <a:pt x="4717109" y="183956"/>
                </a:lnTo>
                <a:lnTo>
                  <a:pt x="4718990" y="181731"/>
                </a:lnTo>
                <a:lnTo>
                  <a:pt x="4720871" y="178924"/>
                </a:lnTo>
                <a:lnTo>
                  <a:pt x="4722752" y="183552"/>
                </a:lnTo>
                <a:lnTo>
                  <a:pt x="4724633" y="181871"/>
                </a:lnTo>
                <a:lnTo>
                  <a:pt x="4728394" y="172486"/>
                </a:lnTo>
                <a:lnTo>
                  <a:pt x="4730275" y="177961"/>
                </a:lnTo>
                <a:lnTo>
                  <a:pt x="4734037" y="174101"/>
                </a:lnTo>
                <a:lnTo>
                  <a:pt x="4737798" y="185464"/>
                </a:lnTo>
                <a:lnTo>
                  <a:pt x="4741560" y="171377"/>
                </a:lnTo>
                <a:lnTo>
                  <a:pt x="4743441" y="171359"/>
                </a:lnTo>
                <a:lnTo>
                  <a:pt x="4747202" y="183068"/>
                </a:lnTo>
                <a:lnTo>
                  <a:pt x="4750964" y="178024"/>
                </a:lnTo>
                <a:lnTo>
                  <a:pt x="4752845" y="181462"/>
                </a:lnTo>
                <a:lnTo>
                  <a:pt x="4754726" y="179228"/>
                </a:lnTo>
                <a:lnTo>
                  <a:pt x="4758488" y="165435"/>
                </a:lnTo>
                <a:lnTo>
                  <a:pt x="4766011" y="176924"/>
                </a:lnTo>
                <a:lnTo>
                  <a:pt x="4767892" y="173643"/>
                </a:lnTo>
                <a:lnTo>
                  <a:pt x="4769772" y="175020"/>
                </a:lnTo>
                <a:lnTo>
                  <a:pt x="4771653" y="174908"/>
                </a:lnTo>
                <a:lnTo>
                  <a:pt x="4773534" y="163530"/>
                </a:lnTo>
                <a:lnTo>
                  <a:pt x="4775415" y="164326"/>
                </a:lnTo>
                <a:lnTo>
                  <a:pt x="4781057" y="173984"/>
                </a:lnTo>
                <a:lnTo>
                  <a:pt x="4784819" y="165803"/>
                </a:lnTo>
                <a:lnTo>
                  <a:pt x="4786700" y="172195"/>
                </a:lnTo>
                <a:lnTo>
                  <a:pt x="4788581" y="170769"/>
                </a:lnTo>
                <a:lnTo>
                  <a:pt x="4790461" y="172323"/>
                </a:lnTo>
                <a:lnTo>
                  <a:pt x="4797985" y="163823"/>
                </a:lnTo>
                <a:lnTo>
                  <a:pt x="4803627" y="174084"/>
                </a:lnTo>
                <a:lnTo>
                  <a:pt x="4805508" y="171365"/>
                </a:lnTo>
                <a:lnTo>
                  <a:pt x="4809270" y="172229"/>
                </a:lnTo>
                <a:lnTo>
                  <a:pt x="4814912" y="171508"/>
                </a:lnTo>
                <a:lnTo>
                  <a:pt x="4816793" y="170513"/>
                </a:lnTo>
                <a:lnTo>
                  <a:pt x="4820555" y="177343"/>
                </a:lnTo>
                <a:lnTo>
                  <a:pt x="4822435" y="174692"/>
                </a:lnTo>
                <a:lnTo>
                  <a:pt x="4824316" y="168359"/>
                </a:lnTo>
                <a:lnTo>
                  <a:pt x="4826197" y="169554"/>
                </a:lnTo>
                <a:lnTo>
                  <a:pt x="4828078" y="173771"/>
                </a:lnTo>
                <a:lnTo>
                  <a:pt x="4831840" y="165296"/>
                </a:lnTo>
                <a:lnTo>
                  <a:pt x="4837482" y="190045"/>
                </a:lnTo>
                <a:lnTo>
                  <a:pt x="4841244" y="169807"/>
                </a:lnTo>
                <a:lnTo>
                  <a:pt x="4845005" y="179795"/>
                </a:lnTo>
                <a:lnTo>
                  <a:pt x="4846886" y="169973"/>
                </a:lnTo>
                <a:lnTo>
                  <a:pt x="4848767" y="170471"/>
                </a:lnTo>
                <a:lnTo>
                  <a:pt x="4850648" y="170734"/>
                </a:lnTo>
                <a:lnTo>
                  <a:pt x="4852529" y="174687"/>
                </a:lnTo>
                <a:lnTo>
                  <a:pt x="4856290" y="168786"/>
                </a:lnTo>
                <a:lnTo>
                  <a:pt x="4860052" y="173928"/>
                </a:lnTo>
                <a:lnTo>
                  <a:pt x="4867576" y="169595"/>
                </a:lnTo>
                <a:lnTo>
                  <a:pt x="4869456" y="172462"/>
                </a:lnTo>
                <a:lnTo>
                  <a:pt x="4875099" y="166885"/>
                </a:lnTo>
                <a:lnTo>
                  <a:pt x="4876980" y="167753"/>
                </a:lnTo>
                <a:lnTo>
                  <a:pt x="4878860" y="173065"/>
                </a:lnTo>
                <a:lnTo>
                  <a:pt x="4880741" y="167694"/>
                </a:lnTo>
                <a:lnTo>
                  <a:pt x="4882622" y="168654"/>
                </a:lnTo>
                <a:lnTo>
                  <a:pt x="4884503" y="172789"/>
                </a:lnTo>
                <a:lnTo>
                  <a:pt x="4886384" y="170312"/>
                </a:lnTo>
                <a:lnTo>
                  <a:pt x="4897668" y="160667"/>
                </a:lnTo>
                <a:lnTo>
                  <a:pt x="4901430" y="171252"/>
                </a:lnTo>
                <a:lnTo>
                  <a:pt x="4905192" y="162243"/>
                </a:lnTo>
                <a:lnTo>
                  <a:pt x="4910834" y="158489"/>
                </a:lnTo>
                <a:lnTo>
                  <a:pt x="4914596" y="167213"/>
                </a:lnTo>
                <a:lnTo>
                  <a:pt x="4920238" y="157335"/>
                </a:lnTo>
                <a:lnTo>
                  <a:pt x="4922119" y="167487"/>
                </a:lnTo>
                <a:lnTo>
                  <a:pt x="4924000" y="161756"/>
                </a:lnTo>
                <a:lnTo>
                  <a:pt x="4927762" y="154342"/>
                </a:lnTo>
                <a:lnTo>
                  <a:pt x="4929642" y="157846"/>
                </a:lnTo>
                <a:lnTo>
                  <a:pt x="4931523" y="156124"/>
                </a:lnTo>
                <a:lnTo>
                  <a:pt x="4933404" y="153416"/>
                </a:lnTo>
                <a:lnTo>
                  <a:pt x="4935285" y="154898"/>
                </a:lnTo>
                <a:lnTo>
                  <a:pt x="4939047" y="154131"/>
                </a:lnTo>
                <a:lnTo>
                  <a:pt x="4940928" y="151650"/>
                </a:lnTo>
                <a:lnTo>
                  <a:pt x="4944689" y="161038"/>
                </a:lnTo>
                <a:lnTo>
                  <a:pt x="4948451" y="158852"/>
                </a:lnTo>
                <a:lnTo>
                  <a:pt x="4954093" y="154471"/>
                </a:lnTo>
                <a:lnTo>
                  <a:pt x="4957855" y="160584"/>
                </a:lnTo>
                <a:lnTo>
                  <a:pt x="4963497" y="150845"/>
                </a:lnTo>
                <a:lnTo>
                  <a:pt x="4967259" y="156777"/>
                </a:lnTo>
                <a:lnTo>
                  <a:pt x="4972901" y="149007"/>
                </a:lnTo>
                <a:lnTo>
                  <a:pt x="4974782" y="153014"/>
                </a:lnTo>
                <a:lnTo>
                  <a:pt x="4978544" y="152901"/>
                </a:lnTo>
                <a:lnTo>
                  <a:pt x="4982306" y="146194"/>
                </a:lnTo>
                <a:lnTo>
                  <a:pt x="4984187" y="145917"/>
                </a:lnTo>
                <a:lnTo>
                  <a:pt x="4986067" y="150481"/>
                </a:lnTo>
                <a:lnTo>
                  <a:pt x="4987948" y="148042"/>
                </a:lnTo>
                <a:lnTo>
                  <a:pt x="4993591" y="142641"/>
                </a:lnTo>
                <a:lnTo>
                  <a:pt x="4997352" y="148471"/>
                </a:lnTo>
                <a:lnTo>
                  <a:pt x="5002995" y="140052"/>
                </a:lnTo>
                <a:lnTo>
                  <a:pt x="5004875" y="140730"/>
                </a:lnTo>
                <a:lnTo>
                  <a:pt x="5006756" y="146243"/>
                </a:lnTo>
                <a:lnTo>
                  <a:pt x="5008637" y="142519"/>
                </a:lnTo>
                <a:lnTo>
                  <a:pt x="5012399" y="138116"/>
                </a:lnTo>
                <a:lnTo>
                  <a:pt x="5016161" y="140423"/>
                </a:lnTo>
                <a:lnTo>
                  <a:pt x="5019922" y="136105"/>
                </a:lnTo>
                <a:lnTo>
                  <a:pt x="5025565" y="138776"/>
                </a:lnTo>
                <a:lnTo>
                  <a:pt x="5031207" y="135849"/>
                </a:lnTo>
                <a:lnTo>
                  <a:pt x="5040611" y="140359"/>
                </a:lnTo>
                <a:lnTo>
                  <a:pt x="5042492" y="134799"/>
                </a:lnTo>
                <a:lnTo>
                  <a:pt x="5044373" y="136525"/>
                </a:lnTo>
                <a:lnTo>
                  <a:pt x="5048135" y="134293"/>
                </a:lnTo>
                <a:lnTo>
                  <a:pt x="5051896" y="140736"/>
                </a:lnTo>
                <a:lnTo>
                  <a:pt x="5057539" y="135702"/>
                </a:lnTo>
                <a:lnTo>
                  <a:pt x="5065062" y="135345"/>
                </a:lnTo>
                <a:lnTo>
                  <a:pt x="5066943" y="139049"/>
                </a:lnTo>
                <a:lnTo>
                  <a:pt x="5068824" y="136801"/>
                </a:lnTo>
                <a:lnTo>
                  <a:pt x="5074466" y="137178"/>
                </a:lnTo>
                <a:lnTo>
                  <a:pt x="5078228" y="137419"/>
                </a:lnTo>
                <a:lnTo>
                  <a:pt x="5083870" y="139885"/>
                </a:lnTo>
                <a:lnTo>
                  <a:pt x="5085751" y="136476"/>
                </a:lnTo>
                <a:lnTo>
                  <a:pt x="5087632" y="137740"/>
                </a:lnTo>
                <a:lnTo>
                  <a:pt x="5095155" y="138684"/>
                </a:lnTo>
                <a:lnTo>
                  <a:pt x="5097036" y="136131"/>
                </a:lnTo>
                <a:lnTo>
                  <a:pt x="5100798" y="140927"/>
                </a:lnTo>
                <a:lnTo>
                  <a:pt x="5104559" y="138976"/>
                </a:lnTo>
                <a:lnTo>
                  <a:pt x="5115844" y="138333"/>
                </a:lnTo>
                <a:lnTo>
                  <a:pt x="5119606" y="139212"/>
                </a:lnTo>
                <a:lnTo>
                  <a:pt x="5121487" y="137118"/>
                </a:lnTo>
                <a:lnTo>
                  <a:pt x="5129010" y="145863"/>
                </a:lnTo>
                <a:lnTo>
                  <a:pt x="5130891" y="138146"/>
                </a:lnTo>
                <a:lnTo>
                  <a:pt x="5132772" y="140164"/>
                </a:lnTo>
                <a:lnTo>
                  <a:pt x="5134653" y="138004"/>
                </a:lnTo>
                <a:lnTo>
                  <a:pt x="5136533" y="140176"/>
                </a:lnTo>
                <a:lnTo>
                  <a:pt x="5140295" y="145909"/>
                </a:lnTo>
                <a:lnTo>
                  <a:pt x="5142176" y="142462"/>
                </a:lnTo>
                <a:lnTo>
                  <a:pt x="5144057" y="144140"/>
                </a:lnTo>
                <a:lnTo>
                  <a:pt x="5145937" y="147353"/>
                </a:lnTo>
                <a:lnTo>
                  <a:pt x="5151580" y="141046"/>
                </a:lnTo>
                <a:lnTo>
                  <a:pt x="5153461" y="146861"/>
                </a:lnTo>
                <a:lnTo>
                  <a:pt x="5155341" y="143388"/>
                </a:lnTo>
                <a:lnTo>
                  <a:pt x="5160984" y="145623"/>
                </a:lnTo>
                <a:lnTo>
                  <a:pt x="5162865" y="141288"/>
                </a:lnTo>
                <a:lnTo>
                  <a:pt x="5164746" y="145852"/>
                </a:lnTo>
                <a:lnTo>
                  <a:pt x="5166627" y="144620"/>
                </a:lnTo>
                <a:lnTo>
                  <a:pt x="5174150" y="144200"/>
                </a:lnTo>
                <a:lnTo>
                  <a:pt x="5176031" y="138383"/>
                </a:lnTo>
                <a:lnTo>
                  <a:pt x="5179792" y="144090"/>
                </a:lnTo>
                <a:lnTo>
                  <a:pt x="5185435" y="145354"/>
                </a:lnTo>
                <a:lnTo>
                  <a:pt x="5187315" y="140704"/>
                </a:lnTo>
                <a:lnTo>
                  <a:pt x="5189196" y="143238"/>
                </a:lnTo>
                <a:lnTo>
                  <a:pt x="5206124" y="141269"/>
                </a:lnTo>
                <a:lnTo>
                  <a:pt x="5208005" y="146644"/>
                </a:lnTo>
                <a:lnTo>
                  <a:pt x="5209886" y="145186"/>
                </a:lnTo>
                <a:lnTo>
                  <a:pt x="5215528" y="145249"/>
                </a:lnTo>
                <a:lnTo>
                  <a:pt x="5217409" y="141093"/>
                </a:lnTo>
                <a:lnTo>
                  <a:pt x="5219290" y="142081"/>
                </a:lnTo>
                <a:lnTo>
                  <a:pt x="5221170" y="141655"/>
                </a:lnTo>
                <a:lnTo>
                  <a:pt x="5224932" y="144907"/>
                </a:lnTo>
                <a:lnTo>
                  <a:pt x="5226813" y="141372"/>
                </a:lnTo>
                <a:lnTo>
                  <a:pt x="5228694" y="142931"/>
                </a:lnTo>
                <a:lnTo>
                  <a:pt x="5230575" y="146890"/>
                </a:lnTo>
                <a:lnTo>
                  <a:pt x="5232456" y="143992"/>
                </a:lnTo>
                <a:lnTo>
                  <a:pt x="5236217" y="144932"/>
                </a:lnTo>
                <a:lnTo>
                  <a:pt x="5238098" y="141332"/>
                </a:lnTo>
                <a:lnTo>
                  <a:pt x="5239979" y="147168"/>
                </a:lnTo>
                <a:lnTo>
                  <a:pt x="5241860" y="143637"/>
                </a:lnTo>
                <a:lnTo>
                  <a:pt x="5247502" y="145714"/>
                </a:lnTo>
                <a:lnTo>
                  <a:pt x="5268191" y="143960"/>
                </a:lnTo>
              </a:path>
            </a:pathLst>
          </a:custGeom>
          <a:noFill/>
          <a:ln w="24847">
            <a:solidFill>
              <a:srgbClr val="3B6CA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Editable path 127"/>
          <p:cNvSpPr/>
          <p:nvPr/>
        </p:nvSpPr>
        <p:spPr>
          <a:xfrm>
            <a:off x="3890529" y="5473086"/>
            <a:ext cx="5268191" cy="652838"/>
          </a:xfrm>
          <a:custGeom>
            <a:avLst/>
            <a:gdLst/>
            <a:ahLst/>
            <a:cxnLst/>
            <a:rect l="l" t="t" r="r" b="b"/>
            <a:pathLst>
              <a:path w="5268191" h="652838">
                <a:moveTo>
                  <a:pt x="0" y="589361"/>
                </a:moveTo>
                <a:lnTo>
                  <a:pt x="5643" y="588046"/>
                </a:lnTo>
                <a:lnTo>
                  <a:pt x="13166" y="585031"/>
                </a:lnTo>
                <a:lnTo>
                  <a:pt x="16928" y="580872"/>
                </a:lnTo>
                <a:lnTo>
                  <a:pt x="22570" y="579642"/>
                </a:lnTo>
                <a:lnTo>
                  <a:pt x="31974" y="575390"/>
                </a:lnTo>
                <a:lnTo>
                  <a:pt x="41378" y="574165"/>
                </a:lnTo>
                <a:lnTo>
                  <a:pt x="63948" y="569683"/>
                </a:lnTo>
                <a:lnTo>
                  <a:pt x="71471" y="568821"/>
                </a:lnTo>
                <a:lnTo>
                  <a:pt x="94041" y="567767"/>
                </a:lnTo>
                <a:lnTo>
                  <a:pt x="95922" y="570496"/>
                </a:lnTo>
                <a:lnTo>
                  <a:pt x="99684" y="565207"/>
                </a:lnTo>
                <a:lnTo>
                  <a:pt x="103445" y="564962"/>
                </a:lnTo>
                <a:lnTo>
                  <a:pt x="109088" y="563816"/>
                </a:lnTo>
                <a:lnTo>
                  <a:pt x="112850" y="563438"/>
                </a:lnTo>
                <a:lnTo>
                  <a:pt x="120373" y="563030"/>
                </a:lnTo>
                <a:lnTo>
                  <a:pt x="139181" y="561123"/>
                </a:lnTo>
                <a:lnTo>
                  <a:pt x="141062" y="561028"/>
                </a:lnTo>
                <a:lnTo>
                  <a:pt x="144824" y="566594"/>
                </a:lnTo>
                <a:lnTo>
                  <a:pt x="148585" y="561737"/>
                </a:lnTo>
                <a:lnTo>
                  <a:pt x="161751" y="561761"/>
                </a:lnTo>
                <a:lnTo>
                  <a:pt x="163632" y="565671"/>
                </a:lnTo>
                <a:lnTo>
                  <a:pt x="167393" y="559425"/>
                </a:lnTo>
                <a:lnTo>
                  <a:pt x="171155" y="559357"/>
                </a:lnTo>
                <a:lnTo>
                  <a:pt x="176798" y="555063"/>
                </a:lnTo>
                <a:lnTo>
                  <a:pt x="178678" y="554245"/>
                </a:lnTo>
                <a:lnTo>
                  <a:pt x="182440" y="558367"/>
                </a:lnTo>
                <a:lnTo>
                  <a:pt x="193725" y="554428"/>
                </a:lnTo>
                <a:lnTo>
                  <a:pt x="197487" y="556574"/>
                </a:lnTo>
                <a:lnTo>
                  <a:pt x="199368" y="555487"/>
                </a:lnTo>
                <a:lnTo>
                  <a:pt x="203129" y="564101"/>
                </a:lnTo>
                <a:lnTo>
                  <a:pt x="210652" y="553081"/>
                </a:lnTo>
                <a:lnTo>
                  <a:pt x="221937" y="560116"/>
                </a:lnTo>
                <a:lnTo>
                  <a:pt x="225699" y="552250"/>
                </a:lnTo>
                <a:lnTo>
                  <a:pt x="227580" y="554189"/>
                </a:lnTo>
                <a:lnTo>
                  <a:pt x="231342" y="559067"/>
                </a:lnTo>
                <a:lnTo>
                  <a:pt x="235103" y="555340"/>
                </a:lnTo>
                <a:lnTo>
                  <a:pt x="238865" y="565545"/>
                </a:lnTo>
                <a:lnTo>
                  <a:pt x="240746" y="561594"/>
                </a:lnTo>
                <a:lnTo>
                  <a:pt x="242627" y="562756"/>
                </a:lnTo>
                <a:lnTo>
                  <a:pt x="246388" y="552265"/>
                </a:lnTo>
                <a:lnTo>
                  <a:pt x="248269" y="556303"/>
                </a:lnTo>
                <a:lnTo>
                  <a:pt x="250150" y="557969"/>
                </a:lnTo>
                <a:lnTo>
                  <a:pt x="252031" y="555250"/>
                </a:lnTo>
                <a:lnTo>
                  <a:pt x="253911" y="559339"/>
                </a:lnTo>
                <a:lnTo>
                  <a:pt x="255792" y="556519"/>
                </a:lnTo>
                <a:lnTo>
                  <a:pt x="276481" y="553891"/>
                </a:lnTo>
                <a:lnTo>
                  <a:pt x="282124" y="552858"/>
                </a:lnTo>
                <a:lnTo>
                  <a:pt x="293409" y="555326"/>
                </a:lnTo>
                <a:lnTo>
                  <a:pt x="308455" y="555378"/>
                </a:lnTo>
                <a:lnTo>
                  <a:pt x="312217" y="550565"/>
                </a:lnTo>
                <a:lnTo>
                  <a:pt x="315979" y="555156"/>
                </a:lnTo>
                <a:lnTo>
                  <a:pt x="321621" y="551770"/>
                </a:lnTo>
                <a:lnTo>
                  <a:pt x="325383" y="556659"/>
                </a:lnTo>
                <a:lnTo>
                  <a:pt x="327264" y="554974"/>
                </a:lnTo>
                <a:lnTo>
                  <a:pt x="331025" y="552647"/>
                </a:lnTo>
                <a:lnTo>
                  <a:pt x="342310" y="553041"/>
                </a:lnTo>
                <a:lnTo>
                  <a:pt x="346072" y="561012"/>
                </a:lnTo>
                <a:lnTo>
                  <a:pt x="349833" y="550255"/>
                </a:lnTo>
                <a:lnTo>
                  <a:pt x="364880" y="556837"/>
                </a:lnTo>
                <a:lnTo>
                  <a:pt x="370523" y="550994"/>
                </a:lnTo>
                <a:lnTo>
                  <a:pt x="385569" y="551971"/>
                </a:lnTo>
                <a:lnTo>
                  <a:pt x="387450" y="554379"/>
                </a:lnTo>
                <a:lnTo>
                  <a:pt x="389331" y="552539"/>
                </a:lnTo>
                <a:lnTo>
                  <a:pt x="396854" y="550181"/>
                </a:lnTo>
                <a:lnTo>
                  <a:pt x="419424" y="551241"/>
                </a:lnTo>
                <a:lnTo>
                  <a:pt x="421305" y="548253"/>
                </a:lnTo>
                <a:lnTo>
                  <a:pt x="425067" y="550995"/>
                </a:lnTo>
                <a:lnTo>
                  <a:pt x="428828" y="549490"/>
                </a:lnTo>
                <a:lnTo>
                  <a:pt x="430709" y="545298"/>
                </a:lnTo>
                <a:lnTo>
                  <a:pt x="432590" y="548013"/>
                </a:lnTo>
                <a:lnTo>
                  <a:pt x="441994" y="548838"/>
                </a:lnTo>
                <a:lnTo>
                  <a:pt x="449517" y="546724"/>
                </a:lnTo>
                <a:lnTo>
                  <a:pt x="455160" y="549439"/>
                </a:lnTo>
                <a:lnTo>
                  <a:pt x="457041" y="551052"/>
                </a:lnTo>
                <a:lnTo>
                  <a:pt x="458921" y="546996"/>
                </a:lnTo>
                <a:lnTo>
                  <a:pt x="460802" y="548358"/>
                </a:lnTo>
                <a:lnTo>
                  <a:pt x="466445" y="547748"/>
                </a:lnTo>
                <a:lnTo>
                  <a:pt x="468325" y="551171"/>
                </a:lnTo>
                <a:lnTo>
                  <a:pt x="470206" y="549413"/>
                </a:lnTo>
                <a:lnTo>
                  <a:pt x="479610" y="549848"/>
                </a:lnTo>
                <a:lnTo>
                  <a:pt x="489015" y="547230"/>
                </a:lnTo>
                <a:lnTo>
                  <a:pt x="492776" y="540821"/>
                </a:lnTo>
                <a:lnTo>
                  <a:pt x="494657" y="545320"/>
                </a:lnTo>
                <a:lnTo>
                  <a:pt x="496538" y="543033"/>
                </a:lnTo>
                <a:lnTo>
                  <a:pt x="502180" y="545694"/>
                </a:lnTo>
                <a:lnTo>
                  <a:pt x="537916" y="542574"/>
                </a:lnTo>
                <a:lnTo>
                  <a:pt x="543559" y="547621"/>
                </a:lnTo>
                <a:lnTo>
                  <a:pt x="545439" y="553503"/>
                </a:lnTo>
                <a:lnTo>
                  <a:pt x="552963" y="536119"/>
                </a:lnTo>
                <a:lnTo>
                  <a:pt x="560486" y="547198"/>
                </a:lnTo>
                <a:lnTo>
                  <a:pt x="566128" y="541742"/>
                </a:lnTo>
                <a:lnTo>
                  <a:pt x="571771" y="541880"/>
                </a:lnTo>
                <a:lnTo>
                  <a:pt x="581175" y="542508"/>
                </a:lnTo>
                <a:lnTo>
                  <a:pt x="588698" y="538007"/>
                </a:lnTo>
                <a:lnTo>
                  <a:pt x="590579" y="543059"/>
                </a:lnTo>
                <a:lnTo>
                  <a:pt x="594341" y="527245"/>
                </a:lnTo>
                <a:lnTo>
                  <a:pt x="599983" y="544269"/>
                </a:lnTo>
                <a:lnTo>
                  <a:pt x="601864" y="540616"/>
                </a:lnTo>
                <a:lnTo>
                  <a:pt x="603745" y="542882"/>
                </a:lnTo>
                <a:lnTo>
                  <a:pt x="609387" y="548407"/>
                </a:lnTo>
                <a:lnTo>
                  <a:pt x="611268" y="534197"/>
                </a:lnTo>
                <a:lnTo>
                  <a:pt x="613149" y="536007"/>
                </a:lnTo>
                <a:lnTo>
                  <a:pt x="620672" y="527674"/>
                </a:lnTo>
                <a:lnTo>
                  <a:pt x="628196" y="543962"/>
                </a:lnTo>
                <a:lnTo>
                  <a:pt x="633838" y="532776"/>
                </a:lnTo>
                <a:lnTo>
                  <a:pt x="637600" y="539620"/>
                </a:lnTo>
                <a:lnTo>
                  <a:pt x="639481" y="537704"/>
                </a:lnTo>
                <a:lnTo>
                  <a:pt x="643242" y="534291"/>
                </a:lnTo>
                <a:lnTo>
                  <a:pt x="647004" y="536869"/>
                </a:lnTo>
                <a:lnTo>
                  <a:pt x="648885" y="534687"/>
                </a:lnTo>
                <a:lnTo>
                  <a:pt x="650765" y="536754"/>
                </a:lnTo>
                <a:lnTo>
                  <a:pt x="658289" y="534128"/>
                </a:lnTo>
                <a:lnTo>
                  <a:pt x="660170" y="537576"/>
                </a:lnTo>
                <a:lnTo>
                  <a:pt x="663931" y="529581"/>
                </a:lnTo>
                <a:lnTo>
                  <a:pt x="665812" y="531528"/>
                </a:lnTo>
                <a:lnTo>
                  <a:pt x="669574" y="533996"/>
                </a:lnTo>
                <a:lnTo>
                  <a:pt x="671455" y="528504"/>
                </a:lnTo>
                <a:lnTo>
                  <a:pt x="673336" y="529516"/>
                </a:lnTo>
                <a:lnTo>
                  <a:pt x="677097" y="528796"/>
                </a:lnTo>
                <a:lnTo>
                  <a:pt x="678978" y="531487"/>
                </a:lnTo>
                <a:lnTo>
                  <a:pt x="680859" y="527152"/>
                </a:lnTo>
                <a:lnTo>
                  <a:pt x="682740" y="528128"/>
                </a:lnTo>
                <a:lnTo>
                  <a:pt x="684620" y="529159"/>
                </a:lnTo>
                <a:lnTo>
                  <a:pt x="690263" y="520427"/>
                </a:lnTo>
                <a:lnTo>
                  <a:pt x="692144" y="524321"/>
                </a:lnTo>
                <a:lnTo>
                  <a:pt x="694025" y="522062"/>
                </a:lnTo>
                <a:lnTo>
                  <a:pt x="703429" y="522973"/>
                </a:lnTo>
                <a:lnTo>
                  <a:pt x="705309" y="519769"/>
                </a:lnTo>
                <a:lnTo>
                  <a:pt x="707190" y="522220"/>
                </a:lnTo>
                <a:lnTo>
                  <a:pt x="710952" y="523228"/>
                </a:lnTo>
                <a:lnTo>
                  <a:pt x="716594" y="527358"/>
                </a:lnTo>
                <a:lnTo>
                  <a:pt x="720356" y="526745"/>
                </a:lnTo>
                <a:lnTo>
                  <a:pt x="722237" y="530811"/>
                </a:lnTo>
                <a:lnTo>
                  <a:pt x="724118" y="528505"/>
                </a:lnTo>
                <a:lnTo>
                  <a:pt x="725999" y="525622"/>
                </a:lnTo>
                <a:lnTo>
                  <a:pt x="727879" y="530032"/>
                </a:lnTo>
                <a:lnTo>
                  <a:pt x="729760" y="528809"/>
                </a:lnTo>
                <a:lnTo>
                  <a:pt x="733522" y="527887"/>
                </a:lnTo>
                <a:lnTo>
                  <a:pt x="735403" y="524893"/>
                </a:lnTo>
                <a:lnTo>
                  <a:pt x="741045" y="528033"/>
                </a:lnTo>
                <a:lnTo>
                  <a:pt x="756092" y="532309"/>
                </a:lnTo>
                <a:lnTo>
                  <a:pt x="757973" y="531481"/>
                </a:lnTo>
                <a:lnTo>
                  <a:pt x="759853" y="536430"/>
                </a:lnTo>
                <a:lnTo>
                  <a:pt x="761734" y="533067"/>
                </a:lnTo>
                <a:lnTo>
                  <a:pt x="769258" y="534472"/>
                </a:lnTo>
                <a:lnTo>
                  <a:pt x="771138" y="535439"/>
                </a:lnTo>
                <a:lnTo>
                  <a:pt x="773019" y="532047"/>
                </a:lnTo>
                <a:lnTo>
                  <a:pt x="774900" y="534750"/>
                </a:lnTo>
                <a:lnTo>
                  <a:pt x="784304" y="536533"/>
                </a:lnTo>
                <a:lnTo>
                  <a:pt x="799351" y="531746"/>
                </a:lnTo>
                <a:lnTo>
                  <a:pt x="804993" y="533087"/>
                </a:lnTo>
                <a:lnTo>
                  <a:pt x="810636" y="536528"/>
                </a:lnTo>
                <a:lnTo>
                  <a:pt x="814397" y="531936"/>
                </a:lnTo>
                <a:lnTo>
                  <a:pt x="816278" y="535813"/>
                </a:lnTo>
                <a:lnTo>
                  <a:pt x="818159" y="530800"/>
                </a:lnTo>
                <a:lnTo>
                  <a:pt x="821921" y="537868"/>
                </a:lnTo>
                <a:lnTo>
                  <a:pt x="825682" y="533572"/>
                </a:lnTo>
                <a:lnTo>
                  <a:pt x="829444" y="521979"/>
                </a:lnTo>
                <a:lnTo>
                  <a:pt x="831325" y="523267"/>
                </a:lnTo>
                <a:lnTo>
                  <a:pt x="833206" y="534893"/>
                </a:lnTo>
                <a:lnTo>
                  <a:pt x="835086" y="533472"/>
                </a:lnTo>
                <a:lnTo>
                  <a:pt x="838848" y="535840"/>
                </a:lnTo>
                <a:lnTo>
                  <a:pt x="846371" y="514484"/>
                </a:lnTo>
                <a:lnTo>
                  <a:pt x="848252" y="524777"/>
                </a:lnTo>
                <a:lnTo>
                  <a:pt x="850133" y="521425"/>
                </a:lnTo>
                <a:lnTo>
                  <a:pt x="861418" y="536789"/>
                </a:lnTo>
                <a:lnTo>
                  <a:pt x="863299" y="535306"/>
                </a:lnTo>
                <a:lnTo>
                  <a:pt x="870822" y="533652"/>
                </a:lnTo>
                <a:lnTo>
                  <a:pt x="874584" y="523990"/>
                </a:lnTo>
                <a:lnTo>
                  <a:pt x="876465" y="527621"/>
                </a:lnTo>
                <a:lnTo>
                  <a:pt x="883988" y="535439"/>
                </a:lnTo>
                <a:lnTo>
                  <a:pt x="887749" y="536612"/>
                </a:lnTo>
                <a:lnTo>
                  <a:pt x="893392" y="533091"/>
                </a:lnTo>
                <a:lnTo>
                  <a:pt x="900915" y="538055"/>
                </a:lnTo>
                <a:lnTo>
                  <a:pt x="902796" y="528594"/>
                </a:lnTo>
                <a:lnTo>
                  <a:pt x="904677" y="529615"/>
                </a:lnTo>
                <a:lnTo>
                  <a:pt x="912200" y="534394"/>
                </a:lnTo>
                <a:lnTo>
                  <a:pt x="915962" y="528741"/>
                </a:lnTo>
                <a:lnTo>
                  <a:pt x="921604" y="541068"/>
                </a:lnTo>
                <a:lnTo>
                  <a:pt x="925366" y="534849"/>
                </a:lnTo>
                <a:lnTo>
                  <a:pt x="934770" y="542751"/>
                </a:lnTo>
                <a:lnTo>
                  <a:pt x="938532" y="537752"/>
                </a:lnTo>
                <a:lnTo>
                  <a:pt x="942293" y="542219"/>
                </a:lnTo>
                <a:lnTo>
                  <a:pt x="944174" y="540880"/>
                </a:lnTo>
                <a:lnTo>
                  <a:pt x="946055" y="543733"/>
                </a:lnTo>
                <a:lnTo>
                  <a:pt x="947936" y="541803"/>
                </a:lnTo>
                <a:lnTo>
                  <a:pt x="949817" y="538380"/>
                </a:lnTo>
                <a:lnTo>
                  <a:pt x="951698" y="539837"/>
                </a:lnTo>
                <a:lnTo>
                  <a:pt x="957340" y="542573"/>
                </a:lnTo>
                <a:lnTo>
                  <a:pt x="961102" y="538927"/>
                </a:lnTo>
                <a:lnTo>
                  <a:pt x="968625" y="539193"/>
                </a:lnTo>
                <a:lnTo>
                  <a:pt x="970506" y="536560"/>
                </a:lnTo>
                <a:lnTo>
                  <a:pt x="976148" y="543638"/>
                </a:lnTo>
                <a:lnTo>
                  <a:pt x="979910" y="540538"/>
                </a:lnTo>
                <a:lnTo>
                  <a:pt x="981791" y="543934"/>
                </a:lnTo>
                <a:lnTo>
                  <a:pt x="987433" y="536878"/>
                </a:lnTo>
                <a:lnTo>
                  <a:pt x="991195" y="536084"/>
                </a:lnTo>
                <a:lnTo>
                  <a:pt x="994957" y="537384"/>
                </a:lnTo>
                <a:lnTo>
                  <a:pt x="1015646" y="538115"/>
                </a:lnTo>
                <a:lnTo>
                  <a:pt x="1021288" y="538695"/>
                </a:lnTo>
                <a:lnTo>
                  <a:pt x="1038216" y="538965"/>
                </a:lnTo>
                <a:lnTo>
                  <a:pt x="1041977" y="540866"/>
                </a:lnTo>
                <a:lnTo>
                  <a:pt x="1047620" y="543486"/>
                </a:lnTo>
                <a:lnTo>
                  <a:pt x="1049500" y="537487"/>
                </a:lnTo>
                <a:lnTo>
                  <a:pt x="1051381" y="539050"/>
                </a:lnTo>
                <a:lnTo>
                  <a:pt x="1055143" y="540212"/>
                </a:lnTo>
                <a:lnTo>
                  <a:pt x="1058905" y="538167"/>
                </a:lnTo>
                <a:lnTo>
                  <a:pt x="1062666" y="539005"/>
                </a:lnTo>
                <a:lnTo>
                  <a:pt x="1083355" y="541794"/>
                </a:lnTo>
                <a:lnTo>
                  <a:pt x="1088998" y="548811"/>
                </a:lnTo>
                <a:lnTo>
                  <a:pt x="1100283" y="540774"/>
                </a:lnTo>
                <a:lnTo>
                  <a:pt x="1115329" y="547947"/>
                </a:lnTo>
                <a:lnTo>
                  <a:pt x="1119091" y="540769"/>
                </a:lnTo>
                <a:lnTo>
                  <a:pt x="1120972" y="542944"/>
                </a:lnTo>
                <a:lnTo>
                  <a:pt x="1128495" y="541706"/>
                </a:lnTo>
                <a:lnTo>
                  <a:pt x="1137899" y="541235"/>
                </a:lnTo>
                <a:lnTo>
                  <a:pt x="1141661" y="542938"/>
                </a:lnTo>
                <a:lnTo>
                  <a:pt x="1145422" y="538224"/>
                </a:lnTo>
                <a:lnTo>
                  <a:pt x="1147303" y="544281"/>
                </a:lnTo>
                <a:lnTo>
                  <a:pt x="1149184" y="541448"/>
                </a:lnTo>
                <a:lnTo>
                  <a:pt x="1151065" y="538385"/>
                </a:lnTo>
                <a:lnTo>
                  <a:pt x="1154827" y="544636"/>
                </a:lnTo>
                <a:lnTo>
                  <a:pt x="1156707" y="546705"/>
                </a:lnTo>
                <a:lnTo>
                  <a:pt x="1158588" y="544432"/>
                </a:lnTo>
                <a:lnTo>
                  <a:pt x="1160469" y="541611"/>
                </a:lnTo>
                <a:lnTo>
                  <a:pt x="1162350" y="543716"/>
                </a:lnTo>
                <a:lnTo>
                  <a:pt x="1164231" y="547226"/>
                </a:lnTo>
                <a:lnTo>
                  <a:pt x="1171754" y="536180"/>
                </a:lnTo>
                <a:lnTo>
                  <a:pt x="1175516" y="542755"/>
                </a:lnTo>
                <a:lnTo>
                  <a:pt x="1179277" y="536660"/>
                </a:lnTo>
                <a:lnTo>
                  <a:pt x="1181158" y="538607"/>
                </a:lnTo>
                <a:lnTo>
                  <a:pt x="1186801" y="541729"/>
                </a:lnTo>
                <a:lnTo>
                  <a:pt x="1199966" y="540884"/>
                </a:lnTo>
                <a:lnTo>
                  <a:pt x="1205609" y="537290"/>
                </a:lnTo>
                <a:lnTo>
                  <a:pt x="1218775" y="538949"/>
                </a:lnTo>
                <a:lnTo>
                  <a:pt x="1220656" y="539123"/>
                </a:lnTo>
                <a:lnTo>
                  <a:pt x="1224417" y="543061"/>
                </a:lnTo>
                <a:lnTo>
                  <a:pt x="1228179" y="538130"/>
                </a:lnTo>
                <a:lnTo>
                  <a:pt x="1231940" y="540356"/>
                </a:lnTo>
                <a:lnTo>
                  <a:pt x="1235702" y="537189"/>
                </a:lnTo>
                <a:lnTo>
                  <a:pt x="1237583" y="541548"/>
                </a:lnTo>
                <a:lnTo>
                  <a:pt x="1241345" y="538481"/>
                </a:lnTo>
                <a:lnTo>
                  <a:pt x="1250749" y="538038"/>
                </a:lnTo>
                <a:lnTo>
                  <a:pt x="1254510" y="537031"/>
                </a:lnTo>
                <a:lnTo>
                  <a:pt x="1275199" y="540544"/>
                </a:lnTo>
                <a:lnTo>
                  <a:pt x="1284604" y="538890"/>
                </a:lnTo>
                <a:lnTo>
                  <a:pt x="1286484" y="539817"/>
                </a:lnTo>
                <a:lnTo>
                  <a:pt x="1288365" y="544182"/>
                </a:lnTo>
                <a:lnTo>
                  <a:pt x="1290246" y="541920"/>
                </a:lnTo>
                <a:lnTo>
                  <a:pt x="1292127" y="538628"/>
                </a:lnTo>
                <a:lnTo>
                  <a:pt x="1294008" y="540420"/>
                </a:lnTo>
                <a:lnTo>
                  <a:pt x="1297769" y="539964"/>
                </a:lnTo>
                <a:lnTo>
                  <a:pt x="1303412" y="537527"/>
                </a:lnTo>
                <a:lnTo>
                  <a:pt x="1307173" y="542993"/>
                </a:lnTo>
                <a:lnTo>
                  <a:pt x="1309054" y="541317"/>
                </a:lnTo>
                <a:lnTo>
                  <a:pt x="1314697" y="537972"/>
                </a:lnTo>
                <a:lnTo>
                  <a:pt x="1327862" y="540883"/>
                </a:lnTo>
                <a:lnTo>
                  <a:pt x="1337267" y="540052"/>
                </a:lnTo>
                <a:lnTo>
                  <a:pt x="1341028" y="540719"/>
                </a:lnTo>
                <a:lnTo>
                  <a:pt x="1357956" y="539871"/>
                </a:lnTo>
                <a:lnTo>
                  <a:pt x="1361717" y="540222"/>
                </a:lnTo>
                <a:lnTo>
                  <a:pt x="1363598" y="544844"/>
                </a:lnTo>
                <a:lnTo>
                  <a:pt x="1367360" y="540149"/>
                </a:lnTo>
                <a:lnTo>
                  <a:pt x="1371122" y="540890"/>
                </a:lnTo>
                <a:lnTo>
                  <a:pt x="1374883" y="539201"/>
                </a:lnTo>
                <a:lnTo>
                  <a:pt x="1457639" y="546068"/>
                </a:lnTo>
                <a:lnTo>
                  <a:pt x="1461401" y="543948"/>
                </a:lnTo>
                <a:lnTo>
                  <a:pt x="1467044" y="546474"/>
                </a:lnTo>
                <a:lnTo>
                  <a:pt x="1472686" y="545751"/>
                </a:lnTo>
                <a:lnTo>
                  <a:pt x="1489613" y="545464"/>
                </a:lnTo>
                <a:lnTo>
                  <a:pt x="1495256" y="547960"/>
                </a:lnTo>
                <a:lnTo>
                  <a:pt x="1497137" y="543066"/>
                </a:lnTo>
                <a:lnTo>
                  <a:pt x="1499018" y="545914"/>
                </a:lnTo>
                <a:lnTo>
                  <a:pt x="1508422" y="545417"/>
                </a:lnTo>
                <a:lnTo>
                  <a:pt x="1512183" y="545210"/>
                </a:lnTo>
                <a:lnTo>
                  <a:pt x="1514064" y="552501"/>
                </a:lnTo>
                <a:lnTo>
                  <a:pt x="1515945" y="543810"/>
                </a:lnTo>
                <a:lnTo>
                  <a:pt x="1517826" y="545200"/>
                </a:lnTo>
                <a:lnTo>
                  <a:pt x="1530992" y="545563"/>
                </a:lnTo>
                <a:lnTo>
                  <a:pt x="1532873" y="549042"/>
                </a:lnTo>
                <a:lnTo>
                  <a:pt x="1534753" y="547096"/>
                </a:lnTo>
                <a:lnTo>
                  <a:pt x="1538515" y="547056"/>
                </a:lnTo>
                <a:lnTo>
                  <a:pt x="1544157" y="545512"/>
                </a:lnTo>
                <a:lnTo>
                  <a:pt x="1549800" y="545097"/>
                </a:lnTo>
                <a:lnTo>
                  <a:pt x="1559204" y="546000"/>
                </a:lnTo>
                <a:lnTo>
                  <a:pt x="1561085" y="550580"/>
                </a:lnTo>
                <a:lnTo>
                  <a:pt x="1562966" y="543251"/>
                </a:lnTo>
                <a:lnTo>
                  <a:pt x="1564846" y="544555"/>
                </a:lnTo>
                <a:lnTo>
                  <a:pt x="1570489" y="542907"/>
                </a:lnTo>
                <a:lnTo>
                  <a:pt x="1572370" y="551340"/>
                </a:lnTo>
                <a:lnTo>
                  <a:pt x="1574251" y="549443"/>
                </a:lnTo>
                <a:lnTo>
                  <a:pt x="1578012" y="542935"/>
                </a:lnTo>
                <a:lnTo>
                  <a:pt x="1583655" y="545967"/>
                </a:lnTo>
                <a:lnTo>
                  <a:pt x="1589297" y="543158"/>
                </a:lnTo>
                <a:lnTo>
                  <a:pt x="1602463" y="545714"/>
                </a:lnTo>
                <a:lnTo>
                  <a:pt x="1606225" y="545593"/>
                </a:lnTo>
                <a:lnTo>
                  <a:pt x="1611867" y="541583"/>
                </a:lnTo>
                <a:lnTo>
                  <a:pt x="1615629" y="540591"/>
                </a:lnTo>
                <a:lnTo>
                  <a:pt x="1621271" y="541036"/>
                </a:lnTo>
                <a:lnTo>
                  <a:pt x="1643841" y="522949"/>
                </a:lnTo>
                <a:lnTo>
                  <a:pt x="1647603" y="529345"/>
                </a:lnTo>
                <a:lnTo>
                  <a:pt x="1649484" y="525582"/>
                </a:lnTo>
                <a:lnTo>
                  <a:pt x="1657007" y="518676"/>
                </a:lnTo>
                <a:lnTo>
                  <a:pt x="1668292" y="525820"/>
                </a:lnTo>
                <a:lnTo>
                  <a:pt x="1675815" y="521129"/>
                </a:lnTo>
                <a:lnTo>
                  <a:pt x="1683339" y="518823"/>
                </a:lnTo>
                <a:lnTo>
                  <a:pt x="1685219" y="520835"/>
                </a:lnTo>
                <a:lnTo>
                  <a:pt x="1690862" y="515893"/>
                </a:lnTo>
                <a:lnTo>
                  <a:pt x="1696504" y="522201"/>
                </a:lnTo>
                <a:lnTo>
                  <a:pt x="1700266" y="515819"/>
                </a:lnTo>
                <a:lnTo>
                  <a:pt x="1702147" y="514944"/>
                </a:lnTo>
                <a:lnTo>
                  <a:pt x="1705908" y="518337"/>
                </a:lnTo>
                <a:lnTo>
                  <a:pt x="1707789" y="512657"/>
                </a:lnTo>
                <a:lnTo>
                  <a:pt x="1709670" y="513775"/>
                </a:lnTo>
                <a:lnTo>
                  <a:pt x="1713432" y="511169"/>
                </a:lnTo>
                <a:lnTo>
                  <a:pt x="1719074" y="519797"/>
                </a:lnTo>
                <a:lnTo>
                  <a:pt x="1720955" y="515046"/>
                </a:lnTo>
                <a:lnTo>
                  <a:pt x="1728478" y="513466"/>
                </a:lnTo>
                <a:lnTo>
                  <a:pt x="1734121" y="520153"/>
                </a:lnTo>
                <a:lnTo>
                  <a:pt x="1736002" y="516254"/>
                </a:lnTo>
                <a:lnTo>
                  <a:pt x="1739763" y="512511"/>
                </a:lnTo>
                <a:lnTo>
                  <a:pt x="1745406" y="516378"/>
                </a:lnTo>
                <a:lnTo>
                  <a:pt x="1747287" y="513285"/>
                </a:lnTo>
                <a:lnTo>
                  <a:pt x="1749167" y="515171"/>
                </a:lnTo>
                <a:lnTo>
                  <a:pt x="1752929" y="519655"/>
                </a:lnTo>
                <a:lnTo>
                  <a:pt x="1756691" y="514235"/>
                </a:lnTo>
                <a:lnTo>
                  <a:pt x="1760452" y="516527"/>
                </a:lnTo>
                <a:lnTo>
                  <a:pt x="1764214" y="515229"/>
                </a:lnTo>
                <a:lnTo>
                  <a:pt x="1771737" y="516274"/>
                </a:lnTo>
                <a:lnTo>
                  <a:pt x="1788665" y="518205"/>
                </a:lnTo>
                <a:lnTo>
                  <a:pt x="1790546" y="527213"/>
                </a:lnTo>
                <a:lnTo>
                  <a:pt x="1792426" y="521508"/>
                </a:lnTo>
                <a:lnTo>
                  <a:pt x="1807473" y="514044"/>
                </a:lnTo>
                <a:lnTo>
                  <a:pt x="1814996" y="510653"/>
                </a:lnTo>
                <a:lnTo>
                  <a:pt x="1822519" y="509507"/>
                </a:lnTo>
                <a:lnTo>
                  <a:pt x="1839447" y="516882"/>
                </a:lnTo>
                <a:lnTo>
                  <a:pt x="1845090" y="521731"/>
                </a:lnTo>
                <a:lnTo>
                  <a:pt x="1869540" y="528761"/>
                </a:lnTo>
                <a:lnTo>
                  <a:pt x="1877063" y="522716"/>
                </a:lnTo>
                <a:lnTo>
                  <a:pt x="1882706" y="526836"/>
                </a:lnTo>
                <a:lnTo>
                  <a:pt x="1901514" y="529850"/>
                </a:lnTo>
                <a:lnTo>
                  <a:pt x="1909038" y="533889"/>
                </a:lnTo>
                <a:lnTo>
                  <a:pt x="1956058" y="548350"/>
                </a:lnTo>
                <a:lnTo>
                  <a:pt x="1959820" y="553402"/>
                </a:lnTo>
                <a:lnTo>
                  <a:pt x="1961701" y="549317"/>
                </a:lnTo>
                <a:lnTo>
                  <a:pt x="1963581" y="552473"/>
                </a:lnTo>
                <a:lnTo>
                  <a:pt x="1965462" y="554897"/>
                </a:lnTo>
                <a:lnTo>
                  <a:pt x="1969224" y="550783"/>
                </a:lnTo>
                <a:lnTo>
                  <a:pt x="1974866" y="553624"/>
                </a:lnTo>
                <a:lnTo>
                  <a:pt x="1980509" y="552040"/>
                </a:lnTo>
                <a:lnTo>
                  <a:pt x="1986151" y="556107"/>
                </a:lnTo>
                <a:lnTo>
                  <a:pt x="1988032" y="551677"/>
                </a:lnTo>
                <a:lnTo>
                  <a:pt x="1991794" y="558813"/>
                </a:lnTo>
                <a:lnTo>
                  <a:pt x="1995556" y="554687"/>
                </a:lnTo>
                <a:lnTo>
                  <a:pt x="2001198" y="556260"/>
                </a:lnTo>
                <a:lnTo>
                  <a:pt x="2003079" y="552205"/>
                </a:lnTo>
                <a:lnTo>
                  <a:pt x="2004960" y="557036"/>
                </a:lnTo>
                <a:lnTo>
                  <a:pt x="2006840" y="555001"/>
                </a:lnTo>
                <a:lnTo>
                  <a:pt x="2014364" y="557352"/>
                </a:lnTo>
                <a:lnTo>
                  <a:pt x="2018125" y="557291"/>
                </a:lnTo>
                <a:lnTo>
                  <a:pt x="2021887" y="559561"/>
                </a:lnTo>
                <a:lnTo>
                  <a:pt x="2023768" y="556673"/>
                </a:lnTo>
                <a:lnTo>
                  <a:pt x="2029410" y="562685"/>
                </a:lnTo>
                <a:lnTo>
                  <a:pt x="2035053" y="562331"/>
                </a:lnTo>
                <a:lnTo>
                  <a:pt x="2042576" y="568930"/>
                </a:lnTo>
                <a:lnTo>
                  <a:pt x="2050099" y="567749"/>
                </a:lnTo>
                <a:lnTo>
                  <a:pt x="2055742" y="572972"/>
                </a:lnTo>
                <a:lnTo>
                  <a:pt x="2057623" y="577657"/>
                </a:lnTo>
                <a:lnTo>
                  <a:pt x="2061384" y="569350"/>
                </a:lnTo>
                <a:lnTo>
                  <a:pt x="2065146" y="587449"/>
                </a:lnTo>
                <a:lnTo>
                  <a:pt x="2067027" y="594960"/>
                </a:lnTo>
                <a:lnTo>
                  <a:pt x="2068908" y="584174"/>
                </a:lnTo>
                <a:lnTo>
                  <a:pt x="2070789" y="586361"/>
                </a:lnTo>
                <a:lnTo>
                  <a:pt x="2072669" y="588065"/>
                </a:lnTo>
                <a:lnTo>
                  <a:pt x="2074550" y="584443"/>
                </a:lnTo>
                <a:lnTo>
                  <a:pt x="2082073" y="603161"/>
                </a:lnTo>
                <a:lnTo>
                  <a:pt x="2083954" y="597132"/>
                </a:lnTo>
                <a:lnTo>
                  <a:pt x="2087716" y="608501"/>
                </a:lnTo>
                <a:lnTo>
                  <a:pt x="2089597" y="607223"/>
                </a:lnTo>
                <a:lnTo>
                  <a:pt x="2091478" y="612335"/>
                </a:lnTo>
                <a:lnTo>
                  <a:pt x="2093358" y="610953"/>
                </a:lnTo>
                <a:lnTo>
                  <a:pt x="2095239" y="607262"/>
                </a:lnTo>
                <a:lnTo>
                  <a:pt x="2097120" y="608280"/>
                </a:lnTo>
                <a:lnTo>
                  <a:pt x="2108405" y="618623"/>
                </a:lnTo>
                <a:lnTo>
                  <a:pt x="2110286" y="615533"/>
                </a:lnTo>
                <a:lnTo>
                  <a:pt x="2115928" y="613597"/>
                </a:lnTo>
                <a:lnTo>
                  <a:pt x="2117809" y="618375"/>
                </a:lnTo>
                <a:lnTo>
                  <a:pt x="2119690" y="616716"/>
                </a:lnTo>
                <a:lnTo>
                  <a:pt x="2125332" y="618838"/>
                </a:lnTo>
                <a:lnTo>
                  <a:pt x="2134736" y="617526"/>
                </a:lnTo>
                <a:lnTo>
                  <a:pt x="2136617" y="606344"/>
                </a:lnTo>
                <a:lnTo>
                  <a:pt x="2138498" y="610348"/>
                </a:lnTo>
                <a:lnTo>
                  <a:pt x="2140379" y="610238"/>
                </a:lnTo>
                <a:lnTo>
                  <a:pt x="2146021" y="605624"/>
                </a:lnTo>
                <a:lnTo>
                  <a:pt x="2149783" y="608003"/>
                </a:lnTo>
                <a:lnTo>
                  <a:pt x="2153545" y="606650"/>
                </a:lnTo>
                <a:lnTo>
                  <a:pt x="2155426" y="604442"/>
                </a:lnTo>
                <a:lnTo>
                  <a:pt x="2159187" y="593926"/>
                </a:lnTo>
                <a:lnTo>
                  <a:pt x="2161068" y="601494"/>
                </a:lnTo>
                <a:lnTo>
                  <a:pt x="2162949" y="600884"/>
                </a:lnTo>
                <a:lnTo>
                  <a:pt x="2166711" y="597491"/>
                </a:lnTo>
                <a:lnTo>
                  <a:pt x="2168591" y="598541"/>
                </a:lnTo>
                <a:lnTo>
                  <a:pt x="2174234" y="587948"/>
                </a:lnTo>
                <a:lnTo>
                  <a:pt x="2176115" y="585646"/>
                </a:lnTo>
                <a:lnTo>
                  <a:pt x="2177996" y="589470"/>
                </a:lnTo>
                <a:lnTo>
                  <a:pt x="2179876" y="588528"/>
                </a:lnTo>
                <a:lnTo>
                  <a:pt x="2183638" y="585397"/>
                </a:lnTo>
                <a:lnTo>
                  <a:pt x="2185519" y="588189"/>
                </a:lnTo>
                <a:lnTo>
                  <a:pt x="2187400" y="585921"/>
                </a:lnTo>
                <a:lnTo>
                  <a:pt x="2194923" y="573425"/>
                </a:lnTo>
                <a:lnTo>
                  <a:pt x="2202446" y="578657"/>
                </a:lnTo>
                <a:lnTo>
                  <a:pt x="2208089" y="570448"/>
                </a:lnTo>
                <a:lnTo>
                  <a:pt x="2215612" y="564708"/>
                </a:lnTo>
                <a:lnTo>
                  <a:pt x="2217493" y="567155"/>
                </a:lnTo>
                <a:lnTo>
                  <a:pt x="2219374" y="564826"/>
                </a:lnTo>
                <a:lnTo>
                  <a:pt x="2221254" y="558727"/>
                </a:lnTo>
                <a:lnTo>
                  <a:pt x="2223135" y="560629"/>
                </a:lnTo>
                <a:lnTo>
                  <a:pt x="2228778" y="564618"/>
                </a:lnTo>
                <a:lnTo>
                  <a:pt x="2232540" y="562995"/>
                </a:lnTo>
                <a:lnTo>
                  <a:pt x="2236301" y="560132"/>
                </a:lnTo>
                <a:lnTo>
                  <a:pt x="2240063" y="550934"/>
                </a:lnTo>
                <a:lnTo>
                  <a:pt x="2243824" y="555102"/>
                </a:lnTo>
                <a:lnTo>
                  <a:pt x="2245705" y="552058"/>
                </a:lnTo>
                <a:lnTo>
                  <a:pt x="2247586" y="547067"/>
                </a:lnTo>
                <a:lnTo>
                  <a:pt x="2249467" y="549889"/>
                </a:lnTo>
                <a:lnTo>
                  <a:pt x="2253229" y="546519"/>
                </a:lnTo>
                <a:lnTo>
                  <a:pt x="2255109" y="541487"/>
                </a:lnTo>
                <a:lnTo>
                  <a:pt x="2256990" y="544629"/>
                </a:lnTo>
                <a:lnTo>
                  <a:pt x="2266394" y="526649"/>
                </a:lnTo>
                <a:lnTo>
                  <a:pt x="2270156" y="528540"/>
                </a:lnTo>
                <a:lnTo>
                  <a:pt x="2272037" y="520079"/>
                </a:lnTo>
                <a:lnTo>
                  <a:pt x="2273918" y="531510"/>
                </a:lnTo>
                <a:lnTo>
                  <a:pt x="2275798" y="520794"/>
                </a:lnTo>
                <a:lnTo>
                  <a:pt x="2277679" y="526111"/>
                </a:lnTo>
                <a:lnTo>
                  <a:pt x="2279560" y="527773"/>
                </a:lnTo>
                <a:lnTo>
                  <a:pt x="2281441" y="518684"/>
                </a:lnTo>
                <a:lnTo>
                  <a:pt x="2283322" y="521333"/>
                </a:lnTo>
                <a:lnTo>
                  <a:pt x="2288964" y="517919"/>
                </a:lnTo>
                <a:lnTo>
                  <a:pt x="2290845" y="527647"/>
                </a:lnTo>
                <a:lnTo>
                  <a:pt x="2292726" y="524565"/>
                </a:lnTo>
                <a:lnTo>
                  <a:pt x="2296487" y="530631"/>
                </a:lnTo>
                <a:lnTo>
                  <a:pt x="2298368" y="527901"/>
                </a:lnTo>
                <a:lnTo>
                  <a:pt x="2302130" y="524322"/>
                </a:lnTo>
                <a:lnTo>
                  <a:pt x="2307772" y="525068"/>
                </a:lnTo>
                <a:lnTo>
                  <a:pt x="2311534" y="521526"/>
                </a:lnTo>
                <a:lnTo>
                  <a:pt x="2315296" y="523059"/>
                </a:lnTo>
                <a:lnTo>
                  <a:pt x="2319057" y="517863"/>
                </a:lnTo>
                <a:lnTo>
                  <a:pt x="2324700" y="525843"/>
                </a:lnTo>
                <a:lnTo>
                  <a:pt x="2328461" y="519455"/>
                </a:lnTo>
                <a:lnTo>
                  <a:pt x="2334104" y="524309"/>
                </a:lnTo>
                <a:lnTo>
                  <a:pt x="2341627" y="518050"/>
                </a:lnTo>
                <a:lnTo>
                  <a:pt x="2347270" y="523641"/>
                </a:lnTo>
                <a:lnTo>
                  <a:pt x="2349151" y="521241"/>
                </a:lnTo>
                <a:lnTo>
                  <a:pt x="2352912" y="525205"/>
                </a:lnTo>
                <a:lnTo>
                  <a:pt x="2364197" y="527690"/>
                </a:lnTo>
                <a:lnTo>
                  <a:pt x="2373601" y="535956"/>
                </a:lnTo>
                <a:lnTo>
                  <a:pt x="2377363" y="534816"/>
                </a:lnTo>
                <a:lnTo>
                  <a:pt x="2386767" y="543625"/>
                </a:lnTo>
                <a:lnTo>
                  <a:pt x="2411218" y="567433"/>
                </a:lnTo>
                <a:lnTo>
                  <a:pt x="2413099" y="563097"/>
                </a:lnTo>
                <a:lnTo>
                  <a:pt x="2414980" y="565877"/>
                </a:lnTo>
                <a:lnTo>
                  <a:pt x="2420622" y="571725"/>
                </a:lnTo>
                <a:lnTo>
                  <a:pt x="2433788" y="582844"/>
                </a:lnTo>
                <a:lnTo>
                  <a:pt x="2435668" y="587121"/>
                </a:lnTo>
                <a:lnTo>
                  <a:pt x="2437549" y="585752"/>
                </a:lnTo>
                <a:lnTo>
                  <a:pt x="2439430" y="586493"/>
                </a:lnTo>
                <a:lnTo>
                  <a:pt x="2446953" y="597415"/>
                </a:lnTo>
                <a:lnTo>
                  <a:pt x="2486451" y="637898"/>
                </a:lnTo>
                <a:lnTo>
                  <a:pt x="2493974" y="637998"/>
                </a:lnTo>
                <a:lnTo>
                  <a:pt x="2503378" y="639798"/>
                </a:lnTo>
                <a:lnTo>
                  <a:pt x="2516544" y="643066"/>
                </a:lnTo>
                <a:lnTo>
                  <a:pt x="2563565" y="652838"/>
                </a:lnTo>
                <a:lnTo>
                  <a:pt x="2580492" y="648634"/>
                </a:lnTo>
                <a:lnTo>
                  <a:pt x="2584254" y="643824"/>
                </a:lnTo>
                <a:lnTo>
                  <a:pt x="2588015" y="643873"/>
                </a:lnTo>
                <a:lnTo>
                  <a:pt x="2595539" y="639509"/>
                </a:lnTo>
                <a:lnTo>
                  <a:pt x="2599301" y="633495"/>
                </a:lnTo>
                <a:lnTo>
                  <a:pt x="2601181" y="639173"/>
                </a:lnTo>
                <a:lnTo>
                  <a:pt x="2603062" y="637048"/>
                </a:lnTo>
                <a:lnTo>
                  <a:pt x="2604943" y="636645"/>
                </a:lnTo>
                <a:lnTo>
                  <a:pt x="2616228" y="614854"/>
                </a:lnTo>
                <a:lnTo>
                  <a:pt x="2619989" y="616412"/>
                </a:lnTo>
                <a:lnTo>
                  <a:pt x="2621870" y="615374"/>
                </a:lnTo>
                <a:lnTo>
                  <a:pt x="2629393" y="602789"/>
                </a:lnTo>
                <a:lnTo>
                  <a:pt x="2651963" y="577160"/>
                </a:lnTo>
                <a:lnTo>
                  <a:pt x="2653844" y="583270"/>
                </a:lnTo>
                <a:lnTo>
                  <a:pt x="2655725" y="580050"/>
                </a:lnTo>
                <a:lnTo>
                  <a:pt x="2657606" y="582367"/>
                </a:lnTo>
                <a:lnTo>
                  <a:pt x="2665129" y="565342"/>
                </a:lnTo>
                <a:lnTo>
                  <a:pt x="2667010" y="569113"/>
                </a:lnTo>
                <a:lnTo>
                  <a:pt x="2670772" y="568501"/>
                </a:lnTo>
                <a:lnTo>
                  <a:pt x="2674533" y="563047"/>
                </a:lnTo>
                <a:lnTo>
                  <a:pt x="2676414" y="563556"/>
                </a:lnTo>
                <a:lnTo>
                  <a:pt x="2682057" y="557668"/>
                </a:lnTo>
                <a:lnTo>
                  <a:pt x="2683937" y="559359"/>
                </a:lnTo>
                <a:lnTo>
                  <a:pt x="2687699" y="555248"/>
                </a:lnTo>
                <a:lnTo>
                  <a:pt x="2689580" y="557596"/>
                </a:lnTo>
                <a:lnTo>
                  <a:pt x="2693341" y="549465"/>
                </a:lnTo>
                <a:lnTo>
                  <a:pt x="2695222" y="551460"/>
                </a:lnTo>
                <a:lnTo>
                  <a:pt x="2698984" y="547950"/>
                </a:lnTo>
                <a:lnTo>
                  <a:pt x="2700865" y="540796"/>
                </a:lnTo>
                <a:lnTo>
                  <a:pt x="2702746" y="547621"/>
                </a:lnTo>
                <a:lnTo>
                  <a:pt x="2704627" y="545038"/>
                </a:lnTo>
                <a:lnTo>
                  <a:pt x="2706508" y="541110"/>
                </a:lnTo>
                <a:lnTo>
                  <a:pt x="2708388" y="542569"/>
                </a:lnTo>
                <a:lnTo>
                  <a:pt x="2717792" y="562993"/>
                </a:lnTo>
                <a:lnTo>
                  <a:pt x="2719673" y="558133"/>
                </a:lnTo>
                <a:lnTo>
                  <a:pt x="2723435" y="549337"/>
                </a:lnTo>
                <a:lnTo>
                  <a:pt x="2727196" y="559849"/>
                </a:lnTo>
                <a:lnTo>
                  <a:pt x="2732839" y="551815"/>
                </a:lnTo>
                <a:lnTo>
                  <a:pt x="2736600" y="570047"/>
                </a:lnTo>
                <a:lnTo>
                  <a:pt x="2738481" y="567804"/>
                </a:lnTo>
                <a:lnTo>
                  <a:pt x="2740362" y="568668"/>
                </a:lnTo>
                <a:lnTo>
                  <a:pt x="2742243" y="566126"/>
                </a:lnTo>
                <a:lnTo>
                  <a:pt x="2744124" y="574840"/>
                </a:lnTo>
                <a:lnTo>
                  <a:pt x="2746005" y="573806"/>
                </a:lnTo>
                <a:lnTo>
                  <a:pt x="2753528" y="575329"/>
                </a:lnTo>
                <a:lnTo>
                  <a:pt x="2757290" y="560666"/>
                </a:lnTo>
                <a:lnTo>
                  <a:pt x="2761051" y="583309"/>
                </a:lnTo>
                <a:lnTo>
                  <a:pt x="2762932" y="581492"/>
                </a:lnTo>
                <a:lnTo>
                  <a:pt x="2764813" y="577670"/>
                </a:lnTo>
                <a:lnTo>
                  <a:pt x="2766694" y="580680"/>
                </a:lnTo>
                <a:lnTo>
                  <a:pt x="2768574" y="579856"/>
                </a:lnTo>
                <a:lnTo>
                  <a:pt x="2770455" y="574390"/>
                </a:lnTo>
                <a:lnTo>
                  <a:pt x="2774217" y="591018"/>
                </a:lnTo>
                <a:lnTo>
                  <a:pt x="2776098" y="586371"/>
                </a:lnTo>
                <a:lnTo>
                  <a:pt x="2777979" y="588781"/>
                </a:lnTo>
                <a:lnTo>
                  <a:pt x="2781741" y="601331"/>
                </a:lnTo>
                <a:lnTo>
                  <a:pt x="2783621" y="599130"/>
                </a:lnTo>
                <a:lnTo>
                  <a:pt x="2787383" y="604272"/>
                </a:lnTo>
                <a:lnTo>
                  <a:pt x="2789264" y="595869"/>
                </a:lnTo>
                <a:lnTo>
                  <a:pt x="2791145" y="597545"/>
                </a:lnTo>
                <a:lnTo>
                  <a:pt x="2794906" y="610822"/>
                </a:lnTo>
                <a:lnTo>
                  <a:pt x="2796787" y="609664"/>
                </a:lnTo>
                <a:lnTo>
                  <a:pt x="2802429" y="611885"/>
                </a:lnTo>
                <a:lnTo>
                  <a:pt x="2806191" y="611777"/>
                </a:lnTo>
                <a:lnTo>
                  <a:pt x="2811833" y="609148"/>
                </a:lnTo>
                <a:lnTo>
                  <a:pt x="2817476" y="604353"/>
                </a:lnTo>
                <a:lnTo>
                  <a:pt x="2824999" y="603236"/>
                </a:lnTo>
                <a:lnTo>
                  <a:pt x="2826880" y="604871"/>
                </a:lnTo>
                <a:lnTo>
                  <a:pt x="2828761" y="602564"/>
                </a:lnTo>
                <a:lnTo>
                  <a:pt x="2830642" y="598422"/>
                </a:lnTo>
                <a:lnTo>
                  <a:pt x="2832523" y="599351"/>
                </a:lnTo>
                <a:lnTo>
                  <a:pt x="2834403" y="599923"/>
                </a:lnTo>
                <a:lnTo>
                  <a:pt x="2836284" y="596196"/>
                </a:lnTo>
                <a:lnTo>
                  <a:pt x="2838165" y="597659"/>
                </a:lnTo>
                <a:lnTo>
                  <a:pt x="2841927" y="595455"/>
                </a:lnTo>
                <a:lnTo>
                  <a:pt x="2843807" y="589427"/>
                </a:lnTo>
                <a:lnTo>
                  <a:pt x="2845688" y="590152"/>
                </a:lnTo>
                <a:lnTo>
                  <a:pt x="2847569" y="588170"/>
                </a:lnTo>
                <a:lnTo>
                  <a:pt x="2855093" y="596068"/>
                </a:lnTo>
                <a:lnTo>
                  <a:pt x="2860735" y="585434"/>
                </a:lnTo>
                <a:lnTo>
                  <a:pt x="2864497" y="589483"/>
                </a:lnTo>
                <a:lnTo>
                  <a:pt x="2866378" y="588834"/>
                </a:lnTo>
                <a:lnTo>
                  <a:pt x="2868258" y="584066"/>
                </a:lnTo>
                <a:lnTo>
                  <a:pt x="2870139" y="592463"/>
                </a:lnTo>
                <a:lnTo>
                  <a:pt x="2872020" y="581608"/>
                </a:lnTo>
                <a:lnTo>
                  <a:pt x="2873901" y="586403"/>
                </a:lnTo>
                <a:lnTo>
                  <a:pt x="2881424" y="587394"/>
                </a:lnTo>
                <a:lnTo>
                  <a:pt x="2885186" y="588861"/>
                </a:lnTo>
                <a:lnTo>
                  <a:pt x="2888948" y="575453"/>
                </a:lnTo>
                <a:lnTo>
                  <a:pt x="2890828" y="583820"/>
                </a:lnTo>
                <a:lnTo>
                  <a:pt x="2892709" y="578225"/>
                </a:lnTo>
                <a:lnTo>
                  <a:pt x="2894590" y="576865"/>
                </a:lnTo>
                <a:lnTo>
                  <a:pt x="2902113" y="586506"/>
                </a:lnTo>
                <a:lnTo>
                  <a:pt x="2911517" y="569933"/>
                </a:lnTo>
                <a:lnTo>
                  <a:pt x="2913398" y="574503"/>
                </a:lnTo>
                <a:lnTo>
                  <a:pt x="2915279" y="564997"/>
                </a:lnTo>
                <a:lnTo>
                  <a:pt x="2917160" y="571228"/>
                </a:lnTo>
                <a:lnTo>
                  <a:pt x="2919040" y="573866"/>
                </a:lnTo>
                <a:lnTo>
                  <a:pt x="2922802" y="561059"/>
                </a:lnTo>
                <a:lnTo>
                  <a:pt x="2924683" y="563079"/>
                </a:lnTo>
                <a:lnTo>
                  <a:pt x="2926564" y="567749"/>
                </a:lnTo>
                <a:lnTo>
                  <a:pt x="2928445" y="560336"/>
                </a:lnTo>
                <a:lnTo>
                  <a:pt x="2930326" y="563709"/>
                </a:lnTo>
                <a:lnTo>
                  <a:pt x="2934087" y="568657"/>
                </a:lnTo>
                <a:lnTo>
                  <a:pt x="2935968" y="557545"/>
                </a:lnTo>
                <a:lnTo>
                  <a:pt x="2937849" y="562886"/>
                </a:lnTo>
                <a:lnTo>
                  <a:pt x="2939730" y="562884"/>
                </a:lnTo>
                <a:lnTo>
                  <a:pt x="2943491" y="553023"/>
                </a:lnTo>
                <a:lnTo>
                  <a:pt x="2945372" y="558829"/>
                </a:lnTo>
                <a:lnTo>
                  <a:pt x="2947253" y="557736"/>
                </a:lnTo>
                <a:lnTo>
                  <a:pt x="2949134" y="554438"/>
                </a:lnTo>
                <a:lnTo>
                  <a:pt x="2954776" y="563402"/>
                </a:lnTo>
                <a:lnTo>
                  <a:pt x="2956657" y="555977"/>
                </a:lnTo>
                <a:lnTo>
                  <a:pt x="2958538" y="560688"/>
                </a:lnTo>
                <a:lnTo>
                  <a:pt x="2962300" y="559835"/>
                </a:lnTo>
                <a:lnTo>
                  <a:pt x="2964181" y="561170"/>
                </a:lnTo>
                <a:lnTo>
                  <a:pt x="2971704" y="554889"/>
                </a:lnTo>
                <a:lnTo>
                  <a:pt x="2975465" y="562084"/>
                </a:lnTo>
                <a:lnTo>
                  <a:pt x="2979227" y="562308"/>
                </a:lnTo>
                <a:lnTo>
                  <a:pt x="2981108" y="551079"/>
                </a:lnTo>
                <a:lnTo>
                  <a:pt x="2984869" y="563916"/>
                </a:lnTo>
                <a:lnTo>
                  <a:pt x="2988631" y="557925"/>
                </a:lnTo>
                <a:lnTo>
                  <a:pt x="2990512" y="560528"/>
                </a:lnTo>
                <a:lnTo>
                  <a:pt x="2998035" y="555789"/>
                </a:lnTo>
                <a:lnTo>
                  <a:pt x="3001797" y="568722"/>
                </a:lnTo>
                <a:lnTo>
                  <a:pt x="3003678" y="565972"/>
                </a:lnTo>
                <a:lnTo>
                  <a:pt x="3005559" y="559591"/>
                </a:lnTo>
                <a:lnTo>
                  <a:pt x="3007439" y="562393"/>
                </a:lnTo>
                <a:lnTo>
                  <a:pt x="3009320" y="567802"/>
                </a:lnTo>
                <a:lnTo>
                  <a:pt x="3011201" y="566355"/>
                </a:lnTo>
                <a:lnTo>
                  <a:pt x="3014963" y="552128"/>
                </a:lnTo>
                <a:lnTo>
                  <a:pt x="3018724" y="559918"/>
                </a:lnTo>
                <a:lnTo>
                  <a:pt x="3020605" y="547982"/>
                </a:lnTo>
                <a:lnTo>
                  <a:pt x="3022486" y="550896"/>
                </a:lnTo>
                <a:lnTo>
                  <a:pt x="3028128" y="564175"/>
                </a:lnTo>
                <a:lnTo>
                  <a:pt x="3031890" y="551772"/>
                </a:lnTo>
                <a:lnTo>
                  <a:pt x="3035652" y="556803"/>
                </a:lnTo>
                <a:lnTo>
                  <a:pt x="3037533" y="555623"/>
                </a:lnTo>
                <a:lnTo>
                  <a:pt x="3045056" y="562083"/>
                </a:lnTo>
                <a:lnTo>
                  <a:pt x="3050698" y="552109"/>
                </a:lnTo>
                <a:lnTo>
                  <a:pt x="3054460" y="563070"/>
                </a:lnTo>
                <a:lnTo>
                  <a:pt x="3058222" y="555793"/>
                </a:lnTo>
                <a:lnTo>
                  <a:pt x="3065745" y="558210"/>
                </a:lnTo>
                <a:lnTo>
                  <a:pt x="3067626" y="551751"/>
                </a:lnTo>
                <a:lnTo>
                  <a:pt x="3069507" y="552513"/>
                </a:lnTo>
                <a:lnTo>
                  <a:pt x="3071388" y="553494"/>
                </a:lnTo>
                <a:lnTo>
                  <a:pt x="3075149" y="551621"/>
                </a:lnTo>
                <a:lnTo>
                  <a:pt x="3078911" y="553311"/>
                </a:lnTo>
                <a:lnTo>
                  <a:pt x="3084553" y="551248"/>
                </a:lnTo>
                <a:lnTo>
                  <a:pt x="3086434" y="551132"/>
                </a:lnTo>
                <a:lnTo>
                  <a:pt x="3088315" y="555261"/>
                </a:lnTo>
                <a:lnTo>
                  <a:pt x="3090196" y="553795"/>
                </a:lnTo>
                <a:lnTo>
                  <a:pt x="3093957" y="549966"/>
                </a:lnTo>
                <a:lnTo>
                  <a:pt x="3095838" y="557186"/>
                </a:lnTo>
                <a:lnTo>
                  <a:pt x="3097719" y="554857"/>
                </a:lnTo>
                <a:lnTo>
                  <a:pt x="3099600" y="555463"/>
                </a:lnTo>
                <a:lnTo>
                  <a:pt x="3105242" y="542741"/>
                </a:lnTo>
                <a:lnTo>
                  <a:pt x="3107123" y="543025"/>
                </a:lnTo>
                <a:lnTo>
                  <a:pt x="3109004" y="540045"/>
                </a:lnTo>
                <a:lnTo>
                  <a:pt x="3110885" y="542242"/>
                </a:lnTo>
                <a:lnTo>
                  <a:pt x="3118408" y="541068"/>
                </a:lnTo>
                <a:lnTo>
                  <a:pt x="3129693" y="537579"/>
                </a:lnTo>
                <a:lnTo>
                  <a:pt x="3131574" y="538347"/>
                </a:lnTo>
                <a:lnTo>
                  <a:pt x="3137216" y="533085"/>
                </a:lnTo>
                <a:lnTo>
                  <a:pt x="3157905" y="516164"/>
                </a:lnTo>
                <a:lnTo>
                  <a:pt x="3161667" y="525940"/>
                </a:lnTo>
                <a:lnTo>
                  <a:pt x="3163548" y="522757"/>
                </a:lnTo>
                <a:lnTo>
                  <a:pt x="3176713" y="518866"/>
                </a:lnTo>
                <a:lnTo>
                  <a:pt x="3180475" y="516391"/>
                </a:lnTo>
                <a:lnTo>
                  <a:pt x="3184237" y="518775"/>
                </a:lnTo>
                <a:lnTo>
                  <a:pt x="3187999" y="513448"/>
                </a:lnTo>
                <a:lnTo>
                  <a:pt x="3189880" y="505666"/>
                </a:lnTo>
                <a:lnTo>
                  <a:pt x="3191760" y="506133"/>
                </a:lnTo>
                <a:lnTo>
                  <a:pt x="3195522" y="513538"/>
                </a:lnTo>
                <a:lnTo>
                  <a:pt x="3201164" y="507671"/>
                </a:lnTo>
                <a:lnTo>
                  <a:pt x="3206807" y="509234"/>
                </a:lnTo>
                <a:lnTo>
                  <a:pt x="3210568" y="505602"/>
                </a:lnTo>
                <a:lnTo>
                  <a:pt x="3212449" y="509405"/>
                </a:lnTo>
                <a:lnTo>
                  <a:pt x="3214330" y="508048"/>
                </a:lnTo>
                <a:lnTo>
                  <a:pt x="3221854" y="503224"/>
                </a:lnTo>
                <a:lnTo>
                  <a:pt x="3225615" y="504665"/>
                </a:lnTo>
                <a:lnTo>
                  <a:pt x="3242542" y="497666"/>
                </a:lnTo>
                <a:lnTo>
                  <a:pt x="3246304" y="498694"/>
                </a:lnTo>
                <a:lnTo>
                  <a:pt x="3255708" y="491625"/>
                </a:lnTo>
                <a:lnTo>
                  <a:pt x="3259470" y="490642"/>
                </a:lnTo>
                <a:lnTo>
                  <a:pt x="3265113" y="490718"/>
                </a:lnTo>
                <a:lnTo>
                  <a:pt x="3304610" y="474669"/>
                </a:lnTo>
                <a:lnTo>
                  <a:pt x="3308371" y="475959"/>
                </a:lnTo>
                <a:lnTo>
                  <a:pt x="3330941" y="468526"/>
                </a:lnTo>
                <a:lnTo>
                  <a:pt x="3336584" y="473777"/>
                </a:lnTo>
                <a:lnTo>
                  <a:pt x="3351630" y="454277"/>
                </a:lnTo>
                <a:lnTo>
                  <a:pt x="3355392" y="458815"/>
                </a:lnTo>
                <a:lnTo>
                  <a:pt x="3357273" y="461978"/>
                </a:lnTo>
                <a:lnTo>
                  <a:pt x="3359153" y="459806"/>
                </a:lnTo>
                <a:lnTo>
                  <a:pt x="3362915" y="453334"/>
                </a:lnTo>
                <a:lnTo>
                  <a:pt x="3368558" y="458575"/>
                </a:lnTo>
                <a:lnTo>
                  <a:pt x="3387366" y="453007"/>
                </a:lnTo>
                <a:lnTo>
                  <a:pt x="3391128" y="447082"/>
                </a:lnTo>
                <a:lnTo>
                  <a:pt x="3394889" y="448257"/>
                </a:lnTo>
                <a:lnTo>
                  <a:pt x="3400532" y="464468"/>
                </a:lnTo>
                <a:lnTo>
                  <a:pt x="3409936" y="463257"/>
                </a:lnTo>
                <a:lnTo>
                  <a:pt x="3413698" y="462832"/>
                </a:lnTo>
                <a:lnTo>
                  <a:pt x="3421221" y="458765"/>
                </a:lnTo>
                <a:lnTo>
                  <a:pt x="3426863" y="458113"/>
                </a:lnTo>
                <a:lnTo>
                  <a:pt x="3434387" y="461495"/>
                </a:lnTo>
                <a:lnTo>
                  <a:pt x="3440029" y="460666"/>
                </a:lnTo>
                <a:lnTo>
                  <a:pt x="3443791" y="466456"/>
                </a:lnTo>
                <a:lnTo>
                  <a:pt x="3447553" y="465838"/>
                </a:lnTo>
                <a:lnTo>
                  <a:pt x="3456957" y="469715"/>
                </a:lnTo>
                <a:lnTo>
                  <a:pt x="3460718" y="466484"/>
                </a:lnTo>
                <a:lnTo>
                  <a:pt x="3470122" y="472163"/>
                </a:lnTo>
                <a:lnTo>
                  <a:pt x="3500215" y="468343"/>
                </a:lnTo>
                <a:lnTo>
                  <a:pt x="3503977" y="461456"/>
                </a:lnTo>
                <a:lnTo>
                  <a:pt x="3505858" y="462510"/>
                </a:lnTo>
                <a:lnTo>
                  <a:pt x="3513382" y="478445"/>
                </a:lnTo>
                <a:lnTo>
                  <a:pt x="3524666" y="475451"/>
                </a:lnTo>
                <a:lnTo>
                  <a:pt x="3532190" y="475446"/>
                </a:lnTo>
                <a:lnTo>
                  <a:pt x="3535951" y="473719"/>
                </a:lnTo>
                <a:lnTo>
                  <a:pt x="3545355" y="482503"/>
                </a:lnTo>
                <a:lnTo>
                  <a:pt x="3550998" y="474713"/>
                </a:lnTo>
                <a:lnTo>
                  <a:pt x="3560402" y="479412"/>
                </a:lnTo>
                <a:lnTo>
                  <a:pt x="3567925" y="470411"/>
                </a:lnTo>
                <a:lnTo>
                  <a:pt x="3571687" y="470032"/>
                </a:lnTo>
                <a:lnTo>
                  <a:pt x="3577329" y="463378"/>
                </a:lnTo>
                <a:lnTo>
                  <a:pt x="3582972" y="448749"/>
                </a:lnTo>
                <a:lnTo>
                  <a:pt x="3584853" y="452035"/>
                </a:lnTo>
                <a:lnTo>
                  <a:pt x="3588614" y="449033"/>
                </a:lnTo>
                <a:lnTo>
                  <a:pt x="3590495" y="450465"/>
                </a:lnTo>
                <a:lnTo>
                  <a:pt x="3599899" y="434867"/>
                </a:lnTo>
                <a:lnTo>
                  <a:pt x="3609303" y="424882"/>
                </a:lnTo>
                <a:lnTo>
                  <a:pt x="3620588" y="405891"/>
                </a:lnTo>
                <a:lnTo>
                  <a:pt x="3622469" y="406266"/>
                </a:lnTo>
                <a:lnTo>
                  <a:pt x="3631873" y="388966"/>
                </a:lnTo>
                <a:lnTo>
                  <a:pt x="3633754" y="389048"/>
                </a:lnTo>
                <a:lnTo>
                  <a:pt x="3646920" y="367195"/>
                </a:lnTo>
                <a:lnTo>
                  <a:pt x="3652562" y="364616"/>
                </a:lnTo>
                <a:lnTo>
                  <a:pt x="3658205" y="346318"/>
                </a:lnTo>
                <a:lnTo>
                  <a:pt x="3660086" y="348864"/>
                </a:lnTo>
                <a:lnTo>
                  <a:pt x="3665728" y="341898"/>
                </a:lnTo>
                <a:lnTo>
                  <a:pt x="3669490" y="339069"/>
                </a:lnTo>
                <a:lnTo>
                  <a:pt x="3680775" y="316481"/>
                </a:lnTo>
                <a:lnTo>
                  <a:pt x="3707106" y="277623"/>
                </a:lnTo>
                <a:lnTo>
                  <a:pt x="3718391" y="257978"/>
                </a:lnTo>
                <a:lnTo>
                  <a:pt x="3740961" y="217676"/>
                </a:lnTo>
                <a:lnTo>
                  <a:pt x="3746604" y="211841"/>
                </a:lnTo>
                <a:lnTo>
                  <a:pt x="3750365" y="207966"/>
                </a:lnTo>
                <a:lnTo>
                  <a:pt x="3752246" y="206247"/>
                </a:lnTo>
                <a:lnTo>
                  <a:pt x="3757888" y="193809"/>
                </a:lnTo>
                <a:lnTo>
                  <a:pt x="3763531" y="190484"/>
                </a:lnTo>
                <a:lnTo>
                  <a:pt x="3765412" y="191808"/>
                </a:lnTo>
                <a:lnTo>
                  <a:pt x="3774816" y="180174"/>
                </a:lnTo>
                <a:lnTo>
                  <a:pt x="3782339" y="167541"/>
                </a:lnTo>
                <a:lnTo>
                  <a:pt x="3784220" y="162165"/>
                </a:lnTo>
                <a:lnTo>
                  <a:pt x="3786101" y="166017"/>
                </a:lnTo>
                <a:lnTo>
                  <a:pt x="3795505" y="150330"/>
                </a:lnTo>
                <a:lnTo>
                  <a:pt x="3846288" y="82778"/>
                </a:lnTo>
                <a:lnTo>
                  <a:pt x="3851930" y="79240"/>
                </a:lnTo>
                <a:lnTo>
                  <a:pt x="3861334" y="64319"/>
                </a:lnTo>
                <a:lnTo>
                  <a:pt x="3865096" y="65786"/>
                </a:lnTo>
                <a:lnTo>
                  <a:pt x="3872619" y="56633"/>
                </a:lnTo>
                <a:lnTo>
                  <a:pt x="3878262" y="52094"/>
                </a:lnTo>
                <a:lnTo>
                  <a:pt x="3887666" y="43680"/>
                </a:lnTo>
                <a:lnTo>
                  <a:pt x="3893308" y="31645"/>
                </a:lnTo>
                <a:lnTo>
                  <a:pt x="3895189" y="32682"/>
                </a:lnTo>
                <a:lnTo>
                  <a:pt x="3897070" y="32719"/>
                </a:lnTo>
                <a:lnTo>
                  <a:pt x="3900831" y="26615"/>
                </a:lnTo>
                <a:lnTo>
                  <a:pt x="3906474" y="29767"/>
                </a:lnTo>
                <a:lnTo>
                  <a:pt x="3927163" y="18818"/>
                </a:lnTo>
                <a:lnTo>
                  <a:pt x="3930924" y="17640"/>
                </a:lnTo>
                <a:lnTo>
                  <a:pt x="3938448" y="14881"/>
                </a:lnTo>
                <a:lnTo>
                  <a:pt x="3957256" y="9389"/>
                </a:lnTo>
                <a:lnTo>
                  <a:pt x="3959137" y="4328"/>
                </a:lnTo>
                <a:lnTo>
                  <a:pt x="3961018" y="7434"/>
                </a:lnTo>
                <a:lnTo>
                  <a:pt x="3964779" y="4001"/>
                </a:lnTo>
                <a:lnTo>
                  <a:pt x="3966660" y="4998"/>
                </a:lnTo>
                <a:lnTo>
                  <a:pt x="3968541" y="1789"/>
                </a:lnTo>
                <a:lnTo>
                  <a:pt x="3972303" y="7314"/>
                </a:lnTo>
                <a:lnTo>
                  <a:pt x="3977945" y="3046"/>
                </a:lnTo>
                <a:lnTo>
                  <a:pt x="3979826" y="5221"/>
                </a:lnTo>
                <a:lnTo>
                  <a:pt x="3981707" y="0"/>
                </a:lnTo>
                <a:lnTo>
                  <a:pt x="3983587" y="3197"/>
                </a:lnTo>
                <a:lnTo>
                  <a:pt x="3987349" y="5621"/>
                </a:lnTo>
                <a:lnTo>
                  <a:pt x="3991111" y="3969"/>
                </a:lnTo>
                <a:lnTo>
                  <a:pt x="3998634" y="14697"/>
                </a:lnTo>
                <a:lnTo>
                  <a:pt x="4006157" y="30369"/>
                </a:lnTo>
                <a:lnTo>
                  <a:pt x="4008038" y="28964"/>
                </a:lnTo>
                <a:lnTo>
                  <a:pt x="4011800" y="29587"/>
                </a:lnTo>
                <a:lnTo>
                  <a:pt x="4013681" y="30982"/>
                </a:lnTo>
                <a:lnTo>
                  <a:pt x="4017442" y="37088"/>
                </a:lnTo>
                <a:lnTo>
                  <a:pt x="4019323" y="36998"/>
                </a:lnTo>
                <a:lnTo>
                  <a:pt x="4023085" y="50099"/>
                </a:lnTo>
                <a:lnTo>
                  <a:pt x="4026847" y="65334"/>
                </a:lnTo>
                <a:lnTo>
                  <a:pt x="4036251" y="245913"/>
                </a:lnTo>
                <a:lnTo>
                  <a:pt x="4049416" y="565256"/>
                </a:lnTo>
                <a:lnTo>
                  <a:pt x="4053178" y="572149"/>
                </a:lnTo>
                <a:lnTo>
                  <a:pt x="4055059" y="570429"/>
                </a:lnTo>
                <a:lnTo>
                  <a:pt x="4056940" y="573872"/>
                </a:lnTo>
                <a:lnTo>
                  <a:pt x="4058821" y="569118"/>
                </a:lnTo>
                <a:lnTo>
                  <a:pt x="4060702" y="546598"/>
                </a:lnTo>
                <a:lnTo>
                  <a:pt x="4062582" y="556577"/>
                </a:lnTo>
                <a:lnTo>
                  <a:pt x="4064463" y="548123"/>
                </a:lnTo>
                <a:lnTo>
                  <a:pt x="4066344" y="551014"/>
                </a:lnTo>
                <a:lnTo>
                  <a:pt x="4070106" y="554947"/>
                </a:lnTo>
                <a:lnTo>
                  <a:pt x="4073867" y="542403"/>
                </a:lnTo>
                <a:lnTo>
                  <a:pt x="4075748" y="531976"/>
                </a:lnTo>
                <a:lnTo>
                  <a:pt x="4077629" y="533366"/>
                </a:lnTo>
                <a:lnTo>
                  <a:pt x="4083271" y="535793"/>
                </a:lnTo>
                <a:lnTo>
                  <a:pt x="4085152" y="535034"/>
                </a:lnTo>
                <a:lnTo>
                  <a:pt x="4090794" y="528775"/>
                </a:lnTo>
                <a:lnTo>
                  <a:pt x="4092675" y="537684"/>
                </a:lnTo>
                <a:lnTo>
                  <a:pt x="4094556" y="532017"/>
                </a:lnTo>
                <a:lnTo>
                  <a:pt x="4096437" y="530184"/>
                </a:lnTo>
                <a:lnTo>
                  <a:pt x="4098318" y="539220"/>
                </a:lnTo>
                <a:lnTo>
                  <a:pt x="4100199" y="527113"/>
                </a:lnTo>
                <a:lnTo>
                  <a:pt x="4102080" y="536866"/>
                </a:lnTo>
                <a:lnTo>
                  <a:pt x="4103961" y="531648"/>
                </a:lnTo>
                <a:lnTo>
                  <a:pt x="4107722" y="529871"/>
                </a:lnTo>
                <a:lnTo>
                  <a:pt x="4109603" y="529719"/>
                </a:lnTo>
                <a:lnTo>
                  <a:pt x="4117126" y="539150"/>
                </a:lnTo>
                <a:lnTo>
                  <a:pt x="4120888" y="535541"/>
                </a:lnTo>
                <a:lnTo>
                  <a:pt x="4122769" y="549418"/>
                </a:lnTo>
                <a:lnTo>
                  <a:pt x="4124649" y="544050"/>
                </a:lnTo>
                <a:lnTo>
                  <a:pt x="4130292" y="541152"/>
                </a:lnTo>
                <a:lnTo>
                  <a:pt x="4150981" y="555313"/>
                </a:lnTo>
                <a:lnTo>
                  <a:pt x="4158504" y="560628"/>
                </a:lnTo>
                <a:lnTo>
                  <a:pt x="4160385" y="565370"/>
                </a:lnTo>
                <a:lnTo>
                  <a:pt x="4162266" y="563069"/>
                </a:lnTo>
                <a:lnTo>
                  <a:pt x="4166027" y="565361"/>
                </a:lnTo>
                <a:lnTo>
                  <a:pt x="4169789" y="578096"/>
                </a:lnTo>
                <a:lnTo>
                  <a:pt x="4173551" y="575965"/>
                </a:lnTo>
                <a:lnTo>
                  <a:pt x="4175432" y="582286"/>
                </a:lnTo>
                <a:lnTo>
                  <a:pt x="4177313" y="580566"/>
                </a:lnTo>
                <a:lnTo>
                  <a:pt x="4192359" y="601502"/>
                </a:lnTo>
                <a:lnTo>
                  <a:pt x="4205525" y="604016"/>
                </a:lnTo>
                <a:lnTo>
                  <a:pt x="4209287" y="605021"/>
                </a:lnTo>
                <a:lnTo>
                  <a:pt x="4214929" y="598302"/>
                </a:lnTo>
                <a:lnTo>
                  <a:pt x="4218691" y="603395"/>
                </a:lnTo>
                <a:lnTo>
                  <a:pt x="4222452" y="597174"/>
                </a:lnTo>
                <a:lnTo>
                  <a:pt x="4224333" y="596611"/>
                </a:lnTo>
                <a:lnTo>
                  <a:pt x="4228095" y="607169"/>
                </a:lnTo>
                <a:lnTo>
                  <a:pt x="4233737" y="598025"/>
                </a:lnTo>
                <a:lnTo>
                  <a:pt x="4237499" y="605610"/>
                </a:lnTo>
                <a:lnTo>
                  <a:pt x="4241261" y="597670"/>
                </a:lnTo>
                <a:lnTo>
                  <a:pt x="4245022" y="605385"/>
                </a:lnTo>
                <a:lnTo>
                  <a:pt x="4246903" y="599136"/>
                </a:lnTo>
                <a:lnTo>
                  <a:pt x="4250665" y="592970"/>
                </a:lnTo>
                <a:lnTo>
                  <a:pt x="4252546" y="599035"/>
                </a:lnTo>
                <a:lnTo>
                  <a:pt x="4254426" y="593712"/>
                </a:lnTo>
                <a:lnTo>
                  <a:pt x="4256307" y="595325"/>
                </a:lnTo>
                <a:lnTo>
                  <a:pt x="4260069" y="607128"/>
                </a:lnTo>
                <a:lnTo>
                  <a:pt x="4263830" y="595482"/>
                </a:lnTo>
                <a:lnTo>
                  <a:pt x="4269473" y="590731"/>
                </a:lnTo>
                <a:lnTo>
                  <a:pt x="4273234" y="596451"/>
                </a:lnTo>
                <a:lnTo>
                  <a:pt x="4280758" y="588973"/>
                </a:lnTo>
                <a:lnTo>
                  <a:pt x="4284520" y="589685"/>
                </a:lnTo>
                <a:lnTo>
                  <a:pt x="4288281" y="585052"/>
                </a:lnTo>
                <a:lnTo>
                  <a:pt x="4292043" y="595011"/>
                </a:lnTo>
                <a:lnTo>
                  <a:pt x="4293924" y="591800"/>
                </a:lnTo>
                <a:lnTo>
                  <a:pt x="4295805" y="583011"/>
                </a:lnTo>
                <a:lnTo>
                  <a:pt x="4297685" y="583809"/>
                </a:lnTo>
                <a:lnTo>
                  <a:pt x="4299566" y="582960"/>
                </a:lnTo>
                <a:lnTo>
                  <a:pt x="4301447" y="575498"/>
                </a:lnTo>
                <a:lnTo>
                  <a:pt x="4303328" y="576508"/>
                </a:lnTo>
                <a:lnTo>
                  <a:pt x="4308970" y="579848"/>
                </a:lnTo>
                <a:lnTo>
                  <a:pt x="4312732" y="572433"/>
                </a:lnTo>
                <a:lnTo>
                  <a:pt x="4316494" y="580170"/>
                </a:lnTo>
                <a:lnTo>
                  <a:pt x="4329659" y="570381"/>
                </a:lnTo>
                <a:lnTo>
                  <a:pt x="4331540" y="573481"/>
                </a:lnTo>
                <a:lnTo>
                  <a:pt x="4339063" y="565912"/>
                </a:lnTo>
                <a:lnTo>
                  <a:pt x="4344706" y="566492"/>
                </a:lnTo>
                <a:lnTo>
                  <a:pt x="4346587" y="566738"/>
                </a:lnTo>
                <a:lnTo>
                  <a:pt x="4348467" y="560593"/>
                </a:lnTo>
                <a:lnTo>
                  <a:pt x="4350348" y="562754"/>
                </a:lnTo>
                <a:lnTo>
                  <a:pt x="4355991" y="560803"/>
                </a:lnTo>
                <a:lnTo>
                  <a:pt x="4363514" y="556864"/>
                </a:lnTo>
                <a:lnTo>
                  <a:pt x="4365395" y="558292"/>
                </a:lnTo>
                <a:lnTo>
                  <a:pt x="4369157" y="567408"/>
                </a:lnTo>
                <a:lnTo>
                  <a:pt x="4374799" y="553830"/>
                </a:lnTo>
                <a:lnTo>
                  <a:pt x="4378561" y="554353"/>
                </a:lnTo>
                <a:lnTo>
                  <a:pt x="4382322" y="560913"/>
                </a:lnTo>
                <a:lnTo>
                  <a:pt x="4384203" y="559056"/>
                </a:lnTo>
                <a:lnTo>
                  <a:pt x="4387965" y="559928"/>
                </a:lnTo>
                <a:lnTo>
                  <a:pt x="4391727" y="555880"/>
                </a:lnTo>
                <a:lnTo>
                  <a:pt x="4393608" y="557938"/>
                </a:lnTo>
                <a:lnTo>
                  <a:pt x="4397369" y="565629"/>
                </a:lnTo>
                <a:lnTo>
                  <a:pt x="4403012" y="560047"/>
                </a:lnTo>
                <a:lnTo>
                  <a:pt x="4406773" y="564574"/>
                </a:lnTo>
                <a:lnTo>
                  <a:pt x="4410535" y="560202"/>
                </a:lnTo>
                <a:lnTo>
                  <a:pt x="4419939" y="563279"/>
                </a:lnTo>
                <a:lnTo>
                  <a:pt x="4423701" y="562002"/>
                </a:lnTo>
                <a:lnTo>
                  <a:pt x="4429343" y="565577"/>
                </a:lnTo>
                <a:lnTo>
                  <a:pt x="4436867" y="553261"/>
                </a:lnTo>
                <a:lnTo>
                  <a:pt x="4438747" y="559299"/>
                </a:lnTo>
                <a:lnTo>
                  <a:pt x="4440628" y="558034"/>
                </a:lnTo>
                <a:lnTo>
                  <a:pt x="4446271" y="561165"/>
                </a:lnTo>
                <a:lnTo>
                  <a:pt x="4450032" y="548902"/>
                </a:lnTo>
                <a:lnTo>
                  <a:pt x="4453794" y="554212"/>
                </a:lnTo>
                <a:lnTo>
                  <a:pt x="4457555" y="544699"/>
                </a:lnTo>
                <a:lnTo>
                  <a:pt x="4461317" y="549133"/>
                </a:lnTo>
                <a:lnTo>
                  <a:pt x="4463198" y="546583"/>
                </a:lnTo>
                <a:lnTo>
                  <a:pt x="4465079" y="547944"/>
                </a:lnTo>
                <a:lnTo>
                  <a:pt x="4468841" y="540986"/>
                </a:lnTo>
                <a:lnTo>
                  <a:pt x="4470721" y="542094"/>
                </a:lnTo>
                <a:lnTo>
                  <a:pt x="4472602" y="537682"/>
                </a:lnTo>
                <a:lnTo>
                  <a:pt x="4474483" y="539566"/>
                </a:lnTo>
                <a:lnTo>
                  <a:pt x="4476364" y="542680"/>
                </a:lnTo>
                <a:lnTo>
                  <a:pt x="4480125" y="534968"/>
                </a:lnTo>
                <a:lnTo>
                  <a:pt x="4482006" y="534289"/>
                </a:lnTo>
                <a:lnTo>
                  <a:pt x="4487649" y="525054"/>
                </a:lnTo>
                <a:lnTo>
                  <a:pt x="4489529" y="527540"/>
                </a:lnTo>
                <a:lnTo>
                  <a:pt x="4491410" y="525738"/>
                </a:lnTo>
                <a:lnTo>
                  <a:pt x="4493291" y="522193"/>
                </a:lnTo>
                <a:lnTo>
                  <a:pt x="4495172" y="523802"/>
                </a:lnTo>
                <a:lnTo>
                  <a:pt x="4498934" y="523445"/>
                </a:lnTo>
                <a:lnTo>
                  <a:pt x="4513980" y="514943"/>
                </a:lnTo>
                <a:lnTo>
                  <a:pt x="4517742" y="508815"/>
                </a:lnTo>
                <a:lnTo>
                  <a:pt x="4519623" y="514740"/>
                </a:lnTo>
                <a:lnTo>
                  <a:pt x="4521503" y="511010"/>
                </a:lnTo>
                <a:lnTo>
                  <a:pt x="4527146" y="508203"/>
                </a:lnTo>
                <a:lnTo>
                  <a:pt x="4532788" y="497453"/>
                </a:lnTo>
                <a:lnTo>
                  <a:pt x="4534669" y="502800"/>
                </a:lnTo>
                <a:lnTo>
                  <a:pt x="4536550" y="496854"/>
                </a:lnTo>
                <a:lnTo>
                  <a:pt x="4538431" y="500709"/>
                </a:lnTo>
                <a:lnTo>
                  <a:pt x="4547835" y="487509"/>
                </a:lnTo>
                <a:lnTo>
                  <a:pt x="4549716" y="492490"/>
                </a:lnTo>
                <a:lnTo>
                  <a:pt x="4553478" y="488348"/>
                </a:lnTo>
                <a:lnTo>
                  <a:pt x="4557239" y="489233"/>
                </a:lnTo>
                <a:lnTo>
                  <a:pt x="4574167" y="478238"/>
                </a:lnTo>
                <a:lnTo>
                  <a:pt x="4576048" y="480020"/>
                </a:lnTo>
                <a:lnTo>
                  <a:pt x="4581690" y="476982"/>
                </a:lnTo>
                <a:lnTo>
                  <a:pt x="4585452" y="477557"/>
                </a:lnTo>
                <a:lnTo>
                  <a:pt x="4587332" y="482965"/>
                </a:lnTo>
                <a:lnTo>
                  <a:pt x="4589213" y="480388"/>
                </a:lnTo>
                <a:lnTo>
                  <a:pt x="4594856" y="472963"/>
                </a:lnTo>
                <a:lnTo>
                  <a:pt x="4596736" y="474948"/>
                </a:lnTo>
                <a:lnTo>
                  <a:pt x="4598617" y="472090"/>
                </a:lnTo>
                <a:lnTo>
                  <a:pt x="4600498" y="474788"/>
                </a:lnTo>
                <a:lnTo>
                  <a:pt x="4602379" y="476879"/>
                </a:lnTo>
                <a:lnTo>
                  <a:pt x="4604260" y="471281"/>
                </a:lnTo>
                <a:lnTo>
                  <a:pt x="4606141" y="473048"/>
                </a:lnTo>
                <a:lnTo>
                  <a:pt x="4608022" y="475318"/>
                </a:lnTo>
                <a:lnTo>
                  <a:pt x="4611783" y="473335"/>
                </a:lnTo>
                <a:lnTo>
                  <a:pt x="4613664" y="476599"/>
                </a:lnTo>
                <a:lnTo>
                  <a:pt x="4619307" y="470781"/>
                </a:lnTo>
                <a:lnTo>
                  <a:pt x="4621187" y="476196"/>
                </a:lnTo>
                <a:lnTo>
                  <a:pt x="4623068" y="473213"/>
                </a:lnTo>
                <a:lnTo>
                  <a:pt x="4626830" y="468801"/>
                </a:lnTo>
                <a:lnTo>
                  <a:pt x="4628711" y="472517"/>
                </a:lnTo>
                <a:lnTo>
                  <a:pt x="4630591" y="470576"/>
                </a:lnTo>
                <a:lnTo>
                  <a:pt x="4636234" y="466847"/>
                </a:lnTo>
                <a:lnTo>
                  <a:pt x="4638115" y="470753"/>
                </a:lnTo>
                <a:lnTo>
                  <a:pt x="4641876" y="464625"/>
                </a:lnTo>
                <a:lnTo>
                  <a:pt x="4647519" y="473069"/>
                </a:lnTo>
                <a:lnTo>
                  <a:pt x="4649400" y="469670"/>
                </a:lnTo>
                <a:lnTo>
                  <a:pt x="4655042" y="462241"/>
                </a:lnTo>
                <a:lnTo>
                  <a:pt x="4656923" y="468460"/>
                </a:lnTo>
                <a:lnTo>
                  <a:pt x="4660685" y="461748"/>
                </a:lnTo>
                <a:lnTo>
                  <a:pt x="4664446" y="467915"/>
                </a:lnTo>
                <a:lnTo>
                  <a:pt x="4666327" y="464219"/>
                </a:lnTo>
                <a:lnTo>
                  <a:pt x="4671969" y="456414"/>
                </a:lnTo>
                <a:lnTo>
                  <a:pt x="4673850" y="461548"/>
                </a:lnTo>
                <a:lnTo>
                  <a:pt x="4675731" y="452401"/>
                </a:lnTo>
                <a:lnTo>
                  <a:pt x="4677612" y="454394"/>
                </a:lnTo>
                <a:lnTo>
                  <a:pt x="4681374" y="461323"/>
                </a:lnTo>
                <a:lnTo>
                  <a:pt x="4685136" y="447783"/>
                </a:lnTo>
                <a:lnTo>
                  <a:pt x="4690778" y="461441"/>
                </a:lnTo>
                <a:lnTo>
                  <a:pt x="4692659" y="461892"/>
                </a:lnTo>
                <a:lnTo>
                  <a:pt x="4696420" y="455059"/>
                </a:lnTo>
                <a:lnTo>
                  <a:pt x="4703944" y="453598"/>
                </a:lnTo>
                <a:lnTo>
                  <a:pt x="4707705" y="443055"/>
                </a:lnTo>
                <a:lnTo>
                  <a:pt x="4709586" y="444564"/>
                </a:lnTo>
                <a:lnTo>
                  <a:pt x="4715228" y="459654"/>
                </a:lnTo>
                <a:lnTo>
                  <a:pt x="4717109" y="455916"/>
                </a:lnTo>
                <a:lnTo>
                  <a:pt x="4728394" y="450195"/>
                </a:lnTo>
                <a:lnTo>
                  <a:pt x="4732156" y="451006"/>
                </a:lnTo>
                <a:lnTo>
                  <a:pt x="4737798" y="439854"/>
                </a:lnTo>
                <a:lnTo>
                  <a:pt x="4741560" y="448780"/>
                </a:lnTo>
                <a:lnTo>
                  <a:pt x="4750964" y="440216"/>
                </a:lnTo>
                <a:lnTo>
                  <a:pt x="4752845" y="433814"/>
                </a:lnTo>
                <a:lnTo>
                  <a:pt x="4754726" y="435624"/>
                </a:lnTo>
                <a:lnTo>
                  <a:pt x="4760369" y="451815"/>
                </a:lnTo>
                <a:lnTo>
                  <a:pt x="4766011" y="443906"/>
                </a:lnTo>
                <a:lnTo>
                  <a:pt x="4771653" y="440695"/>
                </a:lnTo>
                <a:lnTo>
                  <a:pt x="4775415" y="435987"/>
                </a:lnTo>
                <a:lnTo>
                  <a:pt x="4777296" y="437773"/>
                </a:lnTo>
                <a:lnTo>
                  <a:pt x="4786700" y="442959"/>
                </a:lnTo>
                <a:lnTo>
                  <a:pt x="4792342" y="438964"/>
                </a:lnTo>
                <a:lnTo>
                  <a:pt x="4796104" y="440782"/>
                </a:lnTo>
                <a:lnTo>
                  <a:pt x="4799866" y="437922"/>
                </a:lnTo>
                <a:lnTo>
                  <a:pt x="4809270" y="443042"/>
                </a:lnTo>
                <a:lnTo>
                  <a:pt x="4811151" y="441342"/>
                </a:lnTo>
                <a:lnTo>
                  <a:pt x="4813031" y="444573"/>
                </a:lnTo>
                <a:lnTo>
                  <a:pt x="4814912" y="439676"/>
                </a:lnTo>
                <a:lnTo>
                  <a:pt x="4818674" y="446699"/>
                </a:lnTo>
                <a:lnTo>
                  <a:pt x="4820555" y="441227"/>
                </a:lnTo>
                <a:lnTo>
                  <a:pt x="4822435" y="444440"/>
                </a:lnTo>
                <a:lnTo>
                  <a:pt x="4824316" y="441002"/>
                </a:lnTo>
                <a:lnTo>
                  <a:pt x="4826197" y="445798"/>
                </a:lnTo>
                <a:lnTo>
                  <a:pt x="4828078" y="444221"/>
                </a:lnTo>
                <a:lnTo>
                  <a:pt x="4829959" y="443668"/>
                </a:lnTo>
                <a:lnTo>
                  <a:pt x="4831840" y="435575"/>
                </a:lnTo>
                <a:lnTo>
                  <a:pt x="4833721" y="444064"/>
                </a:lnTo>
                <a:lnTo>
                  <a:pt x="4835601" y="442698"/>
                </a:lnTo>
                <a:lnTo>
                  <a:pt x="4837482" y="442134"/>
                </a:lnTo>
                <a:lnTo>
                  <a:pt x="4839363" y="426434"/>
                </a:lnTo>
                <a:lnTo>
                  <a:pt x="4841244" y="433624"/>
                </a:lnTo>
                <a:lnTo>
                  <a:pt x="4845005" y="439999"/>
                </a:lnTo>
                <a:lnTo>
                  <a:pt x="4846886" y="436293"/>
                </a:lnTo>
                <a:lnTo>
                  <a:pt x="4850648" y="442735"/>
                </a:lnTo>
                <a:lnTo>
                  <a:pt x="4852529" y="441000"/>
                </a:lnTo>
                <a:lnTo>
                  <a:pt x="4854409" y="438827"/>
                </a:lnTo>
                <a:lnTo>
                  <a:pt x="4856290" y="444826"/>
                </a:lnTo>
                <a:lnTo>
                  <a:pt x="4858171" y="442088"/>
                </a:lnTo>
                <a:lnTo>
                  <a:pt x="4876980" y="443113"/>
                </a:lnTo>
                <a:lnTo>
                  <a:pt x="4878860" y="444769"/>
                </a:lnTo>
                <a:lnTo>
                  <a:pt x="4882622" y="441059"/>
                </a:lnTo>
                <a:lnTo>
                  <a:pt x="4884503" y="445505"/>
                </a:lnTo>
                <a:lnTo>
                  <a:pt x="4886384" y="442935"/>
                </a:lnTo>
                <a:lnTo>
                  <a:pt x="4892026" y="438233"/>
                </a:lnTo>
                <a:lnTo>
                  <a:pt x="4893907" y="440668"/>
                </a:lnTo>
                <a:lnTo>
                  <a:pt x="4897668" y="435005"/>
                </a:lnTo>
                <a:lnTo>
                  <a:pt x="4899549" y="440920"/>
                </a:lnTo>
                <a:lnTo>
                  <a:pt x="4901430" y="439683"/>
                </a:lnTo>
                <a:lnTo>
                  <a:pt x="4907073" y="434303"/>
                </a:lnTo>
                <a:lnTo>
                  <a:pt x="4908954" y="437733"/>
                </a:lnTo>
                <a:lnTo>
                  <a:pt x="4922119" y="437479"/>
                </a:lnTo>
                <a:lnTo>
                  <a:pt x="4925881" y="427823"/>
                </a:lnTo>
                <a:lnTo>
                  <a:pt x="4927762" y="428496"/>
                </a:lnTo>
                <a:lnTo>
                  <a:pt x="4929642" y="434881"/>
                </a:lnTo>
                <a:lnTo>
                  <a:pt x="4933404" y="426531"/>
                </a:lnTo>
                <a:lnTo>
                  <a:pt x="4937166" y="428114"/>
                </a:lnTo>
                <a:lnTo>
                  <a:pt x="4939047" y="424906"/>
                </a:lnTo>
                <a:lnTo>
                  <a:pt x="4940928" y="426744"/>
                </a:lnTo>
                <a:lnTo>
                  <a:pt x="4946570" y="433503"/>
                </a:lnTo>
                <a:lnTo>
                  <a:pt x="4952213" y="428822"/>
                </a:lnTo>
                <a:lnTo>
                  <a:pt x="4954093" y="428739"/>
                </a:lnTo>
                <a:lnTo>
                  <a:pt x="4957855" y="434593"/>
                </a:lnTo>
                <a:lnTo>
                  <a:pt x="4963497" y="426458"/>
                </a:lnTo>
                <a:lnTo>
                  <a:pt x="4965378" y="432705"/>
                </a:lnTo>
                <a:lnTo>
                  <a:pt x="4967259" y="430927"/>
                </a:lnTo>
                <a:lnTo>
                  <a:pt x="4972901" y="425628"/>
                </a:lnTo>
                <a:lnTo>
                  <a:pt x="4976663" y="434225"/>
                </a:lnTo>
                <a:lnTo>
                  <a:pt x="4980425" y="425563"/>
                </a:lnTo>
                <a:lnTo>
                  <a:pt x="4982306" y="428205"/>
                </a:lnTo>
                <a:lnTo>
                  <a:pt x="4984187" y="427103"/>
                </a:lnTo>
                <a:lnTo>
                  <a:pt x="4987948" y="428844"/>
                </a:lnTo>
                <a:lnTo>
                  <a:pt x="4991710" y="419159"/>
                </a:lnTo>
                <a:lnTo>
                  <a:pt x="4993591" y="421568"/>
                </a:lnTo>
                <a:lnTo>
                  <a:pt x="4995471" y="427053"/>
                </a:lnTo>
                <a:lnTo>
                  <a:pt x="4997352" y="425873"/>
                </a:lnTo>
                <a:lnTo>
                  <a:pt x="5001114" y="420558"/>
                </a:lnTo>
                <a:lnTo>
                  <a:pt x="5004875" y="424759"/>
                </a:lnTo>
                <a:lnTo>
                  <a:pt x="5006756" y="428855"/>
                </a:lnTo>
                <a:lnTo>
                  <a:pt x="5012399" y="424635"/>
                </a:lnTo>
                <a:lnTo>
                  <a:pt x="5016161" y="425035"/>
                </a:lnTo>
                <a:lnTo>
                  <a:pt x="5023684" y="420465"/>
                </a:lnTo>
                <a:lnTo>
                  <a:pt x="5027446" y="422880"/>
                </a:lnTo>
                <a:lnTo>
                  <a:pt x="5033088" y="421825"/>
                </a:lnTo>
                <a:lnTo>
                  <a:pt x="5038730" y="422931"/>
                </a:lnTo>
                <a:lnTo>
                  <a:pt x="5042492" y="418375"/>
                </a:lnTo>
                <a:lnTo>
                  <a:pt x="5044373" y="421240"/>
                </a:lnTo>
                <a:lnTo>
                  <a:pt x="5053777" y="425540"/>
                </a:lnTo>
                <a:lnTo>
                  <a:pt x="5057539" y="422737"/>
                </a:lnTo>
                <a:lnTo>
                  <a:pt x="5061300" y="423245"/>
                </a:lnTo>
                <a:lnTo>
                  <a:pt x="5063181" y="425298"/>
                </a:lnTo>
                <a:lnTo>
                  <a:pt x="5068824" y="417449"/>
                </a:lnTo>
                <a:lnTo>
                  <a:pt x="5072585" y="422966"/>
                </a:lnTo>
                <a:lnTo>
                  <a:pt x="5074466" y="421549"/>
                </a:lnTo>
                <a:lnTo>
                  <a:pt x="5076347" y="418121"/>
                </a:lnTo>
                <a:lnTo>
                  <a:pt x="5078228" y="419493"/>
                </a:lnTo>
                <a:lnTo>
                  <a:pt x="5081989" y="423220"/>
                </a:lnTo>
                <a:lnTo>
                  <a:pt x="5089513" y="420432"/>
                </a:lnTo>
                <a:lnTo>
                  <a:pt x="5098917" y="424848"/>
                </a:lnTo>
                <a:lnTo>
                  <a:pt x="5100798" y="427073"/>
                </a:lnTo>
                <a:lnTo>
                  <a:pt x="5104559" y="422364"/>
                </a:lnTo>
                <a:lnTo>
                  <a:pt x="5113963" y="428462"/>
                </a:lnTo>
                <a:lnTo>
                  <a:pt x="5119606" y="417690"/>
                </a:lnTo>
                <a:lnTo>
                  <a:pt x="5121487" y="421799"/>
                </a:lnTo>
                <a:lnTo>
                  <a:pt x="5125249" y="430324"/>
                </a:lnTo>
                <a:lnTo>
                  <a:pt x="5130891" y="426071"/>
                </a:lnTo>
                <a:lnTo>
                  <a:pt x="5136533" y="428559"/>
                </a:lnTo>
                <a:lnTo>
                  <a:pt x="5142176" y="428975"/>
                </a:lnTo>
                <a:lnTo>
                  <a:pt x="5144057" y="433863"/>
                </a:lnTo>
                <a:lnTo>
                  <a:pt x="5145937" y="432969"/>
                </a:lnTo>
                <a:lnTo>
                  <a:pt x="5147818" y="435092"/>
                </a:lnTo>
                <a:lnTo>
                  <a:pt x="5149699" y="432751"/>
                </a:lnTo>
                <a:lnTo>
                  <a:pt x="5151580" y="432004"/>
                </a:lnTo>
                <a:lnTo>
                  <a:pt x="5157222" y="438163"/>
                </a:lnTo>
                <a:lnTo>
                  <a:pt x="5160984" y="429215"/>
                </a:lnTo>
                <a:lnTo>
                  <a:pt x="5162865" y="430021"/>
                </a:lnTo>
                <a:lnTo>
                  <a:pt x="5166627" y="435068"/>
                </a:lnTo>
                <a:lnTo>
                  <a:pt x="5170388" y="434266"/>
                </a:lnTo>
                <a:lnTo>
                  <a:pt x="5174150" y="428142"/>
                </a:lnTo>
                <a:lnTo>
                  <a:pt x="5183554" y="439995"/>
                </a:lnTo>
                <a:lnTo>
                  <a:pt x="5189196" y="431424"/>
                </a:lnTo>
                <a:lnTo>
                  <a:pt x="5196720" y="432044"/>
                </a:lnTo>
                <a:lnTo>
                  <a:pt x="5200482" y="434560"/>
                </a:lnTo>
                <a:lnTo>
                  <a:pt x="5202362" y="437467"/>
                </a:lnTo>
                <a:lnTo>
                  <a:pt x="5206124" y="431470"/>
                </a:lnTo>
                <a:lnTo>
                  <a:pt x="5208005" y="436386"/>
                </a:lnTo>
                <a:lnTo>
                  <a:pt x="5209886" y="433688"/>
                </a:lnTo>
                <a:lnTo>
                  <a:pt x="5219290" y="428918"/>
                </a:lnTo>
                <a:lnTo>
                  <a:pt x="5228694" y="431766"/>
                </a:lnTo>
                <a:lnTo>
                  <a:pt x="5232456" y="434822"/>
                </a:lnTo>
                <a:lnTo>
                  <a:pt x="5238098" y="431322"/>
                </a:lnTo>
                <a:lnTo>
                  <a:pt x="5243740" y="437356"/>
                </a:lnTo>
                <a:lnTo>
                  <a:pt x="5247502" y="431942"/>
                </a:lnTo>
                <a:lnTo>
                  <a:pt x="5249383" y="435642"/>
                </a:lnTo>
                <a:lnTo>
                  <a:pt x="5253144" y="431351"/>
                </a:lnTo>
                <a:lnTo>
                  <a:pt x="5258787" y="434079"/>
                </a:lnTo>
                <a:lnTo>
                  <a:pt x="5268191" y="435365"/>
                </a:lnTo>
              </a:path>
            </a:pathLst>
          </a:custGeom>
          <a:noFill/>
          <a:ln w="24847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Editable path 128"/>
          <p:cNvSpPr/>
          <p:nvPr/>
        </p:nvSpPr>
        <p:spPr>
          <a:xfrm>
            <a:off x="3890529" y="5200400"/>
            <a:ext cx="5268191" cy="887608"/>
          </a:xfrm>
          <a:custGeom>
            <a:avLst/>
            <a:gdLst/>
            <a:ahLst/>
            <a:cxnLst/>
            <a:rect l="l" t="t" r="r" b="b"/>
            <a:pathLst>
              <a:path w="5268191" h="887608">
                <a:moveTo>
                  <a:pt x="0" y="878839"/>
                </a:moveTo>
                <a:lnTo>
                  <a:pt x="13166" y="880228"/>
                </a:lnTo>
                <a:lnTo>
                  <a:pt x="15047" y="887401"/>
                </a:lnTo>
                <a:lnTo>
                  <a:pt x="20689" y="876181"/>
                </a:lnTo>
                <a:lnTo>
                  <a:pt x="22570" y="882475"/>
                </a:lnTo>
                <a:lnTo>
                  <a:pt x="24451" y="880611"/>
                </a:lnTo>
                <a:lnTo>
                  <a:pt x="26332" y="876881"/>
                </a:lnTo>
                <a:lnTo>
                  <a:pt x="28212" y="878306"/>
                </a:lnTo>
                <a:lnTo>
                  <a:pt x="30093" y="879097"/>
                </a:lnTo>
                <a:lnTo>
                  <a:pt x="33855" y="876769"/>
                </a:lnTo>
                <a:lnTo>
                  <a:pt x="39497" y="879219"/>
                </a:lnTo>
                <a:lnTo>
                  <a:pt x="41378" y="884868"/>
                </a:lnTo>
                <a:lnTo>
                  <a:pt x="43259" y="883237"/>
                </a:lnTo>
                <a:lnTo>
                  <a:pt x="45140" y="876476"/>
                </a:lnTo>
                <a:lnTo>
                  <a:pt x="48902" y="887608"/>
                </a:lnTo>
                <a:lnTo>
                  <a:pt x="58306" y="872610"/>
                </a:lnTo>
                <a:lnTo>
                  <a:pt x="65829" y="874833"/>
                </a:lnTo>
                <a:lnTo>
                  <a:pt x="73352" y="872206"/>
                </a:lnTo>
                <a:lnTo>
                  <a:pt x="75233" y="874711"/>
                </a:lnTo>
                <a:lnTo>
                  <a:pt x="77114" y="871182"/>
                </a:lnTo>
                <a:lnTo>
                  <a:pt x="78995" y="873393"/>
                </a:lnTo>
                <a:lnTo>
                  <a:pt x="82756" y="871653"/>
                </a:lnTo>
                <a:lnTo>
                  <a:pt x="86518" y="871141"/>
                </a:lnTo>
                <a:lnTo>
                  <a:pt x="88399" y="878251"/>
                </a:lnTo>
                <a:lnTo>
                  <a:pt x="90280" y="875342"/>
                </a:lnTo>
                <a:lnTo>
                  <a:pt x="92160" y="878546"/>
                </a:lnTo>
                <a:lnTo>
                  <a:pt x="94041" y="862206"/>
                </a:lnTo>
                <a:lnTo>
                  <a:pt x="95922" y="871596"/>
                </a:lnTo>
                <a:lnTo>
                  <a:pt x="99684" y="877168"/>
                </a:lnTo>
                <a:lnTo>
                  <a:pt x="103445" y="867558"/>
                </a:lnTo>
                <a:lnTo>
                  <a:pt x="107207" y="870565"/>
                </a:lnTo>
                <a:lnTo>
                  <a:pt x="110969" y="876466"/>
                </a:lnTo>
                <a:lnTo>
                  <a:pt x="112850" y="867689"/>
                </a:lnTo>
                <a:lnTo>
                  <a:pt x="114730" y="869835"/>
                </a:lnTo>
                <a:lnTo>
                  <a:pt x="118492" y="871698"/>
                </a:lnTo>
                <a:lnTo>
                  <a:pt x="120373" y="877445"/>
                </a:lnTo>
                <a:lnTo>
                  <a:pt x="124135" y="864178"/>
                </a:lnTo>
                <a:lnTo>
                  <a:pt x="126015" y="868790"/>
                </a:lnTo>
                <a:lnTo>
                  <a:pt x="129777" y="865011"/>
                </a:lnTo>
                <a:lnTo>
                  <a:pt x="133539" y="867564"/>
                </a:lnTo>
                <a:lnTo>
                  <a:pt x="135419" y="868480"/>
                </a:lnTo>
                <a:lnTo>
                  <a:pt x="142943" y="857858"/>
                </a:lnTo>
                <a:lnTo>
                  <a:pt x="144824" y="864959"/>
                </a:lnTo>
                <a:lnTo>
                  <a:pt x="146704" y="863871"/>
                </a:lnTo>
                <a:lnTo>
                  <a:pt x="148585" y="860057"/>
                </a:lnTo>
                <a:lnTo>
                  <a:pt x="152347" y="869212"/>
                </a:lnTo>
                <a:lnTo>
                  <a:pt x="156109" y="855312"/>
                </a:lnTo>
                <a:lnTo>
                  <a:pt x="157989" y="859359"/>
                </a:lnTo>
                <a:lnTo>
                  <a:pt x="159870" y="859581"/>
                </a:lnTo>
                <a:lnTo>
                  <a:pt x="161751" y="856565"/>
                </a:lnTo>
                <a:lnTo>
                  <a:pt x="163632" y="862890"/>
                </a:lnTo>
                <a:lnTo>
                  <a:pt x="165513" y="854003"/>
                </a:lnTo>
                <a:lnTo>
                  <a:pt x="169274" y="865785"/>
                </a:lnTo>
                <a:lnTo>
                  <a:pt x="173036" y="856411"/>
                </a:lnTo>
                <a:lnTo>
                  <a:pt x="174917" y="864706"/>
                </a:lnTo>
                <a:lnTo>
                  <a:pt x="176798" y="850387"/>
                </a:lnTo>
                <a:lnTo>
                  <a:pt x="178678" y="856907"/>
                </a:lnTo>
                <a:lnTo>
                  <a:pt x="180559" y="853755"/>
                </a:lnTo>
                <a:lnTo>
                  <a:pt x="184321" y="858839"/>
                </a:lnTo>
                <a:lnTo>
                  <a:pt x="186202" y="853065"/>
                </a:lnTo>
                <a:lnTo>
                  <a:pt x="188083" y="855085"/>
                </a:lnTo>
                <a:lnTo>
                  <a:pt x="189963" y="859405"/>
                </a:lnTo>
                <a:lnTo>
                  <a:pt x="191844" y="853155"/>
                </a:lnTo>
                <a:lnTo>
                  <a:pt x="193725" y="854060"/>
                </a:lnTo>
                <a:lnTo>
                  <a:pt x="195606" y="858719"/>
                </a:lnTo>
                <a:lnTo>
                  <a:pt x="197487" y="856395"/>
                </a:lnTo>
                <a:lnTo>
                  <a:pt x="201248" y="846365"/>
                </a:lnTo>
                <a:lnTo>
                  <a:pt x="205010" y="853233"/>
                </a:lnTo>
                <a:lnTo>
                  <a:pt x="206891" y="851678"/>
                </a:lnTo>
                <a:lnTo>
                  <a:pt x="210652" y="858014"/>
                </a:lnTo>
                <a:lnTo>
                  <a:pt x="214414" y="843642"/>
                </a:lnTo>
                <a:lnTo>
                  <a:pt x="216295" y="851603"/>
                </a:lnTo>
                <a:lnTo>
                  <a:pt x="220057" y="842145"/>
                </a:lnTo>
                <a:lnTo>
                  <a:pt x="223818" y="860646"/>
                </a:lnTo>
                <a:lnTo>
                  <a:pt x="227580" y="841920"/>
                </a:lnTo>
                <a:lnTo>
                  <a:pt x="233222" y="853586"/>
                </a:lnTo>
                <a:lnTo>
                  <a:pt x="236984" y="840719"/>
                </a:lnTo>
                <a:lnTo>
                  <a:pt x="238865" y="850860"/>
                </a:lnTo>
                <a:lnTo>
                  <a:pt x="240746" y="846490"/>
                </a:lnTo>
                <a:lnTo>
                  <a:pt x="242627" y="838793"/>
                </a:lnTo>
                <a:lnTo>
                  <a:pt x="246388" y="860580"/>
                </a:lnTo>
                <a:lnTo>
                  <a:pt x="248269" y="844257"/>
                </a:lnTo>
                <a:lnTo>
                  <a:pt x="250150" y="849659"/>
                </a:lnTo>
                <a:lnTo>
                  <a:pt x="252031" y="858413"/>
                </a:lnTo>
                <a:lnTo>
                  <a:pt x="253911" y="843703"/>
                </a:lnTo>
                <a:lnTo>
                  <a:pt x="255792" y="851374"/>
                </a:lnTo>
                <a:lnTo>
                  <a:pt x="259554" y="855412"/>
                </a:lnTo>
                <a:lnTo>
                  <a:pt x="261435" y="845367"/>
                </a:lnTo>
                <a:lnTo>
                  <a:pt x="263316" y="853820"/>
                </a:lnTo>
                <a:lnTo>
                  <a:pt x="265196" y="845428"/>
                </a:lnTo>
                <a:lnTo>
                  <a:pt x="268958" y="855277"/>
                </a:lnTo>
                <a:lnTo>
                  <a:pt x="270839" y="852588"/>
                </a:lnTo>
                <a:lnTo>
                  <a:pt x="272720" y="859887"/>
                </a:lnTo>
                <a:lnTo>
                  <a:pt x="274601" y="857784"/>
                </a:lnTo>
                <a:lnTo>
                  <a:pt x="278362" y="858887"/>
                </a:lnTo>
                <a:lnTo>
                  <a:pt x="284005" y="846615"/>
                </a:lnTo>
                <a:lnTo>
                  <a:pt x="291528" y="854696"/>
                </a:lnTo>
                <a:lnTo>
                  <a:pt x="295290" y="847325"/>
                </a:lnTo>
                <a:lnTo>
                  <a:pt x="297170" y="860098"/>
                </a:lnTo>
                <a:lnTo>
                  <a:pt x="299051" y="840932"/>
                </a:lnTo>
                <a:lnTo>
                  <a:pt x="300932" y="858663"/>
                </a:lnTo>
                <a:lnTo>
                  <a:pt x="304694" y="839012"/>
                </a:lnTo>
                <a:lnTo>
                  <a:pt x="308455" y="858725"/>
                </a:lnTo>
                <a:lnTo>
                  <a:pt x="310336" y="857928"/>
                </a:lnTo>
                <a:lnTo>
                  <a:pt x="314098" y="845146"/>
                </a:lnTo>
                <a:lnTo>
                  <a:pt x="319740" y="848174"/>
                </a:lnTo>
                <a:lnTo>
                  <a:pt x="321621" y="847108"/>
                </a:lnTo>
                <a:lnTo>
                  <a:pt x="323502" y="854882"/>
                </a:lnTo>
                <a:lnTo>
                  <a:pt x="325383" y="841079"/>
                </a:lnTo>
                <a:lnTo>
                  <a:pt x="327264" y="844636"/>
                </a:lnTo>
                <a:lnTo>
                  <a:pt x="329144" y="845998"/>
                </a:lnTo>
                <a:lnTo>
                  <a:pt x="331025" y="839478"/>
                </a:lnTo>
                <a:lnTo>
                  <a:pt x="332906" y="843502"/>
                </a:lnTo>
                <a:lnTo>
                  <a:pt x="334787" y="845354"/>
                </a:lnTo>
                <a:lnTo>
                  <a:pt x="338549" y="842817"/>
                </a:lnTo>
                <a:lnTo>
                  <a:pt x="342310" y="839445"/>
                </a:lnTo>
                <a:lnTo>
                  <a:pt x="344191" y="835706"/>
                </a:lnTo>
                <a:lnTo>
                  <a:pt x="346072" y="838054"/>
                </a:lnTo>
                <a:lnTo>
                  <a:pt x="347953" y="851489"/>
                </a:lnTo>
                <a:lnTo>
                  <a:pt x="349833" y="843960"/>
                </a:lnTo>
                <a:lnTo>
                  <a:pt x="353595" y="844312"/>
                </a:lnTo>
                <a:lnTo>
                  <a:pt x="355476" y="838727"/>
                </a:lnTo>
                <a:lnTo>
                  <a:pt x="357357" y="839578"/>
                </a:lnTo>
                <a:lnTo>
                  <a:pt x="359238" y="840203"/>
                </a:lnTo>
                <a:lnTo>
                  <a:pt x="362999" y="834254"/>
                </a:lnTo>
                <a:lnTo>
                  <a:pt x="366761" y="842738"/>
                </a:lnTo>
                <a:lnTo>
                  <a:pt x="368642" y="836723"/>
                </a:lnTo>
                <a:lnTo>
                  <a:pt x="370523" y="838168"/>
                </a:lnTo>
                <a:lnTo>
                  <a:pt x="374284" y="849416"/>
                </a:lnTo>
                <a:lnTo>
                  <a:pt x="378046" y="837326"/>
                </a:lnTo>
                <a:lnTo>
                  <a:pt x="379927" y="839495"/>
                </a:lnTo>
                <a:lnTo>
                  <a:pt x="383688" y="843955"/>
                </a:lnTo>
                <a:lnTo>
                  <a:pt x="385569" y="834215"/>
                </a:lnTo>
                <a:lnTo>
                  <a:pt x="387450" y="835557"/>
                </a:lnTo>
                <a:lnTo>
                  <a:pt x="391212" y="843068"/>
                </a:lnTo>
                <a:lnTo>
                  <a:pt x="393093" y="840154"/>
                </a:lnTo>
                <a:lnTo>
                  <a:pt x="396854" y="839935"/>
                </a:lnTo>
                <a:lnTo>
                  <a:pt x="398735" y="847846"/>
                </a:lnTo>
                <a:lnTo>
                  <a:pt x="400616" y="846084"/>
                </a:lnTo>
                <a:lnTo>
                  <a:pt x="404377" y="833234"/>
                </a:lnTo>
                <a:lnTo>
                  <a:pt x="406258" y="836501"/>
                </a:lnTo>
                <a:lnTo>
                  <a:pt x="413782" y="840146"/>
                </a:lnTo>
                <a:lnTo>
                  <a:pt x="415662" y="829643"/>
                </a:lnTo>
                <a:lnTo>
                  <a:pt x="417543" y="834556"/>
                </a:lnTo>
                <a:lnTo>
                  <a:pt x="419424" y="847644"/>
                </a:lnTo>
                <a:lnTo>
                  <a:pt x="421305" y="846593"/>
                </a:lnTo>
                <a:lnTo>
                  <a:pt x="423186" y="832674"/>
                </a:lnTo>
                <a:lnTo>
                  <a:pt x="425067" y="837974"/>
                </a:lnTo>
                <a:lnTo>
                  <a:pt x="426947" y="836006"/>
                </a:lnTo>
                <a:lnTo>
                  <a:pt x="428828" y="837846"/>
                </a:lnTo>
                <a:lnTo>
                  <a:pt x="432590" y="841122"/>
                </a:lnTo>
                <a:lnTo>
                  <a:pt x="436352" y="835166"/>
                </a:lnTo>
                <a:lnTo>
                  <a:pt x="443875" y="840647"/>
                </a:lnTo>
                <a:lnTo>
                  <a:pt x="445756" y="842586"/>
                </a:lnTo>
                <a:lnTo>
                  <a:pt x="447636" y="840284"/>
                </a:lnTo>
                <a:lnTo>
                  <a:pt x="455160" y="833269"/>
                </a:lnTo>
                <a:lnTo>
                  <a:pt x="457041" y="834250"/>
                </a:lnTo>
                <a:lnTo>
                  <a:pt x="458921" y="839100"/>
                </a:lnTo>
                <a:lnTo>
                  <a:pt x="460802" y="838265"/>
                </a:lnTo>
                <a:lnTo>
                  <a:pt x="468325" y="827117"/>
                </a:lnTo>
                <a:lnTo>
                  <a:pt x="470206" y="829688"/>
                </a:lnTo>
                <a:lnTo>
                  <a:pt x="487134" y="840399"/>
                </a:lnTo>
                <a:lnTo>
                  <a:pt x="489015" y="828805"/>
                </a:lnTo>
                <a:lnTo>
                  <a:pt x="492776" y="838568"/>
                </a:lnTo>
                <a:lnTo>
                  <a:pt x="494657" y="829168"/>
                </a:lnTo>
                <a:lnTo>
                  <a:pt x="496538" y="831854"/>
                </a:lnTo>
                <a:lnTo>
                  <a:pt x="498419" y="826907"/>
                </a:lnTo>
                <a:lnTo>
                  <a:pt x="500300" y="827984"/>
                </a:lnTo>
                <a:lnTo>
                  <a:pt x="505942" y="831234"/>
                </a:lnTo>
                <a:lnTo>
                  <a:pt x="509704" y="831927"/>
                </a:lnTo>
                <a:lnTo>
                  <a:pt x="524750" y="823837"/>
                </a:lnTo>
                <a:lnTo>
                  <a:pt x="528512" y="826417"/>
                </a:lnTo>
                <a:lnTo>
                  <a:pt x="530393" y="824892"/>
                </a:lnTo>
                <a:lnTo>
                  <a:pt x="534154" y="832191"/>
                </a:lnTo>
                <a:lnTo>
                  <a:pt x="545439" y="815851"/>
                </a:lnTo>
                <a:lnTo>
                  <a:pt x="551082" y="832607"/>
                </a:lnTo>
                <a:lnTo>
                  <a:pt x="552963" y="837637"/>
                </a:lnTo>
                <a:lnTo>
                  <a:pt x="558605" y="820300"/>
                </a:lnTo>
                <a:lnTo>
                  <a:pt x="566128" y="829091"/>
                </a:lnTo>
                <a:lnTo>
                  <a:pt x="568009" y="823627"/>
                </a:lnTo>
                <a:lnTo>
                  <a:pt x="569890" y="825566"/>
                </a:lnTo>
                <a:lnTo>
                  <a:pt x="579294" y="825923"/>
                </a:lnTo>
                <a:lnTo>
                  <a:pt x="583056" y="826732"/>
                </a:lnTo>
                <a:lnTo>
                  <a:pt x="588698" y="831130"/>
                </a:lnTo>
                <a:lnTo>
                  <a:pt x="590579" y="819770"/>
                </a:lnTo>
                <a:lnTo>
                  <a:pt x="594341" y="835705"/>
                </a:lnTo>
                <a:lnTo>
                  <a:pt x="599983" y="816059"/>
                </a:lnTo>
                <a:lnTo>
                  <a:pt x="601864" y="824909"/>
                </a:lnTo>
                <a:lnTo>
                  <a:pt x="605626" y="814864"/>
                </a:lnTo>
                <a:lnTo>
                  <a:pt x="609387" y="814953"/>
                </a:lnTo>
                <a:lnTo>
                  <a:pt x="611268" y="830876"/>
                </a:lnTo>
                <a:lnTo>
                  <a:pt x="613149" y="826819"/>
                </a:lnTo>
                <a:lnTo>
                  <a:pt x="615030" y="827297"/>
                </a:lnTo>
                <a:lnTo>
                  <a:pt x="616911" y="822497"/>
                </a:lnTo>
                <a:lnTo>
                  <a:pt x="620672" y="831377"/>
                </a:lnTo>
                <a:lnTo>
                  <a:pt x="626315" y="812994"/>
                </a:lnTo>
                <a:lnTo>
                  <a:pt x="628196" y="813559"/>
                </a:lnTo>
                <a:lnTo>
                  <a:pt x="633838" y="826982"/>
                </a:lnTo>
                <a:lnTo>
                  <a:pt x="637600" y="813491"/>
                </a:lnTo>
                <a:lnTo>
                  <a:pt x="641361" y="823183"/>
                </a:lnTo>
                <a:lnTo>
                  <a:pt x="645123" y="811658"/>
                </a:lnTo>
                <a:lnTo>
                  <a:pt x="647004" y="811981"/>
                </a:lnTo>
                <a:lnTo>
                  <a:pt x="648885" y="818218"/>
                </a:lnTo>
                <a:lnTo>
                  <a:pt x="650765" y="811690"/>
                </a:lnTo>
                <a:lnTo>
                  <a:pt x="654527" y="819225"/>
                </a:lnTo>
                <a:lnTo>
                  <a:pt x="656408" y="817170"/>
                </a:lnTo>
                <a:lnTo>
                  <a:pt x="660170" y="806013"/>
                </a:lnTo>
                <a:lnTo>
                  <a:pt x="663931" y="817704"/>
                </a:lnTo>
                <a:lnTo>
                  <a:pt x="669574" y="806922"/>
                </a:lnTo>
                <a:lnTo>
                  <a:pt x="671455" y="817207"/>
                </a:lnTo>
                <a:lnTo>
                  <a:pt x="673336" y="814301"/>
                </a:lnTo>
                <a:lnTo>
                  <a:pt x="677097" y="813700"/>
                </a:lnTo>
                <a:lnTo>
                  <a:pt x="678978" y="805857"/>
                </a:lnTo>
                <a:lnTo>
                  <a:pt x="680859" y="814932"/>
                </a:lnTo>
                <a:lnTo>
                  <a:pt x="684620" y="804562"/>
                </a:lnTo>
                <a:lnTo>
                  <a:pt x="686501" y="814621"/>
                </a:lnTo>
                <a:lnTo>
                  <a:pt x="688382" y="812910"/>
                </a:lnTo>
                <a:lnTo>
                  <a:pt x="690263" y="813614"/>
                </a:lnTo>
                <a:lnTo>
                  <a:pt x="694025" y="802454"/>
                </a:lnTo>
                <a:lnTo>
                  <a:pt x="697786" y="804481"/>
                </a:lnTo>
                <a:lnTo>
                  <a:pt x="701548" y="800968"/>
                </a:lnTo>
                <a:lnTo>
                  <a:pt x="705309" y="811160"/>
                </a:lnTo>
                <a:lnTo>
                  <a:pt x="709071" y="809725"/>
                </a:lnTo>
                <a:lnTo>
                  <a:pt x="712833" y="795071"/>
                </a:lnTo>
                <a:lnTo>
                  <a:pt x="720356" y="795144"/>
                </a:lnTo>
                <a:lnTo>
                  <a:pt x="722237" y="793605"/>
                </a:lnTo>
                <a:lnTo>
                  <a:pt x="724118" y="796162"/>
                </a:lnTo>
                <a:lnTo>
                  <a:pt x="725999" y="794387"/>
                </a:lnTo>
                <a:lnTo>
                  <a:pt x="727879" y="790198"/>
                </a:lnTo>
                <a:lnTo>
                  <a:pt x="729760" y="796348"/>
                </a:lnTo>
                <a:lnTo>
                  <a:pt x="731641" y="790164"/>
                </a:lnTo>
                <a:lnTo>
                  <a:pt x="735403" y="798231"/>
                </a:lnTo>
                <a:lnTo>
                  <a:pt x="739164" y="789549"/>
                </a:lnTo>
                <a:lnTo>
                  <a:pt x="757973" y="788748"/>
                </a:lnTo>
                <a:lnTo>
                  <a:pt x="759853" y="786202"/>
                </a:lnTo>
                <a:lnTo>
                  <a:pt x="761734" y="794351"/>
                </a:lnTo>
                <a:lnTo>
                  <a:pt x="763615" y="793155"/>
                </a:lnTo>
                <a:lnTo>
                  <a:pt x="769258" y="791526"/>
                </a:lnTo>
                <a:lnTo>
                  <a:pt x="771138" y="788659"/>
                </a:lnTo>
                <a:lnTo>
                  <a:pt x="773019" y="795856"/>
                </a:lnTo>
                <a:lnTo>
                  <a:pt x="774900" y="791026"/>
                </a:lnTo>
                <a:lnTo>
                  <a:pt x="778662" y="792898"/>
                </a:lnTo>
                <a:lnTo>
                  <a:pt x="782423" y="793386"/>
                </a:lnTo>
                <a:lnTo>
                  <a:pt x="784304" y="789954"/>
                </a:lnTo>
                <a:lnTo>
                  <a:pt x="786185" y="791250"/>
                </a:lnTo>
                <a:lnTo>
                  <a:pt x="789947" y="795739"/>
                </a:lnTo>
                <a:lnTo>
                  <a:pt x="795589" y="793549"/>
                </a:lnTo>
                <a:lnTo>
                  <a:pt x="801232" y="789666"/>
                </a:lnTo>
                <a:lnTo>
                  <a:pt x="803112" y="794153"/>
                </a:lnTo>
                <a:lnTo>
                  <a:pt x="804993" y="792337"/>
                </a:lnTo>
                <a:lnTo>
                  <a:pt x="808755" y="787510"/>
                </a:lnTo>
                <a:lnTo>
                  <a:pt x="812516" y="791113"/>
                </a:lnTo>
                <a:lnTo>
                  <a:pt x="816278" y="788444"/>
                </a:lnTo>
                <a:lnTo>
                  <a:pt x="818159" y="794304"/>
                </a:lnTo>
                <a:lnTo>
                  <a:pt x="821921" y="787875"/>
                </a:lnTo>
                <a:lnTo>
                  <a:pt x="829444" y="797810"/>
                </a:lnTo>
                <a:lnTo>
                  <a:pt x="831325" y="794318"/>
                </a:lnTo>
                <a:lnTo>
                  <a:pt x="833206" y="782586"/>
                </a:lnTo>
                <a:lnTo>
                  <a:pt x="835086" y="787076"/>
                </a:lnTo>
                <a:lnTo>
                  <a:pt x="844491" y="799191"/>
                </a:lnTo>
                <a:lnTo>
                  <a:pt x="846371" y="806316"/>
                </a:lnTo>
                <a:lnTo>
                  <a:pt x="848252" y="792510"/>
                </a:lnTo>
                <a:lnTo>
                  <a:pt x="850133" y="795987"/>
                </a:lnTo>
                <a:lnTo>
                  <a:pt x="852014" y="795306"/>
                </a:lnTo>
                <a:lnTo>
                  <a:pt x="853895" y="787022"/>
                </a:lnTo>
                <a:lnTo>
                  <a:pt x="855776" y="792630"/>
                </a:lnTo>
                <a:lnTo>
                  <a:pt x="859537" y="786904"/>
                </a:lnTo>
                <a:lnTo>
                  <a:pt x="867060" y="793219"/>
                </a:lnTo>
                <a:lnTo>
                  <a:pt x="870822" y="793858"/>
                </a:lnTo>
                <a:lnTo>
                  <a:pt x="874584" y="804250"/>
                </a:lnTo>
                <a:lnTo>
                  <a:pt x="880226" y="789837"/>
                </a:lnTo>
                <a:lnTo>
                  <a:pt x="891511" y="788659"/>
                </a:lnTo>
                <a:lnTo>
                  <a:pt x="893392" y="798016"/>
                </a:lnTo>
                <a:lnTo>
                  <a:pt x="899034" y="787843"/>
                </a:lnTo>
                <a:lnTo>
                  <a:pt x="900915" y="789489"/>
                </a:lnTo>
                <a:lnTo>
                  <a:pt x="904677" y="801922"/>
                </a:lnTo>
                <a:lnTo>
                  <a:pt x="912200" y="790698"/>
                </a:lnTo>
                <a:lnTo>
                  <a:pt x="915962" y="800352"/>
                </a:lnTo>
                <a:lnTo>
                  <a:pt x="919724" y="789583"/>
                </a:lnTo>
                <a:lnTo>
                  <a:pt x="921604" y="791131"/>
                </a:lnTo>
                <a:lnTo>
                  <a:pt x="923485" y="797781"/>
                </a:lnTo>
                <a:lnTo>
                  <a:pt x="927247" y="790751"/>
                </a:lnTo>
                <a:lnTo>
                  <a:pt x="929128" y="795706"/>
                </a:lnTo>
                <a:lnTo>
                  <a:pt x="932889" y="789186"/>
                </a:lnTo>
                <a:lnTo>
                  <a:pt x="938532" y="792467"/>
                </a:lnTo>
                <a:lnTo>
                  <a:pt x="946055" y="789659"/>
                </a:lnTo>
                <a:lnTo>
                  <a:pt x="949817" y="797680"/>
                </a:lnTo>
                <a:lnTo>
                  <a:pt x="951698" y="794684"/>
                </a:lnTo>
                <a:lnTo>
                  <a:pt x="955459" y="790248"/>
                </a:lnTo>
                <a:lnTo>
                  <a:pt x="957340" y="791043"/>
                </a:lnTo>
                <a:lnTo>
                  <a:pt x="959221" y="799583"/>
                </a:lnTo>
                <a:lnTo>
                  <a:pt x="961102" y="793385"/>
                </a:lnTo>
                <a:lnTo>
                  <a:pt x="964863" y="798832"/>
                </a:lnTo>
                <a:lnTo>
                  <a:pt x="966744" y="798157"/>
                </a:lnTo>
                <a:lnTo>
                  <a:pt x="968625" y="790088"/>
                </a:lnTo>
                <a:lnTo>
                  <a:pt x="970506" y="797461"/>
                </a:lnTo>
                <a:lnTo>
                  <a:pt x="972387" y="793566"/>
                </a:lnTo>
                <a:lnTo>
                  <a:pt x="976148" y="792441"/>
                </a:lnTo>
                <a:lnTo>
                  <a:pt x="978029" y="798749"/>
                </a:lnTo>
                <a:lnTo>
                  <a:pt x="979910" y="793518"/>
                </a:lnTo>
                <a:lnTo>
                  <a:pt x="981791" y="794606"/>
                </a:lnTo>
                <a:lnTo>
                  <a:pt x="991195" y="803657"/>
                </a:lnTo>
                <a:lnTo>
                  <a:pt x="993076" y="799036"/>
                </a:lnTo>
                <a:lnTo>
                  <a:pt x="994957" y="801171"/>
                </a:lnTo>
                <a:lnTo>
                  <a:pt x="996837" y="804586"/>
                </a:lnTo>
                <a:lnTo>
                  <a:pt x="998718" y="803280"/>
                </a:lnTo>
                <a:lnTo>
                  <a:pt x="1004361" y="797356"/>
                </a:lnTo>
                <a:lnTo>
                  <a:pt x="1006242" y="803010"/>
                </a:lnTo>
                <a:lnTo>
                  <a:pt x="1008122" y="800564"/>
                </a:lnTo>
                <a:lnTo>
                  <a:pt x="1019407" y="795238"/>
                </a:lnTo>
                <a:lnTo>
                  <a:pt x="1021288" y="800312"/>
                </a:lnTo>
                <a:lnTo>
                  <a:pt x="1023169" y="797262"/>
                </a:lnTo>
                <a:lnTo>
                  <a:pt x="1025050" y="797429"/>
                </a:lnTo>
                <a:lnTo>
                  <a:pt x="1026931" y="804254"/>
                </a:lnTo>
                <a:lnTo>
                  <a:pt x="1028811" y="798642"/>
                </a:lnTo>
                <a:lnTo>
                  <a:pt x="1030692" y="800201"/>
                </a:lnTo>
                <a:lnTo>
                  <a:pt x="1032573" y="801334"/>
                </a:lnTo>
                <a:lnTo>
                  <a:pt x="1034454" y="797395"/>
                </a:lnTo>
                <a:lnTo>
                  <a:pt x="1036335" y="799535"/>
                </a:lnTo>
                <a:lnTo>
                  <a:pt x="1038216" y="803311"/>
                </a:lnTo>
                <a:lnTo>
                  <a:pt x="1040096" y="794541"/>
                </a:lnTo>
                <a:lnTo>
                  <a:pt x="1041977" y="802527"/>
                </a:lnTo>
                <a:lnTo>
                  <a:pt x="1043858" y="799458"/>
                </a:lnTo>
                <a:lnTo>
                  <a:pt x="1045739" y="795632"/>
                </a:lnTo>
                <a:lnTo>
                  <a:pt x="1051381" y="804467"/>
                </a:lnTo>
                <a:lnTo>
                  <a:pt x="1055143" y="797345"/>
                </a:lnTo>
                <a:lnTo>
                  <a:pt x="1057024" y="803188"/>
                </a:lnTo>
                <a:lnTo>
                  <a:pt x="1058905" y="801560"/>
                </a:lnTo>
                <a:lnTo>
                  <a:pt x="1064547" y="804030"/>
                </a:lnTo>
                <a:lnTo>
                  <a:pt x="1066428" y="802976"/>
                </a:lnTo>
                <a:lnTo>
                  <a:pt x="1068309" y="796765"/>
                </a:lnTo>
                <a:lnTo>
                  <a:pt x="1070189" y="799753"/>
                </a:lnTo>
                <a:lnTo>
                  <a:pt x="1072070" y="798153"/>
                </a:lnTo>
                <a:lnTo>
                  <a:pt x="1073951" y="801391"/>
                </a:lnTo>
                <a:lnTo>
                  <a:pt x="1075832" y="798709"/>
                </a:lnTo>
                <a:lnTo>
                  <a:pt x="1085236" y="799038"/>
                </a:lnTo>
                <a:lnTo>
                  <a:pt x="1088998" y="798559"/>
                </a:lnTo>
                <a:lnTo>
                  <a:pt x="1102164" y="809147"/>
                </a:lnTo>
                <a:lnTo>
                  <a:pt x="1107806" y="799622"/>
                </a:lnTo>
                <a:lnTo>
                  <a:pt x="1115329" y="801086"/>
                </a:lnTo>
                <a:lnTo>
                  <a:pt x="1119091" y="808467"/>
                </a:lnTo>
                <a:lnTo>
                  <a:pt x="1128495" y="810412"/>
                </a:lnTo>
                <a:lnTo>
                  <a:pt x="1132257" y="802092"/>
                </a:lnTo>
                <a:lnTo>
                  <a:pt x="1134138" y="806233"/>
                </a:lnTo>
                <a:lnTo>
                  <a:pt x="1136018" y="810098"/>
                </a:lnTo>
                <a:lnTo>
                  <a:pt x="1139780" y="800542"/>
                </a:lnTo>
                <a:lnTo>
                  <a:pt x="1141661" y="802761"/>
                </a:lnTo>
                <a:lnTo>
                  <a:pt x="1143542" y="808941"/>
                </a:lnTo>
                <a:lnTo>
                  <a:pt x="1145422" y="798715"/>
                </a:lnTo>
                <a:lnTo>
                  <a:pt x="1147303" y="810158"/>
                </a:lnTo>
                <a:lnTo>
                  <a:pt x="1149184" y="800944"/>
                </a:lnTo>
                <a:lnTo>
                  <a:pt x="1151065" y="802121"/>
                </a:lnTo>
                <a:lnTo>
                  <a:pt x="1156707" y="801889"/>
                </a:lnTo>
                <a:lnTo>
                  <a:pt x="1160469" y="809442"/>
                </a:lnTo>
                <a:lnTo>
                  <a:pt x="1162350" y="801298"/>
                </a:lnTo>
                <a:lnTo>
                  <a:pt x="1164231" y="802249"/>
                </a:lnTo>
                <a:lnTo>
                  <a:pt x="1166112" y="808999"/>
                </a:lnTo>
                <a:lnTo>
                  <a:pt x="1167993" y="807218"/>
                </a:lnTo>
                <a:lnTo>
                  <a:pt x="1169873" y="808306"/>
                </a:lnTo>
                <a:lnTo>
                  <a:pt x="1171754" y="804902"/>
                </a:lnTo>
                <a:lnTo>
                  <a:pt x="1173635" y="806565"/>
                </a:lnTo>
                <a:lnTo>
                  <a:pt x="1175516" y="804536"/>
                </a:lnTo>
                <a:lnTo>
                  <a:pt x="1177397" y="813188"/>
                </a:lnTo>
                <a:lnTo>
                  <a:pt x="1179277" y="806235"/>
                </a:lnTo>
                <a:lnTo>
                  <a:pt x="1181158" y="808495"/>
                </a:lnTo>
                <a:lnTo>
                  <a:pt x="1186801" y="808210"/>
                </a:lnTo>
                <a:lnTo>
                  <a:pt x="1188682" y="812592"/>
                </a:lnTo>
                <a:lnTo>
                  <a:pt x="1190562" y="811010"/>
                </a:lnTo>
                <a:lnTo>
                  <a:pt x="1207490" y="810166"/>
                </a:lnTo>
                <a:lnTo>
                  <a:pt x="1209371" y="805673"/>
                </a:lnTo>
                <a:lnTo>
                  <a:pt x="1211251" y="807208"/>
                </a:lnTo>
                <a:lnTo>
                  <a:pt x="1215013" y="812637"/>
                </a:lnTo>
                <a:lnTo>
                  <a:pt x="1218775" y="810740"/>
                </a:lnTo>
                <a:lnTo>
                  <a:pt x="1220656" y="810115"/>
                </a:lnTo>
                <a:lnTo>
                  <a:pt x="1222536" y="802263"/>
                </a:lnTo>
                <a:lnTo>
                  <a:pt x="1224417" y="805614"/>
                </a:lnTo>
                <a:lnTo>
                  <a:pt x="1226298" y="812815"/>
                </a:lnTo>
                <a:lnTo>
                  <a:pt x="1228179" y="810535"/>
                </a:lnTo>
                <a:lnTo>
                  <a:pt x="1231940" y="809856"/>
                </a:lnTo>
                <a:lnTo>
                  <a:pt x="1235702" y="807468"/>
                </a:lnTo>
                <a:lnTo>
                  <a:pt x="1237583" y="803208"/>
                </a:lnTo>
                <a:lnTo>
                  <a:pt x="1239464" y="811512"/>
                </a:lnTo>
                <a:lnTo>
                  <a:pt x="1241345" y="808914"/>
                </a:lnTo>
                <a:lnTo>
                  <a:pt x="1245106" y="810034"/>
                </a:lnTo>
                <a:lnTo>
                  <a:pt x="1246987" y="810878"/>
                </a:lnTo>
                <a:lnTo>
                  <a:pt x="1248868" y="806005"/>
                </a:lnTo>
                <a:lnTo>
                  <a:pt x="1250749" y="809352"/>
                </a:lnTo>
                <a:lnTo>
                  <a:pt x="1252630" y="805337"/>
                </a:lnTo>
                <a:lnTo>
                  <a:pt x="1254510" y="807701"/>
                </a:lnTo>
                <a:lnTo>
                  <a:pt x="1256391" y="810714"/>
                </a:lnTo>
                <a:lnTo>
                  <a:pt x="1258272" y="807130"/>
                </a:lnTo>
                <a:lnTo>
                  <a:pt x="1260153" y="811578"/>
                </a:lnTo>
                <a:lnTo>
                  <a:pt x="1262034" y="808962"/>
                </a:lnTo>
                <a:lnTo>
                  <a:pt x="1263915" y="804815"/>
                </a:lnTo>
                <a:lnTo>
                  <a:pt x="1267676" y="812392"/>
                </a:lnTo>
                <a:lnTo>
                  <a:pt x="1273319" y="806954"/>
                </a:lnTo>
                <a:lnTo>
                  <a:pt x="1284604" y="805696"/>
                </a:lnTo>
                <a:lnTo>
                  <a:pt x="1286484" y="799465"/>
                </a:lnTo>
                <a:lnTo>
                  <a:pt x="1288365" y="800281"/>
                </a:lnTo>
                <a:lnTo>
                  <a:pt x="1294008" y="809159"/>
                </a:lnTo>
                <a:lnTo>
                  <a:pt x="1295889" y="806385"/>
                </a:lnTo>
                <a:lnTo>
                  <a:pt x="1297769" y="805894"/>
                </a:lnTo>
                <a:lnTo>
                  <a:pt x="1301531" y="809741"/>
                </a:lnTo>
                <a:lnTo>
                  <a:pt x="1303412" y="805065"/>
                </a:lnTo>
                <a:lnTo>
                  <a:pt x="1305293" y="809917"/>
                </a:lnTo>
                <a:lnTo>
                  <a:pt x="1307173" y="806738"/>
                </a:lnTo>
                <a:lnTo>
                  <a:pt x="1309054" y="805768"/>
                </a:lnTo>
                <a:lnTo>
                  <a:pt x="1310935" y="798466"/>
                </a:lnTo>
                <a:lnTo>
                  <a:pt x="1312816" y="800185"/>
                </a:lnTo>
                <a:lnTo>
                  <a:pt x="1314697" y="803327"/>
                </a:lnTo>
                <a:lnTo>
                  <a:pt x="1316578" y="802008"/>
                </a:lnTo>
                <a:lnTo>
                  <a:pt x="1327862" y="801984"/>
                </a:lnTo>
                <a:lnTo>
                  <a:pt x="1331624" y="807192"/>
                </a:lnTo>
                <a:lnTo>
                  <a:pt x="1337267" y="802059"/>
                </a:lnTo>
                <a:lnTo>
                  <a:pt x="1339148" y="803995"/>
                </a:lnTo>
                <a:lnTo>
                  <a:pt x="1341028" y="810590"/>
                </a:lnTo>
                <a:lnTo>
                  <a:pt x="1342909" y="809534"/>
                </a:lnTo>
                <a:lnTo>
                  <a:pt x="1344790" y="804881"/>
                </a:lnTo>
                <a:lnTo>
                  <a:pt x="1346671" y="807640"/>
                </a:lnTo>
                <a:lnTo>
                  <a:pt x="1348552" y="807677"/>
                </a:lnTo>
                <a:lnTo>
                  <a:pt x="1350433" y="802628"/>
                </a:lnTo>
                <a:lnTo>
                  <a:pt x="1352313" y="805103"/>
                </a:lnTo>
                <a:lnTo>
                  <a:pt x="1359837" y="796219"/>
                </a:lnTo>
                <a:lnTo>
                  <a:pt x="1367360" y="807793"/>
                </a:lnTo>
                <a:lnTo>
                  <a:pt x="1371122" y="799687"/>
                </a:lnTo>
                <a:lnTo>
                  <a:pt x="1378645" y="806176"/>
                </a:lnTo>
                <a:lnTo>
                  <a:pt x="1380526" y="805014"/>
                </a:lnTo>
                <a:lnTo>
                  <a:pt x="1382406" y="812809"/>
                </a:lnTo>
                <a:lnTo>
                  <a:pt x="1384287" y="805901"/>
                </a:lnTo>
                <a:lnTo>
                  <a:pt x="1386168" y="806694"/>
                </a:lnTo>
                <a:lnTo>
                  <a:pt x="1388049" y="806660"/>
                </a:lnTo>
                <a:lnTo>
                  <a:pt x="1391811" y="814311"/>
                </a:lnTo>
                <a:lnTo>
                  <a:pt x="1393691" y="809248"/>
                </a:lnTo>
                <a:lnTo>
                  <a:pt x="1395572" y="812047"/>
                </a:lnTo>
                <a:lnTo>
                  <a:pt x="1401215" y="818287"/>
                </a:lnTo>
                <a:lnTo>
                  <a:pt x="1403096" y="816152"/>
                </a:lnTo>
                <a:lnTo>
                  <a:pt x="1404976" y="822741"/>
                </a:lnTo>
                <a:lnTo>
                  <a:pt x="1406857" y="820633"/>
                </a:lnTo>
                <a:lnTo>
                  <a:pt x="1410619" y="819371"/>
                </a:lnTo>
                <a:lnTo>
                  <a:pt x="1412500" y="821160"/>
                </a:lnTo>
                <a:lnTo>
                  <a:pt x="1416261" y="816007"/>
                </a:lnTo>
                <a:lnTo>
                  <a:pt x="1425666" y="828696"/>
                </a:lnTo>
                <a:lnTo>
                  <a:pt x="1429427" y="823601"/>
                </a:lnTo>
                <a:lnTo>
                  <a:pt x="1433189" y="834009"/>
                </a:lnTo>
                <a:lnTo>
                  <a:pt x="1436950" y="829576"/>
                </a:lnTo>
                <a:lnTo>
                  <a:pt x="1438831" y="831756"/>
                </a:lnTo>
                <a:lnTo>
                  <a:pt x="1440712" y="832119"/>
                </a:lnTo>
                <a:lnTo>
                  <a:pt x="1442593" y="827943"/>
                </a:lnTo>
                <a:lnTo>
                  <a:pt x="1446355" y="839353"/>
                </a:lnTo>
                <a:lnTo>
                  <a:pt x="1448235" y="833998"/>
                </a:lnTo>
                <a:lnTo>
                  <a:pt x="1450116" y="840106"/>
                </a:lnTo>
                <a:lnTo>
                  <a:pt x="1451997" y="837121"/>
                </a:lnTo>
                <a:lnTo>
                  <a:pt x="1455759" y="841695"/>
                </a:lnTo>
                <a:lnTo>
                  <a:pt x="1457639" y="835379"/>
                </a:lnTo>
                <a:lnTo>
                  <a:pt x="1461401" y="846686"/>
                </a:lnTo>
                <a:lnTo>
                  <a:pt x="1463282" y="839161"/>
                </a:lnTo>
                <a:lnTo>
                  <a:pt x="1465163" y="848500"/>
                </a:lnTo>
                <a:lnTo>
                  <a:pt x="1467044" y="843640"/>
                </a:lnTo>
                <a:lnTo>
                  <a:pt x="1470805" y="848749"/>
                </a:lnTo>
                <a:lnTo>
                  <a:pt x="1476448" y="837886"/>
                </a:lnTo>
                <a:lnTo>
                  <a:pt x="1478329" y="842595"/>
                </a:lnTo>
                <a:lnTo>
                  <a:pt x="1483971" y="851933"/>
                </a:lnTo>
                <a:lnTo>
                  <a:pt x="1489613" y="852878"/>
                </a:lnTo>
                <a:lnTo>
                  <a:pt x="1491494" y="849260"/>
                </a:lnTo>
                <a:lnTo>
                  <a:pt x="1493375" y="852458"/>
                </a:lnTo>
                <a:lnTo>
                  <a:pt x="1495256" y="844754"/>
                </a:lnTo>
                <a:lnTo>
                  <a:pt x="1497137" y="858527"/>
                </a:lnTo>
                <a:lnTo>
                  <a:pt x="1499018" y="855064"/>
                </a:lnTo>
                <a:lnTo>
                  <a:pt x="1504660" y="848934"/>
                </a:lnTo>
                <a:lnTo>
                  <a:pt x="1506541" y="852882"/>
                </a:lnTo>
                <a:lnTo>
                  <a:pt x="1510303" y="856729"/>
                </a:lnTo>
                <a:lnTo>
                  <a:pt x="1514064" y="847975"/>
                </a:lnTo>
                <a:lnTo>
                  <a:pt x="1515945" y="859911"/>
                </a:lnTo>
                <a:lnTo>
                  <a:pt x="1517826" y="859306"/>
                </a:lnTo>
                <a:lnTo>
                  <a:pt x="1519707" y="857960"/>
                </a:lnTo>
                <a:lnTo>
                  <a:pt x="1521588" y="850069"/>
                </a:lnTo>
                <a:lnTo>
                  <a:pt x="1523468" y="855132"/>
                </a:lnTo>
                <a:lnTo>
                  <a:pt x="1525349" y="851126"/>
                </a:lnTo>
                <a:lnTo>
                  <a:pt x="1527230" y="856330"/>
                </a:lnTo>
                <a:lnTo>
                  <a:pt x="1529111" y="851718"/>
                </a:lnTo>
                <a:lnTo>
                  <a:pt x="1530992" y="854345"/>
                </a:lnTo>
                <a:lnTo>
                  <a:pt x="1532873" y="852211"/>
                </a:lnTo>
                <a:lnTo>
                  <a:pt x="1534753" y="856713"/>
                </a:lnTo>
                <a:lnTo>
                  <a:pt x="1538515" y="852679"/>
                </a:lnTo>
                <a:lnTo>
                  <a:pt x="1542277" y="862961"/>
                </a:lnTo>
                <a:lnTo>
                  <a:pt x="1549800" y="862410"/>
                </a:lnTo>
                <a:lnTo>
                  <a:pt x="1553562" y="861191"/>
                </a:lnTo>
                <a:lnTo>
                  <a:pt x="1555442" y="855440"/>
                </a:lnTo>
                <a:lnTo>
                  <a:pt x="1557323" y="861104"/>
                </a:lnTo>
                <a:lnTo>
                  <a:pt x="1561085" y="852031"/>
                </a:lnTo>
                <a:lnTo>
                  <a:pt x="1564846" y="859947"/>
                </a:lnTo>
                <a:lnTo>
                  <a:pt x="1570489" y="858770"/>
                </a:lnTo>
                <a:lnTo>
                  <a:pt x="1572370" y="850007"/>
                </a:lnTo>
                <a:lnTo>
                  <a:pt x="1574251" y="854790"/>
                </a:lnTo>
                <a:lnTo>
                  <a:pt x="1581774" y="856698"/>
                </a:lnTo>
                <a:lnTo>
                  <a:pt x="1583655" y="856939"/>
                </a:lnTo>
                <a:lnTo>
                  <a:pt x="1585536" y="853209"/>
                </a:lnTo>
                <a:lnTo>
                  <a:pt x="1589297" y="857540"/>
                </a:lnTo>
                <a:lnTo>
                  <a:pt x="1598701" y="856259"/>
                </a:lnTo>
                <a:lnTo>
                  <a:pt x="1600582" y="847123"/>
                </a:lnTo>
                <a:lnTo>
                  <a:pt x="1602463" y="848291"/>
                </a:lnTo>
                <a:lnTo>
                  <a:pt x="1604344" y="847839"/>
                </a:lnTo>
                <a:lnTo>
                  <a:pt x="1608106" y="857722"/>
                </a:lnTo>
                <a:lnTo>
                  <a:pt x="1609986" y="855987"/>
                </a:lnTo>
                <a:lnTo>
                  <a:pt x="1617510" y="855646"/>
                </a:lnTo>
                <a:lnTo>
                  <a:pt x="1619390" y="856409"/>
                </a:lnTo>
                <a:lnTo>
                  <a:pt x="1621271" y="845677"/>
                </a:lnTo>
                <a:lnTo>
                  <a:pt x="1623152" y="856516"/>
                </a:lnTo>
                <a:lnTo>
                  <a:pt x="1625033" y="853459"/>
                </a:lnTo>
                <a:lnTo>
                  <a:pt x="1628795" y="854045"/>
                </a:lnTo>
                <a:lnTo>
                  <a:pt x="1645722" y="851967"/>
                </a:lnTo>
                <a:lnTo>
                  <a:pt x="1647603" y="843166"/>
                </a:lnTo>
                <a:lnTo>
                  <a:pt x="1649484" y="847889"/>
                </a:lnTo>
                <a:lnTo>
                  <a:pt x="1651364" y="852343"/>
                </a:lnTo>
                <a:lnTo>
                  <a:pt x="1653245" y="851056"/>
                </a:lnTo>
                <a:lnTo>
                  <a:pt x="1662650" y="850694"/>
                </a:lnTo>
                <a:lnTo>
                  <a:pt x="1666411" y="843569"/>
                </a:lnTo>
                <a:lnTo>
                  <a:pt x="1675815" y="849742"/>
                </a:lnTo>
                <a:lnTo>
                  <a:pt x="1690862" y="848813"/>
                </a:lnTo>
                <a:lnTo>
                  <a:pt x="1694623" y="850587"/>
                </a:lnTo>
                <a:lnTo>
                  <a:pt x="1704028" y="841003"/>
                </a:lnTo>
                <a:lnTo>
                  <a:pt x="1705908" y="843644"/>
                </a:lnTo>
                <a:lnTo>
                  <a:pt x="1707789" y="849829"/>
                </a:lnTo>
                <a:lnTo>
                  <a:pt x="1709670" y="848866"/>
                </a:lnTo>
                <a:lnTo>
                  <a:pt x="1717193" y="844171"/>
                </a:lnTo>
                <a:lnTo>
                  <a:pt x="1719074" y="841101"/>
                </a:lnTo>
                <a:lnTo>
                  <a:pt x="1720955" y="849644"/>
                </a:lnTo>
                <a:lnTo>
                  <a:pt x="1722836" y="849111"/>
                </a:lnTo>
                <a:lnTo>
                  <a:pt x="1739763" y="847948"/>
                </a:lnTo>
                <a:lnTo>
                  <a:pt x="1756691" y="848942"/>
                </a:lnTo>
                <a:lnTo>
                  <a:pt x="1794307" y="847120"/>
                </a:lnTo>
                <a:lnTo>
                  <a:pt x="1801830" y="844886"/>
                </a:lnTo>
                <a:lnTo>
                  <a:pt x="1805592" y="844791"/>
                </a:lnTo>
                <a:lnTo>
                  <a:pt x="1814996" y="842308"/>
                </a:lnTo>
                <a:lnTo>
                  <a:pt x="1820639" y="846574"/>
                </a:lnTo>
                <a:lnTo>
                  <a:pt x="1828162" y="846092"/>
                </a:lnTo>
                <a:lnTo>
                  <a:pt x="1845090" y="852903"/>
                </a:lnTo>
                <a:lnTo>
                  <a:pt x="1869540" y="857868"/>
                </a:lnTo>
                <a:lnTo>
                  <a:pt x="1878944" y="854865"/>
                </a:lnTo>
                <a:lnTo>
                  <a:pt x="1884587" y="856630"/>
                </a:lnTo>
                <a:lnTo>
                  <a:pt x="1895872" y="856329"/>
                </a:lnTo>
                <a:lnTo>
                  <a:pt x="1927846" y="858809"/>
                </a:lnTo>
                <a:lnTo>
                  <a:pt x="1937250" y="858302"/>
                </a:lnTo>
                <a:lnTo>
                  <a:pt x="1939131" y="852214"/>
                </a:lnTo>
                <a:lnTo>
                  <a:pt x="1942892" y="859307"/>
                </a:lnTo>
                <a:lnTo>
                  <a:pt x="1944773" y="858413"/>
                </a:lnTo>
                <a:lnTo>
                  <a:pt x="1952296" y="859922"/>
                </a:lnTo>
                <a:lnTo>
                  <a:pt x="1989913" y="858405"/>
                </a:lnTo>
                <a:lnTo>
                  <a:pt x="1993675" y="859991"/>
                </a:lnTo>
                <a:lnTo>
                  <a:pt x="2003079" y="858755"/>
                </a:lnTo>
                <a:lnTo>
                  <a:pt x="2021887" y="860149"/>
                </a:lnTo>
                <a:lnTo>
                  <a:pt x="2025649" y="859642"/>
                </a:lnTo>
                <a:lnTo>
                  <a:pt x="2063265" y="855661"/>
                </a:lnTo>
                <a:lnTo>
                  <a:pt x="2070789" y="855569"/>
                </a:lnTo>
                <a:lnTo>
                  <a:pt x="2074550" y="854798"/>
                </a:lnTo>
                <a:lnTo>
                  <a:pt x="2085835" y="845925"/>
                </a:lnTo>
                <a:lnTo>
                  <a:pt x="2112167" y="847232"/>
                </a:lnTo>
                <a:lnTo>
                  <a:pt x="2117809" y="844588"/>
                </a:lnTo>
                <a:lnTo>
                  <a:pt x="2121571" y="843720"/>
                </a:lnTo>
                <a:lnTo>
                  <a:pt x="2130975" y="840442"/>
                </a:lnTo>
                <a:lnTo>
                  <a:pt x="2138498" y="845605"/>
                </a:lnTo>
                <a:lnTo>
                  <a:pt x="2140379" y="842567"/>
                </a:lnTo>
                <a:lnTo>
                  <a:pt x="2142260" y="843997"/>
                </a:lnTo>
                <a:lnTo>
                  <a:pt x="2144141" y="846169"/>
                </a:lnTo>
                <a:lnTo>
                  <a:pt x="2146021" y="836269"/>
                </a:lnTo>
                <a:lnTo>
                  <a:pt x="2147902" y="841514"/>
                </a:lnTo>
                <a:lnTo>
                  <a:pt x="2153545" y="838144"/>
                </a:lnTo>
                <a:lnTo>
                  <a:pt x="2157307" y="838121"/>
                </a:lnTo>
                <a:lnTo>
                  <a:pt x="2168591" y="836634"/>
                </a:lnTo>
                <a:lnTo>
                  <a:pt x="2172353" y="838349"/>
                </a:lnTo>
                <a:lnTo>
                  <a:pt x="2185519" y="832425"/>
                </a:lnTo>
                <a:lnTo>
                  <a:pt x="2211850" y="830779"/>
                </a:lnTo>
                <a:lnTo>
                  <a:pt x="2223135" y="828225"/>
                </a:lnTo>
                <a:lnTo>
                  <a:pt x="2228778" y="830616"/>
                </a:lnTo>
                <a:lnTo>
                  <a:pt x="2230659" y="829566"/>
                </a:lnTo>
                <a:lnTo>
                  <a:pt x="2234420" y="831328"/>
                </a:lnTo>
                <a:lnTo>
                  <a:pt x="2236301" y="831854"/>
                </a:lnTo>
                <a:lnTo>
                  <a:pt x="2240063" y="824774"/>
                </a:lnTo>
                <a:lnTo>
                  <a:pt x="2245705" y="832259"/>
                </a:lnTo>
                <a:lnTo>
                  <a:pt x="2247586" y="830436"/>
                </a:lnTo>
                <a:lnTo>
                  <a:pt x="2249467" y="832570"/>
                </a:lnTo>
                <a:lnTo>
                  <a:pt x="2255109" y="830890"/>
                </a:lnTo>
                <a:lnTo>
                  <a:pt x="2258871" y="832229"/>
                </a:lnTo>
                <a:lnTo>
                  <a:pt x="2264513" y="825231"/>
                </a:lnTo>
                <a:lnTo>
                  <a:pt x="2266394" y="827752"/>
                </a:lnTo>
                <a:lnTo>
                  <a:pt x="2268275" y="825835"/>
                </a:lnTo>
                <a:lnTo>
                  <a:pt x="2270156" y="826648"/>
                </a:lnTo>
                <a:lnTo>
                  <a:pt x="2272037" y="821944"/>
                </a:lnTo>
                <a:lnTo>
                  <a:pt x="2273918" y="826650"/>
                </a:lnTo>
                <a:lnTo>
                  <a:pt x="2275798" y="821575"/>
                </a:lnTo>
                <a:lnTo>
                  <a:pt x="2279560" y="832569"/>
                </a:lnTo>
                <a:lnTo>
                  <a:pt x="2281441" y="826069"/>
                </a:lnTo>
                <a:lnTo>
                  <a:pt x="2283322" y="827088"/>
                </a:lnTo>
                <a:lnTo>
                  <a:pt x="2287083" y="827207"/>
                </a:lnTo>
                <a:lnTo>
                  <a:pt x="2290845" y="834998"/>
                </a:lnTo>
                <a:lnTo>
                  <a:pt x="2294607" y="826214"/>
                </a:lnTo>
                <a:lnTo>
                  <a:pt x="2309653" y="837013"/>
                </a:lnTo>
                <a:lnTo>
                  <a:pt x="2311534" y="837308"/>
                </a:lnTo>
                <a:lnTo>
                  <a:pt x="2313415" y="833911"/>
                </a:lnTo>
                <a:lnTo>
                  <a:pt x="2315296" y="839210"/>
                </a:lnTo>
                <a:lnTo>
                  <a:pt x="2317177" y="837715"/>
                </a:lnTo>
                <a:lnTo>
                  <a:pt x="2322819" y="838375"/>
                </a:lnTo>
                <a:lnTo>
                  <a:pt x="2377363" y="847254"/>
                </a:lnTo>
                <a:lnTo>
                  <a:pt x="2379244" y="850509"/>
                </a:lnTo>
                <a:lnTo>
                  <a:pt x="2381125" y="848618"/>
                </a:lnTo>
                <a:lnTo>
                  <a:pt x="2386767" y="850695"/>
                </a:lnTo>
                <a:lnTo>
                  <a:pt x="2392410" y="846797"/>
                </a:lnTo>
                <a:lnTo>
                  <a:pt x="2394290" y="849248"/>
                </a:lnTo>
                <a:lnTo>
                  <a:pt x="2396171" y="844527"/>
                </a:lnTo>
                <a:lnTo>
                  <a:pt x="2398052" y="851964"/>
                </a:lnTo>
                <a:lnTo>
                  <a:pt x="2399933" y="850204"/>
                </a:lnTo>
                <a:lnTo>
                  <a:pt x="2403694" y="852959"/>
                </a:lnTo>
                <a:lnTo>
                  <a:pt x="2405575" y="850434"/>
                </a:lnTo>
                <a:lnTo>
                  <a:pt x="2407456" y="852085"/>
                </a:lnTo>
                <a:lnTo>
                  <a:pt x="2409337" y="853734"/>
                </a:lnTo>
                <a:lnTo>
                  <a:pt x="2411218" y="846284"/>
                </a:lnTo>
                <a:lnTo>
                  <a:pt x="2413099" y="848246"/>
                </a:lnTo>
                <a:lnTo>
                  <a:pt x="2416860" y="851788"/>
                </a:lnTo>
                <a:lnTo>
                  <a:pt x="2430026" y="844933"/>
                </a:lnTo>
                <a:lnTo>
                  <a:pt x="2435668" y="840290"/>
                </a:lnTo>
                <a:lnTo>
                  <a:pt x="2439430" y="839881"/>
                </a:lnTo>
                <a:lnTo>
                  <a:pt x="2460119" y="845109"/>
                </a:lnTo>
                <a:lnTo>
                  <a:pt x="2462000" y="843952"/>
                </a:lnTo>
                <a:lnTo>
                  <a:pt x="2463881" y="846769"/>
                </a:lnTo>
                <a:lnTo>
                  <a:pt x="2465762" y="845004"/>
                </a:lnTo>
                <a:lnTo>
                  <a:pt x="2478927" y="844458"/>
                </a:lnTo>
                <a:lnTo>
                  <a:pt x="2490213" y="844234"/>
                </a:lnTo>
                <a:lnTo>
                  <a:pt x="2497736" y="843429"/>
                </a:lnTo>
                <a:lnTo>
                  <a:pt x="2548518" y="842452"/>
                </a:lnTo>
                <a:lnTo>
                  <a:pt x="2554160" y="843796"/>
                </a:lnTo>
                <a:lnTo>
                  <a:pt x="2559803" y="851834"/>
                </a:lnTo>
                <a:lnTo>
                  <a:pt x="2623751" y="839758"/>
                </a:lnTo>
                <a:lnTo>
                  <a:pt x="2633155" y="834814"/>
                </a:lnTo>
                <a:lnTo>
                  <a:pt x="2651963" y="829777"/>
                </a:lnTo>
                <a:lnTo>
                  <a:pt x="2657606" y="823488"/>
                </a:lnTo>
                <a:lnTo>
                  <a:pt x="2663248" y="823718"/>
                </a:lnTo>
                <a:lnTo>
                  <a:pt x="2665129" y="825483"/>
                </a:lnTo>
                <a:lnTo>
                  <a:pt x="2668891" y="819504"/>
                </a:lnTo>
                <a:lnTo>
                  <a:pt x="2687699" y="818019"/>
                </a:lnTo>
                <a:lnTo>
                  <a:pt x="2700865" y="825235"/>
                </a:lnTo>
                <a:lnTo>
                  <a:pt x="2704627" y="817412"/>
                </a:lnTo>
                <a:lnTo>
                  <a:pt x="2710269" y="818399"/>
                </a:lnTo>
                <a:lnTo>
                  <a:pt x="2734720" y="825095"/>
                </a:lnTo>
                <a:lnTo>
                  <a:pt x="2738481" y="827473"/>
                </a:lnTo>
                <a:lnTo>
                  <a:pt x="2747886" y="833126"/>
                </a:lnTo>
                <a:lnTo>
                  <a:pt x="2753528" y="835406"/>
                </a:lnTo>
                <a:lnTo>
                  <a:pt x="2757290" y="840462"/>
                </a:lnTo>
                <a:lnTo>
                  <a:pt x="2761051" y="836406"/>
                </a:lnTo>
                <a:lnTo>
                  <a:pt x="2764813" y="840391"/>
                </a:lnTo>
                <a:lnTo>
                  <a:pt x="2766694" y="839986"/>
                </a:lnTo>
                <a:lnTo>
                  <a:pt x="2770455" y="844299"/>
                </a:lnTo>
                <a:lnTo>
                  <a:pt x="2774217" y="844205"/>
                </a:lnTo>
                <a:lnTo>
                  <a:pt x="2777979" y="847405"/>
                </a:lnTo>
                <a:lnTo>
                  <a:pt x="2781741" y="848802"/>
                </a:lnTo>
                <a:lnTo>
                  <a:pt x="2791145" y="855690"/>
                </a:lnTo>
                <a:lnTo>
                  <a:pt x="2796787" y="855764"/>
                </a:lnTo>
                <a:lnTo>
                  <a:pt x="2804310" y="859103"/>
                </a:lnTo>
                <a:lnTo>
                  <a:pt x="2811833" y="855062"/>
                </a:lnTo>
                <a:lnTo>
                  <a:pt x="2815595" y="849972"/>
                </a:lnTo>
                <a:lnTo>
                  <a:pt x="2821238" y="854967"/>
                </a:lnTo>
                <a:lnTo>
                  <a:pt x="2823119" y="855609"/>
                </a:lnTo>
                <a:lnTo>
                  <a:pt x="2826880" y="850442"/>
                </a:lnTo>
                <a:lnTo>
                  <a:pt x="2828761" y="852056"/>
                </a:lnTo>
                <a:lnTo>
                  <a:pt x="2830642" y="854150"/>
                </a:lnTo>
                <a:lnTo>
                  <a:pt x="2836284" y="843569"/>
                </a:lnTo>
                <a:lnTo>
                  <a:pt x="2838165" y="846363"/>
                </a:lnTo>
                <a:lnTo>
                  <a:pt x="2840046" y="842754"/>
                </a:lnTo>
                <a:lnTo>
                  <a:pt x="2841927" y="843947"/>
                </a:lnTo>
                <a:lnTo>
                  <a:pt x="2849450" y="846809"/>
                </a:lnTo>
                <a:lnTo>
                  <a:pt x="2856974" y="841413"/>
                </a:lnTo>
                <a:lnTo>
                  <a:pt x="2858854" y="844283"/>
                </a:lnTo>
                <a:lnTo>
                  <a:pt x="2862616" y="839419"/>
                </a:lnTo>
                <a:lnTo>
                  <a:pt x="2864497" y="847010"/>
                </a:lnTo>
                <a:lnTo>
                  <a:pt x="2866378" y="843767"/>
                </a:lnTo>
                <a:lnTo>
                  <a:pt x="2868258" y="843710"/>
                </a:lnTo>
                <a:lnTo>
                  <a:pt x="2870139" y="839833"/>
                </a:lnTo>
                <a:lnTo>
                  <a:pt x="2872020" y="842985"/>
                </a:lnTo>
                <a:lnTo>
                  <a:pt x="2875782" y="832690"/>
                </a:lnTo>
                <a:lnTo>
                  <a:pt x="2877662" y="834059"/>
                </a:lnTo>
                <a:lnTo>
                  <a:pt x="2881424" y="845164"/>
                </a:lnTo>
                <a:lnTo>
                  <a:pt x="2883305" y="841762"/>
                </a:lnTo>
                <a:lnTo>
                  <a:pt x="2885186" y="832066"/>
                </a:lnTo>
                <a:lnTo>
                  <a:pt x="2887067" y="835617"/>
                </a:lnTo>
                <a:lnTo>
                  <a:pt x="2888948" y="832264"/>
                </a:lnTo>
                <a:lnTo>
                  <a:pt x="2890828" y="835780"/>
                </a:lnTo>
                <a:lnTo>
                  <a:pt x="2896471" y="827789"/>
                </a:lnTo>
                <a:lnTo>
                  <a:pt x="2902113" y="830131"/>
                </a:lnTo>
                <a:lnTo>
                  <a:pt x="2903994" y="823745"/>
                </a:lnTo>
                <a:lnTo>
                  <a:pt x="2905875" y="825620"/>
                </a:lnTo>
                <a:lnTo>
                  <a:pt x="2913398" y="816565"/>
                </a:lnTo>
                <a:lnTo>
                  <a:pt x="2915279" y="814586"/>
                </a:lnTo>
                <a:lnTo>
                  <a:pt x="2917160" y="819744"/>
                </a:lnTo>
                <a:lnTo>
                  <a:pt x="2920921" y="805626"/>
                </a:lnTo>
                <a:lnTo>
                  <a:pt x="2922802" y="813302"/>
                </a:lnTo>
                <a:lnTo>
                  <a:pt x="2924683" y="811313"/>
                </a:lnTo>
                <a:lnTo>
                  <a:pt x="2928445" y="802235"/>
                </a:lnTo>
                <a:lnTo>
                  <a:pt x="2930326" y="814566"/>
                </a:lnTo>
                <a:lnTo>
                  <a:pt x="2932207" y="813805"/>
                </a:lnTo>
                <a:lnTo>
                  <a:pt x="2935968" y="807575"/>
                </a:lnTo>
                <a:lnTo>
                  <a:pt x="2937849" y="813876"/>
                </a:lnTo>
                <a:lnTo>
                  <a:pt x="2939730" y="809638"/>
                </a:lnTo>
                <a:lnTo>
                  <a:pt x="2941611" y="809555"/>
                </a:lnTo>
                <a:lnTo>
                  <a:pt x="2947253" y="791495"/>
                </a:lnTo>
                <a:lnTo>
                  <a:pt x="2951015" y="806461"/>
                </a:lnTo>
                <a:lnTo>
                  <a:pt x="2956657" y="792503"/>
                </a:lnTo>
                <a:lnTo>
                  <a:pt x="2958538" y="810824"/>
                </a:lnTo>
                <a:lnTo>
                  <a:pt x="2960419" y="806188"/>
                </a:lnTo>
                <a:lnTo>
                  <a:pt x="2964181" y="802772"/>
                </a:lnTo>
                <a:lnTo>
                  <a:pt x="2966061" y="793061"/>
                </a:lnTo>
                <a:lnTo>
                  <a:pt x="2967942" y="804178"/>
                </a:lnTo>
                <a:lnTo>
                  <a:pt x="2969823" y="796311"/>
                </a:lnTo>
                <a:lnTo>
                  <a:pt x="2971704" y="800166"/>
                </a:lnTo>
                <a:lnTo>
                  <a:pt x="2973585" y="809162"/>
                </a:lnTo>
                <a:lnTo>
                  <a:pt x="2975465" y="805099"/>
                </a:lnTo>
                <a:lnTo>
                  <a:pt x="2977346" y="810001"/>
                </a:lnTo>
                <a:lnTo>
                  <a:pt x="2979227" y="808281"/>
                </a:lnTo>
                <a:lnTo>
                  <a:pt x="2981108" y="794430"/>
                </a:lnTo>
                <a:lnTo>
                  <a:pt x="2984869" y="811507"/>
                </a:lnTo>
                <a:lnTo>
                  <a:pt x="2986750" y="801684"/>
                </a:lnTo>
                <a:lnTo>
                  <a:pt x="2988631" y="806423"/>
                </a:lnTo>
                <a:lnTo>
                  <a:pt x="2992393" y="799117"/>
                </a:lnTo>
                <a:lnTo>
                  <a:pt x="2994273" y="808321"/>
                </a:lnTo>
                <a:lnTo>
                  <a:pt x="2996154" y="802976"/>
                </a:lnTo>
                <a:lnTo>
                  <a:pt x="2998035" y="796902"/>
                </a:lnTo>
                <a:lnTo>
                  <a:pt x="3001797" y="816206"/>
                </a:lnTo>
                <a:lnTo>
                  <a:pt x="3003678" y="811449"/>
                </a:lnTo>
                <a:lnTo>
                  <a:pt x="3007439" y="806836"/>
                </a:lnTo>
                <a:lnTo>
                  <a:pt x="3011201" y="808138"/>
                </a:lnTo>
                <a:lnTo>
                  <a:pt x="3013082" y="806719"/>
                </a:lnTo>
                <a:lnTo>
                  <a:pt x="3014963" y="795736"/>
                </a:lnTo>
                <a:lnTo>
                  <a:pt x="3016843" y="801462"/>
                </a:lnTo>
                <a:lnTo>
                  <a:pt x="3018724" y="819006"/>
                </a:lnTo>
                <a:lnTo>
                  <a:pt x="3020605" y="807777"/>
                </a:lnTo>
                <a:lnTo>
                  <a:pt x="3024367" y="803121"/>
                </a:lnTo>
                <a:lnTo>
                  <a:pt x="3028128" y="811979"/>
                </a:lnTo>
                <a:lnTo>
                  <a:pt x="3033771" y="803960"/>
                </a:lnTo>
                <a:lnTo>
                  <a:pt x="3035652" y="811289"/>
                </a:lnTo>
                <a:lnTo>
                  <a:pt x="3037533" y="807442"/>
                </a:lnTo>
                <a:lnTo>
                  <a:pt x="3045056" y="815009"/>
                </a:lnTo>
                <a:lnTo>
                  <a:pt x="3046937" y="811660"/>
                </a:lnTo>
                <a:lnTo>
                  <a:pt x="3050698" y="799278"/>
                </a:lnTo>
                <a:lnTo>
                  <a:pt x="3054460" y="815517"/>
                </a:lnTo>
                <a:lnTo>
                  <a:pt x="3058222" y="811354"/>
                </a:lnTo>
                <a:lnTo>
                  <a:pt x="3060102" y="808530"/>
                </a:lnTo>
                <a:lnTo>
                  <a:pt x="3063864" y="811902"/>
                </a:lnTo>
                <a:lnTo>
                  <a:pt x="3065745" y="810854"/>
                </a:lnTo>
                <a:lnTo>
                  <a:pt x="3069507" y="801637"/>
                </a:lnTo>
                <a:lnTo>
                  <a:pt x="3073268" y="803950"/>
                </a:lnTo>
                <a:lnTo>
                  <a:pt x="3075149" y="809564"/>
                </a:lnTo>
                <a:lnTo>
                  <a:pt x="3077030" y="807992"/>
                </a:lnTo>
                <a:lnTo>
                  <a:pt x="3078911" y="806895"/>
                </a:lnTo>
                <a:lnTo>
                  <a:pt x="3080792" y="801212"/>
                </a:lnTo>
                <a:lnTo>
                  <a:pt x="3082672" y="810751"/>
                </a:lnTo>
                <a:lnTo>
                  <a:pt x="3084553" y="807230"/>
                </a:lnTo>
                <a:lnTo>
                  <a:pt x="3086434" y="805526"/>
                </a:lnTo>
                <a:lnTo>
                  <a:pt x="3088315" y="812312"/>
                </a:lnTo>
                <a:lnTo>
                  <a:pt x="3090196" y="810558"/>
                </a:lnTo>
                <a:lnTo>
                  <a:pt x="3093957" y="804811"/>
                </a:lnTo>
                <a:lnTo>
                  <a:pt x="3095838" y="813793"/>
                </a:lnTo>
                <a:lnTo>
                  <a:pt x="3097719" y="813001"/>
                </a:lnTo>
                <a:lnTo>
                  <a:pt x="3101480" y="806204"/>
                </a:lnTo>
                <a:lnTo>
                  <a:pt x="3105242" y="797763"/>
                </a:lnTo>
                <a:lnTo>
                  <a:pt x="3110885" y="803876"/>
                </a:lnTo>
                <a:lnTo>
                  <a:pt x="3114647" y="801331"/>
                </a:lnTo>
                <a:lnTo>
                  <a:pt x="3118408" y="804564"/>
                </a:lnTo>
                <a:lnTo>
                  <a:pt x="3122170" y="799938"/>
                </a:lnTo>
                <a:lnTo>
                  <a:pt x="3140978" y="793222"/>
                </a:lnTo>
                <a:lnTo>
                  <a:pt x="3142859" y="797732"/>
                </a:lnTo>
                <a:lnTo>
                  <a:pt x="3144740" y="794586"/>
                </a:lnTo>
                <a:lnTo>
                  <a:pt x="3146621" y="784906"/>
                </a:lnTo>
                <a:lnTo>
                  <a:pt x="3148501" y="789457"/>
                </a:lnTo>
                <a:lnTo>
                  <a:pt x="3154144" y="789681"/>
                </a:lnTo>
                <a:lnTo>
                  <a:pt x="3159786" y="781155"/>
                </a:lnTo>
                <a:lnTo>
                  <a:pt x="3163548" y="793278"/>
                </a:lnTo>
                <a:lnTo>
                  <a:pt x="3165429" y="788450"/>
                </a:lnTo>
                <a:lnTo>
                  <a:pt x="3171071" y="781897"/>
                </a:lnTo>
                <a:lnTo>
                  <a:pt x="3184237" y="782955"/>
                </a:lnTo>
                <a:lnTo>
                  <a:pt x="3187999" y="784620"/>
                </a:lnTo>
                <a:lnTo>
                  <a:pt x="3191760" y="774214"/>
                </a:lnTo>
                <a:lnTo>
                  <a:pt x="3197403" y="777669"/>
                </a:lnTo>
                <a:lnTo>
                  <a:pt x="3201164" y="769878"/>
                </a:lnTo>
                <a:lnTo>
                  <a:pt x="3204926" y="775864"/>
                </a:lnTo>
                <a:lnTo>
                  <a:pt x="3218092" y="770853"/>
                </a:lnTo>
                <a:lnTo>
                  <a:pt x="3219973" y="773152"/>
                </a:lnTo>
                <a:lnTo>
                  <a:pt x="3221854" y="771030"/>
                </a:lnTo>
                <a:lnTo>
                  <a:pt x="3246304" y="765195"/>
                </a:lnTo>
                <a:lnTo>
                  <a:pt x="3250066" y="762776"/>
                </a:lnTo>
                <a:lnTo>
                  <a:pt x="3253827" y="763366"/>
                </a:lnTo>
                <a:lnTo>
                  <a:pt x="3259470" y="761419"/>
                </a:lnTo>
                <a:lnTo>
                  <a:pt x="3265113" y="762069"/>
                </a:lnTo>
                <a:lnTo>
                  <a:pt x="3268874" y="760966"/>
                </a:lnTo>
                <a:lnTo>
                  <a:pt x="3272636" y="756948"/>
                </a:lnTo>
                <a:lnTo>
                  <a:pt x="3274516" y="758562"/>
                </a:lnTo>
                <a:lnTo>
                  <a:pt x="3287682" y="751170"/>
                </a:lnTo>
                <a:lnTo>
                  <a:pt x="3291444" y="750370"/>
                </a:lnTo>
                <a:lnTo>
                  <a:pt x="3293325" y="752429"/>
                </a:lnTo>
                <a:lnTo>
                  <a:pt x="3298967" y="747930"/>
                </a:lnTo>
                <a:lnTo>
                  <a:pt x="3329061" y="746196"/>
                </a:lnTo>
                <a:lnTo>
                  <a:pt x="3330941" y="743652"/>
                </a:lnTo>
                <a:lnTo>
                  <a:pt x="3334703" y="748386"/>
                </a:lnTo>
                <a:lnTo>
                  <a:pt x="3344107" y="740720"/>
                </a:lnTo>
                <a:lnTo>
                  <a:pt x="3345988" y="743461"/>
                </a:lnTo>
                <a:lnTo>
                  <a:pt x="3347869" y="741647"/>
                </a:lnTo>
                <a:lnTo>
                  <a:pt x="3349749" y="733063"/>
                </a:lnTo>
                <a:lnTo>
                  <a:pt x="3351630" y="734972"/>
                </a:lnTo>
                <a:lnTo>
                  <a:pt x="3353511" y="735717"/>
                </a:lnTo>
                <a:lnTo>
                  <a:pt x="3355392" y="732094"/>
                </a:lnTo>
                <a:lnTo>
                  <a:pt x="3357273" y="734282"/>
                </a:lnTo>
                <a:lnTo>
                  <a:pt x="3366677" y="730849"/>
                </a:lnTo>
                <a:lnTo>
                  <a:pt x="3372320" y="738518"/>
                </a:lnTo>
                <a:lnTo>
                  <a:pt x="3374200" y="736950"/>
                </a:lnTo>
                <a:lnTo>
                  <a:pt x="3376081" y="730501"/>
                </a:lnTo>
                <a:lnTo>
                  <a:pt x="3377962" y="731353"/>
                </a:lnTo>
                <a:lnTo>
                  <a:pt x="3383604" y="732784"/>
                </a:lnTo>
                <a:lnTo>
                  <a:pt x="3389247" y="727354"/>
                </a:lnTo>
                <a:lnTo>
                  <a:pt x="3394889" y="727240"/>
                </a:lnTo>
                <a:lnTo>
                  <a:pt x="3400532" y="742135"/>
                </a:lnTo>
                <a:lnTo>
                  <a:pt x="3402413" y="743080"/>
                </a:lnTo>
                <a:lnTo>
                  <a:pt x="3406174" y="739132"/>
                </a:lnTo>
                <a:lnTo>
                  <a:pt x="3409936" y="742424"/>
                </a:lnTo>
                <a:lnTo>
                  <a:pt x="3411817" y="741854"/>
                </a:lnTo>
                <a:lnTo>
                  <a:pt x="3413698" y="736906"/>
                </a:lnTo>
                <a:lnTo>
                  <a:pt x="3415578" y="738660"/>
                </a:lnTo>
                <a:lnTo>
                  <a:pt x="3417459" y="739201"/>
                </a:lnTo>
                <a:lnTo>
                  <a:pt x="3423102" y="736170"/>
                </a:lnTo>
                <a:lnTo>
                  <a:pt x="3424982" y="735303"/>
                </a:lnTo>
                <a:lnTo>
                  <a:pt x="3428744" y="740074"/>
                </a:lnTo>
                <a:lnTo>
                  <a:pt x="3430625" y="738435"/>
                </a:lnTo>
                <a:lnTo>
                  <a:pt x="3451314" y="744553"/>
                </a:lnTo>
                <a:lnTo>
                  <a:pt x="3453195" y="748986"/>
                </a:lnTo>
                <a:lnTo>
                  <a:pt x="3455076" y="747809"/>
                </a:lnTo>
                <a:lnTo>
                  <a:pt x="3462599" y="745964"/>
                </a:lnTo>
                <a:lnTo>
                  <a:pt x="3466361" y="748403"/>
                </a:lnTo>
                <a:lnTo>
                  <a:pt x="3473884" y="749938"/>
                </a:lnTo>
                <a:lnTo>
                  <a:pt x="3490811" y="743792"/>
                </a:lnTo>
                <a:lnTo>
                  <a:pt x="3494573" y="749391"/>
                </a:lnTo>
                <a:lnTo>
                  <a:pt x="3496454" y="746552"/>
                </a:lnTo>
                <a:lnTo>
                  <a:pt x="3498335" y="748055"/>
                </a:lnTo>
                <a:lnTo>
                  <a:pt x="3503977" y="743310"/>
                </a:lnTo>
                <a:lnTo>
                  <a:pt x="3513382" y="756957"/>
                </a:lnTo>
                <a:lnTo>
                  <a:pt x="3515262" y="754160"/>
                </a:lnTo>
                <a:lnTo>
                  <a:pt x="3517143" y="755514"/>
                </a:lnTo>
                <a:lnTo>
                  <a:pt x="3522786" y="755371"/>
                </a:lnTo>
                <a:lnTo>
                  <a:pt x="3534070" y="756567"/>
                </a:lnTo>
                <a:lnTo>
                  <a:pt x="3535951" y="755607"/>
                </a:lnTo>
                <a:lnTo>
                  <a:pt x="3541594" y="762184"/>
                </a:lnTo>
                <a:lnTo>
                  <a:pt x="3543474" y="764025"/>
                </a:lnTo>
                <a:lnTo>
                  <a:pt x="3549117" y="754137"/>
                </a:lnTo>
                <a:lnTo>
                  <a:pt x="3550998" y="757794"/>
                </a:lnTo>
                <a:lnTo>
                  <a:pt x="3558521" y="763067"/>
                </a:lnTo>
                <a:lnTo>
                  <a:pt x="3566044" y="754186"/>
                </a:lnTo>
                <a:lnTo>
                  <a:pt x="3567925" y="756167"/>
                </a:lnTo>
                <a:lnTo>
                  <a:pt x="3571687" y="747940"/>
                </a:lnTo>
                <a:lnTo>
                  <a:pt x="3573568" y="747194"/>
                </a:lnTo>
                <a:lnTo>
                  <a:pt x="3582972" y="694233"/>
                </a:lnTo>
                <a:lnTo>
                  <a:pt x="3584853" y="706039"/>
                </a:lnTo>
                <a:lnTo>
                  <a:pt x="3586734" y="700934"/>
                </a:lnTo>
                <a:lnTo>
                  <a:pt x="3588614" y="699625"/>
                </a:lnTo>
                <a:lnTo>
                  <a:pt x="3605542" y="646539"/>
                </a:lnTo>
                <a:lnTo>
                  <a:pt x="3607422" y="644186"/>
                </a:lnTo>
                <a:lnTo>
                  <a:pt x="3609303" y="652284"/>
                </a:lnTo>
                <a:lnTo>
                  <a:pt x="3618707" y="610407"/>
                </a:lnTo>
                <a:lnTo>
                  <a:pt x="3624350" y="601132"/>
                </a:lnTo>
                <a:lnTo>
                  <a:pt x="3635635" y="575913"/>
                </a:lnTo>
                <a:lnTo>
                  <a:pt x="3637516" y="573696"/>
                </a:lnTo>
                <a:lnTo>
                  <a:pt x="3645039" y="552977"/>
                </a:lnTo>
                <a:lnTo>
                  <a:pt x="3648801" y="549149"/>
                </a:lnTo>
                <a:lnTo>
                  <a:pt x="3650681" y="550312"/>
                </a:lnTo>
                <a:lnTo>
                  <a:pt x="3661967" y="524197"/>
                </a:lnTo>
                <a:lnTo>
                  <a:pt x="3669490" y="515495"/>
                </a:lnTo>
                <a:lnTo>
                  <a:pt x="3677013" y="494139"/>
                </a:lnTo>
                <a:lnTo>
                  <a:pt x="3692060" y="470278"/>
                </a:lnTo>
                <a:lnTo>
                  <a:pt x="3703345" y="449263"/>
                </a:lnTo>
                <a:lnTo>
                  <a:pt x="3705226" y="449368"/>
                </a:lnTo>
                <a:lnTo>
                  <a:pt x="3720272" y="411882"/>
                </a:lnTo>
                <a:lnTo>
                  <a:pt x="3756008" y="338702"/>
                </a:lnTo>
                <a:lnTo>
                  <a:pt x="3761650" y="327468"/>
                </a:lnTo>
                <a:lnTo>
                  <a:pt x="3765412" y="331474"/>
                </a:lnTo>
                <a:lnTo>
                  <a:pt x="3772935" y="312681"/>
                </a:lnTo>
                <a:lnTo>
                  <a:pt x="3776697" y="310284"/>
                </a:lnTo>
                <a:lnTo>
                  <a:pt x="3784220" y="291021"/>
                </a:lnTo>
                <a:lnTo>
                  <a:pt x="3787982" y="287634"/>
                </a:lnTo>
                <a:lnTo>
                  <a:pt x="3804909" y="251596"/>
                </a:lnTo>
                <a:lnTo>
                  <a:pt x="3814313" y="235135"/>
                </a:lnTo>
                <a:lnTo>
                  <a:pt x="3829360" y="207342"/>
                </a:lnTo>
                <a:lnTo>
                  <a:pt x="3835002" y="195391"/>
                </a:lnTo>
                <a:lnTo>
                  <a:pt x="3842526" y="180644"/>
                </a:lnTo>
                <a:lnTo>
                  <a:pt x="3844407" y="181068"/>
                </a:lnTo>
                <a:lnTo>
                  <a:pt x="3859453" y="152659"/>
                </a:lnTo>
                <a:lnTo>
                  <a:pt x="3870738" y="139282"/>
                </a:lnTo>
                <a:lnTo>
                  <a:pt x="3878262" y="126496"/>
                </a:lnTo>
                <a:lnTo>
                  <a:pt x="3882023" y="124703"/>
                </a:lnTo>
                <a:lnTo>
                  <a:pt x="3897070" y="94215"/>
                </a:lnTo>
                <a:lnTo>
                  <a:pt x="3902712" y="96029"/>
                </a:lnTo>
                <a:lnTo>
                  <a:pt x="3912116" y="76575"/>
                </a:lnTo>
                <a:lnTo>
                  <a:pt x="3913997" y="75816"/>
                </a:lnTo>
                <a:lnTo>
                  <a:pt x="3915878" y="79229"/>
                </a:lnTo>
                <a:lnTo>
                  <a:pt x="3917759" y="77324"/>
                </a:lnTo>
                <a:lnTo>
                  <a:pt x="3962899" y="28479"/>
                </a:lnTo>
                <a:lnTo>
                  <a:pt x="3970422" y="29103"/>
                </a:lnTo>
                <a:lnTo>
                  <a:pt x="3974183" y="20052"/>
                </a:lnTo>
                <a:lnTo>
                  <a:pt x="3977945" y="17435"/>
                </a:lnTo>
                <a:lnTo>
                  <a:pt x="3981707" y="31953"/>
                </a:lnTo>
                <a:lnTo>
                  <a:pt x="3985468" y="10688"/>
                </a:lnTo>
                <a:lnTo>
                  <a:pt x="3987349" y="14166"/>
                </a:lnTo>
                <a:lnTo>
                  <a:pt x="3991111" y="8049"/>
                </a:lnTo>
                <a:lnTo>
                  <a:pt x="3992992" y="2825"/>
                </a:lnTo>
                <a:lnTo>
                  <a:pt x="3994873" y="6303"/>
                </a:lnTo>
                <a:lnTo>
                  <a:pt x="4000515" y="7945"/>
                </a:lnTo>
                <a:lnTo>
                  <a:pt x="4002396" y="18895"/>
                </a:lnTo>
                <a:lnTo>
                  <a:pt x="4008038" y="7501"/>
                </a:lnTo>
                <a:lnTo>
                  <a:pt x="4011800" y="5764"/>
                </a:lnTo>
                <a:lnTo>
                  <a:pt x="4015561" y="6879"/>
                </a:lnTo>
                <a:lnTo>
                  <a:pt x="4019323" y="0"/>
                </a:lnTo>
                <a:lnTo>
                  <a:pt x="4024966" y="15491"/>
                </a:lnTo>
                <a:lnTo>
                  <a:pt x="4038132" y="294616"/>
                </a:lnTo>
                <a:lnTo>
                  <a:pt x="4047536" y="629489"/>
                </a:lnTo>
                <a:lnTo>
                  <a:pt x="4058821" y="702060"/>
                </a:lnTo>
                <a:lnTo>
                  <a:pt x="4060702" y="687988"/>
                </a:lnTo>
                <a:lnTo>
                  <a:pt x="4062582" y="701178"/>
                </a:lnTo>
                <a:lnTo>
                  <a:pt x="4064463" y="699570"/>
                </a:lnTo>
                <a:lnTo>
                  <a:pt x="4068225" y="705411"/>
                </a:lnTo>
                <a:lnTo>
                  <a:pt x="4071986" y="721746"/>
                </a:lnTo>
                <a:lnTo>
                  <a:pt x="4073867" y="719804"/>
                </a:lnTo>
                <a:lnTo>
                  <a:pt x="4075748" y="704337"/>
                </a:lnTo>
                <a:lnTo>
                  <a:pt x="4077629" y="711929"/>
                </a:lnTo>
                <a:lnTo>
                  <a:pt x="4085152" y="720660"/>
                </a:lnTo>
                <a:lnTo>
                  <a:pt x="4087033" y="713557"/>
                </a:lnTo>
                <a:lnTo>
                  <a:pt x="4088914" y="718246"/>
                </a:lnTo>
                <a:lnTo>
                  <a:pt x="4090794" y="714052"/>
                </a:lnTo>
                <a:lnTo>
                  <a:pt x="4094556" y="724436"/>
                </a:lnTo>
                <a:lnTo>
                  <a:pt x="4096437" y="719727"/>
                </a:lnTo>
                <a:lnTo>
                  <a:pt x="4103961" y="748094"/>
                </a:lnTo>
                <a:lnTo>
                  <a:pt x="4105841" y="745780"/>
                </a:lnTo>
                <a:lnTo>
                  <a:pt x="4107722" y="742299"/>
                </a:lnTo>
                <a:lnTo>
                  <a:pt x="4111484" y="753868"/>
                </a:lnTo>
                <a:lnTo>
                  <a:pt x="4120888" y="778524"/>
                </a:lnTo>
                <a:lnTo>
                  <a:pt x="4122769" y="777777"/>
                </a:lnTo>
                <a:lnTo>
                  <a:pt x="4135935" y="806811"/>
                </a:lnTo>
                <a:lnTo>
                  <a:pt x="4139696" y="809133"/>
                </a:lnTo>
                <a:lnTo>
                  <a:pt x="4145339" y="818368"/>
                </a:lnTo>
                <a:lnTo>
                  <a:pt x="4166027" y="840439"/>
                </a:lnTo>
                <a:lnTo>
                  <a:pt x="4169789" y="832973"/>
                </a:lnTo>
                <a:lnTo>
                  <a:pt x="4171670" y="834843"/>
                </a:lnTo>
                <a:lnTo>
                  <a:pt x="4177313" y="849737"/>
                </a:lnTo>
                <a:lnTo>
                  <a:pt x="4182955" y="846509"/>
                </a:lnTo>
                <a:lnTo>
                  <a:pt x="4186717" y="851197"/>
                </a:lnTo>
                <a:lnTo>
                  <a:pt x="4192359" y="845461"/>
                </a:lnTo>
                <a:lnTo>
                  <a:pt x="4194240" y="848209"/>
                </a:lnTo>
                <a:lnTo>
                  <a:pt x="4196121" y="846537"/>
                </a:lnTo>
                <a:lnTo>
                  <a:pt x="4205525" y="839825"/>
                </a:lnTo>
                <a:lnTo>
                  <a:pt x="4207406" y="840152"/>
                </a:lnTo>
                <a:lnTo>
                  <a:pt x="4209287" y="843732"/>
                </a:lnTo>
                <a:lnTo>
                  <a:pt x="4211168" y="841396"/>
                </a:lnTo>
                <a:lnTo>
                  <a:pt x="4214929" y="828232"/>
                </a:lnTo>
                <a:lnTo>
                  <a:pt x="4216810" y="832036"/>
                </a:lnTo>
                <a:lnTo>
                  <a:pt x="4218691" y="837919"/>
                </a:lnTo>
                <a:lnTo>
                  <a:pt x="4220572" y="830981"/>
                </a:lnTo>
                <a:lnTo>
                  <a:pt x="4222452" y="832307"/>
                </a:lnTo>
                <a:lnTo>
                  <a:pt x="4224333" y="830723"/>
                </a:lnTo>
                <a:lnTo>
                  <a:pt x="4226214" y="833919"/>
                </a:lnTo>
                <a:lnTo>
                  <a:pt x="4229976" y="823751"/>
                </a:lnTo>
                <a:lnTo>
                  <a:pt x="4231856" y="818042"/>
                </a:lnTo>
                <a:lnTo>
                  <a:pt x="4233737" y="820284"/>
                </a:lnTo>
                <a:lnTo>
                  <a:pt x="4239380" y="841230"/>
                </a:lnTo>
                <a:lnTo>
                  <a:pt x="4246903" y="814644"/>
                </a:lnTo>
                <a:lnTo>
                  <a:pt x="4250665" y="805746"/>
                </a:lnTo>
                <a:lnTo>
                  <a:pt x="4254426" y="824069"/>
                </a:lnTo>
                <a:lnTo>
                  <a:pt x="4260069" y="812547"/>
                </a:lnTo>
                <a:lnTo>
                  <a:pt x="4263830" y="825882"/>
                </a:lnTo>
                <a:lnTo>
                  <a:pt x="4265711" y="822198"/>
                </a:lnTo>
                <a:lnTo>
                  <a:pt x="4269473" y="808049"/>
                </a:lnTo>
                <a:lnTo>
                  <a:pt x="4271354" y="812288"/>
                </a:lnTo>
                <a:lnTo>
                  <a:pt x="4273234" y="830507"/>
                </a:lnTo>
                <a:lnTo>
                  <a:pt x="4275115" y="821326"/>
                </a:lnTo>
                <a:lnTo>
                  <a:pt x="4276996" y="823309"/>
                </a:lnTo>
                <a:lnTo>
                  <a:pt x="4280758" y="805012"/>
                </a:lnTo>
                <a:lnTo>
                  <a:pt x="4282639" y="809895"/>
                </a:lnTo>
                <a:lnTo>
                  <a:pt x="4286401" y="830431"/>
                </a:lnTo>
                <a:lnTo>
                  <a:pt x="4290162" y="803325"/>
                </a:lnTo>
                <a:lnTo>
                  <a:pt x="4292043" y="803555"/>
                </a:lnTo>
                <a:lnTo>
                  <a:pt x="4299566" y="835867"/>
                </a:lnTo>
                <a:lnTo>
                  <a:pt x="4303328" y="820889"/>
                </a:lnTo>
                <a:lnTo>
                  <a:pt x="4305209" y="823439"/>
                </a:lnTo>
                <a:lnTo>
                  <a:pt x="4307089" y="831595"/>
                </a:lnTo>
                <a:lnTo>
                  <a:pt x="4308970" y="829227"/>
                </a:lnTo>
                <a:lnTo>
                  <a:pt x="4312732" y="813450"/>
                </a:lnTo>
                <a:lnTo>
                  <a:pt x="4316494" y="829879"/>
                </a:lnTo>
                <a:lnTo>
                  <a:pt x="4318375" y="822957"/>
                </a:lnTo>
                <a:lnTo>
                  <a:pt x="4320255" y="831507"/>
                </a:lnTo>
                <a:lnTo>
                  <a:pt x="4322136" y="828726"/>
                </a:lnTo>
                <a:lnTo>
                  <a:pt x="4324017" y="827706"/>
                </a:lnTo>
                <a:lnTo>
                  <a:pt x="4329659" y="818588"/>
                </a:lnTo>
                <a:lnTo>
                  <a:pt x="4333421" y="830144"/>
                </a:lnTo>
                <a:lnTo>
                  <a:pt x="4339063" y="825219"/>
                </a:lnTo>
                <a:lnTo>
                  <a:pt x="4340944" y="826291"/>
                </a:lnTo>
                <a:lnTo>
                  <a:pt x="4342825" y="832940"/>
                </a:lnTo>
                <a:lnTo>
                  <a:pt x="4344706" y="831025"/>
                </a:lnTo>
                <a:lnTo>
                  <a:pt x="4346587" y="828386"/>
                </a:lnTo>
                <a:lnTo>
                  <a:pt x="4348467" y="818656"/>
                </a:lnTo>
                <a:lnTo>
                  <a:pt x="4350348" y="820489"/>
                </a:lnTo>
                <a:lnTo>
                  <a:pt x="4352229" y="838680"/>
                </a:lnTo>
                <a:lnTo>
                  <a:pt x="4354110" y="830378"/>
                </a:lnTo>
                <a:lnTo>
                  <a:pt x="4355991" y="837714"/>
                </a:lnTo>
                <a:lnTo>
                  <a:pt x="4357872" y="833868"/>
                </a:lnTo>
                <a:lnTo>
                  <a:pt x="4363514" y="814754"/>
                </a:lnTo>
                <a:lnTo>
                  <a:pt x="4365395" y="818600"/>
                </a:lnTo>
                <a:lnTo>
                  <a:pt x="4369157" y="835570"/>
                </a:lnTo>
                <a:lnTo>
                  <a:pt x="4371038" y="835874"/>
                </a:lnTo>
                <a:lnTo>
                  <a:pt x="4378561" y="814780"/>
                </a:lnTo>
                <a:lnTo>
                  <a:pt x="4380442" y="816776"/>
                </a:lnTo>
                <a:lnTo>
                  <a:pt x="4382322" y="829918"/>
                </a:lnTo>
                <a:lnTo>
                  <a:pt x="4384203" y="828669"/>
                </a:lnTo>
                <a:lnTo>
                  <a:pt x="4387965" y="826224"/>
                </a:lnTo>
                <a:lnTo>
                  <a:pt x="4391727" y="806959"/>
                </a:lnTo>
                <a:lnTo>
                  <a:pt x="4393608" y="807405"/>
                </a:lnTo>
                <a:lnTo>
                  <a:pt x="4397369" y="815112"/>
                </a:lnTo>
                <a:lnTo>
                  <a:pt x="4401131" y="808194"/>
                </a:lnTo>
                <a:lnTo>
                  <a:pt x="4403012" y="815436"/>
                </a:lnTo>
                <a:lnTo>
                  <a:pt x="4404892" y="813827"/>
                </a:lnTo>
                <a:lnTo>
                  <a:pt x="4406773" y="815806"/>
                </a:lnTo>
                <a:lnTo>
                  <a:pt x="4412416" y="792992"/>
                </a:lnTo>
                <a:lnTo>
                  <a:pt x="4416177" y="803688"/>
                </a:lnTo>
                <a:lnTo>
                  <a:pt x="4421820" y="791935"/>
                </a:lnTo>
                <a:lnTo>
                  <a:pt x="4423701" y="792895"/>
                </a:lnTo>
                <a:lnTo>
                  <a:pt x="4425582" y="802548"/>
                </a:lnTo>
                <a:lnTo>
                  <a:pt x="4427462" y="802041"/>
                </a:lnTo>
                <a:lnTo>
                  <a:pt x="4429343" y="801585"/>
                </a:lnTo>
                <a:lnTo>
                  <a:pt x="4431224" y="804743"/>
                </a:lnTo>
                <a:lnTo>
                  <a:pt x="4434986" y="791077"/>
                </a:lnTo>
                <a:lnTo>
                  <a:pt x="4436867" y="791815"/>
                </a:lnTo>
                <a:lnTo>
                  <a:pt x="4444390" y="809679"/>
                </a:lnTo>
                <a:lnTo>
                  <a:pt x="4448151" y="793960"/>
                </a:lnTo>
                <a:lnTo>
                  <a:pt x="4450032" y="795425"/>
                </a:lnTo>
                <a:lnTo>
                  <a:pt x="4453794" y="807003"/>
                </a:lnTo>
                <a:lnTo>
                  <a:pt x="4459436" y="795842"/>
                </a:lnTo>
                <a:lnTo>
                  <a:pt x="4465079" y="805290"/>
                </a:lnTo>
                <a:lnTo>
                  <a:pt x="4468841" y="801249"/>
                </a:lnTo>
                <a:lnTo>
                  <a:pt x="4472602" y="812845"/>
                </a:lnTo>
                <a:lnTo>
                  <a:pt x="4478245" y="815621"/>
                </a:lnTo>
                <a:lnTo>
                  <a:pt x="4480125" y="811114"/>
                </a:lnTo>
                <a:lnTo>
                  <a:pt x="4482006" y="816162"/>
                </a:lnTo>
                <a:lnTo>
                  <a:pt x="4483887" y="813567"/>
                </a:lnTo>
                <a:lnTo>
                  <a:pt x="4495172" y="812589"/>
                </a:lnTo>
                <a:lnTo>
                  <a:pt x="4497053" y="808422"/>
                </a:lnTo>
                <a:lnTo>
                  <a:pt x="4498934" y="811515"/>
                </a:lnTo>
                <a:lnTo>
                  <a:pt x="4502696" y="823355"/>
                </a:lnTo>
                <a:lnTo>
                  <a:pt x="4504576" y="824325"/>
                </a:lnTo>
                <a:lnTo>
                  <a:pt x="4506457" y="815672"/>
                </a:lnTo>
                <a:lnTo>
                  <a:pt x="4508338" y="816753"/>
                </a:lnTo>
                <a:lnTo>
                  <a:pt x="4510219" y="819943"/>
                </a:lnTo>
                <a:lnTo>
                  <a:pt x="4512100" y="815828"/>
                </a:lnTo>
                <a:lnTo>
                  <a:pt x="4515861" y="825029"/>
                </a:lnTo>
                <a:lnTo>
                  <a:pt x="4517742" y="820862"/>
                </a:lnTo>
                <a:lnTo>
                  <a:pt x="4519623" y="824211"/>
                </a:lnTo>
                <a:lnTo>
                  <a:pt x="4521503" y="820046"/>
                </a:lnTo>
                <a:lnTo>
                  <a:pt x="4523384" y="826720"/>
                </a:lnTo>
                <a:lnTo>
                  <a:pt x="4525265" y="823240"/>
                </a:lnTo>
                <a:lnTo>
                  <a:pt x="4527146" y="827138"/>
                </a:lnTo>
                <a:lnTo>
                  <a:pt x="4532788" y="822142"/>
                </a:lnTo>
                <a:lnTo>
                  <a:pt x="4538431" y="823718"/>
                </a:lnTo>
                <a:lnTo>
                  <a:pt x="4542193" y="821722"/>
                </a:lnTo>
                <a:lnTo>
                  <a:pt x="4545954" y="830591"/>
                </a:lnTo>
                <a:lnTo>
                  <a:pt x="4549716" y="823718"/>
                </a:lnTo>
                <a:lnTo>
                  <a:pt x="4551597" y="826332"/>
                </a:lnTo>
                <a:lnTo>
                  <a:pt x="4553478" y="824696"/>
                </a:lnTo>
                <a:lnTo>
                  <a:pt x="4561001" y="826125"/>
                </a:lnTo>
                <a:lnTo>
                  <a:pt x="4564762" y="821038"/>
                </a:lnTo>
                <a:lnTo>
                  <a:pt x="4572286" y="834323"/>
                </a:lnTo>
                <a:lnTo>
                  <a:pt x="4576048" y="825688"/>
                </a:lnTo>
                <a:lnTo>
                  <a:pt x="4577928" y="825461"/>
                </a:lnTo>
                <a:lnTo>
                  <a:pt x="4583571" y="831304"/>
                </a:lnTo>
                <a:lnTo>
                  <a:pt x="4589213" y="822534"/>
                </a:lnTo>
                <a:lnTo>
                  <a:pt x="4591094" y="828172"/>
                </a:lnTo>
                <a:lnTo>
                  <a:pt x="4592975" y="827184"/>
                </a:lnTo>
                <a:lnTo>
                  <a:pt x="4600498" y="832130"/>
                </a:lnTo>
                <a:lnTo>
                  <a:pt x="4602379" y="830067"/>
                </a:lnTo>
                <a:lnTo>
                  <a:pt x="4604260" y="823086"/>
                </a:lnTo>
                <a:lnTo>
                  <a:pt x="4606141" y="824355"/>
                </a:lnTo>
                <a:lnTo>
                  <a:pt x="4608022" y="821680"/>
                </a:lnTo>
                <a:lnTo>
                  <a:pt x="4609902" y="824715"/>
                </a:lnTo>
                <a:lnTo>
                  <a:pt x="4611783" y="820381"/>
                </a:lnTo>
                <a:lnTo>
                  <a:pt x="4615545" y="827879"/>
                </a:lnTo>
                <a:lnTo>
                  <a:pt x="4617426" y="828413"/>
                </a:lnTo>
                <a:lnTo>
                  <a:pt x="4619307" y="822881"/>
                </a:lnTo>
                <a:lnTo>
                  <a:pt x="4621187" y="825019"/>
                </a:lnTo>
                <a:lnTo>
                  <a:pt x="4624949" y="831089"/>
                </a:lnTo>
                <a:lnTo>
                  <a:pt x="4628711" y="822030"/>
                </a:lnTo>
                <a:lnTo>
                  <a:pt x="4630591" y="821409"/>
                </a:lnTo>
                <a:lnTo>
                  <a:pt x="4634353" y="831456"/>
                </a:lnTo>
                <a:lnTo>
                  <a:pt x="4639995" y="824130"/>
                </a:lnTo>
                <a:lnTo>
                  <a:pt x="4641876" y="826612"/>
                </a:lnTo>
                <a:lnTo>
                  <a:pt x="4645638" y="821576"/>
                </a:lnTo>
                <a:lnTo>
                  <a:pt x="4647519" y="830434"/>
                </a:lnTo>
                <a:lnTo>
                  <a:pt x="4649400" y="827461"/>
                </a:lnTo>
                <a:lnTo>
                  <a:pt x="4651281" y="829925"/>
                </a:lnTo>
                <a:lnTo>
                  <a:pt x="4655042" y="820806"/>
                </a:lnTo>
                <a:lnTo>
                  <a:pt x="4656923" y="822113"/>
                </a:lnTo>
                <a:lnTo>
                  <a:pt x="4658804" y="827986"/>
                </a:lnTo>
                <a:lnTo>
                  <a:pt x="4660685" y="823993"/>
                </a:lnTo>
                <a:lnTo>
                  <a:pt x="4668208" y="825918"/>
                </a:lnTo>
                <a:lnTo>
                  <a:pt x="4671969" y="821216"/>
                </a:lnTo>
                <a:lnTo>
                  <a:pt x="4677612" y="833361"/>
                </a:lnTo>
                <a:lnTo>
                  <a:pt x="4685136" y="817397"/>
                </a:lnTo>
                <a:lnTo>
                  <a:pt x="4688897" y="815802"/>
                </a:lnTo>
                <a:lnTo>
                  <a:pt x="4694540" y="827959"/>
                </a:lnTo>
                <a:lnTo>
                  <a:pt x="4696420" y="823118"/>
                </a:lnTo>
                <a:lnTo>
                  <a:pt x="4698301" y="823060"/>
                </a:lnTo>
                <a:lnTo>
                  <a:pt x="4702063" y="816858"/>
                </a:lnTo>
                <a:lnTo>
                  <a:pt x="4705824" y="824954"/>
                </a:lnTo>
                <a:lnTo>
                  <a:pt x="4707705" y="820196"/>
                </a:lnTo>
                <a:lnTo>
                  <a:pt x="4709586" y="824360"/>
                </a:lnTo>
                <a:lnTo>
                  <a:pt x="4713348" y="815306"/>
                </a:lnTo>
                <a:lnTo>
                  <a:pt x="4717109" y="825271"/>
                </a:lnTo>
                <a:lnTo>
                  <a:pt x="4720871" y="816197"/>
                </a:lnTo>
                <a:lnTo>
                  <a:pt x="4722752" y="820326"/>
                </a:lnTo>
                <a:lnTo>
                  <a:pt x="4726514" y="816139"/>
                </a:lnTo>
                <a:lnTo>
                  <a:pt x="4730275" y="819320"/>
                </a:lnTo>
                <a:lnTo>
                  <a:pt x="4732156" y="815405"/>
                </a:lnTo>
                <a:lnTo>
                  <a:pt x="4734037" y="816604"/>
                </a:lnTo>
                <a:lnTo>
                  <a:pt x="4735918" y="819978"/>
                </a:lnTo>
                <a:lnTo>
                  <a:pt x="4737798" y="817158"/>
                </a:lnTo>
                <a:lnTo>
                  <a:pt x="4739679" y="813409"/>
                </a:lnTo>
                <a:lnTo>
                  <a:pt x="4741560" y="815499"/>
                </a:lnTo>
                <a:lnTo>
                  <a:pt x="4743441" y="814858"/>
                </a:lnTo>
                <a:lnTo>
                  <a:pt x="4745322" y="819720"/>
                </a:lnTo>
                <a:lnTo>
                  <a:pt x="4747202" y="814098"/>
                </a:lnTo>
                <a:lnTo>
                  <a:pt x="4749083" y="817261"/>
                </a:lnTo>
                <a:lnTo>
                  <a:pt x="4754726" y="815290"/>
                </a:lnTo>
                <a:lnTo>
                  <a:pt x="4758488" y="808417"/>
                </a:lnTo>
                <a:lnTo>
                  <a:pt x="4760369" y="818603"/>
                </a:lnTo>
                <a:lnTo>
                  <a:pt x="4762249" y="814070"/>
                </a:lnTo>
                <a:lnTo>
                  <a:pt x="4766011" y="812986"/>
                </a:lnTo>
                <a:lnTo>
                  <a:pt x="4771653" y="808769"/>
                </a:lnTo>
                <a:lnTo>
                  <a:pt x="4775415" y="811104"/>
                </a:lnTo>
                <a:lnTo>
                  <a:pt x="4777296" y="812943"/>
                </a:lnTo>
                <a:lnTo>
                  <a:pt x="4779176" y="810869"/>
                </a:lnTo>
                <a:lnTo>
                  <a:pt x="4781057" y="811646"/>
                </a:lnTo>
                <a:lnTo>
                  <a:pt x="4784819" y="809279"/>
                </a:lnTo>
                <a:lnTo>
                  <a:pt x="4788581" y="812885"/>
                </a:lnTo>
                <a:lnTo>
                  <a:pt x="4790461" y="814317"/>
                </a:lnTo>
                <a:lnTo>
                  <a:pt x="4792342" y="810153"/>
                </a:lnTo>
                <a:lnTo>
                  <a:pt x="4794223" y="811215"/>
                </a:lnTo>
                <a:lnTo>
                  <a:pt x="4799866" y="811116"/>
                </a:lnTo>
                <a:lnTo>
                  <a:pt x="4803627" y="815314"/>
                </a:lnTo>
                <a:lnTo>
                  <a:pt x="4805508" y="808630"/>
                </a:lnTo>
                <a:lnTo>
                  <a:pt x="4807389" y="810845"/>
                </a:lnTo>
                <a:lnTo>
                  <a:pt x="4818674" y="816856"/>
                </a:lnTo>
                <a:lnTo>
                  <a:pt x="4820555" y="813577"/>
                </a:lnTo>
                <a:lnTo>
                  <a:pt x="4822435" y="815158"/>
                </a:lnTo>
                <a:lnTo>
                  <a:pt x="4826197" y="819416"/>
                </a:lnTo>
                <a:lnTo>
                  <a:pt x="4831840" y="810522"/>
                </a:lnTo>
                <a:lnTo>
                  <a:pt x="4833721" y="817351"/>
                </a:lnTo>
                <a:lnTo>
                  <a:pt x="4835601" y="816506"/>
                </a:lnTo>
                <a:lnTo>
                  <a:pt x="4837482" y="815583"/>
                </a:lnTo>
                <a:lnTo>
                  <a:pt x="4839363" y="804768"/>
                </a:lnTo>
                <a:lnTo>
                  <a:pt x="4841244" y="811183"/>
                </a:lnTo>
                <a:lnTo>
                  <a:pt x="4843125" y="816495"/>
                </a:lnTo>
                <a:lnTo>
                  <a:pt x="4845005" y="814517"/>
                </a:lnTo>
                <a:lnTo>
                  <a:pt x="4848767" y="817928"/>
                </a:lnTo>
                <a:lnTo>
                  <a:pt x="4850648" y="813331"/>
                </a:lnTo>
                <a:lnTo>
                  <a:pt x="4852529" y="817952"/>
                </a:lnTo>
                <a:lnTo>
                  <a:pt x="4854409" y="815677"/>
                </a:lnTo>
                <a:lnTo>
                  <a:pt x="4856290" y="814461"/>
                </a:lnTo>
                <a:lnTo>
                  <a:pt x="4858171" y="817362"/>
                </a:lnTo>
                <a:lnTo>
                  <a:pt x="4860052" y="813866"/>
                </a:lnTo>
                <a:lnTo>
                  <a:pt x="4865695" y="818480"/>
                </a:lnTo>
                <a:lnTo>
                  <a:pt x="4867576" y="813538"/>
                </a:lnTo>
                <a:lnTo>
                  <a:pt x="4869456" y="818227"/>
                </a:lnTo>
                <a:lnTo>
                  <a:pt x="4871337" y="817452"/>
                </a:lnTo>
                <a:lnTo>
                  <a:pt x="4886384" y="816151"/>
                </a:lnTo>
                <a:lnTo>
                  <a:pt x="4888264" y="810402"/>
                </a:lnTo>
                <a:lnTo>
                  <a:pt x="4892026" y="814849"/>
                </a:lnTo>
                <a:lnTo>
                  <a:pt x="4905192" y="818525"/>
                </a:lnTo>
                <a:lnTo>
                  <a:pt x="4908954" y="809899"/>
                </a:lnTo>
                <a:lnTo>
                  <a:pt x="4914596" y="819230"/>
                </a:lnTo>
                <a:lnTo>
                  <a:pt x="4920238" y="808718"/>
                </a:lnTo>
                <a:lnTo>
                  <a:pt x="4922119" y="812854"/>
                </a:lnTo>
                <a:lnTo>
                  <a:pt x="4927762" y="806223"/>
                </a:lnTo>
                <a:lnTo>
                  <a:pt x="4929642" y="811552"/>
                </a:lnTo>
                <a:lnTo>
                  <a:pt x="4931523" y="808176"/>
                </a:lnTo>
                <a:lnTo>
                  <a:pt x="4933404" y="804569"/>
                </a:lnTo>
                <a:lnTo>
                  <a:pt x="4935285" y="806618"/>
                </a:lnTo>
                <a:lnTo>
                  <a:pt x="4940928" y="804478"/>
                </a:lnTo>
                <a:lnTo>
                  <a:pt x="4944689" y="809805"/>
                </a:lnTo>
                <a:lnTo>
                  <a:pt x="4948451" y="806197"/>
                </a:lnTo>
                <a:lnTo>
                  <a:pt x="4950332" y="805765"/>
                </a:lnTo>
                <a:lnTo>
                  <a:pt x="4952213" y="810541"/>
                </a:lnTo>
                <a:lnTo>
                  <a:pt x="4954093" y="808584"/>
                </a:lnTo>
                <a:lnTo>
                  <a:pt x="4959736" y="803268"/>
                </a:lnTo>
                <a:lnTo>
                  <a:pt x="4965378" y="809380"/>
                </a:lnTo>
                <a:lnTo>
                  <a:pt x="4969140" y="807276"/>
                </a:lnTo>
                <a:lnTo>
                  <a:pt x="4971021" y="810014"/>
                </a:lnTo>
                <a:lnTo>
                  <a:pt x="4972901" y="805628"/>
                </a:lnTo>
                <a:lnTo>
                  <a:pt x="4974782" y="807521"/>
                </a:lnTo>
                <a:lnTo>
                  <a:pt x="4984187" y="801299"/>
                </a:lnTo>
                <a:lnTo>
                  <a:pt x="4986067" y="804812"/>
                </a:lnTo>
                <a:lnTo>
                  <a:pt x="4989829" y="798439"/>
                </a:lnTo>
                <a:lnTo>
                  <a:pt x="4993591" y="802404"/>
                </a:lnTo>
                <a:lnTo>
                  <a:pt x="4999233" y="796024"/>
                </a:lnTo>
                <a:lnTo>
                  <a:pt x="5004875" y="804327"/>
                </a:lnTo>
                <a:lnTo>
                  <a:pt x="5006756" y="806484"/>
                </a:lnTo>
                <a:lnTo>
                  <a:pt x="5012399" y="796081"/>
                </a:lnTo>
                <a:lnTo>
                  <a:pt x="5016161" y="803958"/>
                </a:lnTo>
                <a:lnTo>
                  <a:pt x="5018042" y="795996"/>
                </a:lnTo>
                <a:lnTo>
                  <a:pt x="5019922" y="796886"/>
                </a:lnTo>
                <a:lnTo>
                  <a:pt x="5021803" y="795699"/>
                </a:lnTo>
                <a:lnTo>
                  <a:pt x="5027446" y="801909"/>
                </a:lnTo>
                <a:lnTo>
                  <a:pt x="5031207" y="793953"/>
                </a:lnTo>
                <a:lnTo>
                  <a:pt x="5033088" y="801127"/>
                </a:lnTo>
                <a:lnTo>
                  <a:pt x="5034969" y="800615"/>
                </a:lnTo>
                <a:lnTo>
                  <a:pt x="5036850" y="795212"/>
                </a:lnTo>
                <a:lnTo>
                  <a:pt x="5038730" y="797097"/>
                </a:lnTo>
                <a:lnTo>
                  <a:pt x="5044373" y="800883"/>
                </a:lnTo>
                <a:lnTo>
                  <a:pt x="5048135" y="794000"/>
                </a:lnTo>
                <a:lnTo>
                  <a:pt x="5051896" y="799131"/>
                </a:lnTo>
                <a:lnTo>
                  <a:pt x="5057539" y="796983"/>
                </a:lnTo>
                <a:lnTo>
                  <a:pt x="5063181" y="797148"/>
                </a:lnTo>
                <a:lnTo>
                  <a:pt x="5065062" y="792228"/>
                </a:lnTo>
                <a:lnTo>
                  <a:pt x="5066943" y="795424"/>
                </a:lnTo>
                <a:lnTo>
                  <a:pt x="5070704" y="795818"/>
                </a:lnTo>
                <a:lnTo>
                  <a:pt x="5072585" y="793065"/>
                </a:lnTo>
                <a:lnTo>
                  <a:pt x="5074466" y="794906"/>
                </a:lnTo>
                <a:lnTo>
                  <a:pt x="5076347" y="797212"/>
                </a:lnTo>
                <a:lnTo>
                  <a:pt x="5078228" y="794850"/>
                </a:lnTo>
                <a:lnTo>
                  <a:pt x="5080108" y="793834"/>
                </a:lnTo>
                <a:lnTo>
                  <a:pt x="5083870" y="796150"/>
                </a:lnTo>
                <a:lnTo>
                  <a:pt x="5085751" y="790060"/>
                </a:lnTo>
                <a:lnTo>
                  <a:pt x="5089513" y="799147"/>
                </a:lnTo>
                <a:lnTo>
                  <a:pt x="5098917" y="796310"/>
                </a:lnTo>
                <a:lnTo>
                  <a:pt x="5100798" y="798644"/>
                </a:lnTo>
                <a:lnTo>
                  <a:pt x="5102679" y="795846"/>
                </a:lnTo>
                <a:lnTo>
                  <a:pt x="5106440" y="800887"/>
                </a:lnTo>
                <a:lnTo>
                  <a:pt x="5108321" y="799747"/>
                </a:lnTo>
                <a:lnTo>
                  <a:pt x="5113963" y="797616"/>
                </a:lnTo>
                <a:lnTo>
                  <a:pt x="5117725" y="794138"/>
                </a:lnTo>
                <a:lnTo>
                  <a:pt x="5123368" y="807146"/>
                </a:lnTo>
                <a:lnTo>
                  <a:pt x="5125249" y="805579"/>
                </a:lnTo>
                <a:lnTo>
                  <a:pt x="5127129" y="799794"/>
                </a:lnTo>
                <a:lnTo>
                  <a:pt x="5129010" y="803026"/>
                </a:lnTo>
                <a:lnTo>
                  <a:pt x="5130891" y="798530"/>
                </a:lnTo>
                <a:lnTo>
                  <a:pt x="5132772" y="801248"/>
                </a:lnTo>
                <a:lnTo>
                  <a:pt x="5134653" y="800652"/>
                </a:lnTo>
                <a:lnTo>
                  <a:pt x="5136533" y="796827"/>
                </a:lnTo>
                <a:lnTo>
                  <a:pt x="5138414" y="798420"/>
                </a:lnTo>
                <a:lnTo>
                  <a:pt x="5140295" y="808124"/>
                </a:lnTo>
                <a:lnTo>
                  <a:pt x="5142176" y="806371"/>
                </a:lnTo>
                <a:lnTo>
                  <a:pt x="5144057" y="805441"/>
                </a:lnTo>
                <a:lnTo>
                  <a:pt x="5145937" y="811410"/>
                </a:lnTo>
                <a:lnTo>
                  <a:pt x="5149699" y="802635"/>
                </a:lnTo>
                <a:lnTo>
                  <a:pt x="5153461" y="807142"/>
                </a:lnTo>
                <a:lnTo>
                  <a:pt x="5159103" y="804421"/>
                </a:lnTo>
                <a:lnTo>
                  <a:pt x="5164746" y="809093"/>
                </a:lnTo>
                <a:lnTo>
                  <a:pt x="5166627" y="809837"/>
                </a:lnTo>
                <a:lnTo>
                  <a:pt x="5168507" y="802920"/>
                </a:lnTo>
                <a:lnTo>
                  <a:pt x="5170388" y="805846"/>
                </a:lnTo>
                <a:lnTo>
                  <a:pt x="5174150" y="810717"/>
                </a:lnTo>
                <a:lnTo>
                  <a:pt x="5176031" y="804617"/>
                </a:lnTo>
                <a:lnTo>
                  <a:pt x="5179792" y="812569"/>
                </a:lnTo>
                <a:lnTo>
                  <a:pt x="5185435" y="806826"/>
                </a:lnTo>
                <a:lnTo>
                  <a:pt x="5187315" y="806259"/>
                </a:lnTo>
                <a:lnTo>
                  <a:pt x="5189196" y="810963"/>
                </a:lnTo>
                <a:lnTo>
                  <a:pt x="5191077" y="808173"/>
                </a:lnTo>
                <a:lnTo>
                  <a:pt x="5194839" y="808424"/>
                </a:lnTo>
                <a:lnTo>
                  <a:pt x="5198601" y="806202"/>
                </a:lnTo>
                <a:lnTo>
                  <a:pt x="5204243" y="810247"/>
                </a:lnTo>
                <a:lnTo>
                  <a:pt x="5208005" y="807039"/>
                </a:lnTo>
                <a:lnTo>
                  <a:pt x="5211766" y="810119"/>
                </a:lnTo>
                <a:lnTo>
                  <a:pt x="5213647" y="804932"/>
                </a:lnTo>
                <a:lnTo>
                  <a:pt x="5215528" y="809539"/>
                </a:lnTo>
                <a:lnTo>
                  <a:pt x="5217409" y="803520"/>
                </a:lnTo>
                <a:lnTo>
                  <a:pt x="5221170" y="809040"/>
                </a:lnTo>
                <a:lnTo>
                  <a:pt x="5223051" y="806242"/>
                </a:lnTo>
                <a:lnTo>
                  <a:pt x="5224932" y="807636"/>
                </a:lnTo>
                <a:lnTo>
                  <a:pt x="5226813" y="806441"/>
                </a:lnTo>
                <a:lnTo>
                  <a:pt x="5230575" y="814247"/>
                </a:lnTo>
                <a:lnTo>
                  <a:pt x="5232456" y="811325"/>
                </a:lnTo>
                <a:lnTo>
                  <a:pt x="5236217" y="805516"/>
                </a:lnTo>
                <a:lnTo>
                  <a:pt x="5239979" y="811437"/>
                </a:lnTo>
                <a:lnTo>
                  <a:pt x="5245621" y="807263"/>
                </a:lnTo>
                <a:lnTo>
                  <a:pt x="5251264" y="811703"/>
                </a:lnTo>
                <a:lnTo>
                  <a:pt x="5255025" y="809179"/>
                </a:lnTo>
                <a:lnTo>
                  <a:pt x="5264429" y="806614"/>
                </a:lnTo>
                <a:lnTo>
                  <a:pt x="5268191" y="813814"/>
                </a:lnTo>
              </a:path>
            </a:pathLst>
          </a:custGeom>
          <a:noFill/>
          <a:ln w="24847">
            <a:solidFill>
              <a:srgbClr val="3A9A9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Editable path 129"/>
          <p:cNvSpPr/>
          <p:nvPr/>
        </p:nvSpPr>
        <p:spPr>
          <a:xfrm>
            <a:off x="3627120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Editable path 130"/>
          <p:cNvSpPr/>
          <p:nvPr/>
        </p:nvSpPr>
        <p:spPr>
          <a:xfrm>
            <a:off x="9422130" y="5154124"/>
            <a:ext cx="0" cy="1018076"/>
          </a:xfrm>
          <a:custGeom>
            <a:avLst/>
            <a:gdLst/>
            <a:ahLst/>
            <a:cxnLst/>
            <a:rect l="l" t="t" r="r" b="b"/>
            <a:pathLst>
              <a:path w="0" h="1018076">
                <a:moveTo>
                  <a:pt x="0" y="1018076"/>
                </a:moveTo>
                <a:lnTo>
                  <a:pt x="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Editable path 131"/>
          <p:cNvSpPr/>
          <p:nvPr/>
        </p:nvSpPr>
        <p:spPr>
          <a:xfrm>
            <a:off x="3627120" y="6172200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Editable path 132"/>
          <p:cNvSpPr/>
          <p:nvPr/>
        </p:nvSpPr>
        <p:spPr>
          <a:xfrm>
            <a:off x="3627120" y="5154124"/>
            <a:ext cx="5795010" cy="0"/>
          </a:xfrm>
          <a:custGeom>
            <a:avLst/>
            <a:gdLst/>
            <a:ahLst/>
            <a:cxnLst/>
            <a:rect l="l" t="t" r="r" b="b"/>
            <a:pathLst>
              <a:path w="5795010" h="0">
                <a:moveTo>
                  <a:pt x="0" y="0"/>
                </a:moveTo>
                <a:lnTo>
                  <a:pt x="5795010" y="0"/>
                </a:lnTo>
              </a:path>
            </a:pathLst>
          </a:custGeom>
          <a:noFill/>
          <a:ln w="1656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Editable path 133"/>
          <p:cNvSpPr/>
          <p:nvPr/>
        </p:nvSpPr>
        <p:spPr>
          <a:xfrm>
            <a:off x="3655337" y="4958169"/>
            <a:ext cx="160130" cy="0"/>
          </a:xfrm>
          <a:custGeom>
            <a:avLst/>
            <a:gdLst/>
            <a:ahLst/>
            <a:cxnLst/>
            <a:rect l="l" t="t" r="r" b="b"/>
            <a:pathLst>
              <a:path w="160130" h="0">
                <a:moveTo>
                  <a:pt x="0" y="0"/>
                </a:moveTo>
                <a:lnTo>
                  <a:pt x="80065" y="0"/>
                </a:lnTo>
                <a:lnTo>
                  <a:pt x="160130" y="0"/>
                </a:lnTo>
              </a:path>
            </a:pathLst>
          </a:custGeom>
          <a:noFill/>
          <a:ln w="24847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943571" y="4883120"/>
            <a:ext cx="489198" cy="192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2B2B2B"/>
                </a:solidFill>
                <a:latin typeface="Times New Roman"/>
              </a:rPr>
              <a:t>A · left</a:t>
            </a:r>
          </a:p>
        </p:txBody>
      </p:sp>
      <p:sp>
        <p:nvSpPr>
          <p:cNvPr id="188" name="Editable path 134"/>
          <p:cNvSpPr/>
          <p:nvPr/>
        </p:nvSpPr>
        <p:spPr>
          <a:xfrm>
            <a:off x="4484840" y="4958169"/>
            <a:ext cx="160131" cy="0"/>
          </a:xfrm>
          <a:custGeom>
            <a:avLst/>
            <a:gdLst/>
            <a:ahLst/>
            <a:cxnLst/>
            <a:rect l="l" t="t" r="r" b="b"/>
            <a:pathLst>
              <a:path w="160131" h="0">
                <a:moveTo>
                  <a:pt x="0" y="0"/>
                </a:moveTo>
                <a:lnTo>
                  <a:pt x="80065" y="0"/>
                </a:lnTo>
                <a:lnTo>
                  <a:pt x="160131" y="0"/>
                </a:lnTo>
              </a:path>
            </a:pathLst>
          </a:custGeom>
          <a:noFill/>
          <a:ln w="24847">
            <a:solidFill>
              <a:srgbClr val="3B6CA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4773074" y="4883120"/>
            <a:ext cx="578230" cy="192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2B2B2B"/>
                </a:solidFill>
                <a:latin typeface="Times New Roman"/>
              </a:rPr>
              <a:t>A · right</a:t>
            </a:r>
          </a:p>
        </p:txBody>
      </p:sp>
      <p:sp>
        <p:nvSpPr>
          <p:cNvPr id="190" name="Editable path 135"/>
          <p:cNvSpPr/>
          <p:nvPr/>
        </p:nvSpPr>
        <p:spPr>
          <a:xfrm>
            <a:off x="5402777" y="4958169"/>
            <a:ext cx="160131" cy="0"/>
          </a:xfrm>
          <a:custGeom>
            <a:avLst/>
            <a:gdLst/>
            <a:ahLst/>
            <a:cxnLst/>
            <a:rect l="l" t="t" r="r" b="b"/>
            <a:pathLst>
              <a:path w="160131" h="0">
                <a:moveTo>
                  <a:pt x="0" y="0"/>
                </a:moveTo>
                <a:lnTo>
                  <a:pt x="80066" y="0"/>
                </a:lnTo>
                <a:lnTo>
                  <a:pt x="160131" y="0"/>
                </a:lnTo>
              </a:path>
            </a:pathLst>
          </a:custGeom>
          <a:noFill/>
          <a:ln w="24847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5691012" y="4883120"/>
            <a:ext cx="480391" cy="192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2B2B2B"/>
                </a:solidFill>
                <a:latin typeface="Times New Roman"/>
              </a:rPr>
              <a:t>B · left</a:t>
            </a:r>
          </a:p>
        </p:txBody>
      </p:sp>
      <p:sp>
        <p:nvSpPr>
          <p:cNvPr id="192" name="Editable path 136"/>
          <p:cNvSpPr/>
          <p:nvPr/>
        </p:nvSpPr>
        <p:spPr>
          <a:xfrm>
            <a:off x="6223653" y="4958169"/>
            <a:ext cx="160131" cy="0"/>
          </a:xfrm>
          <a:custGeom>
            <a:avLst/>
            <a:gdLst/>
            <a:ahLst/>
            <a:cxnLst/>
            <a:rect l="l" t="t" r="r" b="b"/>
            <a:pathLst>
              <a:path w="160131" h="0">
                <a:moveTo>
                  <a:pt x="0" y="0"/>
                </a:moveTo>
                <a:lnTo>
                  <a:pt x="80065" y="0"/>
                </a:lnTo>
                <a:lnTo>
                  <a:pt x="160131" y="0"/>
                </a:lnTo>
              </a:path>
            </a:pathLst>
          </a:custGeom>
          <a:noFill/>
          <a:ln w="24847">
            <a:solidFill>
              <a:srgbClr val="3A9A9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6511887" y="4883120"/>
            <a:ext cx="569423" cy="192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2B2B2B"/>
                </a:solidFill>
                <a:latin typeface="Times New Roman"/>
              </a:rPr>
              <a:t>B · right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1443609"/>
            <a:ext cx="12191999" cy="3970782"/>
          </a:xfrm>
          <a:custGeom>
            <a:avLst/>
            <a:gdLst/>
            <a:ahLst/>
            <a:cxnLst/>
            <a:rect l="l" t="t" r="r" b="b"/>
            <a:pathLst>
              <a:path w="12191999" h="3970782">
                <a:moveTo>
                  <a:pt x="0" y="0"/>
                </a:moveTo>
                <a:lnTo>
                  <a:pt x="12191999" y="0"/>
                </a:lnTo>
                <a:lnTo>
                  <a:pt x="12191999" y="3970782"/>
                </a:lnTo>
                <a:lnTo>
                  <a:pt x="0" y="39707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809699" y="1894300"/>
            <a:ext cx="2730744" cy="2781393"/>
          </a:xfrm>
          <a:custGeom>
            <a:avLst/>
            <a:gdLst/>
            <a:ahLst/>
            <a:cxnLst/>
            <a:rect l="l" t="t" r="r" b="b"/>
            <a:pathLst>
              <a:path w="2730744" h="2781393">
                <a:moveTo>
                  <a:pt x="0" y="0"/>
                </a:moveTo>
                <a:lnTo>
                  <a:pt x="2730744" y="0"/>
                </a:lnTo>
                <a:lnTo>
                  <a:pt x="2730744" y="2781393"/>
                </a:lnTo>
                <a:lnTo>
                  <a:pt x="0" y="27813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98" y="1894299"/>
            <a:ext cx="2730744" cy="2781393"/>
          </a:xfrm>
          <a:prstGeom prst="rect">
            <a:avLst/>
          </a:prstGeom>
        </p:spPr>
      </p:pic>
      <p:sp>
        <p:nvSpPr>
          <p:cNvPr id="5" name="Editable path 3"/>
          <p:cNvSpPr/>
          <p:nvPr/>
        </p:nvSpPr>
        <p:spPr>
          <a:xfrm>
            <a:off x="837006" y="2839973"/>
            <a:ext cx="1310757" cy="890046"/>
          </a:xfrm>
          <a:custGeom>
            <a:avLst/>
            <a:gdLst/>
            <a:ahLst/>
            <a:cxnLst/>
            <a:rect l="l" t="t" r="r" b="b"/>
            <a:pathLst>
              <a:path w="1310757" h="890046">
                <a:moveTo>
                  <a:pt x="0" y="890046"/>
                </a:moveTo>
                <a:lnTo>
                  <a:pt x="0" y="0"/>
                </a:lnTo>
                <a:lnTo>
                  <a:pt x="1310757" y="0"/>
                </a:lnTo>
                <a:lnTo>
                  <a:pt x="1310757" y="890046"/>
                </a:lnTo>
                <a:lnTo>
                  <a:pt x="0" y="890046"/>
                </a:lnTo>
              </a:path>
            </a:pathLst>
          </a:custGeom>
          <a:noFill/>
          <a:ln w="32623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path 4"/>
          <p:cNvSpPr/>
          <p:nvPr/>
        </p:nvSpPr>
        <p:spPr>
          <a:xfrm>
            <a:off x="1492385" y="4675693"/>
            <a:ext cx="0" cy="81559"/>
          </a:xfrm>
          <a:custGeom>
            <a:avLst/>
            <a:gdLst/>
            <a:ahLst/>
            <a:cxnLst/>
            <a:rect l="l" t="t" r="r" b="b"/>
            <a:pathLst>
              <a:path w="0" h="81559">
                <a:moveTo>
                  <a:pt x="0" y="0"/>
                </a:moveTo>
                <a:lnTo>
                  <a:pt x="0" y="81559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0824" y="481668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70</a:t>
            </a:r>
          </a:p>
        </p:txBody>
      </p:sp>
      <p:sp>
        <p:nvSpPr>
          <p:cNvPr id="8" name="Editable path 5"/>
          <p:cNvSpPr/>
          <p:nvPr/>
        </p:nvSpPr>
        <p:spPr>
          <a:xfrm>
            <a:off x="2857756" y="4675693"/>
            <a:ext cx="0" cy="81559"/>
          </a:xfrm>
          <a:custGeom>
            <a:avLst/>
            <a:gdLst/>
            <a:ahLst/>
            <a:cxnLst/>
            <a:rect l="l" t="t" r="r" b="b"/>
            <a:pathLst>
              <a:path w="0" h="81559">
                <a:moveTo>
                  <a:pt x="0" y="0"/>
                </a:moveTo>
                <a:lnTo>
                  <a:pt x="0" y="81559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76196" y="481668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2971" y="5053575"/>
            <a:ext cx="1610128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Forward offset (mm)</a:t>
            </a:r>
          </a:p>
        </p:txBody>
      </p:sp>
      <p:sp>
        <p:nvSpPr>
          <p:cNvPr id="11" name="Editable path 6"/>
          <p:cNvSpPr/>
          <p:nvPr/>
        </p:nvSpPr>
        <p:spPr>
          <a:xfrm>
            <a:off x="728139" y="4212127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07" y="4134293"/>
            <a:ext cx="258218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-70</a:t>
            </a:r>
          </a:p>
        </p:txBody>
      </p:sp>
      <p:sp>
        <p:nvSpPr>
          <p:cNvPr id="13" name="Editable path 7"/>
          <p:cNvSpPr/>
          <p:nvPr/>
        </p:nvSpPr>
        <p:spPr>
          <a:xfrm>
            <a:off x="728139" y="3284996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207" y="3207162"/>
            <a:ext cx="258218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-65</a:t>
            </a:r>
          </a:p>
        </p:txBody>
      </p:sp>
      <p:sp>
        <p:nvSpPr>
          <p:cNvPr id="15" name="Editable path 8"/>
          <p:cNvSpPr/>
          <p:nvPr/>
        </p:nvSpPr>
        <p:spPr>
          <a:xfrm>
            <a:off x="728139" y="2357865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207" y="2280031"/>
            <a:ext cx="258218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-60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-655848" y="3169109"/>
            <a:ext cx="1874661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Palm height offset (mm)</a:t>
            </a:r>
          </a:p>
        </p:txBody>
      </p:sp>
      <p:sp>
        <p:nvSpPr>
          <p:cNvPr id="18" name="Editable path 9"/>
          <p:cNvSpPr/>
          <p:nvPr/>
        </p:nvSpPr>
        <p:spPr>
          <a:xfrm>
            <a:off x="809699" y="1894300"/>
            <a:ext cx="0" cy="2781393"/>
          </a:xfrm>
          <a:custGeom>
            <a:avLst/>
            <a:gdLst/>
            <a:ahLst/>
            <a:cxnLst/>
            <a:rect l="l" t="t" r="r" b="b"/>
            <a:pathLst>
              <a:path w="0" h="2781393">
                <a:moveTo>
                  <a:pt x="0" y="2781393"/>
                </a:moveTo>
                <a:lnTo>
                  <a:pt x="0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path 10"/>
          <p:cNvSpPr/>
          <p:nvPr/>
        </p:nvSpPr>
        <p:spPr>
          <a:xfrm>
            <a:off x="3540443" y="1894300"/>
            <a:ext cx="0" cy="2781393"/>
          </a:xfrm>
          <a:custGeom>
            <a:avLst/>
            <a:gdLst/>
            <a:ahLst/>
            <a:cxnLst/>
            <a:rect l="l" t="t" r="r" b="b"/>
            <a:pathLst>
              <a:path w="0" h="2781393">
                <a:moveTo>
                  <a:pt x="0" y="2781393"/>
                </a:moveTo>
                <a:lnTo>
                  <a:pt x="0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11"/>
          <p:cNvSpPr/>
          <p:nvPr/>
        </p:nvSpPr>
        <p:spPr>
          <a:xfrm>
            <a:off x="809699" y="4675693"/>
            <a:ext cx="2730744" cy="0"/>
          </a:xfrm>
          <a:custGeom>
            <a:avLst/>
            <a:gdLst/>
            <a:ahLst/>
            <a:cxnLst/>
            <a:rect l="l" t="t" r="r" b="b"/>
            <a:pathLst>
              <a:path w="2730744" h="0">
                <a:moveTo>
                  <a:pt x="0" y="0"/>
                </a:moveTo>
                <a:lnTo>
                  <a:pt x="2730744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12"/>
          <p:cNvSpPr/>
          <p:nvPr/>
        </p:nvSpPr>
        <p:spPr>
          <a:xfrm>
            <a:off x="809699" y="1894300"/>
            <a:ext cx="2730744" cy="0"/>
          </a:xfrm>
          <a:custGeom>
            <a:avLst/>
            <a:gdLst/>
            <a:ahLst/>
            <a:cxnLst/>
            <a:rect l="l" t="t" r="r" b="b"/>
            <a:pathLst>
              <a:path w="2730744" h="0">
                <a:moveTo>
                  <a:pt x="0" y="0"/>
                </a:moveTo>
                <a:lnTo>
                  <a:pt x="2730744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52567" y="4103018"/>
            <a:ext cx="326238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303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7939" y="4103018"/>
            <a:ext cx="326238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297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2567" y="3175887"/>
            <a:ext cx="326238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296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17939" y="3175887"/>
            <a:ext cx="326238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5778" y="2248756"/>
            <a:ext cx="139816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17939" y="2248756"/>
            <a:ext cx="326238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302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9619" y="1592324"/>
            <a:ext cx="2299238" cy="237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59" b="0" i="0">
                <a:solidFill>
                  <a:srgbClr val="2B2B2B"/>
                </a:solidFill>
                <a:latin typeface="Times New Roman"/>
              </a:rPr>
              <a:t>(a) Worst-case support steps</a:t>
            </a:r>
          </a:p>
        </p:txBody>
      </p:sp>
      <p:sp>
        <p:nvSpPr>
          <p:cNvPr id="29" name="Editable path 13"/>
          <p:cNvSpPr/>
          <p:nvPr/>
        </p:nvSpPr>
        <p:spPr>
          <a:xfrm>
            <a:off x="4349133" y="1894300"/>
            <a:ext cx="3694535" cy="2781393"/>
          </a:xfrm>
          <a:custGeom>
            <a:avLst/>
            <a:gdLst/>
            <a:ahLst/>
            <a:cxnLst/>
            <a:rect l="l" t="t" r="r" b="b"/>
            <a:pathLst>
              <a:path w="3694535" h="2781393">
                <a:moveTo>
                  <a:pt x="0" y="0"/>
                </a:moveTo>
                <a:lnTo>
                  <a:pt x="3694535" y="0"/>
                </a:lnTo>
                <a:lnTo>
                  <a:pt x="3694535" y="2781393"/>
                </a:lnTo>
                <a:lnTo>
                  <a:pt x="0" y="27813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14"/>
          <p:cNvSpPr/>
          <p:nvPr/>
        </p:nvSpPr>
        <p:spPr>
          <a:xfrm>
            <a:off x="4349133" y="4675693"/>
            <a:ext cx="0" cy="81559"/>
          </a:xfrm>
          <a:custGeom>
            <a:avLst/>
            <a:gdLst/>
            <a:ahLst/>
            <a:cxnLst/>
            <a:rect l="l" t="t" r="r" b="b"/>
            <a:pathLst>
              <a:path w="0" h="81559">
                <a:moveTo>
                  <a:pt x="0" y="0"/>
                </a:moveTo>
                <a:lnTo>
                  <a:pt x="0" y="81559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08352" y="4816686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32" name="Editable path 15"/>
          <p:cNvSpPr/>
          <p:nvPr/>
        </p:nvSpPr>
        <p:spPr>
          <a:xfrm>
            <a:off x="5188800" y="4675693"/>
            <a:ext cx="0" cy="81559"/>
          </a:xfrm>
          <a:custGeom>
            <a:avLst/>
            <a:gdLst/>
            <a:ahLst/>
            <a:cxnLst/>
            <a:rect l="l" t="t" r="r" b="b"/>
            <a:pathLst>
              <a:path w="0" h="81559">
                <a:moveTo>
                  <a:pt x="0" y="0"/>
                </a:moveTo>
                <a:lnTo>
                  <a:pt x="0" y="81559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07240" y="481668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34" name="Editable path 16"/>
          <p:cNvSpPr/>
          <p:nvPr/>
        </p:nvSpPr>
        <p:spPr>
          <a:xfrm>
            <a:off x="6028467" y="4675693"/>
            <a:ext cx="0" cy="81559"/>
          </a:xfrm>
          <a:custGeom>
            <a:avLst/>
            <a:gdLst/>
            <a:ahLst/>
            <a:cxnLst/>
            <a:rect l="l" t="t" r="r" b="b"/>
            <a:pathLst>
              <a:path w="0" h="81559">
                <a:moveTo>
                  <a:pt x="0" y="0"/>
                </a:moveTo>
                <a:lnTo>
                  <a:pt x="0" y="81559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6907" y="481668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36" name="Editable path 17"/>
          <p:cNvSpPr/>
          <p:nvPr/>
        </p:nvSpPr>
        <p:spPr>
          <a:xfrm>
            <a:off x="6868134" y="4675693"/>
            <a:ext cx="0" cy="81559"/>
          </a:xfrm>
          <a:custGeom>
            <a:avLst/>
            <a:gdLst/>
            <a:ahLst/>
            <a:cxnLst/>
            <a:rect l="l" t="t" r="r" b="b"/>
            <a:pathLst>
              <a:path w="0" h="81559">
                <a:moveTo>
                  <a:pt x="0" y="0"/>
                </a:moveTo>
                <a:lnTo>
                  <a:pt x="0" y="81559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86574" y="481668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60</a:t>
            </a:r>
          </a:p>
        </p:txBody>
      </p:sp>
      <p:sp>
        <p:nvSpPr>
          <p:cNvPr id="38" name="Editable path 18"/>
          <p:cNvSpPr/>
          <p:nvPr/>
        </p:nvSpPr>
        <p:spPr>
          <a:xfrm>
            <a:off x="7707802" y="4675693"/>
            <a:ext cx="0" cy="81559"/>
          </a:xfrm>
          <a:custGeom>
            <a:avLst/>
            <a:gdLst/>
            <a:ahLst/>
            <a:cxnLst/>
            <a:rect l="l" t="t" r="r" b="b"/>
            <a:pathLst>
              <a:path w="0" h="81559">
                <a:moveTo>
                  <a:pt x="0" y="0"/>
                </a:moveTo>
                <a:lnTo>
                  <a:pt x="0" y="81559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26242" y="481668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2003" y="5053575"/>
            <a:ext cx="2356003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Environment steps (thousands)</a:t>
            </a:r>
          </a:p>
        </p:txBody>
      </p:sp>
      <p:sp>
        <p:nvSpPr>
          <p:cNvPr id="41" name="Editable path 19"/>
          <p:cNvSpPr/>
          <p:nvPr/>
        </p:nvSpPr>
        <p:spPr>
          <a:xfrm>
            <a:off x="4349133" y="4600520"/>
            <a:ext cx="3694535" cy="0"/>
          </a:xfrm>
          <a:custGeom>
            <a:avLst/>
            <a:gdLst/>
            <a:ahLst/>
            <a:cxnLst/>
            <a:rect l="l" t="t" r="r" b="b"/>
            <a:pathLst>
              <a:path w="3694535" h="0">
                <a:moveTo>
                  <a:pt x="0" y="0"/>
                </a:moveTo>
                <a:lnTo>
                  <a:pt x="3694535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path 20"/>
          <p:cNvSpPr/>
          <p:nvPr/>
        </p:nvSpPr>
        <p:spPr>
          <a:xfrm>
            <a:off x="4267573" y="4600520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04453" y="4522686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44" name="Editable path 21"/>
          <p:cNvSpPr/>
          <p:nvPr/>
        </p:nvSpPr>
        <p:spPr>
          <a:xfrm>
            <a:off x="4349133" y="4099368"/>
            <a:ext cx="3694535" cy="0"/>
          </a:xfrm>
          <a:custGeom>
            <a:avLst/>
            <a:gdLst/>
            <a:ahLst/>
            <a:cxnLst/>
            <a:rect l="l" t="t" r="r" b="b"/>
            <a:pathLst>
              <a:path w="3694535" h="0">
                <a:moveTo>
                  <a:pt x="0" y="0"/>
                </a:moveTo>
                <a:lnTo>
                  <a:pt x="3694535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22"/>
          <p:cNvSpPr/>
          <p:nvPr/>
        </p:nvSpPr>
        <p:spPr>
          <a:xfrm>
            <a:off x="4267573" y="4099368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22893" y="4021534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47" name="Editable path 23"/>
          <p:cNvSpPr/>
          <p:nvPr/>
        </p:nvSpPr>
        <p:spPr>
          <a:xfrm>
            <a:off x="4349133" y="3598216"/>
            <a:ext cx="3694535" cy="0"/>
          </a:xfrm>
          <a:custGeom>
            <a:avLst/>
            <a:gdLst/>
            <a:ahLst/>
            <a:cxnLst/>
            <a:rect l="l" t="t" r="r" b="b"/>
            <a:pathLst>
              <a:path w="3694535" h="0">
                <a:moveTo>
                  <a:pt x="0" y="0"/>
                </a:moveTo>
                <a:lnTo>
                  <a:pt x="3694535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path 24"/>
          <p:cNvSpPr/>
          <p:nvPr/>
        </p:nvSpPr>
        <p:spPr>
          <a:xfrm>
            <a:off x="4267573" y="3598216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22893" y="3520382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50" name="Editable path 25"/>
          <p:cNvSpPr/>
          <p:nvPr/>
        </p:nvSpPr>
        <p:spPr>
          <a:xfrm>
            <a:off x="4349133" y="3097064"/>
            <a:ext cx="3694535" cy="0"/>
          </a:xfrm>
          <a:custGeom>
            <a:avLst/>
            <a:gdLst/>
            <a:ahLst/>
            <a:cxnLst/>
            <a:rect l="l" t="t" r="r" b="b"/>
            <a:pathLst>
              <a:path w="3694535" h="0">
                <a:moveTo>
                  <a:pt x="0" y="0"/>
                </a:moveTo>
                <a:lnTo>
                  <a:pt x="3694535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26"/>
          <p:cNvSpPr/>
          <p:nvPr/>
        </p:nvSpPr>
        <p:spPr>
          <a:xfrm>
            <a:off x="4267573" y="3097064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22893" y="3019230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60</a:t>
            </a:r>
          </a:p>
        </p:txBody>
      </p:sp>
      <p:sp>
        <p:nvSpPr>
          <p:cNvPr id="53" name="Editable path 27"/>
          <p:cNvSpPr/>
          <p:nvPr/>
        </p:nvSpPr>
        <p:spPr>
          <a:xfrm>
            <a:off x="4349133" y="2595912"/>
            <a:ext cx="3694535" cy="0"/>
          </a:xfrm>
          <a:custGeom>
            <a:avLst/>
            <a:gdLst/>
            <a:ahLst/>
            <a:cxnLst/>
            <a:rect l="l" t="t" r="r" b="b"/>
            <a:pathLst>
              <a:path w="3694535" h="0">
                <a:moveTo>
                  <a:pt x="0" y="0"/>
                </a:moveTo>
                <a:lnTo>
                  <a:pt x="3694535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28"/>
          <p:cNvSpPr/>
          <p:nvPr/>
        </p:nvSpPr>
        <p:spPr>
          <a:xfrm>
            <a:off x="4267573" y="2595912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22893" y="2518078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80</a:t>
            </a:r>
          </a:p>
        </p:txBody>
      </p:sp>
      <p:sp>
        <p:nvSpPr>
          <p:cNvPr id="56" name="Editable path 29"/>
          <p:cNvSpPr/>
          <p:nvPr/>
        </p:nvSpPr>
        <p:spPr>
          <a:xfrm>
            <a:off x="4349133" y="2094760"/>
            <a:ext cx="3694535" cy="0"/>
          </a:xfrm>
          <a:custGeom>
            <a:avLst/>
            <a:gdLst/>
            <a:ahLst/>
            <a:cxnLst/>
            <a:rect l="l" t="t" r="r" b="b"/>
            <a:pathLst>
              <a:path w="3694535" h="0">
                <a:moveTo>
                  <a:pt x="0" y="0"/>
                </a:moveTo>
                <a:lnTo>
                  <a:pt x="3694535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30"/>
          <p:cNvSpPr/>
          <p:nvPr/>
        </p:nvSpPr>
        <p:spPr>
          <a:xfrm>
            <a:off x="4267573" y="2094760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41334" y="2016926"/>
            <a:ext cx="285458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100</a:t>
            </a:r>
          </a:p>
        </p:txBody>
      </p:sp>
      <p:sp>
        <p:nvSpPr>
          <p:cNvPr id="59" name="TextBox 58"/>
          <p:cNvSpPr txBox="1"/>
          <p:nvPr/>
        </p:nvSpPr>
        <p:spPr>
          <a:xfrm rot="16200000">
            <a:off x="3320553" y="3169514"/>
            <a:ext cx="946837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Success (%)</a:t>
            </a:r>
          </a:p>
        </p:txBody>
      </p:sp>
      <p:sp>
        <p:nvSpPr>
          <p:cNvPr id="60" name="Editable path 31"/>
          <p:cNvSpPr/>
          <p:nvPr/>
        </p:nvSpPr>
        <p:spPr>
          <a:xfrm>
            <a:off x="4564088" y="3723504"/>
            <a:ext cx="3224322" cy="877016"/>
          </a:xfrm>
          <a:custGeom>
            <a:avLst/>
            <a:gdLst/>
            <a:ahLst/>
            <a:cxnLst/>
            <a:rect l="l" t="t" r="r" b="b"/>
            <a:pathLst>
              <a:path w="3224322" h="877016">
                <a:moveTo>
                  <a:pt x="0" y="877016"/>
                </a:moveTo>
                <a:lnTo>
                  <a:pt x="214954" y="877016"/>
                </a:lnTo>
                <a:lnTo>
                  <a:pt x="429909" y="877016"/>
                </a:lnTo>
                <a:lnTo>
                  <a:pt x="601873" y="877016"/>
                </a:lnTo>
                <a:lnTo>
                  <a:pt x="816828" y="877016"/>
                </a:lnTo>
                <a:lnTo>
                  <a:pt x="1031783" y="877016"/>
                </a:lnTo>
                <a:lnTo>
                  <a:pt x="1203747" y="751728"/>
                </a:lnTo>
                <a:lnTo>
                  <a:pt x="1375710" y="626440"/>
                </a:lnTo>
                <a:lnTo>
                  <a:pt x="1418702" y="501152"/>
                </a:lnTo>
                <a:lnTo>
                  <a:pt x="1504683" y="375864"/>
                </a:lnTo>
                <a:lnTo>
                  <a:pt x="1547674" y="250576"/>
                </a:lnTo>
                <a:lnTo>
                  <a:pt x="1590665" y="250576"/>
                </a:lnTo>
                <a:lnTo>
                  <a:pt x="1633656" y="250576"/>
                </a:lnTo>
                <a:lnTo>
                  <a:pt x="1719638" y="0"/>
                </a:lnTo>
                <a:lnTo>
                  <a:pt x="1762629" y="125288"/>
                </a:lnTo>
                <a:lnTo>
                  <a:pt x="1805620" y="250576"/>
                </a:lnTo>
                <a:lnTo>
                  <a:pt x="1934593" y="250576"/>
                </a:lnTo>
                <a:lnTo>
                  <a:pt x="1977584" y="501152"/>
                </a:lnTo>
                <a:lnTo>
                  <a:pt x="2020575" y="626440"/>
                </a:lnTo>
                <a:lnTo>
                  <a:pt x="2063566" y="501152"/>
                </a:lnTo>
                <a:lnTo>
                  <a:pt x="2149548" y="501152"/>
                </a:lnTo>
                <a:lnTo>
                  <a:pt x="2192539" y="626440"/>
                </a:lnTo>
                <a:lnTo>
                  <a:pt x="2235530" y="751728"/>
                </a:lnTo>
                <a:lnTo>
                  <a:pt x="2278520" y="626440"/>
                </a:lnTo>
                <a:lnTo>
                  <a:pt x="2364503" y="626440"/>
                </a:lnTo>
                <a:lnTo>
                  <a:pt x="2407494" y="501152"/>
                </a:lnTo>
                <a:lnTo>
                  <a:pt x="2450484" y="501152"/>
                </a:lnTo>
                <a:lnTo>
                  <a:pt x="2493475" y="501152"/>
                </a:lnTo>
                <a:lnTo>
                  <a:pt x="2536467" y="501152"/>
                </a:lnTo>
                <a:lnTo>
                  <a:pt x="2579457" y="501152"/>
                </a:lnTo>
                <a:lnTo>
                  <a:pt x="2622448" y="501152"/>
                </a:lnTo>
                <a:lnTo>
                  <a:pt x="2665439" y="501152"/>
                </a:lnTo>
                <a:lnTo>
                  <a:pt x="2708431" y="250576"/>
                </a:lnTo>
                <a:lnTo>
                  <a:pt x="2751421" y="250576"/>
                </a:lnTo>
                <a:lnTo>
                  <a:pt x="2794412" y="375864"/>
                </a:lnTo>
                <a:lnTo>
                  <a:pt x="2837403" y="250576"/>
                </a:lnTo>
                <a:lnTo>
                  <a:pt x="2880394" y="375864"/>
                </a:lnTo>
                <a:lnTo>
                  <a:pt x="2966376" y="375864"/>
                </a:lnTo>
                <a:lnTo>
                  <a:pt x="3009367" y="501152"/>
                </a:lnTo>
                <a:lnTo>
                  <a:pt x="3095349" y="501152"/>
                </a:lnTo>
                <a:lnTo>
                  <a:pt x="3181331" y="626440"/>
                </a:lnTo>
                <a:lnTo>
                  <a:pt x="3224322" y="751728"/>
                </a:lnTo>
              </a:path>
            </a:pathLst>
          </a:custGeom>
          <a:noFill/>
          <a:ln w="32623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Editable path 32"/>
          <p:cNvSpPr/>
          <p:nvPr/>
        </p:nvSpPr>
        <p:spPr>
          <a:xfrm>
            <a:off x="7788410" y="2094760"/>
            <a:ext cx="0" cy="47224"/>
          </a:xfrm>
          <a:custGeom>
            <a:avLst/>
            <a:gdLst/>
            <a:ahLst/>
            <a:cxnLst/>
            <a:rect l="l" t="t" r="r" b="b"/>
            <a:pathLst>
              <a:path w="0" h="47224">
                <a:moveTo>
                  <a:pt x="0" y="47224"/>
                </a:moveTo>
                <a:lnTo>
                  <a:pt x="0" y="0"/>
                </a:lnTo>
              </a:path>
            </a:pathLst>
          </a:custGeom>
          <a:noFill/>
          <a:ln w="3495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Editable path 33"/>
          <p:cNvSpPr/>
          <p:nvPr/>
        </p:nvSpPr>
        <p:spPr>
          <a:xfrm>
            <a:off x="7718501" y="2141984"/>
            <a:ext cx="139817" cy="0"/>
          </a:xfrm>
          <a:custGeom>
            <a:avLst/>
            <a:gdLst/>
            <a:ahLst/>
            <a:cxnLst/>
            <a:rect l="l" t="t" r="r" b="b"/>
            <a:pathLst>
              <a:path w="139817" h="0">
                <a:moveTo>
                  <a:pt x="13981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2330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Editable path 34"/>
          <p:cNvSpPr/>
          <p:nvPr/>
        </p:nvSpPr>
        <p:spPr>
          <a:xfrm>
            <a:off x="7718501" y="2094760"/>
            <a:ext cx="139817" cy="0"/>
          </a:xfrm>
          <a:custGeom>
            <a:avLst/>
            <a:gdLst/>
            <a:ahLst/>
            <a:cxnLst/>
            <a:rect l="l" t="t" r="r" b="b"/>
            <a:pathLst>
              <a:path w="139817" h="0">
                <a:moveTo>
                  <a:pt x="13981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2330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Editable path 35"/>
          <p:cNvSpPr/>
          <p:nvPr/>
        </p:nvSpPr>
        <p:spPr>
          <a:xfrm>
            <a:off x="7741804" y="2048155"/>
            <a:ext cx="93211" cy="93211"/>
          </a:xfrm>
          <a:custGeom>
            <a:avLst/>
            <a:gdLst/>
            <a:ahLst/>
            <a:cxnLst/>
            <a:rect l="l" t="t" r="r" b="b"/>
            <a:pathLst>
              <a:path w="93211" h="93211">
                <a:moveTo>
                  <a:pt x="46606" y="93211"/>
                </a:moveTo>
                <a:lnTo>
                  <a:pt x="49684" y="93109"/>
                </a:lnTo>
                <a:lnTo>
                  <a:pt x="52732" y="92807"/>
                </a:lnTo>
                <a:lnTo>
                  <a:pt x="55740" y="92307"/>
                </a:lnTo>
                <a:lnTo>
                  <a:pt x="58701" y="91614"/>
                </a:lnTo>
                <a:lnTo>
                  <a:pt x="61604" y="90732"/>
                </a:lnTo>
                <a:lnTo>
                  <a:pt x="64441" y="89663"/>
                </a:lnTo>
                <a:lnTo>
                  <a:pt x="67202" y="88413"/>
                </a:lnTo>
                <a:lnTo>
                  <a:pt x="69879" y="86984"/>
                </a:lnTo>
                <a:lnTo>
                  <a:pt x="72463" y="85380"/>
                </a:lnTo>
                <a:lnTo>
                  <a:pt x="74943" y="83606"/>
                </a:lnTo>
                <a:lnTo>
                  <a:pt x="77312" y="81665"/>
                </a:lnTo>
                <a:lnTo>
                  <a:pt x="79561" y="79561"/>
                </a:lnTo>
                <a:lnTo>
                  <a:pt x="81665" y="77312"/>
                </a:lnTo>
                <a:lnTo>
                  <a:pt x="83606" y="74943"/>
                </a:lnTo>
                <a:lnTo>
                  <a:pt x="85381" y="72462"/>
                </a:lnTo>
                <a:lnTo>
                  <a:pt x="86984" y="69879"/>
                </a:lnTo>
                <a:lnTo>
                  <a:pt x="88413" y="67202"/>
                </a:lnTo>
                <a:lnTo>
                  <a:pt x="89663" y="64441"/>
                </a:lnTo>
                <a:lnTo>
                  <a:pt x="90732" y="61604"/>
                </a:lnTo>
                <a:lnTo>
                  <a:pt x="91614" y="58700"/>
                </a:lnTo>
                <a:lnTo>
                  <a:pt x="92307" y="55740"/>
                </a:lnTo>
                <a:lnTo>
                  <a:pt x="92807" y="52731"/>
                </a:lnTo>
                <a:lnTo>
                  <a:pt x="93109" y="49683"/>
                </a:lnTo>
                <a:lnTo>
                  <a:pt x="93211" y="46605"/>
                </a:lnTo>
                <a:lnTo>
                  <a:pt x="93109" y="43527"/>
                </a:lnTo>
                <a:lnTo>
                  <a:pt x="92807" y="40480"/>
                </a:lnTo>
                <a:lnTo>
                  <a:pt x="92307" y="37471"/>
                </a:lnTo>
                <a:lnTo>
                  <a:pt x="91614" y="34510"/>
                </a:lnTo>
                <a:lnTo>
                  <a:pt x="90732" y="31607"/>
                </a:lnTo>
                <a:lnTo>
                  <a:pt x="89663" y="28770"/>
                </a:lnTo>
                <a:lnTo>
                  <a:pt x="88413" y="26009"/>
                </a:lnTo>
                <a:lnTo>
                  <a:pt x="86984" y="23332"/>
                </a:lnTo>
                <a:lnTo>
                  <a:pt x="85381" y="20749"/>
                </a:lnTo>
                <a:lnTo>
                  <a:pt x="83606" y="18268"/>
                </a:lnTo>
                <a:lnTo>
                  <a:pt x="81665" y="15899"/>
                </a:lnTo>
                <a:lnTo>
                  <a:pt x="79561" y="13650"/>
                </a:lnTo>
                <a:lnTo>
                  <a:pt x="77312" y="11546"/>
                </a:lnTo>
                <a:lnTo>
                  <a:pt x="74943" y="9604"/>
                </a:lnTo>
                <a:lnTo>
                  <a:pt x="72463" y="7830"/>
                </a:lnTo>
                <a:lnTo>
                  <a:pt x="69879" y="6227"/>
                </a:lnTo>
                <a:lnTo>
                  <a:pt x="67202" y="4798"/>
                </a:lnTo>
                <a:lnTo>
                  <a:pt x="64441" y="3548"/>
                </a:lnTo>
                <a:lnTo>
                  <a:pt x="61604" y="2479"/>
                </a:lnTo>
                <a:lnTo>
                  <a:pt x="58701" y="1597"/>
                </a:lnTo>
                <a:lnTo>
                  <a:pt x="55740" y="904"/>
                </a:lnTo>
                <a:lnTo>
                  <a:pt x="52732" y="404"/>
                </a:lnTo>
                <a:lnTo>
                  <a:pt x="49684" y="102"/>
                </a:lnTo>
                <a:lnTo>
                  <a:pt x="46606" y="0"/>
                </a:lnTo>
                <a:lnTo>
                  <a:pt x="43528" y="102"/>
                </a:lnTo>
                <a:lnTo>
                  <a:pt x="40480" y="404"/>
                </a:lnTo>
                <a:lnTo>
                  <a:pt x="37471" y="904"/>
                </a:lnTo>
                <a:lnTo>
                  <a:pt x="34511" y="1597"/>
                </a:lnTo>
                <a:lnTo>
                  <a:pt x="31607" y="2479"/>
                </a:lnTo>
                <a:lnTo>
                  <a:pt x="28771" y="3548"/>
                </a:lnTo>
                <a:lnTo>
                  <a:pt x="26009" y="4798"/>
                </a:lnTo>
                <a:lnTo>
                  <a:pt x="23332" y="6227"/>
                </a:lnTo>
                <a:lnTo>
                  <a:pt x="20749" y="7830"/>
                </a:lnTo>
                <a:lnTo>
                  <a:pt x="18268" y="9604"/>
                </a:lnTo>
                <a:lnTo>
                  <a:pt x="15899" y="11546"/>
                </a:lnTo>
                <a:lnTo>
                  <a:pt x="13650" y="13650"/>
                </a:lnTo>
                <a:lnTo>
                  <a:pt x="11546" y="15899"/>
                </a:lnTo>
                <a:lnTo>
                  <a:pt x="9605" y="18268"/>
                </a:lnTo>
                <a:lnTo>
                  <a:pt x="7831" y="20749"/>
                </a:lnTo>
                <a:lnTo>
                  <a:pt x="6227" y="23332"/>
                </a:lnTo>
                <a:lnTo>
                  <a:pt x="4798" y="26009"/>
                </a:lnTo>
                <a:lnTo>
                  <a:pt x="3548" y="28770"/>
                </a:lnTo>
                <a:lnTo>
                  <a:pt x="2480" y="31607"/>
                </a:lnTo>
                <a:lnTo>
                  <a:pt x="1597" y="34510"/>
                </a:lnTo>
                <a:lnTo>
                  <a:pt x="904" y="37471"/>
                </a:lnTo>
                <a:lnTo>
                  <a:pt x="404" y="40480"/>
                </a:lnTo>
                <a:lnTo>
                  <a:pt x="102" y="43527"/>
                </a:lnTo>
                <a:lnTo>
                  <a:pt x="0" y="46605"/>
                </a:lnTo>
                <a:lnTo>
                  <a:pt x="102" y="49683"/>
                </a:lnTo>
                <a:lnTo>
                  <a:pt x="404" y="52731"/>
                </a:lnTo>
                <a:lnTo>
                  <a:pt x="904" y="55740"/>
                </a:lnTo>
                <a:lnTo>
                  <a:pt x="1597" y="58700"/>
                </a:lnTo>
                <a:lnTo>
                  <a:pt x="2480" y="61604"/>
                </a:lnTo>
                <a:lnTo>
                  <a:pt x="3548" y="64441"/>
                </a:lnTo>
                <a:lnTo>
                  <a:pt x="4798" y="67202"/>
                </a:lnTo>
                <a:lnTo>
                  <a:pt x="6227" y="69879"/>
                </a:lnTo>
                <a:lnTo>
                  <a:pt x="7831" y="72462"/>
                </a:lnTo>
                <a:lnTo>
                  <a:pt x="9605" y="74943"/>
                </a:lnTo>
                <a:lnTo>
                  <a:pt x="11546" y="77312"/>
                </a:lnTo>
                <a:lnTo>
                  <a:pt x="13650" y="79561"/>
                </a:lnTo>
                <a:lnTo>
                  <a:pt x="15899" y="81665"/>
                </a:lnTo>
                <a:lnTo>
                  <a:pt x="18268" y="83606"/>
                </a:lnTo>
                <a:lnTo>
                  <a:pt x="20749" y="85380"/>
                </a:lnTo>
                <a:lnTo>
                  <a:pt x="23332" y="86984"/>
                </a:lnTo>
                <a:lnTo>
                  <a:pt x="26009" y="88413"/>
                </a:lnTo>
                <a:lnTo>
                  <a:pt x="28771" y="89663"/>
                </a:lnTo>
                <a:lnTo>
                  <a:pt x="31607" y="90732"/>
                </a:lnTo>
                <a:lnTo>
                  <a:pt x="34511" y="91614"/>
                </a:lnTo>
                <a:lnTo>
                  <a:pt x="37471" y="92307"/>
                </a:lnTo>
                <a:lnTo>
                  <a:pt x="40480" y="92807"/>
                </a:lnTo>
                <a:lnTo>
                  <a:pt x="43528" y="93109"/>
                </a:lnTo>
                <a:lnTo>
                  <a:pt x="46606" y="93211"/>
                </a:lnTo>
                <a:close/>
              </a:path>
            </a:pathLst>
          </a:custGeom>
          <a:solidFill>
            <a:srgbClr val="FF9500"/>
          </a:solidFill>
          <a:ln w="2330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Editable path 36"/>
          <p:cNvSpPr/>
          <p:nvPr/>
        </p:nvSpPr>
        <p:spPr>
          <a:xfrm>
            <a:off x="4349133" y="1894300"/>
            <a:ext cx="0" cy="2781393"/>
          </a:xfrm>
          <a:custGeom>
            <a:avLst/>
            <a:gdLst/>
            <a:ahLst/>
            <a:cxnLst/>
            <a:rect l="l" t="t" r="r" b="b"/>
            <a:pathLst>
              <a:path w="0" h="2781393">
                <a:moveTo>
                  <a:pt x="0" y="2781393"/>
                </a:moveTo>
                <a:lnTo>
                  <a:pt x="0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Editable path 37"/>
          <p:cNvSpPr/>
          <p:nvPr/>
        </p:nvSpPr>
        <p:spPr>
          <a:xfrm>
            <a:off x="4349133" y="4675693"/>
            <a:ext cx="3694535" cy="0"/>
          </a:xfrm>
          <a:custGeom>
            <a:avLst/>
            <a:gdLst/>
            <a:ahLst/>
            <a:cxnLst/>
            <a:rect l="l" t="t" r="r" b="b"/>
            <a:pathLst>
              <a:path w="3694535" h="0">
                <a:moveTo>
                  <a:pt x="0" y="0"/>
                </a:moveTo>
                <a:lnTo>
                  <a:pt x="3694535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path 38"/>
          <p:cNvSpPr/>
          <p:nvPr/>
        </p:nvSpPr>
        <p:spPr>
          <a:xfrm>
            <a:off x="7303905" y="2117497"/>
            <a:ext cx="443755" cy="247601"/>
          </a:xfrm>
          <a:custGeom>
            <a:avLst/>
            <a:gdLst/>
            <a:ahLst/>
            <a:cxnLst/>
            <a:rect l="l" t="t" r="r" b="b"/>
            <a:pathLst>
              <a:path w="443755" h="247601">
                <a:moveTo>
                  <a:pt x="0" y="247601"/>
                </a:moveTo>
                <a:lnTo>
                  <a:pt x="36979" y="226968"/>
                </a:lnTo>
                <a:lnTo>
                  <a:pt x="73959" y="206334"/>
                </a:lnTo>
                <a:lnTo>
                  <a:pt x="110938" y="185701"/>
                </a:lnTo>
                <a:lnTo>
                  <a:pt x="147918" y="165068"/>
                </a:lnTo>
                <a:lnTo>
                  <a:pt x="184898" y="144434"/>
                </a:lnTo>
                <a:lnTo>
                  <a:pt x="221877" y="123801"/>
                </a:lnTo>
                <a:lnTo>
                  <a:pt x="258857" y="103167"/>
                </a:lnTo>
                <a:lnTo>
                  <a:pt x="295836" y="82534"/>
                </a:lnTo>
                <a:lnTo>
                  <a:pt x="332816" y="61901"/>
                </a:lnTo>
                <a:lnTo>
                  <a:pt x="369795" y="41267"/>
                </a:lnTo>
                <a:lnTo>
                  <a:pt x="406775" y="20634"/>
                </a:lnTo>
                <a:lnTo>
                  <a:pt x="443755" y="0"/>
                </a:lnTo>
              </a:path>
            </a:pathLst>
          </a:custGeom>
          <a:noFill/>
          <a:ln w="16311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780809" y="2412255"/>
            <a:ext cx="575484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200/200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5529" y="1592324"/>
            <a:ext cx="2810663" cy="237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59" b="0" i="0">
                <a:solidFill>
                  <a:srgbClr val="2B2B2B"/>
                </a:solidFill>
                <a:latin typeface="Times New Roman"/>
              </a:rPr>
              <a:t>(b) Learning and frozen evaluation</a:t>
            </a:r>
          </a:p>
        </p:txBody>
      </p:sp>
      <p:sp>
        <p:nvSpPr>
          <p:cNvPr id="70" name="Editable path 39"/>
          <p:cNvSpPr/>
          <p:nvPr/>
        </p:nvSpPr>
        <p:spPr>
          <a:xfrm>
            <a:off x="4474968" y="3184758"/>
            <a:ext cx="279633" cy="0"/>
          </a:xfrm>
          <a:custGeom>
            <a:avLst/>
            <a:gdLst/>
            <a:ahLst/>
            <a:cxnLst/>
            <a:rect l="l" t="t" r="r" b="b"/>
            <a:pathLst>
              <a:path w="279633" h="0">
                <a:moveTo>
                  <a:pt x="0" y="0"/>
                </a:moveTo>
                <a:lnTo>
                  <a:pt x="139816" y="0"/>
                </a:lnTo>
                <a:lnTo>
                  <a:pt x="279633" y="0"/>
                </a:lnTo>
              </a:path>
            </a:pathLst>
          </a:custGeom>
          <a:noFill/>
          <a:ln w="32623">
            <a:solidFill>
              <a:srgbClr val="3B6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866454" y="3031588"/>
            <a:ext cx="1079664" cy="1677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Times New Roman"/>
              </a:rPr>
              <a:t>Stochastic training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66454" y="3176648"/>
            <a:ext cx="1013530" cy="1677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Times New Roman"/>
              </a:rPr>
              <a:t>(last 20 episodes)</a:t>
            </a:r>
          </a:p>
        </p:txBody>
      </p:sp>
      <p:sp>
        <p:nvSpPr>
          <p:cNvPr id="73" name="Editable path 40"/>
          <p:cNvSpPr/>
          <p:nvPr/>
        </p:nvSpPr>
        <p:spPr>
          <a:xfrm>
            <a:off x="4614784" y="3370270"/>
            <a:ext cx="0" cy="139816"/>
          </a:xfrm>
          <a:custGeom>
            <a:avLst/>
            <a:gdLst/>
            <a:ahLst/>
            <a:cxnLst/>
            <a:rect l="l" t="t" r="r" b="b"/>
            <a:pathLst>
              <a:path w="0" h="139816">
                <a:moveTo>
                  <a:pt x="0" y="139816"/>
                </a:moveTo>
                <a:lnTo>
                  <a:pt x="0" y="0"/>
                </a:lnTo>
              </a:path>
            </a:pathLst>
          </a:custGeom>
          <a:noFill/>
          <a:ln w="34954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41"/>
          <p:cNvSpPr/>
          <p:nvPr/>
        </p:nvSpPr>
        <p:spPr>
          <a:xfrm>
            <a:off x="4544876" y="3510086"/>
            <a:ext cx="139817" cy="0"/>
          </a:xfrm>
          <a:custGeom>
            <a:avLst/>
            <a:gdLst/>
            <a:ahLst/>
            <a:cxnLst/>
            <a:rect l="l" t="t" r="r" b="b"/>
            <a:pathLst>
              <a:path w="139817" h="0">
                <a:moveTo>
                  <a:pt x="13981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2330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path 42"/>
          <p:cNvSpPr/>
          <p:nvPr/>
        </p:nvSpPr>
        <p:spPr>
          <a:xfrm>
            <a:off x="4544876" y="3370270"/>
            <a:ext cx="139817" cy="0"/>
          </a:xfrm>
          <a:custGeom>
            <a:avLst/>
            <a:gdLst/>
            <a:ahLst/>
            <a:cxnLst/>
            <a:rect l="l" t="t" r="r" b="b"/>
            <a:pathLst>
              <a:path w="139817" h="0">
                <a:moveTo>
                  <a:pt x="139817" y="0"/>
                </a:moveTo>
                <a:lnTo>
                  <a:pt x="0" y="0"/>
                </a:lnTo>
                <a:close/>
              </a:path>
            </a:pathLst>
          </a:custGeom>
          <a:solidFill>
            <a:srgbClr val="FF9500"/>
          </a:solidFill>
          <a:ln w="2330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path 43"/>
          <p:cNvSpPr/>
          <p:nvPr/>
        </p:nvSpPr>
        <p:spPr>
          <a:xfrm>
            <a:off x="4568179" y="3393573"/>
            <a:ext cx="93211" cy="93211"/>
          </a:xfrm>
          <a:custGeom>
            <a:avLst/>
            <a:gdLst/>
            <a:ahLst/>
            <a:cxnLst/>
            <a:rect l="l" t="t" r="r" b="b"/>
            <a:pathLst>
              <a:path w="93211" h="93211">
                <a:moveTo>
                  <a:pt x="46605" y="93211"/>
                </a:moveTo>
                <a:lnTo>
                  <a:pt x="49683" y="93109"/>
                </a:lnTo>
                <a:lnTo>
                  <a:pt x="52731" y="92806"/>
                </a:lnTo>
                <a:lnTo>
                  <a:pt x="55740" y="92307"/>
                </a:lnTo>
                <a:lnTo>
                  <a:pt x="58700" y="91614"/>
                </a:lnTo>
                <a:lnTo>
                  <a:pt x="61603" y="90731"/>
                </a:lnTo>
                <a:lnTo>
                  <a:pt x="64440" y="89663"/>
                </a:lnTo>
                <a:lnTo>
                  <a:pt x="67202" y="88412"/>
                </a:lnTo>
                <a:lnTo>
                  <a:pt x="69879" y="86984"/>
                </a:lnTo>
                <a:lnTo>
                  <a:pt x="72462" y="85380"/>
                </a:lnTo>
                <a:lnTo>
                  <a:pt x="74943" y="83606"/>
                </a:lnTo>
                <a:lnTo>
                  <a:pt x="77312" y="81665"/>
                </a:lnTo>
                <a:lnTo>
                  <a:pt x="79560" y="79560"/>
                </a:lnTo>
                <a:lnTo>
                  <a:pt x="81665" y="77312"/>
                </a:lnTo>
                <a:lnTo>
                  <a:pt x="83606" y="74943"/>
                </a:lnTo>
                <a:lnTo>
                  <a:pt x="85380" y="72462"/>
                </a:lnTo>
                <a:lnTo>
                  <a:pt x="86984" y="69878"/>
                </a:lnTo>
                <a:lnTo>
                  <a:pt x="88413" y="67202"/>
                </a:lnTo>
                <a:lnTo>
                  <a:pt x="89663" y="64440"/>
                </a:lnTo>
                <a:lnTo>
                  <a:pt x="90731" y="61603"/>
                </a:lnTo>
                <a:lnTo>
                  <a:pt x="91614" y="58700"/>
                </a:lnTo>
                <a:lnTo>
                  <a:pt x="92307" y="55740"/>
                </a:lnTo>
                <a:lnTo>
                  <a:pt x="92807" y="52731"/>
                </a:lnTo>
                <a:lnTo>
                  <a:pt x="93109" y="49683"/>
                </a:lnTo>
                <a:lnTo>
                  <a:pt x="93211" y="46605"/>
                </a:lnTo>
                <a:lnTo>
                  <a:pt x="93109" y="43527"/>
                </a:lnTo>
                <a:lnTo>
                  <a:pt x="92807" y="40479"/>
                </a:lnTo>
                <a:lnTo>
                  <a:pt x="92307" y="37471"/>
                </a:lnTo>
                <a:lnTo>
                  <a:pt x="91614" y="34510"/>
                </a:lnTo>
                <a:lnTo>
                  <a:pt x="90731" y="31607"/>
                </a:lnTo>
                <a:lnTo>
                  <a:pt x="89663" y="28770"/>
                </a:lnTo>
                <a:lnTo>
                  <a:pt x="88413" y="26009"/>
                </a:lnTo>
                <a:lnTo>
                  <a:pt x="86984" y="23332"/>
                </a:lnTo>
                <a:lnTo>
                  <a:pt x="85380" y="20748"/>
                </a:lnTo>
                <a:lnTo>
                  <a:pt x="83606" y="18267"/>
                </a:lnTo>
                <a:lnTo>
                  <a:pt x="81665" y="15898"/>
                </a:lnTo>
                <a:lnTo>
                  <a:pt x="79560" y="13650"/>
                </a:lnTo>
                <a:lnTo>
                  <a:pt x="77312" y="11545"/>
                </a:lnTo>
                <a:lnTo>
                  <a:pt x="74943" y="9604"/>
                </a:lnTo>
                <a:lnTo>
                  <a:pt x="72462" y="7830"/>
                </a:lnTo>
                <a:lnTo>
                  <a:pt x="69879" y="6227"/>
                </a:lnTo>
                <a:lnTo>
                  <a:pt x="67202" y="4798"/>
                </a:lnTo>
                <a:lnTo>
                  <a:pt x="64440" y="3547"/>
                </a:lnTo>
                <a:lnTo>
                  <a:pt x="61603" y="2479"/>
                </a:lnTo>
                <a:lnTo>
                  <a:pt x="58700" y="1596"/>
                </a:lnTo>
                <a:lnTo>
                  <a:pt x="55740" y="903"/>
                </a:lnTo>
                <a:lnTo>
                  <a:pt x="52731" y="404"/>
                </a:lnTo>
                <a:lnTo>
                  <a:pt x="49683" y="101"/>
                </a:lnTo>
                <a:lnTo>
                  <a:pt x="46605" y="0"/>
                </a:lnTo>
                <a:lnTo>
                  <a:pt x="43527" y="101"/>
                </a:lnTo>
                <a:lnTo>
                  <a:pt x="40479" y="404"/>
                </a:lnTo>
                <a:lnTo>
                  <a:pt x="37471" y="903"/>
                </a:lnTo>
                <a:lnTo>
                  <a:pt x="34510" y="1596"/>
                </a:lnTo>
                <a:lnTo>
                  <a:pt x="31607" y="2479"/>
                </a:lnTo>
                <a:lnTo>
                  <a:pt x="28770" y="3547"/>
                </a:lnTo>
                <a:lnTo>
                  <a:pt x="26009" y="4798"/>
                </a:lnTo>
                <a:lnTo>
                  <a:pt x="23332" y="6227"/>
                </a:lnTo>
                <a:lnTo>
                  <a:pt x="20748" y="7830"/>
                </a:lnTo>
                <a:lnTo>
                  <a:pt x="18268" y="9604"/>
                </a:lnTo>
                <a:lnTo>
                  <a:pt x="15899" y="11545"/>
                </a:lnTo>
                <a:lnTo>
                  <a:pt x="13650" y="13650"/>
                </a:lnTo>
                <a:lnTo>
                  <a:pt x="11546" y="15898"/>
                </a:lnTo>
                <a:lnTo>
                  <a:pt x="9604" y="18267"/>
                </a:lnTo>
                <a:lnTo>
                  <a:pt x="7830" y="20748"/>
                </a:lnTo>
                <a:lnTo>
                  <a:pt x="6227" y="23332"/>
                </a:lnTo>
                <a:lnTo>
                  <a:pt x="4798" y="26009"/>
                </a:lnTo>
                <a:lnTo>
                  <a:pt x="3548" y="28770"/>
                </a:lnTo>
                <a:lnTo>
                  <a:pt x="2479" y="31607"/>
                </a:lnTo>
                <a:lnTo>
                  <a:pt x="1597" y="34510"/>
                </a:lnTo>
                <a:lnTo>
                  <a:pt x="904" y="37471"/>
                </a:lnTo>
                <a:lnTo>
                  <a:pt x="404" y="40479"/>
                </a:lnTo>
                <a:lnTo>
                  <a:pt x="102" y="43527"/>
                </a:lnTo>
                <a:lnTo>
                  <a:pt x="0" y="46605"/>
                </a:lnTo>
                <a:lnTo>
                  <a:pt x="102" y="49683"/>
                </a:lnTo>
                <a:lnTo>
                  <a:pt x="404" y="52731"/>
                </a:lnTo>
                <a:lnTo>
                  <a:pt x="904" y="55740"/>
                </a:lnTo>
                <a:lnTo>
                  <a:pt x="1597" y="58700"/>
                </a:lnTo>
                <a:lnTo>
                  <a:pt x="2479" y="61603"/>
                </a:lnTo>
                <a:lnTo>
                  <a:pt x="3548" y="64440"/>
                </a:lnTo>
                <a:lnTo>
                  <a:pt x="4798" y="67202"/>
                </a:lnTo>
                <a:lnTo>
                  <a:pt x="6227" y="69878"/>
                </a:lnTo>
                <a:lnTo>
                  <a:pt x="7830" y="72462"/>
                </a:lnTo>
                <a:lnTo>
                  <a:pt x="9604" y="74943"/>
                </a:lnTo>
                <a:lnTo>
                  <a:pt x="11546" y="77312"/>
                </a:lnTo>
                <a:lnTo>
                  <a:pt x="13650" y="79560"/>
                </a:lnTo>
                <a:lnTo>
                  <a:pt x="15899" y="81665"/>
                </a:lnTo>
                <a:lnTo>
                  <a:pt x="18268" y="83606"/>
                </a:lnTo>
                <a:lnTo>
                  <a:pt x="20748" y="85380"/>
                </a:lnTo>
                <a:lnTo>
                  <a:pt x="23332" y="86984"/>
                </a:lnTo>
                <a:lnTo>
                  <a:pt x="26009" y="88412"/>
                </a:lnTo>
                <a:lnTo>
                  <a:pt x="28770" y="89663"/>
                </a:lnTo>
                <a:lnTo>
                  <a:pt x="31607" y="90731"/>
                </a:lnTo>
                <a:lnTo>
                  <a:pt x="34510" y="91614"/>
                </a:lnTo>
                <a:lnTo>
                  <a:pt x="37471" y="92307"/>
                </a:lnTo>
                <a:lnTo>
                  <a:pt x="40479" y="92806"/>
                </a:lnTo>
                <a:lnTo>
                  <a:pt x="43527" y="93109"/>
                </a:lnTo>
                <a:lnTo>
                  <a:pt x="46605" y="93211"/>
                </a:lnTo>
                <a:close/>
              </a:path>
            </a:pathLst>
          </a:custGeom>
          <a:solidFill>
            <a:srgbClr val="FF9500"/>
          </a:solidFill>
          <a:ln w="23302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866454" y="3374649"/>
            <a:ext cx="1145518" cy="1677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Times New Roman"/>
              </a:rPr>
              <a:t>Nominal frozen test</a:t>
            </a:r>
          </a:p>
        </p:txBody>
      </p:sp>
      <p:sp>
        <p:nvSpPr>
          <p:cNvPr id="78" name="Editable path 44"/>
          <p:cNvSpPr/>
          <p:nvPr/>
        </p:nvSpPr>
        <p:spPr>
          <a:xfrm>
            <a:off x="8811579" y="1894300"/>
            <a:ext cx="3212640" cy="2781393"/>
          </a:xfrm>
          <a:custGeom>
            <a:avLst/>
            <a:gdLst/>
            <a:ahLst/>
            <a:cxnLst/>
            <a:rect l="l" t="t" r="r" b="b"/>
            <a:pathLst>
              <a:path w="3212640" h="2781393">
                <a:moveTo>
                  <a:pt x="0" y="0"/>
                </a:moveTo>
                <a:lnTo>
                  <a:pt x="3212640" y="0"/>
                </a:lnTo>
                <a:lnTo>
                  <a:pt x="3212640" y="2781393"/>
                </a:lnTo>
                <a:lnTo>
                  <a:pt x="0" y="27813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path 45"/>
          <p:cNvSpPr/>
          <p:nvPr/>
        </p:nvSpPr>
        <p:spPr>
          <a:xfrm>
            <a:off x="8811579" y="4675693"/>
            <a:ext cx="0" cy="81559"/>
          </a:xfrm>
          <a:custGeom>
            <a:avLst/>
            <a:gdLst/>
            <a:ahLst/>
            <a:cxnLst/>
            <a:rect l="l" t="t" r="r" b="b"/>
            <a:pathLst>
              <a:path w="0" h="81559">
                <a:moveTo>
                  <a:pt x="0" y="0"/>
                </a:moveTo>
                <a:lnTo>
                  <a:pt x="0" y="81559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770798" y="4816686"/>
            <a:ext cx="12233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</a:t>
            </a:r>
          </a:p>
        </p:txBody>
      </p:sp>
      <p:sp>
        <p:nvSpPr>
          <p:cNvPr id="81" name="Editable path 46"/>
          <p:cNvSpPr/>
          <p:nvPr/>
        </p:nvSpPr>
        <p:spPr>
          <a:xfrm>
            <a:off x="9525499" y="4675693"/>
            <a:ext cx="0" cy="81559"/>
          </a:xfrm>
          <a:custGeom>
            <a:avLst/>
            <a:gdLst/>
            <a:ahLst/>
            <a:cxnLst/>
            <a:rect l="l" t="t" r="r" b="b"/>
            <a:pathLst>
              <a:path w="0" h="81559">
                <a:moveTo>
                  <a:pt x="0" y="0"/>
                </a:moveTo>
                <a:lnTo>
                  <a:pt x="0" y="81559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43939" y="481668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10</a:t>
            </a:r>
          </a:p>
        </p:txBody>
      </p:sp>
      <p:sp>
        <p:nvSpPr>
          <p:cNvPr id="83" name="Editable path 47"/>
          <p:cNvSpPr/>
          <p:nvPr/>
        </p:nvSpPr>
        <p:spPr>
          <a:xfrm>
            <a:off x="10239419" y="4675693"/>
            <a:ext cx="0" cy="81559"/>
          </a:xfrm>
          <a:custGeom>
            <a:avLst/>
            <a:gdLst/>
            <a:ahLst/>
            <a:cxnLst/>
            <a:rect l="l" t="t" r="r" b="b"/>
            <a:pathLst>
              <a:path w="0" h="81559">
                <a:moveTo>
                  <a:pt x="0" y="0"/>
                </a:moveTo>
                <a:lnTo>
                  <a:pt x="0" y="81559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157859" y="481668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20</a:t>
            </a:r>
          </a:p>
        </p:txBody>
      </p:sp>
      <p:sp>
        <p:nvSpPr>
          <p:cNvPr id="85" name="Editable path 48"/>
          <p:cNvSpPr/>
          <p:nvPr/>
        </p:nvSpPr>
        <p:spPr>
          <a:xfrm>
            <a:off x="10953339" y="4675693"/>
            <a:ext cx="0" cy="81559"/>
          </a:xfrm>
          <a:custGeom>
            <a:avLst/>
            <a:gdLst/>
            <a:ahLst/>
            <a:cxnLst/>
            <a:rect l="l" t="t" r="r" b="b"/>
            <a:pathLst>
              <a:path w="0" h="81559">
                <a:moveTo>
                  <a:pt x="0" y="0"/>
                </a:moveTo>
                <a:lnTo>
                  <a:pt x="0" y="81559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871779" y="481668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30</a:t>
            </a:r>
          </a:p>
        </p:txBody>
      </p:sp>
      <p:sp>
        <p:nvSpPr>
          <p:cNvPr id="87" name="Editable path 49"/>
          <p:cNvSpPr/>
          <p:nvPr/>
        </p:nvSpPr>
        <p:spPr>
          <a:xfrm>
            <a:off x="11667259" y="4675693"/>
            <a:ext cx="0" cy="81559"/>
          </a:xfrm>
          <a:custGeom>
            <a:avLst/>
            <a:gdLst/>
            <a:ahLst/>
            <a:cxnLst/>
            <a:rect l="l" t="t" r="r" b="b"/>
            <a:pathLst>
              <a:path w="0" h="81559">
                <a:moveTo>
                  <a:pt x="0" y="0"/>
                </a:moveTo>
                <a:lnTo>
                  <a:pt x="0" y="81559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585699" y="4816686"/>
            <a:ext cx="20389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317753" y="5053575"/>
            <a:ext cx="2247133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Terminal position error (mm)</a:t>
            </a:r>
          </a:p>
        </p:txBody>
      </p:sp>
      <p:sp>
        <p:nvSpPr>
          <p:cNvPr id="90" name="Editable path 50"/>
          <p:cNvSpPr/>
          <p:nvPr/>
        </p:nvSpPr>
        <p:spPr>
          <a:xfrm>
            <a:off x="8811579" y="4675693"/>
            <a:ext cx="3212640" cy="0"/>
          </a:xfrm>
          <a:custGeom>
            <a:avLst/>
            <a:gdLst/>
            <a:ahLst/>
            <a:cxnLst/>
            <a:rect l="l" t="t" r="r" b="b"/>
            <a:pathLst>
              <a:path w="3212640" h="0">
                <a:moveTo>
                  <a:pt x="0" y="0"/>
                </a:moveTo>
                <a:lnTo>
                  <a:pt x="3212640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51"/>
          <p:cNvSpPr/>
          <p:nvPr/>
        </p:nvSpPr>
        <p:spPr>
          <a:xfrm>
            <a:off x="8730019" y="4675693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444560" y="4597859"/>
            <a:ext cx="24467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0.0</a:t>
            </a:r>
          </a:p>
        </p:txBody>
      </p:sp>
      <p:sp>
        <p:nvSpPr>
          <p:cNvPr id="93" name="Editable path 52"/>
          <p:cNvSpPr/>
          <p:nvPr/>
        </p:nvSpPr>
        <p:spPr>
          <a:xfrm>
            <a:off x="8811579" y="4145904"/>
            <a:ext cx="3212640" cy="0"/>
          </a:xfrm>
          <a:custGeom>
            <a:avLst/>
            <a:gdLst/>
            <a:ahLst/>
            <a:cxnLst/>
            <a:rect l="l" t="t" r="r" b="b"/>
            <a:pathLst>
              <a:path w="3212640" h="0">
                <a:moveTo>
                  <a:pt x="0" y="0"/>
                </a:moveTo>
                <a:lnTo>
                  <a:pt x="3212640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ditable path 53"/>
          <p:cNvSpPr/>
          <p:nvPr/>
        </p:nvSpPr>
        <p:spPr>
          <a:xfrm>
            <a:off x="8730019" y="4145904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444560" y="4068069"/>
            <a:ext cx="24467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0.2</a:t>
            </a:r>
          </a:p>
        </p:txBody>
      </p:sp>
      <p:sp>
        <p:nvSpPr>
          <p:cNvPr id="96" name="Editable path 54"/>
          <p:cNvSpPr/>
          <p:nvPr/>
        </p:nvSpPr>
        <p:spPr>
          <a:xfrm>
            <a:off x="8811579" y="3616114"/>
            <a:ext cx="3212640" cy="0"/>
          </a:xfrm>
          <a:custGeom>
            <a:avLst/>
            <a:gdLst/>
            <a:ahLst/>
            <a:cxnLst/>
            <a:rect l="l" t="t" r="r" b="b"/>
            <a:pathLst>
              <a:path w="3212640" h="0">
                <a:moveTo>
                  <a:pt x="0" y="0"/>
                </a:moveTo>
                <a:lnTo>
                  <a:pt x="3212640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ditable path 55"/>
          <p:cNvSpPr/>
          <p:nvPr/>
        </p:nvSpPr>
        <p:spPr>
          <a:xfrm>
            <a:off x="8730019" y="3616114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444560" y="3538280"/>
            <a:ext cx="24467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0.4</a:t>
            </a:r>
          </a:p>
        </p:txBody>
      </p:sp>
      <p:sp>
        <p:nvSpPr>
          <p:cNvPr id="99" name="Editable path 56"/>
          <p:cNvSpPr/>
          <p:nvPr/>
        </p:nvSpPr>
        <p:spPr>
          <a:xfrm>
            <a:off x="8811579" y="3086325"/>
            <a:ext cx="3212640" cy="0"/>
          </a:xfrm>
          <a:custGeom>
            <a:avLst/>
            <a:gdLst/>
            <a:ahLst/>
            <a:cxnLst/>
            <a:rect l="l" t="t" r="r" b="b"/>
            <a:pathLst>
              <a:path w="3212640" h="0">
                <a:moveTo>
                  <a:pt x="0" y="0"/>
                </a:moveTo>
                <a:lnTo>
                  <a:pt x="3212640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path 57"/>
          <p:cNvSpPr/>
          <p:nvPr/>
        </p:nvSpPr>
        <p:spPr>
          <a:xfrm>
            <a:off x="8730019" y="3086325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44560" y="3008491"/>
            <a:ext cx="24467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0.6</a:t>
            </a:r>
          </a:p>
        </p:txBody>
      </p:sp>
      <p:sp>
        <p:nvSpPr>
          <p:cNvPr id="102" name="Editable path 58"/>
          <p:cNvSpPr/>
          <p:nvPr/>
        </p:nvSpPr>
        <p:spPr>
          <a:xfrm>
            <a:off x="8811579" y="2556536"/>
            <a:ext cx="3212640" cy="0"/>
          </a:xfrm>
          <a:custGeom>
            <a:avLst/>
            <a:gdLst/>
            <a:ahLst/>
            <a:cxnLst/>
            <a:rect l="l" t="t" r="r" b="b"/>
            <a:pathLst>
              <a:path w="3212640" h="0">
                <a:moveTo>
                  <a:pt x="0" y="0"/>
                </a:moveTo>
                <a:lnTo>
                  <a:pt x="3212640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ditable path 59"/>
          <p:cNvSpPr/>
          <p:nvPr/>
        </p:nvSpPr>
        <p:spPr>
          <a:xfrm>
            <a:off x="8730019" y="2556536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44560" y="2478702"/>
            <a:ext cx="24467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0.8</a:t>
            </a:r>
          </a:p>
        </p:txBody>
      </p:sp>
      <p:sp>
        <p:nvSpPr>
          <p:cNvPr id="105" name="Editable path 60"/>
          <p:cNvSpPr/>
          <p:nvPr/>
        </p:nvSpPr>
        <p:spPr>
          <a:xfrm>
            <a:off x="8811579" y="2026747"/>
            <a:ext cx="3212640" cy="0"/>
          </a:xfrm>
          <a:custGeom>
            <a:avLst/>
            <a:gdLst/>
            <a:ahLst/>
            <a:cxnLst/>
            <a:rect l="l" t="t" r="r" b="b"/>
            <a:pathLst>
              <a:path w="3212640" h="0">
                <a:moveTo>
                  <a:pt x="0" y="0"/>
                </a:moveTo>
                <a:lnTo>
                  <a:pt x="3212640" y="0"/>
                </a:lnTo>
              </a:path>
            </a:pathLst>
          </a:custGeom>
          <a:noFill/>
          <a:ln w="10486">
            <a:solidFill>
              <a:srgbClr val="DADCE0">
                <a:alpha val="6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Editable path 61"/>
          <p:cNvSpPr/>
          <p:nvPr/>
        </p:nvSpPr>
        <p:spPr>
          <a:xfrm>
            <a:off x="8730019" y="2026747"/>
            <a:ext cx="81560" cy="0"/>
          </a:xfrm>
          <a:custGeom>
            <a:avLst/>
            <a:gdLst/>
            <a:ahLst/>
            <a:cxnLst/>
            <a:rect l="l" t="t" r="r" b="b"/>
            <a:pathLst>
              <a:path w="81560" h="0">
                <a:moveTo>
                  <a:pt x="81560" y="0"/>
                </a:move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18642">
            <a:solidFill>
              <a:srgbClr val="2B2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44560" y="1948913"/>
            <a:ext cx="244679" cy="1957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4" b="0" i="0">
                <a:solidFill>
                  <a:srgbClr val="2B2B2B"/>
                </a:solidFill>
                <a:latin typeface="Times New Roman"/>
              </a:rPr>
              <a:t>1.0</a:t>
            </a:r>
          </a:p>
        </p:txBody>
      </p:sp>
      <p:sp>
        <p:nvSpPr>
          <p:cNvPr id="108" name="TextBox 107"/>
          <p:cNvSpPr txBox="1"/>
          <p:nvPr/>
        </p:nvSpPr>
        <p:spPr>
          <a:xfrm rot="16200000">
            <a:off x="7489430" y="3169233"/>
            <a:ext cx="1615534" cy="2237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67" b="0" i="0">
                <a:solidFill>
                  <a:srgbClr val="2B2B2B"/>
                </a:solidFill>
                <a:latin typeface="Times New Roman"/>
              </a:rPr>
              <a:t>Fraction of 200 trials</a:t>
            </a:r>
          </a:p>
        </p:txBody>
      </p:sp>
      <p:sp>
        <p:nvSpPr>
          <p:cNvPr id="109" name="Editable path 62"/>
          <p:cNvSpPr/>
          <p:nvPr/>
        </p:nvSpPr>
        <p:spPr>
          <a:xfrm>
            <a:off x="8897721" y="2026747"/>
            <a:ext cx="1026493" cy="2635701"/>
          </a:xfrm>
          <a:custGeom>
            <a:avLst/>
            <a:gdLst/>
            <a:ahLst/>
            <a:cxnLst/>
            <a:rect l="l" t="t" r="r" b="b"/>
            <a:pathLst>
              <a:path w="1026493" h="2635701">
                <a:moveTo>
                  <a:pt x="0" y="2635701"/>
                </a:moveTo>
                <a:lnTo>
                  <a:pt x="17843" y="2635701"/>
                </a:lnTo>
                <a:lnTo>
                  <a:pt x="17843" y="2622456"/>
                </a:lnTo>
                <a:lnTo>
                  <a:pt x="46530" y="2622456"/>
                </a:lnTo>
                <a:lnTo>
                  <a:pt x="46530" y="2609211"/>
                </a:lnTo>
                <a:lnTo>
                  <a:pt x="69137" y="2609211"/>
                </a:lnTo>
                <a:lnTo>
                  <a:pt x="69137" y="2595967"/>
                </a:lnTo>
                <a:lnTo>
                  <a:pt x="78812" y="2595967"/>
                </a:lnTo>
                <a:lnTo>
                  <a:pt x="78812" y="2582722"/>
                </a:lnTo>
                <a:lnTo>
                  <a:pt x="105764" y="2582722"/>
                </a:lnTo>
                <a:lnTo>
                  <a:pt x="105764" y="2569478"/>
                </a:lnTo>
                <a:lnTo>
                  <a:pt x="118172" y="2569478"/>
                </a:lnTo>
                <a:lnTo>
                  <a:pt x="118172" y="2556232"/>
                </a:lnTo>
                <a:lnTo>
                  <a:pt x="149863" y="2556232"/>
                </a:lnTo>
                <a:lnTo>
                  <a:pt x="149863" y="2542988"/>
                </a:lnTo>
                <a:lnTo>
                  <a:pt x="157046" y="2542988"/>
                </a:lnTo>
                <a:lnTo>
                  <a:pt x="157046" y="2529743"/>
                </a:lnTo>
                <a:lnTo>
                  <a:pt x="183734" y="2529743"/>
                </a:lnTo>
                <a:lnTo>
                  <a:pt x="183734" y="2516498"/>
                </a:lnTo>
                <a:lnTo>
                  <a:pt x="190801" y="2516498"/>
                </a:lnTo>
                <a:lnTo>
                  <a:pt x="190801" y="2503254"/>
                </a:lnTo>
                <a:lnTo>
                  <a:pt x="239134" y="2503254"/>
                </a:lnTo>
                <a:lnTo>
                  <a:pt x="239134" y="2490009"/>
                </a:lnTo>
                <a:lnTo>
                  <a:pt x="276859" y="2490009"/>
                </a:lnTo>
                <a:lnTo>
                  <a:pt x="276859" y="2476764"/>
                </a:lnTo>
                <a:lnTo>
                  <a:pt x="394106" y="2476764"/>
                </a:lnTo>
                <a:lnTo>
                  <a:pt x="394106" y="2463520"/>
                </a:lnTo>
                <a:lnTo>
                  <a:pt x="446203" y="2463520"/>
                </a:lnTo>
                <a:lnTo>
                  <a:pt x="446203" y="2450275"/>
                </a:lnTo>
                <a:lnTo>
                  <a:pt x="481497" y="2450275"/>
                </a:lnTo>
                <a:lnTo>
                  <a:pt x="481497" y="2437030"/>
                </a:lnTo>
                <a:lnTo>
                  <a:pt x="502332" y="2437030"/>
                </a:lnTo>
                <a:lnTo>
                  <a:pt x="502332" y="2423785"/>
                </a:lnTo>
                <a:lnTo>
                  <a:pt x="547099" y="2423785"/>
                </a:lnTo>
                <a:lnTo>
                  <a:pt x="549684" y="2397296"/>
                </a:lnTo>
                <a:lnTo>
                  <a:pt x="562101" y="2397296"/>
                </a:lnTo>
                <a:lnTo>
                  <a:pt x="562101" y="2384051"/>
                </a:lnTo>
                <a:lnTo>
                  <a:pt x="633196" y="2384051"/>
                </a:lnTo>
                <a:lnTo>
                  <a:pt x="634196" y="2357562"/>
                </a:lnTo>
                <a:lnTo>
                  <a:pt x="711173" y="2357562"/>
                </a:lnTo>
                <a:lnTo>
                  <a:pt x="711173" y="2344317"/>
                </a:lnTo>
                <a:lnTo>
                  <a:pt x="806362" y="2344317"/>
                </a:lnTo>
                <a:lnTo>
                  <a:pt x="806362" y="2331072"/>
                </a:lnTo>
                <a:lnTo>
                  <a:pt x="875598" y="2331072"/>
                </a:lnTo>
                <a:lnTo>
                  <a:pt x="875598" y="2317827"/>
                </a:lnTo>
                <a:lnTo>
                  <a:pt x="893764" y="2317827"/>
                </a:lnTo>
                <a:lnTo>
                  <a:pt x="893764" y="2304583"/>
                </a:lnTo>
                <a:lnTo>
                  <a:pt x="901395" y="2304583"/>
                </a:lnTo>
                <a:lnTo>
                  <a:pt x="901395" y="2291338"/>
                </a:lnTo>
                <a:lnTo>
                  <a:pt x="907003" y="2291338"/>
                </a:lnTo>
                <a:lnTo>
                  <a:pt x="907003" y="2278093"/>
                </a:lnTo>
                <a:lnTo>
                  <a:pt x="911198" y="2278093"/>
                </a:lnTo>
                <a:lnTo>
                  <a:pt x="912808" y="2238359"/>
                </a:lnTo>
                <a:lnTo>
                  <a:pt x="919197" y="2238359"/>
                </a:lnTo>
                <a:lnTo>
                  <a:pt x="919716" y="2211870"/>
                </a:lnTo>
                <a:lnTo>
                  <a:pt x="922080" y="2211870"/>
                </a:lnTo>
                <a:lnTo>
                  <a:pt x="922080" y="2198625"/>
                </a:lnTo>
                <a:lnTo>
                  <a:pt x="926312" y="2198625"/>
                </a:lnTo>
                <a:lnTo>
                  <a:pt x="926312" y="2185380"/>
                </a:lnTo>
                <a:lnTo>
                  <a:pt x="930690" y="2185380"/>
                </a:lnTo>
                <a:lnTo>
                  <a:pt x="931135" y="2158891"/>
                </a:lnTo>
                <a:lnTo>
                  <a:pt x="933583" y="2158891"/>
                </a:lnTo>
                <a:lnTo>
                  <a:pt x="935189" y="2105912"/>
                </a:lnTo>
                <a:lnTo>
                  <a:pt x="937829" y="2105912"/>
                </a:lnTo>
                <a:lnTo>
                  <a:pt x="937829" y="2092667"/>
                </a:lnTo>
                <a:lnTo>
                  <a:pt x="940827" y="2092667"/>
                </a:lnTo>
                <a:lnTo>
                  <a:pt x="943112" y="1999954"/>
                </a:lnTo>
                <a:lnTo>
                  <a:pt x="945096" y="1999954"/>
                </a:lnTo>
                <a:lnTo>
                  <a:pt x="947553" y="1854262"/>
                </a:lnTo>
                <a:lnTo>
                  <a:pt x="949457" y="1854262"/>
                </a:lnTo>
                <a:lnTo>
                  <a:pt x="951879" y="1801283"/>
                </a:lnTo>
                <a:lnTo>
                  <a:pt x="954730" y="1801283"/>
                </a:lnTo>
                <a:lnTo>
                  <a:pt x="956697" y="1735059"/>
                </a:lnTo>
                <a:lnTo>
                  <a:pt x="957854" y="1735059"/>
                </a:lnTo>
                <a:lnTo>
                  <a:pt x="960442" y="1655591"/>
                </a:lnTo>
                <a:lnTo>
                  <a:pt x="960762" y="1655591"/>
                </a:lnTo>
                <a:lnTo>
                  <a:pt x="963319" y="1562878"/>
                </a:lnTo>
                <a:lnTo>
                  <a:pt x="963704" y="1562878"/>
                </a:lnTo>
                <a:lnTo>
                  <a:pt x="964159" y="1483409"/>
                </a:lnTo>
                <a:lnTo>
                  <a:pt x="967428" y="1483409"/>
                </a:lnTo>
                <a:lnTo>
                  <a:pt x="969815" y="1337718"/>
                </a:lnTo>
                <a:lnTo>
                  <a:pt x="970120" y="1337718"/>
                </a:lnTo>
                <a:lnTo>
                  <a:pt x="972325" y="1245004"/>
                </a:lnTo>
                <a:lnTo>
                  <a:pt x="974356" y="1245004"/>
                </a:lnTo>
                <a:lnTo>
                  <a:pt x="976698" y="1139047"/>
                </a:lnTo>
                <a:lnTo>
                  <a:pt x="977129" y="1139047"/>
                </a:lnTo>
                <a:lnTo>
                  <a:pt x="979113" y="1086068"/>
                </a:lnTo>
                <a:lnTo>
                  <a:pt x="979948" y="1086068"/>
                </a:lnTo>
                <a:lnTo>
                  <a:pt x="982516" y="966865"/>
                </a:lnTo>
                <a:lnTo>
                  <a:pt x="982628" y="966865"/>
                </a:lnTo>
                <a:lnTo>
                  <a:pt x="984554" y="847663"/>
                </a:lnTo>
                <a:lnTo>
                  <a:pt x="985374" y="847663"/>
                </a:lnTo>
                <a:lnTo>
                  <a:pt x="987604" y="781439"/>
                </a:lnTo>
                <a:lnTo>
                  <a:pt x="990007" y="781439"/>
                </a:lnTo>
                <a:lnTo>
                  <a:pt x="992538" y="582768"/>
                </a:lnTo>
                <a:lnTo>
                  <a:pt x="992833" y="582768"/>
                </a:lnTo>
                <a:lnTo>
                  <a:pt x="994542" y="503300"/>
                </a:lnTo>
                <a:lnTo>
                  <a:pt x="995433" y="503300"/>
                </a:lnTo>
                <a:lnTo>
                  <a:pt x="997018" y="410586"/>
                </a:lnTo>
                <a:lnTo>
                  <a:pt x="998242" y="410586"/>
                </a:lnTo>
                <a:lnTo>
                  <a:pt x="1000670" y="291384"/>
                </a:lnTo>
                <a:lnTo>
                  <a:pt x="1001455" y="291384"/>
                </a:lnTo>
                <a:lnTo>
                  <a:pt x="1003869" y="238405"/>
                </a:lnTo>
                <a:lnTo>
                  <a:pt x="1004498" y="238405"/>
                </a:lnTo>
                <a:lnTo>
                  <a:pt x="1005752" y="211916"/>
                </a:lnTo>
                <a:lnTo>
                  <a:pt x="1008530" y="211916"/>
                </a:lnTo>
                <a:lnTo>
                  <a:pt x="1008530" y="198671"/>
                </a:lnTo>
                <a:lnTo>
                  <a:pt x="1012045" y="198671"/>
                </a:lnTo>
                <a:lnTo>
                  <a:pt x="1013194" y="145692"/>
                </a:lnTo>
                <a:lnTo>
                  <a:pt x="1014654" y="145692"/>
                </a:lnTo>
                <a:lnTo>
                  <a:pt x="1015925" y="66223"/>
                </a:lnTo>
                <a:lnTo>
                  <a:pt x="1019131" y="66223"/>
                </a:lnTo>
                <a:lnTo>
                  <a:pt x="1019131" y="52979"/>
                </a:lnTo>
                <a:lnTo>
                  <a:pt x="1022145" y="52979"/>
                </a:lnTo>
                <a:lnTo>
                  <a:pt x="1024433" y="26489"/>
                </a:lnTo>
                <a:lnTo>
                  <a:pt x="1024781" y="26489"/>
                </a:lnTo>
                <a:lnTo>
                  <a:pt x="1026493" y="0"/>
                </a:lnTo>
              </a:path>
            </a:pathLst>
          </a:custGeom>
          <a:noFill/>
          <a:ln w="30293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Editable path 63"/>
          <p:cNvSpPr/>
          <p:nvPr/>
        </p:nvSpPr>
        <p:spPr>
          <a:xfrm>
            <a:off x="9773937" y="2026747"/>
            <a:ext cx="835054" cy="2635701"/>
          </a:xfrm>
          <a:custGeom>
            <a:avLst/>
            <a:gdLst/>
            <a:ahLst/>
            <a:cxnLst/>
            <a:rect l="l" t="t" r="r" b="b"/>
            <a:pathLst>
              <a:path w="835054" h="2635701">
                <a:moveTo>
                  <a:pt x="0" y="2635701"/>
                </a:moveTo>
                <a:lnTo>
                  <a:pt x="4427" y="2635701"/>
                </a:lnTo>
                <a:lnTo>
                  <a:pt x="4427" y="2622456"/>
                </a:lnTo>
                <a:lnTo>
                  <a:pt x="12832" y="2622456"/>
                </a:lnTo>
                <a:lnTo>
                  <a:pt x="12832" y="2609211"/>
                </a:lnTo>
                <a:lnTo>
                  <a:pt x="117435" y="2609211"/>
                </a:lnTo>
                <a:lnTo>
                  <a:pt x="117435" y="2595967"/>
                </a:lnTo>
                <a:lnTo>
                  <a:pt x="123064" y="2595967"/>
                </a:lnTo>
                <a:lnTo>
                  <a:pt x="124327" y="2569478"/>
                </a:lnTo>
                <a:lnTo>
                  <a:pt x="126952" y="2569478"/>
                </a:lnTo>
                <a:lnTo>
                  <a:pt x="126952" y="2556232"/>
                </a:lnTo>
                <a:lnTo>
                  <a:pt x="148891" y="2556232"/>
                </a:lnTo>
                <a:lnTo>
                  <a:pt x="148891" y="2542988"/>
                </a:lnTo>
                <a:lnTo>
                  <a:pt x="171431" y="2542988"/>
                </a:lnTo>
                <a:lnTo>
                  <a:pt x="171431" y="2529743"/>
                </a:lnTo>
                <a:lnTo>
                  <a:pt x="179026" y="2529743"/>
                </a:lnTo>
                <a:lnTo>
                  <a:pt x="179026" y="2516498"/>
                </a:lnTo>
                <a:lnTo>
                  <a:pt x="202760" y="2516498"/>
                </a:lnTo>
                <a:lnTo>
                  <a:pt x="202760" y="2503254"/>
                </a:lnTo>
                <a:lnTo>
                  <a:pt x="213519" y="2503254"/>
                </a:lnTo>
                <a:lnTo>
                  <a:pt x="213519" y="2490009"/>
                </a:lnTo>
                <a:lnTo>
                  <a:pt x="243100" y="2490009"/>
                </a:lnTo>
                <a:lnTo>
                  <a:pt x="243100" y="2476764"/>
                </a:lnTo>
                <a:lnTo>
                  <a:pt x="265732" y="2476764"/>
                </a:lnTo>
                <a:lnTo>
                  <a:pt x="265732" y="2463520"/>
                </a:lnTo>
                <a:lnTo>
                  <a:pt x="351473" y="2463520"/>
                </a:lnTo>
                <a:lnTo>
                  <a:pt x="351473" y="2450275"/>
                </a:lnTo>
                <a:lnTo>
                  <a:pt x="356624" y="2450275"/>
                </a:lnTo>
                <a:lnTo>
                  <a:pt x="356624" y="2437030"/>
                </a:lnTo>
                <a:lnTo>
                  <a:pt x="364103" y="2437030"/>
                </a:lnTo>
                <a:lnTo>
                  <a:pt x="365916" y="2410540"/>
                </a:lnTo>
                <a:lnTo>
                  <a:pt x="413450" y="2410540"/>
                </a:lnTo>
                <a:lnTo>
                  <a:pt x="413450" y="2397296"/>
                </a:lnTo>
                <a:lnTo>
                  <a:pt x="422460" y="2397296"/>
                </a:lnTo>
                <a:lnTo>
                  <a:pt x="422460" y="2384051"/>
                </a:lnTo>
                <a:lnTo>
                  <a:pt x="488997" y="2384051"/>
                </a:lnTo>
                <a:lnTo>
                  <a:pt x="488997" y="2370806"/>
                </a:lnTo>
                <a:lnTo>
                  <a:pt x="504337" y="2370806"/>
                </a:lnTo>
                <a:lnTo>
                  <a:pt x="504337" y="2357562"/>
                </a:lnTo>
                <a:lnTo>
                  <a:pt x="524223" y="2357562"/>
                </a:lnTo>
                <a:lnTo>
                  <a:pt x="524223" y="2344317"/>
                </a:lnTo>
                <a:lnTo>
                  <a:pt x="646180" y="2344317"/>
                </a:lnTo>
                <a:lnTo>
                  <a:pt x="646180" y="2331072"/>
                </a:lnTo>
                <a:lnTo>
                  <a:pt x="658061" y="2331072"/>
                </a:lnTo>
                <a:lnTo>
                  <a:pt x="658061" y="2317827"/>
                </a:lnTo>
                <a:lnTo>
                  <a:pt x="663027" y="2317827"/>
                </a:lnTo>
                <a:lnTo>
                  <a:pt x="663027" y="2304583"/>
                </a:lnTo>
                <a:lnTo>
                  <a:pt x="674925" y="2304583"/>
                </a:lnTo>
                <a:lnTo>
                  <a:pt x="676496" y="2278093"/>
                </a:lnTo>
                <a:lnTo>
                  <a:pt x="686649" y="2278093"/>
                </a:lnTo>
                <a:lnTo>
                  <a:pt x="688441" y="2238359"/>
                </a:lnTo>
                <a:lnTo>
                  <a:pt x="689371" y="2238359"/>
                </a:lnTo>
                <a:lnTo>
                  <a:pt x="689371" y="2225114"/>
                </a:lnTo>
                <a:lnTo>
                  <a:pt x="695129" y="2225114"/>
                </a:lnTo>
                <a:lnTo>
                  <a:pt x="696930" y="2198625"/>
                </a:lnTo>
                <a:lnTo>
                  <a:pt x="704128" y="2198625"/>
                </a:lnTo>
                <a:lnTo>
                  <a:pt x="705736" y="2145646"/>
                </a:lnTo>
                <a:lnTo>
                  <a:pt x="709541" y="2145646"/>
                </a:lnTo>
                <a:lnTo>
                  <a:pt x="712103" y="2079422"/>
                </a:lnTo>
                <a:lnTo>
                  <a:pt x="713053" y="2079422"/>
                </a:lnTo>
                <a:lnTo>
                  <a:pt x="714739" y="2039688"/>
                </a:lnTo>
                <a:lnTo>
                  <a:pt x="718644" y="2039688"/>
                </a:lnTo>
                <a:lnTo>
                  <a:pt x="721218" y="2013199"/>
                </a:lnTo>
                <a:lnTo>
                  <a:pt x="726848" y="2013199"/>
                </a:lnTo>
                <a:lnTo>
                  <a:pt x="729208" y="1946975"/>
                </a:lnTo>
                <a:lnTo>
                  <a:pt x="730427" y="1946975"/>
                </a:lnTo>
                <a:lnTo>
                  <a:pt x="732404" y="1893996"/>
                </a:lnTo>
                <a:lnTo>
                  <a:pt x="733472" y="1893996"/>
                </a:lnTo>
                <a:lnTo>
                  <a:pt x="734470" y="1867507"/>
                </a:lnTo>
                <a:lnTo>
                  <a:pt x="736554" y="1867507"/>
                </a:lnTo>
                <a:lnTo>
                  <a:pt x="738522" y="1774794"/>
                </a:lnTo>
                <a:lnTo>
                  <a:pt x="740991" y="1774794"/>
                </a:lnTo>
                <a:lnTo>
                  <a:pt x="742246" y="1735059"/>
                </a:lnTo>
                <a:lnTo>
                  <a:pt x="743581" y="1735059"/>
                </a:lnTo>
                <a:lnTo>
                  <a:pt x="745514" y="1642346"/>
                </a:lnTo>
                <a:lnTo>
                  <a:pt x="748687" y="1642346"/>
                </a:lnTo>
                <a:lnTo>
                  <a:pt x="750941" y="1549633"/>
                </a:lnTo>
                <a:lnTo>
                  <a:pt x="757171" y="1549633"/>
                </a:lnTo>
                <a:lnTo>
                  <a:pt x="758846" y="1483409"/>
                </a:lnTo>
                <a:lnTo>
                  <a:pt x="759983" y="1483409"/>
                </a:lnTo>
                <a:lnTo>
                  <a:pt x="762235" y="1377452"/>
                </a:lnTo>
                <a:lnTo>
                  <a:pt x="764759" y="1377452"/>
                </a:lnTo>
                <a:lnTo>
                  <a:pt x="765948" y="1311228"/>
                </a:lnTo>
                <a:lnTo>
                  <a:pt x="768968" y="1311228"/>
                </a:lnTo>
                <a:lnTo>
                  <a:pt x="770454" y="1271494"/>
                </a:lnTo>
                <a:lnTo>
                  <a:pt x="771801" y="1271494"/>
                </a:lnTo>
                <a:lnTo>
                  <a:pt x="774267" y="1218515"/>
                </a:lnTo>
                <a:lnTo>
                  <a:pt x="774584" y="1218515"/>
                </a:lnTo>
                <a:lnTo>
                  <a:pt x="776482" y="1165536"/>
                </a:lnTo>
                <a:lnTo>
                  <a:pt x="777197" y="1165536"/>
                </a:lnTo>
                <a:lnTo>
                  <a:pt x="779294" y="1125802"/>
                </a:lnTo>
                <a:lnTo>
                  <a:pt x="780488" y="1125802"/>
                </a:lnTo>
                <a:lnTo>
                  <a:pt x="781869" y="1099312"/>
                </a:lnTo>
                <a:lnTo>
                  <a:pt x="783225" y="1099312"/>
                </a:lnTo>
                <a:lnTo>
                  <a:pt x="785710" y="1046334"/>
                </a:lnTo>
                <a:lnTo>
                  <a:pt x="786581" y="1046334"/>
                </a:lnTo>
                <a:lnTo>
                  <a:pt x="787086" y="993355"/>
                </a:lnTo>
                <a:lnTo>
                  <a:pt x="789308" y="993355"/>
                </a:lnTo>
                <a:lnTo>
                  <a:pt x="791522" y="940376"/>
                </a:lnTo>
                <a:lnTo>
                  <a:pt x="792142" y="940376"/>
                </a:lnTo>
                <a:lnTo>
                  <a:pt x="794010" y="860907"/>
                </a:lnTo>
                <a:lnTo>
                  <a:pt x="796003" y="860907"/>
                </a:lnTo>
                <a:lnTo>
                  <a:pt x="797111" y="821173"/>
                </a:lnTo>
                <a:lnTo>
                  <a:pt x="798960" y="821173"/>
                </a:lnTo>
                <a:lnTo>
                  <a:pt x="801511" y="701971"/>
                </a:lnTo>
                <a:lnTo>
                  <a:pt x="801912" y="701971"/>
                </a:lnTo>
                <a:lnTo>
                  <a:pt x="803748" y="635747"/>
                </a:lnTo>
                <a:lnTo>
                  <a:pt x="805823" y="635747"/>
                </a:lnTo>
                <a:lnTo>
                  <a:pt x="807832" y="569523"/>
                </a:lnTo>
                <a:lnTo>
                  <a:pt x="810120" y="569523"/>
                </a:lnTo>
                <a:lnTo>
                  <a:pt x="812313" y="450321"/>
                </a:lnTo>
                <a:lnTo>
                  <a:pt x="813089" y="450321"/>
                </a:lnTo>
                <a:lnTo>
                  <a:pt x="815598" y="344363"/>
                </a:lnTo>
                <a:lnTo>
                  <a:pt x="816746" y="344363"/>
                </a:lnTo>
                <a:lnTo>
                  <a:pt x="818563" y="211916"/>
                </a:lnTo>
                <a:lnTo>
                  <a:pt x="819859" y="211916"/>
                </a:lnTo>
                <a:lnTo>
                  <a:pt x="822432" y="119203"/>
                </a:lnTo>
                <a:lnTo>
                  <a:pt x="823000" y="119203"/>
                </a:lnTo>
                <a:lnTo>
                  <a:pt x="824820" y="39734"/>
                </a:lnTo>
                <a:lnTo>
                  <a:pt x="826137" y="39734"/>
                </a:lnTo>
                <a:lnTo>
                  <a:pt x="826137" y="26489"/>
                </a:lnTo>
                <a:lnTo>
                  <a:pt x="830323" y="26489"/>
                </a:lnTo>
                <a:lnTo>
                  <a:pt x="830323" y="13245"/>
                </a:lnTo>
                <a:lnTo>
                  <a:pt x="835054" y="13245"/>
                </a:lnTo>
                <a:lnTo>
                  <a:pt x="835054" y="0"/>
                </a:lnTo>
              </a:path>
            </a:pathLst>
          </a:custGeom>
          <a:noFill/>
          <a:ln w="30293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Editable path 64"/>
          <p:cNvSpPr/>
          <p:nvPr/>
        </p:nvSpPr>
        <p:spPr>
          <a:xfrm>
            <a:off x="11667259" y="1894300"/>
            <a:ext cx="0" cy="2781393"/>
          </a:xfrm>
          <a:custGeom>
            <a:avLst/>
            <a:gdLst/>
            <a:ahLst/>
            <a:cxnLst/>
            <a:rect l="l" t="t" r="r" b="b"/>
            <a:pathLst>
              <a:path w="0" h="2781393">
                <a:moveTo>
                  <a:pt x="0" y="2781393"/>
                </a:moveTo>
                <a:lnTo>
                  <a:pt x="0" y="0"/>
                </a:lnTo>
              </a:path>
            </a:pathLst>
          </a:custGeom>
          <a:noFill/>
          <a:ln w="18642">
            <a:solidFill>
              <a:srgbClr val="B45B5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Editable path 65"/>
          <p:cNvSpPr/>
          <p:nvPr/>
        </p:nvSpPr>
        <p:spPr>
          <a:xfrm>
            <a:off x="8811579" y="1894300"/>
            <a:ext cx="0" cy="2781393"/>
          </a:xfrm>
          <a:custGeom>
            <a:avLst/>
            <a:gdLst/>
            <a:ahLst/>
            <a:cxnLst/>
            <a:rect l="l" t="t" r="r" b="b"/>
            <a:pathLst>
              <a:path w="0" h="2781393">
                <a:moveTo>
                  <a:pt x="0" y="2781393"/>
                </a:moveTo>
                <a:lnTo>
                  <a:pt x="0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Editable path 66"/>
          <p:cNvSpPr/>
          <p:nvPr/>
        </p:nvSpPr>
        <p:spPr>
          <a:xfrm>
            <a:off x="8811579" y="4675693"/>
            <a:ext cx="3212640" cy="0"/>
          </a:xfrm>
          <a:custGeom>
            <a:avLst/>
            <a:gdLst/>
            <a:ahLst/>
            <a:cxnLst/>
            <a:rect l="l" t="t" r="r" b="b"/>
            <a:pathLst>
              <a:path w="3212640" h="0">
                <a:moveTo>
                  <a:pt x="0" y="0"/>
                </a:moveTo>
                <a:lnTo>
                  <a:pt x="3212640" y="0"/>
                </a:lnTo>
              </a:path>
            </a:pathLst>
          </a:custGeom>
          <a:noFill/>
          <a:ln w="13981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303553" y="1592324"/>
            <a:ext cx="2276856" cy="237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59" b="0" i="0">
                <a:solidFill>
                  <a:srgbClr val="2B2B2B"/>
                </a:solidFill>
                <a:latin typeface="Times New Roman"/>
              </a:rPr>
              <a:t>(c) Retained target accuracy</a:t>
            </a:r>
          </a:p>
        </p:txBody>
      </p:sp>
      <p:sp>
        <p:nvSpPr>
          <p:cNvPr id="115" name="Editable path 67"/>
          <p:cNvSpPr/>
          <p:nvPr/>
        </p:nvSpPr>
        <p:spPr>
          <a:xfrm>
            <a:off x="10858061" y="4272336"/>
            <a:ext cx="279633" cy="0"/>
          </a:xfrm>
          <a:custGeom>
            <a:avLst/>
            <a:gdLst/>
            <a:ahLst/>
            <a:cxnLst/>
            <a:rect l="l" t="t" r="r" b="b"/>
            <a:pathLst>
              <a:path w="279633" h="0">
                <a:moveTo>
                  <a:pt x="0" y="0"/>
                </a:moveTo>
                <a:lnTo>
                  <a:pt x="139817" y="0"/>
                </a:lnTo>
                <a:lnTo>
                  <a:pt x="279633" y="0"/>
                </a:lnTo>
              </a:path>
            </a:pathLst>
          </a:custGeom>
          <a:noFill/>
          <a:ln w="30293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1249547" y="4206807"/>
            <a:ext cx="407705" cy="1677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Times New Roman"/>
              </a:rPr>
              <a:t>Object</a:t>
            </a:r>
          </a:p>
        </p:txBody>
      </p:sp>
      <p:sp>
        <p:nvSpPr>
          <p:cNvPr id="117" name="Editable path 68"/>
          <p:cNvSpPr/>
          <p:nvPr/>
        </p:nvSpPr>
        <p:spPr>
          <a:xfrm>
            <a:off x="10858061" y="4470701"/>
            <a:ext cx="279633" cy="0"/>
          </a:xfrm>
          <a:custGeom>
            <a:avLst/>
            <a:gdLst/>
            <a:ahLst/>
            <a:cxnLst/>
            <a:rect l="l" t="t" r="r" b="b"/>
            <a:pathLst>
              <a:path w="279633" h="0">
                <a:moveTo>
                  <a:pt x="0" y="0"/>
                </a:moveTo>
                <a:lnTo>
                  <a:pt x="139817" y="0"/>
                </a:lnTo>
                <a:lnTo>
                  <a:pt x="279633" y="0"/>
                </a:lnTo>
              </a:path>
            </a:pathLst>
          </a:custGeom>
          <a:noFill/>
          <a:ln w="30293">
            <a:solidFill>
              <a:srgbClr val="3A9A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1249547" y="4405172"/>
            <a:ext cx="683423" cy="1677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Times New Roman"/>
              </a:rPr>
              <a:t>Worst hand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